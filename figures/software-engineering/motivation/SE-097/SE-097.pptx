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10d84d87c4a92" /><Relationship Type="http://schemas.openxmlformats.org/officeDocument/2006/relationships/extended-properties" Target="/docProps/app.xml" Id="Rff569a71a8504863" /><Relationship Type="http://schemas.openxmlformats.org/officeDocument/2006/relationships/officeDocument" Target="/ppt/presentation.xml" Id="R91598779c3df4a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0220d05ff14ae2"/>
  </p:sldMasterIdLst>
  <p:notesMasterIdLst>
    <p:notesMasterId xmlns:r="http://schemas.openxmlformats.org/officeDocument/2006/relationships" r:id="R76de1ce8555d4fb5"/>
  </p:notesMasterIdLst>
  <p:sldIdLst>
    <p:sldId xmlns:r="http://schemas.openxmlformats.org/officeDocument/2006/relationships" id="256" r:id="R03b24ad0ebb24e1b"/>
  </p:sldIdLst>
  <p:sldSz cx="13773150" cy="3028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5688fb52e64abe" /><Relationship Type="http://schemas.openxmlformats.org/officeDocument/2006/relationships/slideMaster" Target="/ppt/slideMasters/slideMaster1.xml" Id="Red0220d05ff14ae2" /><Relationship Type="http://schemas.openxmlformats.org/officeDocument/2006/relationships/notesMaster" Target="/ppt/notesMasters/notesMaster1.xml" Id="R76de1ce8555d4fb5" /><Relationship Type="http://schemas.openxmlformats.org/officeDocument/2006/relationships/presProps" Target="/ppt/presProps.xml" Id="R872504aa9f774211" /><Relationship Type="http://schemas.openxmlformats.org/officeDocument/2006/relationships/tableStyles" Target="/ppt/tableStyles.xml" Id="R937f1f03fcd44e69" /><Relationship Type="http://schemas.openxmlformats.org/officeDocument/2006/relationships/slide" Target="/ppt/slides/slide1.xml" Id="R03b24ad0ebb2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6c4a2f38a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5c27c3c9240b9" /><Relationship Type="http://schemas.openxmlformats.org/officeDocument/2006/relationships/notesMaster" Target="/ppt/notesMasters/notesMaster1.xml" Id="Rda184d3fb327419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素材ID：SE-097</ns1:t>
            </ns1:r>
          </ns1:p>
          <ns1:p>
            <ns1:r>
              <ns1:t>论文：ROCAS: Root Cause Analysis of Autonomous Driving Accidents via Cyber-Physical Co-mutation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14，PDF第16页</ns1:t>
            </ns1:r>
          </ns1:p>
          <ns1:p>
            <ns1:r>
              <ns1:t>类型：动机案例</ns1:t>
            </ns1:r>
          </ns1:p>
          <ns1:p>
            <ns1:r>
              <ns1:t>借鉴点：七列案例将真实模拟截图与对应俯视路口/轨迹示意上下对齐，使用统一车辆颜色、运动线和碰撞/漂移/停车注释解释不同失败形态。</ns1:t>
            </ns1:r>
          </ns1:p>
          <ns1:p>
            <ns1:r>
              <ns1:t>论文URL：https://www.cs.purdue.edu/homes/cheng535/static/papers/ase24_rocas.pdf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10fc683904c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a6b09f794542b2" /><Relationship Type="http://schemas.openxmlformats.org/officeDocument/2006/relationships/slideLayout" Target="/ppt/slideLayouts/slideLayout1.xml" Id="Rcc5c4fbd224e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c4fbd224e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e75f81ee740f6" /><Relationship Type="http://schemas.openxmlformats.org/officeDocument/2006/relationships/image" Target="/ppt/media/image.png" Id="R361dfa92bfdc41f4" /><Relationship Type="http://schemas.openxmlformats.org/officeDocument/2006/relationships/image" Target="/ppt/media/image2.png" Id="R0d071bd234954b7c" /><Relationship Type="http://schemas.openxmlformats.org/officeDocument/2006/relationships/image" Target="/ppt/media/image3.png" Id="R658511cc3739401c" /><Relationship Type="http://schemas.openxmlformats.org/officeDocument/2006/relationships/image" Target="/ppt/media/image4.png" Id="R8b7863eecee0406e" /><Relationship Type="http://schemas.openxmlformats.org/officeDocument/2006/relationships/image" Target="/ppt/media/image5.png" Id="Rc331eafbf5ff4342" /><Relationship Type="http://schemas.openxmlformats.org/officeDocument/2006/relationships/image" Target="/ppt/media/image6.png" Id="Rf05c5583e20c425a" /><Relationship Type="http://schemas.openxmlformats.org/officeDocument/2006/relationships/image" Target="/ppt/media/image7.png" Id="R911a5f747faf45ae" /><Relationship Type="http://schemas.openxmlformats.org/officeDocument/2006/relationships/image" Target="/ppt/media/image8.png" Id="R88c2315bcf09449e" /><Relationship Type="http://schemas.openxmlformats.org/officeDocument/2006/relationships/image" Target="/ppt/media/image9.png" Id="R86bb32500bdd4154" /><Relationship Type="http://schemas.openxmlformats.org/officeDocument/2006/relationships/image" Target="/ppt/media/image10.png" Id="R6e648fb58cb74793" /><Relationship Type="http://schemas.openxmlformats.org/officeDocument/2006/relationships/image" Target="/ppt/media/image11.png" Id="Rb5712034b36b43ad" /><Relationship Type="http://schemas.openxmlformats.org/officeDocument/2006/relationships/image" Target="/ppt/media/image12.png" Id="R7fadbd1576254948" /><Relationship Type="http://schemas.openxmlformats.org/officeDocument/2006/relationships/image" Target="/ppt/media/image13.png" Id="R6b3ca7da136a45e1" /><Relationship Type="http://schemas.openxmlformats.org/officeDocument/2006/relationships/image" Target="/ppt/media/image14.png" Id="R01d84f803e1548a9" /><Relationship Type="http://schemas.openxmlformats.org/officeDocument/2006/relationships/image" Target="/ppt/media/image15.png" Id="R332f0c58c89a4a92" /><Relationship Type="http://schemas.openxmlformats.org/officeDocument/2006/relationships/image" Target="/ppt/media/image16.png" Id="Rb59b3a4f21954ea4" /><Relationship Type="http://schemas.openxmlformats.org/officeDocument/2006/relationships/image" Target="/ppt/media/image17.png" Id="R58d34cf1a03b41e5" /><Relationship Type="http://schemas.openxmlformats.org/officeDocument/2006/relationships/image" Target="/ppt/media/image18.png" Id="Rd04e887aea69421b" /><Relationship Type="http://schemas.openxmlformats.org/officeDocument/2006/relationships/image" Target="/ppt/media/image19.png" Id="R4b85c4dba2834421" /><Relationship Type="http://schemas.openxmlformats.org/officeDocument/2006/relationships/image" Target="/ppt/media/image20.png" Id="R32c7f15a2bf44773" /><Relationship Type="http://schemas.openxmlformats.org/officeDocument/2006/relationships/image" Target="/ppt/media/image21.png" Id="Ra02c4288fa554c6b" /><Relationship Type="http://schemas.openxmlformats.org/officeDocument/2006/relationships/notesSlide" Target="/ppt/notesSlides/notesSlide1.xml" Id="R86560a5fd985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4953A-F694-4400-82BF-3CF0E86D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" y="4054"/>
            <a:ext cx="13692689" cy="3000236"/>
          </a:xfrm>
          <a:custGeom xmlns:a="http://schemas.openxmlformats.org/drawingml/2006/main">
            <a:pathLst>
              <a:path w="13692689" h="3000236">
                <a:moveTo>
                  <a:pt x="0" y="3000236"/>
                </a:moveTo>
                <a:lnTo>
                  <a:pt x="13692689" y="3000236"/>
                </a:lnTo>
                <a:lnTo>
                  <a:pt x="13692689" y="0"/>
                </a:lnTo>
                <a:lnTo>
                  <a:pt x="0" y="0"/>
                </a:lnTo>
                <a:lnTo>
                  <a:pt x="0" y="30002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FD165-70D8-4985-93E0-81FDAC71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" y="4054"/>
            <a:ext cx="13692689" cy="3000236"/>
          </a:xfrm>
          <a:custGeom xmlns:a="http://schemas.openxmlformats.org/drawingml/2006/main">
            <a:pathLst>
              <a:path w="13692689" h="3000236">
                <a:moveTo>
                  <a:pt x="0" y="0"/>
                </a:moveTo>
                <a:lnTo>
                  <a:pt x="0" y="3000236"/>
                </a:lnTo>
                <a:lnTo>
                  <a:pt x="13692689" y="3000236"/>
                </a:lnTo>
                <a:lnTo>
                  <a:pt x="1369268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fa92bfdc41f4"/>
          <a:stretch xmlns:a="http://schemas.openxmlformats.org/drawingml/2006/main"/>
        </p:blipFill>
        <p:spPr>
          <a:xfrm xmlns:a="http://schemas.openxmlformats.org/drawingml/2006/main">
            <a:off x="89389" y="74555"/>
            <a:ext cx="1796413" cy="1316703"/>
          </a:xfrm>
          <a:prstGeom xmlns:a="http://schemas.openxmlformats.org/drawingml/2006/main" prst="rect">
            <a:avLst/>
          </a:prstGeom>
        </p:spPr>
      </p:pic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71bd234954b7c"/>
          <a:stretch xmlns:a="http://schemas.openxmlformats.org/drawingml/2006/main"/>
        </p:blipFill>
        <p:spPr>
          <a:xfrm xmlns:a="http://schemas.openxmlformats.org/drawingml/2006/main">
            <a:off x="2068492" y="71254"/>
            <a:ext cx="1795734" cy="1321201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511cc3739401c"/>
          <a:stretch xmlns:a="http://schemas.openxmlformats.org/drawingml/2006/main"/>
        </p:blipFill>
        <p:spPr>
          <a:xfrm xmlns:a="http://schemas.openxmlformats.org/drawingml/2006/main">
            <a:off x="3997680" y="78717"/>
            <a:ext cx="1796412" cy="1316703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863eecee0406e"/>
          <a:stretch xmlns:a="http://schemas.openxmlformats.org/drawingml/2006/main"/>
        </p:blipFill>
        <p:spPr>
          <a:xfrm xmlns:a="http://schemas.openxmlformats.org/drawingml/2006/main">
            <a:off x="5983213" y="78716"/>
            <a:ext cx="1796414" cy="1316704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1eafbf5ff4342"/>
          <a:stretch xmlns:a="http://schemas.openxmlformats.org/drawingml/2006/main"/>
        </p:blipFill>
        <p:spPr>
          <a:xfrm xmlns:a="http://schemas.openxmlformats.org/drawingml/2006/main">
            <a:off x="7985186" y="70879"/>
            <a:ext cx="1796230" cy="1318013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c5583e20c425a"/>
          <a:stretch xmlns:a="http://schemas.openxmlformats.org/drawingml/2006/main"/>
        </p:blipFill>
        <p:spPr>
          <a:xfrm xmlns:a="http://schemas.openxmlformats.org/drawingml/2006/main">
            <a:off x="11891566" y="71151"/>
            <a:ext cx="1794550" cy="1317833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a5f747faf45ae"/>
          <a:stretch xmlns:a="http://schemas.openxmlformats.org/drawingml/2006/main"/>
        </p:blipFill>
        <p:spPr>
          <a:xfrm xmlns:a="http://schemas.openxmlformats.org/drawingml/2006/main">
            <a:off x="9963856" y="71351"/>
            <a:ext cx="1796414" cy="1317371"/>
          </a:xfrm>
          <a:prstGeom xmlns:a="http://schemas.openxmlformats.org/drawingml/2006/main" prst="rect">
            <a:avLst/>
          </a:prstGeom>
        </p:spPr>
      </p:pic>
      <p:sp>
        <p:nvSpPr>
          <p:cNvPr id="10" name="Text (a)A1">
            <a:extLst xmlns:a="http://schemas.openxmlformats.org/drawingml/2006/main">
              <a:ext uri="{FF2B5EF4-FFF2-40B4-BE49-F238E27FC236}">
                <a16:creationId xmlns:a16="http://schemas.microsoft.com/office/drawing/2014/main" id="{996A4BE5-BE33-4C63-9D00-755C9B0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71" y="2828849"/>
            <a:ext cx="483540" cy="175441"/>
          </a:xfrm>
          <a:custGeom xmlns:a="http://schemas.openxmlformats.org/drawingml/2006/main">
            <a:pathLst>
              <a:path w="483540" h="175441">
                <a:moveTo>
                  <a:pt x="43564" y="175006"/>
                </a:moveTo>
                <a:lnTo>
                  <a:pt x="42945" y="174369"/>
                </a:lnTo>
                <a:lnTo>
                  <a:pt x="42341" y="173730"/>
                </a:lnTo>
                <a:lnTo>
                  <a:pt x="41750" y="173089"/>
                </a:lnTo>
                <a:lnTo>
                  <a:pt x="41172" y="172444"/>
                </a:lnTo>
                <a:lnTo>
                  <a:pt x="40608" y="171798"/>
                </a:lnTo>
                <a:lnTo>
                  <a:pt x="40058" y="171149"/>
                </a:lnTo>
                <a:lnTo>
                  <a:pt x="39522" y="170497"/>
                </a:lnTo>
                <a:lnTo>
                  <a:pt x="38996" y="169843"/>
                </a:lnTo>
                <a:lnTo>
                  <a:pt x="38480" y="169187"/>
                </a:lnTo>
                <a:lnTo>
                  <a:pt x="37973" y="168529"/>
                </a:lnTo>
                <a:lnTo>
                  <a:pt x="37474" y="167868"/>
                </a:lnTo>
                <a:lnTo>
                  <a:pt x="36985" y="167205"/>
                </a:lnTo>
                <a:lnTo>
                  <a:pt x="36505" y="166539"/>
                </a:lnTo>
                <a:lnTo>
                  <a:pt x="36033" y="165872"/>
                </a:lnTo>
                <a:lnTo>
                  <a:pt x="35571" y="165202"/>
                </a:lnTo>
                <a:lnTo>
                  <a:pt x="35118" y="164529"/>
                </a:lnTo>
                <a:lnTo>
                  <a:pt x="34674" y="163855"/>
                </a:lnTo>
                <a:lnTo>
                  <a:pt x="34238" y="163178"/>
                </a:lnTo>
                <a:lnTo>
                  <a:pt x="33812" y="162499"/>
                </a:lnTo>
                <a:lnTo>
                  <a:pt x="33395" y="161817"/>
                </a:lnTo>
                <a:lnTo>
                  <a:pt x="32987" y="161134"/>
                </a:lnTo>
                <a:lnTo>
                  <a:pt x="32587" y="160448"/>
                </a:lnTo>
                <a:lnTo>
                  <a:pt x="32197" y="159759"/>
                </a:lnTo>
                <a:lnTo>
                  <a:pt x="31816" y="159069"/>
                </a:lnTo>
                <a:lnTo>
                  <a:pt x="31444" y="158376"/>
                </a:lnTo>
                <a:lnTo>
                  <a:pt x="31080" y="157680"/>
                </a:lnTo>
                <a:lnTo>
                  <a:pt x="30726" y="156983"/>
                </a:lnTo>
                <a:lnTo>
                  <a:pt x="30381" y="156283"/>
                </a:lnTo>
                <a:lnTo>
                  <a:pt x="30045" y="155581"/>
                </a:lnTo>
                <a:lnTo>
                  <a:pt x="29718" y="154877"/>
                </a:lnTo>
                <a:lnTo>
                  <a:pt x="29400" y="154170"/>
                </a:lnTo>
                <a:lnTo>
                  <a:pt x="29088" y="153452"/>
                </a:lnTo>
                <a:lnTo>
                  <a:pt x="28780" y="152716"/>
                </a:lnTo>
                <a:lnTo>
                  <a:pt x="28476" y="151960"/>
                </a:lnTo>
                <a:lnTo>
                  <a:pt x="28176" y="151184"/>
                </a:lnTo>
                <a:lnTo>
                  <a:pt x="27880" y="150390"/>
                </a:lnTo>
                <a:lnTo>
                  <a:pt x="27588" y="149576"/>
                </a:lnTo>
                <a:lnTo>
                  <a:pt x="27299" y="148743"/>
                </a:lnTo>
                <a:lnTo>
                  <a:pt x="27015" y="147891"/>
                </a:lnTo>
                <a:lnTo>
                  <a:pt x="26734" y="147019"/>
                </a:lnTo>
                <a:lnTo>
                  <a:pt x="26457" y="146129"/>
                </a:lnTo>
                <a:lnTo>
                  <a:pt x="26184" y="145219"/>
                </a:lnTo>
                <a:lnTo>
                  <a:pt x="25915" y="144289"/>
                </a:lnTo>
                <a:lnTo>
                  <a:pt x="25650" y="143341"/>
                </a:lnTo>
                <a:lnTo>
                  <a:pt x="25389" y="142373"/>
                </a:lnTo>
                <a:lnTo>
                  <a:pt x="25132" y="141386"/>
                </a:lnTo>
                <a:lnTo>
                  <a:pt x="24878" y="140380"/>
                </a:lnTo>
                <a:lnTo>
                  <a:pt x="24629" y="139354"/>
                </a:lnTo>
                <a:lnTo>
                  <a:pt x="24383" y="138310"/>
                </a:lnTo>
                <a:lnTo>
                  <a:pt x="24141" y="137246"/>
                </a:lnTo>
                <a:lnTo>
                  <a:pt x="23903" y="136162"/>
                </a:lnTo>
                <a:lnTo>
                  <a:pt x="23669" y="135060"/>
                </a:lnTo>
                <a:lnTo>
                  <a:pt x="23439" y="133938"/>
                </a:lnTo>
                <a:lnTo>
                  <a:pt x="23213" y="132797"/>
                </a:lnTo>
                <a:lnTo>
                  <a:pt x="22991" y="131637"/>
                </a:lnTo>
                <a:lnTo>
                  <a:pt x="22717" y="130146"/>
                </a:lnTo>
                <a:lnTo>
                  <a:pt x="22454" y="128642"/>
                </a:lnTo>
                <a:lnTo>
                  <a:pt x="22204" y="127124"/>
                </a:lnTo>
                <a:lnTo>
                  <a:pt x="21965" y="125593"/>
                </a:lnTo>
                <a:lnTo>
                  <a:pt x="21738" y="124047"/>
                </a:lnTo>
                <a:lnTo>
                  <a:pt x="21522" y="122488"/>
                </a:lnTo>
                <a:lnTo>
                  <a:pt x="21318" y="120915"/>
                </a:lnTo>
                <a:lnTo>
                  <a:pt x="21126" y="119328"/>
                </a:lnTo>
                <a:lnTo>
                  <a:pt x="20945" y="117727"/>
                </a:lnTo>
                <a:lnTo>
                  <a:pt x="20776" y="116113"/>
                </a:lnTo>
                <a:lnTo>
                  <a:pt x="20619" y="114484"/>
                </a:lnTo>
                <a:lnTo>
                  <a:pt x="20473" y="112843"/>
                </a:lnTo>
                <a:lnTo>
                  <a:pt x="20339" y="111187"/>
                </a:lnTo>
                <a:lnTo>
                  <a:pt x="20216" y="109517"/>
                </a:lnTo>
                <a:lnTo>
                  <a:pt x="20106" y="107834"/>
                </a:lnTo>
                <a:lnTo>
                  <a:pt x="20007" y="106137"/>
                </a:lnTo>
                <a:lnTo>
                  <a:pt x="19919" y="104426"/>
                </a:lnTo>
                <a:lnTo>
                  <a:pt x="19843" y="102701"/>
                </a:lnTo>
                <a:lnTo>
                  <a:pt x="19779" y="100963"/>
                </a:lnTo>
                <a:lnTo>
                  <a:pt x="19727" y="99211"/>
                </a:lnTo>
                <a:lnTo>
                  <a:pt x="19686" y="97445"/>
                </a:lnTo>
                <a:lnTo>
                  <a:pt x="19657" y="95665"/>
                </a:lnTo>
                <a:lnTo>
                  <a:pt x="19639" y="93872"/>
                </a:lnTo>
                <a:lnTo>
                  <a:pt x="19634" y="92064"/>
                </a:lnTo>
                <a:lnTo>
                  <a:pt x="19641" y="90397"/>
                </a:lnTo>
                <a:lnTo>
                  <a:pt x="19661" y="88736"/>
                </a:lnTo>
                <a:lnTo>
                  <a:pt x="19696" y="87080"/>
                </a:lnTo>
                <a:lnTo>
                  <a:pt x="19744" y="85429"/>
                </a:lnTo>
                <a:lnTo>
                  <a:pt x="19806" y="83785"/>
                </a:lnTo>
                <a:lnTo>
                  <a:pt x="19882" y="82146"/>
                </a:lnTo>
                <a:lnTo>
                  <a:pt x="19971" y="80513"/>
                </a:lnTo>
                <a:lnTo>
                  <a:pt x="20074" y="78885"/>
                </a:lnTo>
                <a:lnTo>
                  <a:pt x="20192" y="77263"/>
                </a:lnTo>
                <a:lnTo>
                  <a:pt x="20322" y="75647"/>
                </a:lnTo>
                <a:lnTo>
                  <a:pt x="20467" y="74036"/>
                </a:lnTo>
                <a:lnTo>
                  <a:pt x="20625" y="72431"/>
                </a:lnTo>
                <a:lnTo>
                  <a:pt x="20798" y="70831"/>
                </a:lnTo>
                <a:lnTo>
                  <a:pt x="20984" y="69238"/>
                </a:lnTo>
                <a:lnTo>
                  <a:pt x="21183" y="67650"/>
                </a:lnTo>
                <a:lnTo>
                  <a:pt x="21397" y="66067"/>
                </a:lnTo>
                <a:lnTo>
                  <a:pt x="21624" y="64490"/>
                </a:lnTo>
                <a:lnTo>
                  <a:pt x="21865" y="62919"/>
                </a:lnTo>
                <a:lnTo>
                  <a:pt x="22120" y="61354"/>
                </a:lnTo>
                <a:lnTo>
                  <a:pt x="22389" y="59794"/>
                </a:lnTo>
                <a:lnTo>
                  <a:pt x="22671" y="58240"/>
                </a:lnTo>
                <a:lnTo>
                  <a:pt x="22967" y="56691"/>
                </a:lnTo>
                <a:lnTo>
                  <a:pt x="23277" y="55148"/>
                </a:lnTo>
                <a:lnTo>
                  <a:pt x="23601" y="53611"/>
                </a:lnTo>
                <a:lnTo>
                  <a:pt x="23939" y="52088"/>
                </a:lnTo>
                <a:lnTo>
                  <a:pt x="24291" y="50587"/>
                </a:lnTo>
                <a:lnTo>
                  <a:pt x="24656" y="49108"/>
                </a:lnTo>
                <a:lnTo>
                  <a:pt x="25037" y="47651"/>
                </a:lnTo>
                <a:lnTo>
                  <a:pt x="25431" y="46217"/>
                </a:lnTo>
                <a:lnTo>
                  <a:pt x="25839" y="44805"/>
                </a:lnTo>
                <a:lnTo>
                  <a:pt x="26262" y="43415"/>
                </a:lnTo>
                <a:lnTo>
                  <a:pt x="26698" y="42048"/>
                </a:lnTo>
                <a:lnTo>
                  <a:pt x="27149" y="40703"/>
                </a:lnTo>
                <a:lnTo>
                  <a:pt x="27614" y="39380"/>
                </a:lnTo>
                <a:lnTo>
                  <a:pt x="28093" y="38079"/>
                </a:lnTo>
                <a:lnTo>
                  <a:pt x="28586" y="36800"/>
                </a:lnTo>
                <a:lnTo>
                  <a:pt x="29093" y="35544"/>
                </a:lnTo>
                <a:lnTo>
                  <a:pt x="29614" y="34310"/>
                </a:lnTo>
                <a:lnTo>
                  <a:pt x="30150" y="33098"/>
                </a:lnTo>
                <a:lnTo>
                  <a:pt x="30699" y="31909"/>
                </a:lnTo>
                <a:lnTo>
                  <a:pt x="31263" y="30742"/>
                </a:lnTo>
                <a:lnTo>
                  <a:pt x="31841" y="29597"/>
                </a:lnTo>
                <a:lnTo>
                  <a:pt x="32433" y="28474"/>
                </a:lnTo>
                <a:lnTo>
                  <a:pt x="33039" y="27373"/>
                </a:lnTo>
                <a:lnTo>
                  <a:pt x="33659" y="26295"/>
                </a:lnTo>
                <a:lnTo>
                  <a:pt x="34294" y="25239"/>
                </a:lnTo>
                <a:lnTo>
                  <a:pt x="34942" y="24206"/>
                </a:lnTo>
                <a:lnTo>
                  <a:pt x="35605" y="23194"/>
                </a:lnTo>
                <a:lnTo>
                  <a:pt x="36283" y="22203"/>
                </a:lnTo>
                <a:lnTo>
                  <a:pt x="36976" y="21229"/>
                </a:lnTo>
                <a:lnTo>
                  <a:pt x="37684" y="20273"/>
                </a:lnTo>
                <a:lnTo>
                  <a:pt x="38408" y="19334"/>
                </a:lnTo>
                <a:lnTo>
                  <a:pt x="39148" y="18413"/>
                </a:lnTo>
                <a:lnTo>
                  <a:pt x="39903" y="17510"/>
                </a:lnTo>
                <a:lnTo>
                  <a:pt x="40674" y="16625"/>
                </a:lnTo>
                <a:lnTo>
                  <a:pt x="41460" y="15757"/>
                </a:lnTo>
                <a:lnTo>
                  <a:pt x="42262" y="14906"/>
                </a:lnTo>
                <a:lnTo>
                  <a:pt x="43079" y="14074"/>
                </a:lnTo>
                <a:lnTo>
                  <a:pt x="43912" y="13259"/>
                </a:lnTo>
                <a:lnTo>
                  <a:pt x="44761" y="12462"/>
                </a:lnTo>
                <a:lnTo>
                  <a:pt x="45625" y="11682"/>
                </a:lnTo>
                <a:lnTo>
                  <a:pt x="46504" y="10920"/>
                </a:lnTo>
                <a:lnTo>
                  <a:pt x="47399" y="10176"/>
                </a:lnTo>
                <a:lnTo>
                  <a:pt x="48310" y="9449"/>
                </a:lnTo>
                <a:lnTo>
                  <a:pt x="49236" y="8741"/>
                </a:lnTo>
                <a:lnTo>
                  <a:pt x="50178" y="8049"/>
                </a:lnTo>
                <a:lnTo>
                  <a:pt x="51135" y="7376"/>
                </a:lnTo>
                <a:lnTo>
                  <a:pt x="52108" y="6720"/>
                </a:lnTo>
                <a:lnTo>
                  <a:pt x="53096" y="6081"/>
                </a:lnTo>
                <a:lnTo>
                  <a:pt x="54100" y="5461"/>
                </a:lnTo>
                <a:lnTo>
                  <a:pt x="55119" y="4858"/>
                </a:lnTo>
                <a:lnTo>
                  <a:pt x="56154" y="4273"/>
                </a:lnTo>
                <a:lnTo>
                  <a:pt x="56154" y="0"/>
                </a:lnTo>
                <a:lnTo>
                  <a:pt x="54085" y="958"/>
                </a:lnTo>
                <a:lnTo>
                  <a:pt x="52049" y="1968"/>
                </a:lnTo>
                <a:lnTo>
                  <a:pt x="50046" y="3029"/>
                </a:lnTo>
                <a:lnTo>
                  <a:pt x="48075" y="4141"/>
                </a:lnTo>
                <a:lnTo>
                  <a:pt x="46138" y="5305"/>
                </a:lnTo>
                <a:lnTo>
                  <a:pt x="44233" y="6520"/>
                </a:lnTo>
                <a:lnTo>
                  <a:pt x="42361" y="7787"/>
                </a:lnTo>
                <a:lnTo>
                  <a:pt x="40522" y="9105"/>
                </a:lnTo>
                <a:lnTo>
                  <a:pt x="38716" y="10474"/>
                </a:lnTo>
                <a:lnTo>
                  <a:pt x="36942" y="11895"/>
                </a:lnTo>
                <a:lnTo>
                  <a:pt x="35202" y="13367"/>
                </a:lnTo>
                <a:lnTo>
                  <a:pt x="33494" y="14891"/>
                </a:lnTo>
                <a:lnTo>
                  <a:pt x="31819" y="16465"/>
                </a:lnTo>
                <a:lnTo>
                  <a:pt x="30177" y="18092"/>
                </a:lnTo>
                <a:lnTo>
                  <a:pt x="28568" y="19770"/>
                </a:lnTo>
                <a:lnTo>
                  <a:pt x="26992" y="21499"/>
                </a:lnTo>
                <a:lnTo>
                  <a:pt x="25449" y="23279"/>
                </a:lnTo>
                <a:lnTo>
                  <a:pt x="23938" y="25111"/>
                </a:lnTo>
                <a:lnTo>
                  <a:pt x="22460" y="26994"/>
                </a:lnTo>
                <a:lnTo>
                  <a:pt x="21015" y="28929"/>
                </a:lnTo>
                <a:lnTo>
                  <a:pt x="19603" y="30915"/>
                </a:lnTo>
                <a:lnTo>
                  <a:pt x="18224" y="32953"/>
                </a:lnTo>
                <a:lnTo>
                  <a:pt x="16878" y="35042"/>
                </a:lnTo>
                <a:lnTo>
                  <a:pt x="15564" y="37182"/>
                </a:lnTo>
                <a:lnTo>
                  <a:pt x="14294" y="39357"/>
                </a:lnTo>
                <a:lnTo>
                  <a:pt x="13078" y="41552"/>
                </a:lnTo>
                <a:lnTo>
                  <a:pt x="11917" y="43766"/>
                </a:lnTo>
                <a:lnTo>
                  <a:pt x="10809" y="46000"/>
                </a:lnTo>
                <a:lnTo>
                  <a:pt x="9755" y="48252"/>
                </a:lnTo>
                <a:lnTo>
                  <a:pt x="8755" y="50524"/>
                </a:lnTo>
                <a:lnTo>
                  <a:pt x="7809" y="52815"/>
                </a:lnTo>
                <a:lnTo>
                  <a:pt x="6918" y="55126"/>
                </a:lnTo>
                <a:lnTo>
                  <a:pt x="6080" y="57455"/>
                </a:lnTo>
                <a:lnTo>
                  <a:pt x="5296" y="59804"/>
                </a:lnTo>
                <a:lnTo>
                  <a:pt x="4567" y="62172"/>
                </a:lnTo>
                <a:lnTo>
                  <a:pt x="3891" y="64560"/>
                </a:lnTo>
                <a:lnTo>
                  <a:pt x="3270" y="66966"/>
                </a:lnTo>
                <a:lnTo>
                  <a:pt x="2702" y="69392"/>
                </a:lnTo>
                <a:lnTo>
                  <a:pt x="2189" y="71837"/>
                </a:lnTo>
                <a:lnTo>
                  <a:pt x="1729" y="74301"/>
                </a:lnTo>
                <a:lnTo>
                  <a:pt x="1324" y="76785"/>
                </a:lnTo>
                <a:lnTo>
                  <a:pt x="973" y="79288"/>
                </a:lnTo>
                <a:lnTo>
                  <a:pt x="676" y="81810"/>
                </a:lnTo>
                <a:lnTo>
                  <a:pt x="432" y="84351"/>
                </a:lnTo>
                <a:lnTo>
                  <a:pt x="243" y="86912"/>
                </a:lnTo>
                <a:lnTo>
                  <a:pt x="108" y="89492"/>
                </a:lnTo>
                <a:lnTo>
                  <a:pt x="27" y="92091"/>
                </a:lnTo>
                <a:lnTo>
                  <a:pt x="0" y="94709"/>
                </a:lnTo>
                <a:lnTo>
                  <a:pt x="14" y="96504"/>
                </a:lnTo>
                <a:lnTo>
                  <a:pt x="55" y="98293"/>
                </a:lnTo>
                <a:lnTo>
                  <a:pt x="124" y="100077"/>
                </a:lnTo>
                <a:lnTo>
                  <a:pt x="220" y="101856"/>
                </a:lnTo>
                <a:lnTo>
                  <a:pt x="344" y="103629"/>
                </a:lnTo>
                <a:lnTo>
                  <a:pt x="496" y="105397"/>
                </a:lnTo>
                <a:lnTo>
                  <a:pt x="675" y="107160"/>
                </a:lnTo>
                <a:lnTo>
                  <a:pt x="882" y="108917"/>
                </a:lnTo>
                <a:lnTo>
                  <a:pt x="1116" y="110670"/>
                </a:lnTo>
                <a:lnTo>
                  <a:pt x="1378" y="112417"/>
                </a:lnTo>
                <a:lnTo>
                  <a:pt x="1667" y="114158"/>
                </a:lnTo>
                <a:lnTo>
                  <a:pt x="1984" y="115894"/>
                </a:lnTo>
                <a:lnTo>
                  <a:pt x="2328" y="117625"/>
                </a:lnTo>
                <a:lnTo>
                  <a:pt x="2700" y="119351"/>
                </a:lnTo>
                <a:lnTo>
                  <a:pt x="3100" y="121071"/>
                </a:lnTo>
                <a:lnTo>
                  <a:pt x="3527" y="122787"/>
                </a:lnTo>
                <a:lnTo>
                  <a:pt x="3981" y="124496"/>
                </a:lnTo>
                <a:lnTo>
                  <a:pt x="4463" y="126201"/>
                </a:lnTo>
                <a:lnTo>
                  <a:pt x="4973" y="127900"/>
                </a:lnTo>
                <a:lnTo>
                  <a:pt x="5510" y="129594"/>
                </a:lnTo>
                <a:lnTo>
                  <a:pt x="6075" y="131282"/>
                </a:lnTo>
                <a:lnTo>
                  <a:pt x="6667" y="132966"/>
                </a:lnTo>
                <a:lnTo>
                  <a:pt x="7287" y="134644"/>
                </a:lnTo>
                <a:lnTo>
                  <a:pt x="7935" y="136316"/>
                </a:lnTo>
                <a:lnTo>
                  <a:pt x="8608" y="137977"/>
                </a:lnTo>
                <a:lnTo>
                  <a:pt x="9304" y="139620"/>
                </a:lnTo>
                <a:lnTo>
                  <a:pt x="10023" y="141244"/>
                </a:lnTo>
                <a:lnTo>
                  <a:pt x="10766" y="142850"/>
                </a:lnTo>
                <a:lnTo>
                  <a:pt x="11532" y="144437"/>
                </a:lnTo>
                <a:lnTo>
                  <a:pt x="12322" y="146006"/>
                </a:lnTo>
                <a:lnTo>
                  <a:pt x="13135" y="147557"/>
                </a:lnTo>
                <a:lnTo>
                  <a:pt x="13971" y="149089"/>
                </a:lnTo>
                <a:lnTo>
                  <a:pt x="14830" y="150603"/>
                </a:lnTo>
                <a:lnTo>
                  <a:pt x="15713" y="152098"/>
                </a:lnTo>
                <a:lnTo>
                  <a:pt x="16619" y="153576"/>
                </a:lnTo>
                <a:lnTo>
                  <a:pt x="17548" y="155034"/>
                </a:lnTo>
                <a:lnTo>
                  <a:pt x="18501" y="156475"/>
                </a:lnTo>
                <a:lnTo>
                  <a:pt x="19477" y="157897"/>
                </a:lnTo>
                <a:lnTo>
                  <a:pt x="20476" y="159301"/>
                </a:lnTo>
                <a:lnTo>
                  <a:pt x="21499" y="160686"/>
                </a:lnTo>
                <a:lnTo>
                  <a:pt x="22545" y="162053"/>
                </a:lnTo>
                <a:lnTo>
                  <a:pt x="23614" y="163402"/>
                </a:lnTo>
                <a:lnTo>
                  <a:pt x="24706" y="164732"/>
                </a:lnTo>
                <a:lnTo>
                  <a:pt x="25822" y="166044"/>
                </a:lnTo>
                <a:lnTo>
                  <a:pt x="26961" y="167337"/>
                </a:lnTo>
                <a:lnTo>
                  <a:pt x="28124" y="168612"/>
                </a:lnTo>
                <a:lnTo>
                  <a:pt x="29310" y="169869"/>
                </a:lnTo>
                <a:lnTo>
                  <a:pt x="30519" y="171108"/>
                </a:lnTo>
                <a:lnTo>
                  <a:pt x="31384" y="171968"/>
                </a:lnTo>
                <a:lnTo>
                  <a:pt x="32266" y="172819"/>
                </a:lnTo>
                <a:lnTo>
                  <a:pt x="33167" y="173660"/>
                </a:lnTo>
                <a:lnTo>
                  <a:pt x="34085" y="174493"/>
                </a:lnTo>
                <a:lnTo>
                  <a:pt x="35020" y="175316"/>
                </a:lnTo>
                <a:lnTo>
                  <a:pt x="35166" y="175441"/>
                </a:lnTo>
                <a:lnTo>
                  <a:pt x="43997" y="175441"/>
                </a:lnTo>
                <a:lnTo>
                  <a:pt x="43564" y="175006"/>
                </a:lnTo>
                <a:close/>
                <a:moveTo>
                  <a:pt x="118473" y="131230"/>
                </a:moveTo>
                <a:cubicBezTo>
                  <a:pt x="108911" y="138622"/>
                  <a:pt x="102909" y="142895"/>
                  <a:pt x="100467" y="144048"/>
                </a:cubicBezTo>
                <a:cubicBezTo>
                  <a:pt x="96805" y="145811"/>
                  <a:pt x="92905" y="146693"/>
                  <a:pt x="88768" y="146693"/>
                </a:cubicBezTo>
                <a:cubicBezTo>
                  <a:pt x="82326" y="146693"/>
                  <a:pt x="77019" y="144489"/>
                  <a:pt x="72848" y="140080"/>
                </a:cubicBezTo>
                <a:cubicBezTo>
                  <a:pt x="68677" y="135672"/>
                  <a:pt x="66592" y="129874"/>
                  <a:pt x="66592" y="122685"/>
                </a:cubicBezTo>
                <a:cubicBezTo>
                  <a:pt x="66592" y="118141"/>
                  <a:pt x="67609" y="114207"/>
                  <a:pt x="69643" y="110884"/>
                </a:cubicBezTo>
                <a:cubicBezTo>
                  <a:pt x="72424" y="106273"/>
                  <a:pt x="77256" y="101932"/>
                  <a:pt x="84140" y="97863"/>
                </a:cubicBezTo>
                <a:cubicBezTo>
                  <a:pt x="91023" y="93794"/>
                  <a:pt x="102468" y="88843"/>
                  <a:pt x="118473" y="83011"/>
                </a:cubicBezTo>
                <a:lnTo>
                  <a:pt x="118473" y="79348"/>
                </a:lnTo>
                <a:cubicBezTo>
                  <a:pt x="118473" y="70057"/>
                  <a:pt x="116998" y="63682"/>
                  <a:pt x="114048" y="60223"/>
                </a:cubicBezTo>
                <a:cubicBezTo>
                  <a:pt x="111098" y="56765"/>
                  <a:pt x="106808" y="55035"/>
                  <a:pt x="101179" y="55035"/>
                </a:cubicBezTo>
                <a:cubicBezTo>
                  <a:pt x="96907" y="55035"/>
                  <a:pt x="93516" y="56184"/>
                  <a:pt x="91006" y="58481"/>
                </a:cubicBezTo>
                <a:cubicBezTo>
                  <a:pt x="88429" y="60779"/>
                  <a:pt x="87141" y="63414"/>
                  <a:pt x="87141" y="66387"/>
                </a:cubicBezTo>
                <a:lnTo>
                  <a:pt x="87344" y="72266"/>
                </a:lnTo>
                <a:cubicBezTo>
                  <a:pt x="87344" y="75372"/>
                  <a:pt x="86547" y="77771"/>
                  <a:pt x="84954" y="79460"/>
                </a:cubicBezTo>
                <a:cubicBezTo>
                  <a:pt x="83360" y="81149"/>
                  <a:pt x="81274" y="81993"/>
                  <a:pt x="78697" y="81993"/>
                </a:cubicBezTo>
                <a:cubicBezTo>
                  <a:pt x="76188" y="81993"/>
                  <a:pt x="74136" y="81115"/>
                  <a:pt x="72543" y="79358"/>
                </a:cubicBezTo>
                <a:cubicBezTo>
                  <a:pt x="70949" y="77599"/>
                  <a:pt x="70152" y="75198"/>
                  <a:pt x="70152" y="72154"/>
                </a:cubicBezTo>
                <a:cubicBezTo>
                  <a:pt x="70152" y="66341"/>
                  <a:pt x="73136" y="61000"/>
                  <a:pt x="79104" y="56132"/>
                </a:cubicBezTo>
                <a:cubicBezTo>
                  <a:pt x="85072" y="51264"/>
                  <a:pt x="93448" y="48830"/>
                  <a:pt x="104231" y="48830"/>
                </a:cubicBezTo>
                <a:cubicBezTo>
                  <a:pt x="112505" y="48830"/>
                  <a:pt x="119287" y="50218"/>
                  <a:pt x="124577" y="52994"/>
                </a:cubicBezTo>
                <a:cubicBezTo>
                  <a:pt x="128578" y="55095"/>
                  <a:pt x="131528" y="58381"/>
                  <a:pt x="133427" y="62852"/>
                </a:cubicBezTo>
                <a:cubicBezTo>
                  <a:pt x="134648" y="65764"/>
                  <a:pt x="135258" y="71725"/>
                  <a:pt x="135258" y="80734"/>
                </a:cubicBezTo>
                <a:lnTo>
                  <a:pt x="135258" y="112334"/>
                </a:lnTo>
                <a:cubicBezTo>
                  <a:pt x="135258" y="121208"/>
                  <a:pt x="135428" y="126644"/>
                  <a:pt x="135767" y="128642"/>
                </a:cubicBezTo>
                <a:cubicBezTo>
                  <a:pt x="136106" y="130641"/>
                  <a:pt x="136666" y="131979"/>
                  <a:pt x="137446" y="132657"/>
                </a:cubicBezTo>
                <a:cubicBezTo>
                  <a:pt x="138226" y="133333"/>
                  <a:pt x="139124" y="133671"/>
                  <a:pt x="140141" y="133671"/>
                </a:cubicBezTo>
                <a:cubicBezTo>
                  <a:pt x="141227" y="133671"/>
                  <a:pt x="142176" y="133434"/>
                  <a:pt x="142990" y="132959"/>
                </a:cubicBezTo>
                <a:cubicBezTo>
                  <a:pt x="144414" y="132078"/>
                  <a:pt x="147161" y="129602"/>
                  <a:pt x="151230" y="125533"/>
                </a:cubicBezTo>
                <a:lnTo>
                  <a:pt x="151230" y="131230"/>
                </a:lnTo>
                <a:cubicBezTo>
                  <a:pt x="143634" y="141403"/>
                  <a:pt x="136377" y="146489"/>
                  <a:pt x="129460" y="146489"/>
                </a:cubicBezTo>
                <a:cubicBezTo>
                  <a:pt x="126137" y="146489"/>
                  <a:pt x="123492" y="145336"/>
                  <a:pt x="121525" y="143031"/>
                </a:cubicBezTo>
                <a:cubicBezTo>
                  <a:pt x="119558" y="140725"/>
                  <a:pt x="118541" y="136791"/>
                  <a:pt x="118473" y="131230"/>
                </a:cubicBezTo>
                <a:moveTo>
                  <a:pt x="118473" y="124560"/>
                </a:moveTo>
                <a:lnTo>
                  <a:pt x="118473" y="89216"/>
                </a:lnTo>
                <a:cubicBezTo>
                  <a:pt x="108233" y="93266"/>
                  <a:pt x="101620" y="96136"/>
                  <a:pt x="98636" y="97825"/>
                </a:cubicBezTo>
                <a:cubicBezTo>
                  <a:pt x="93278" y="100796"/>
                  <a:pt x="89447" y="103902"/>
                  <a:pt x="87141" y="107143"/>
                </a:cubicBezTo>
                <a:cubicBezTo>
                  <a:pt x="84835" y="110383"/>
                  <a:pt x="83682" y="113928"/>
                  <a:pt x="83682" y="117776"/>
                </a:cubicBezTo>
                <a:cubicBezTo>
                  <a:pt x="83682" y="122638"/>
                  <a:pt x="85140" y="126672"/>
                  <a:pt x="88056" y="129879"/>
                </a:cubicBezTo>
                <a:cubicBezTo>
                  <a:pt x="90973" y="133085"/>
                  <a:pt x="94330" y="134689"/>
                  <a:pt x="98128" y="134689"/>
                </a:cubicBezTo>
                <a:cubicBezTo>
                  <a:pt x="103282" y="134689"/>
                  <a:pt x="110064" y="131313"/>
                  <a:pt x="118473" y="124560"/>
                </a:cubicBezTo>
                <a:close/>
                <a:moveTo>
                  <a:pt x="156799" y="5464"/>
                </a:moveTo>
                <a:lnTo>
                  <a:pt x="157629" y="6064"/>
                </a:lnTo>
                <a:lnTo>
                  <a:pt x="158444" y="6666"/>
                </a:lnTo>
                <a:lnTo>
                  <a:pt x="159245" y="7271"/>
                </a:lnTo>
                <a:lnTo>
                  <a:pt x="160032" y="7878"/>
                </a:lnTo>
                <a:lnTo>
                  <a:pt x="160805" y="8487"/>
                </a:lnTo>
                <a:lnTo>
                  <a:pt x="161563" y="9099"/>
                </a:lnTo>
                <a:lnTo>
                  <a:pt x="162308" y="9714"/>
                </a:lnTo>
                <a:lnTo>
                  <a:pt x="163039" y="10330"/>
                </a:lnTo>
                <a:lnTo>
                  <a:pt x="163755" y="10950"/>
                </a:lnTo>
                <a:lnTo>
                  <a:pt x="164457" y="11572"/>
                </a:lnTo>
                <a:lnTo>
                  <a:pt x="165145" y="12196"/>
                </a:lnTo>
                <a:lnTo>
                  <a:pt x="165819" y="12823"/>
                </a:lnTo>
                <a:lnTo>
                  <a:pt x="166479" y="13452"/>
                </a:lnTo>
                <a:lnTo>
                  <a:pt x="167125" y="14084"/>
                </a:lnTo>
                <a:lnTo>
                  <a:pt x="167756" y="14718"/>
                </a:lnTo>
                <a:lnTo>
                  <a:pt x="168374" y="15355"/>
                </a:lnTo>
                <a:lnTo>
                  <a:pt x="168977" y="15994"/>
                </a:lnTo>
                <a:lnTo>
                  <a:pt x="169566" y="16635"/>
                </a:lnTo>
                <a:lnTo>
                  <a:pt x="170141" y="17280"/>
                </a:lnTo>
                <a:lnTo>
                  <a:pt x="170702" y="17926"/>
                </a:lnTo>
                <a:lnTo>
                  <a:pt x="171249" y="18575"/>
                </a:lnTo>
                <a:lnTo>
                  <a:pt x="171782" y="19227"/>
                </a:lnTo>
                <a:lnTo>
                  <a:pt x="172303" y="19881"/>
                </a:lnTo>
                <a:lnTo>
                  <a:pt x="172815" y="20536"/>
                </a:lnTo>
                <a:lnTo>
                  <a:pt x="173319" y="21195"/>
                </a:lnTo>
                <a:lnTo>
                  <a:pt x="173815" y="21855"/>
                </a:lnTo>
                <a:lnTo>
                  <a:pt x="174301" y="22517"/>
                </a:lnTo>
                <a:lnTo>
                  <a:pt x="174779" y="23181"/>
                </a:lnTo>
                <a:lnTo>
                  <a:pt x="175249" y="23848"/>
                </a:lnTo>
                <a:lnTo>
                  <a:pt x="175709" y="24517"/>
                </a:lnTo>
                <a:lnTo>
                  <a:pt x="176161" y="25187"/>
                </a:lnTo>
                <a:lnTo>
                  <a:pt x="176605" y="25860"/>
                </a:lnTo>
                <a:lnTo>
                  <a:pt x="177040" y="26535"/>
                </a:lnTo>
                <a:lnTo>
                  <a:pt x="177466" y="27212"/>
                </a:lnTo>
                <a:lnTo>
                  <a:pt x="177883" y="27892"/>
                </a:lnTo>
                <a:lnTo>
                  <a:pt x="178292" y="28573"/>
                </a:lnTo>
                <a:lnTo>
                  <a:pt x="178692" y="29257"/>
                </a:lnTo>
                <a:lnTo>
                  <a:pt x="179083" y="29942"/>
                </a:lnTo>
                <a:lnTo>
                  <a:pt x="179466" y="30630"/>
                </a:lnTo>
                <a:lnTo>
                  <a:pt x="179840" y="31320"/>
                </a:lnTo>
                <a:lnTo>
                  <a:pt x="180206" y="32012"/>
                </a:lnTo>
                <a:lnTo>
                  <a:pt x="180563" y="32706"/>
                </a:lnTo>
                <a:lnTo>
                  <a:pt x="180911" y="33402"/>
                </a:lnTo>
                <a:lnTo>
                  <a:pt x="181250" y="34100"/>
                </a:lnTo>
                <a:lnTo>
                  <a:pt x="181581" y="34801"/>
                </a:lnTo>
                <a:lnTo>
                  <a:pt x="181904" y="35503"/>
                </a:lnTo>
                <a:lnTo>
                  <a:pt x="182219" y="36217"/>
                </a:lnTo>
                <a:lnTo>
                  <a:pt x="182531" y="36949"/>
                </a:lnTo>
                <a:lnTo>
                  <a:pt x="182837" y="37702"/>
                </a:lnTo>
                <a:lnTo>
                  <a:pt x="183140" y="38473"/>
                </a:lnTo>
                <a:lnTo>
                  <a:pt x="183438" y="39264"/>
                </a:lnTo>
                <a:lnTo>
                  <a:pt x="183731" y="40075"/>
                </a:lnTo>
                <a:lnTo>
                  <a:pt x="184021" y="40905"/>
                </a:lnTo>
                <a:lnTo>
                  <a:pt x="184305" y="41754"/>
                </a:lnTo>
                <a:lnTo>
                  <a:pt x="184586" y="42623"/>
                </a:lnTo>
                <a:lnTo>
                  <a:pt x="184862" y="43511"/>
                </a:lnTo>
                <a:lnTo>
                  <a:pt x="185133" y="44419"/>
                </a:lnTo>
                <a:lnTo>
                  <a:pt x="185400" y="45346"/>
                </a:lnTo>
                <a:lnTo>
                  <a:pt x="185663" y="46292"/>
                </a:lnTo>
                <a:lnTo>
                  <a:pt x="185921" y="47258"/>
                </a:lnTo>
                <a:lnTo>
                  <a:pt x="186175" y="48243"/>
                </a:lnTo>
                <a:lnTo>
                  <a:pt x="186425" y="49248"/>
                </a:lnTo>
                <a:lnTo>
                  <a:pt x="186670" y="50272"/>
                </a:lnTo>
                <a:lnTo>
                  <a:pt x="186910" y="51316"/>
                </a:lnTo>
                <a:lnTo>
                  <a:pt x="187147" y="52379"/>
                </a:lnTo>
                <a:lnTo>
                  <a:pt x="187379" y="53461"/>
                </a:lnTo>
                <a:lnTo>
                  <a:pt x="187606" y="54563"/>
                </a:lnTo>
                <a:lnTo>
                  <a:pt x="187829" y="55684"/>
                </a:lnTo>
                <a:lnTo>
                  <a:pt x="188047" y="56825"/>
                </a:lnTo>
                <a:lnTo>
                  <a:pt x="188262" y="57985"/>
                </a:lnTo>
                <a:lnTo>
                  <a:pt x="188536" y="59484"/>
                </a:lnTo>
                <a:lnTo>
                  <a:pt x="188798" y="60996"/>
                </a:lnTo>
                <a:lnTo>
                  <a:pt x="189048" y="62520"/>
                </a:lnTo>
                <a:lnTo>
                  <a:pt x="189287" y="64058"/>
                </a:lnTo>
                <a:lnTo>
                  <a:pt x="189515" y="65609"/>
                </a:lnTo>
                <a:lnTo>
                  <a:pt x="189730" y="67173"/>
                </a:lnTo>
                <a:lnTo>
                  <a:pt x="189934" y="68750"/>
                </a:lnTo>
                <a:lnTo>
                  <a:pt x="190127" y="70340"/>
                </a:lnTo>
                <a:lnTo>
                  <a:pt x="190307" y="71943"/>
                </a:lnTo>
                <a:lnTo>
                  <a:pt x="190476" y="73559"/>
                </a:lnTo>
                <a:lnTo>
                  <a:pt x="190634" y="75188"/>
                </a:lnTo>
                <a:lnTo>
                  <a:pt x="190779" y="76831"/>
                </a:lnTo>
                <a:lnTo>
                  <a:pt x="190913" y="78486"/>
                </a:lnTo>
                <a:lnTo>
                  <a:pt x="191036" y="80154"/>
                </a:lnTo>
                <a:lnTo>
                  <a:pt x="191147" y="81836"/>
                </a:lnTo>
                <a:lnTo>
                  <a:pt x="191246" y="83531"/>
                </a:lnTo>
                <a:lnTo>
                  <a:pt x="191333" y="85238"/>
                </a:lnTo>
                <a:lnTo>
                  <a:pt x="191409" y="86959"/>
                </a:lnTo>
                <a:lnTo>
                  <a:pt x="191473" y="88693"/>
                </a:lnTo>
                <a:lnTo>
                  <a:pt x="191525" y="90440"/>
                </a:lnTo>
                <a:lnTo>
                  <a:pt x="191566" y="92200"/>
                </a:lnTo>
                <a:lnTo>
                  <a:pt x="191595" y="93973"/>
                </a:lnTo>
                <a:lnTo>
                  <a:pt x="191613" y="95759"/>
                </a:lnTo>
                <a:lnTo>
                  <a:pt x="191619" y="97558"/>
                </a:lnTo>
                <a:lnTo>
                  <a:pt x="191612" y="99225"/>
                </a:lnTo>
                <a:lnTo>
                  <a:pt x="191591" y="100887"/>
                </a:lnTo>
                <a:lnTo>
                  <a:pt x="191557" y="102543"/>
                </a:lnTo>
                <a:lnTo>
                  <a:pt x="191510" y="104194"/>
                </a:lnTo>
                <a:lnTo>
                  <a:pt x="191449" y="105840"/>
                </a:lnTo>
                <a:lnTo>
                  <a:pt x="191374" y="107480"/>
                </a:lnTo>
                <a:lnTo>
                  <a:pt x="191285" y="109114"/>
                </a:lnTo>
                <a:lnTo>
                  <a:pt x="191183" y="110743"/>
                </a:lnTo>
                <a:lnTo>
                  <a:pt x="191068" y="112366"/>
                </a:lnTo>
                <a:lnTo>
                  <a:pt x="190939" y="113985"/>
                </a:lnTo>
                <a:lnTo>
                  <a:pt x="190796" y="115597"/>
                </a:lnTo>
                <a:lnTo>
                  <a:pt x="190639" y="117204"/>
                </a:lnTo>
                <a:lnTo>
                  <a:pt x="190469" y="118806"/>
                </a:lnTo>
                <a:lnTo>
                  <a:pt x="190286" y="120402"/>
                </a:lnTo>
                <a:lnTo>
                  <a:pt x="190089" y="121993"/>
                </a:lnTo>
                <a:lnTo>
                  <a:pt x="189878" y="123578"/>
                </a:lnTo>
                <a:lnTo>
                  <a:pt x="189654" y="125157"/>
                </a:lnTo>
                <a:lnTo>
                  <a:pt x="189416" y="126732"/>
                </a:lnTo>
                <a:lnTo>
                  <a:pt x="189164" y="128300"/>
                </a:lnTo>
                <a:lnTo>
                  <a:pt x="188899" y="129864"/>
                </a:lnTo>
                <a:lnTo>
                  <a:pt x="188620" y="131422"/>
                </a:lnTo>
                <a:lnTo>
                  <a:pt x="188328" y="132974"/>
                </a:lnTo>
                <a:lnTo>
                  <a:pt x="188022" y="134521"/>
                </a:lnTo>
                <a:lnTo>
                  <a:pt x="187702" y="136062"/>
                </a:lnTo>
                <a:lnTo>
                  <a:pt x="187368" y="137589"/>
                </a:lnTo>
                <a:lnTo>
                  <a:pt x="187020" y="139094"/>
                </a:lnTo>
                <a:lnTo>
                  <a:pt x="186658" y="140576"/>
                </a:lnTo>
                <a:lnTo>
                  <a:pt x="186281" y="142036"/>
                </a:lnTo>
                <a:lnTo>
                  <a:pt x="185889" y="143473"/>
                </a:lnTo>
                <a:lnTo>
                  <a:pt x="185483" y="144887"/>
                </a:lnTo>
                <a:lnTo>
                  <a:pt x="185063" y="146279"/>
                </a:lnTo>
                <a:lnTo>
                  <a:pt x="184628" y="147648"/>
                </a:lnTo>
                <a:lnTo>
                  <a:pt x="184178" y="148994"/>
                </a:lnTo>
                <a:lnTo>
                  <a:pt x="183714" y="150318"/>
                </a:lnTo>
                <a:lnTo>
                  <a:pt x="183236" y="151620"/>
                </a:lnTo>
                <a:lnTo>
                  <a:pt x="182743" y="152898"/>
                </a:lnTo>
                <a:lnTo>
                  <a:pt x="182235" y="154154"/>
                </a:lnTo>
                <a:lnTo>
                  <a:pt x="181714" y="155388"/>
                </a:lnTo>
                <a:lnTo>
                  <a:pt x="181177" y="156599"/>
                </a:lnTo>
                <a:lnTo>
                  <a:pt x="180626" y="157787"/>
                </a:lnTo>
                <a:lnTo>
                  <a:pt x="180061" y="158952"/>
                </a:lnTo>
                <a:lnTo>
                  <a:pt x="179481" y="160095"/>
                </a:lnTo>
                <a:lnTo>
                  <a:pt x="178887" y="161216"/>
                </a:lnTo>
                <a:lnTo>
                  <a:pt x="178278" y="162314"/>
                </a:lnTo>
                <a:lnTo>
                  <a:pt x="177655" y="163389"/>
                </a:lnTo>
                <a:lnTo>
                  <a:pt x="177017" y="164442"/>
                </a:lnTo>
                <a:lnTo>
                  <a:pt x="176365" y="165472"/>
                </a:lnTo>
                <a:lnTo>
                  <a:pt x="175698" y="166479"/>
                </a:lnTo>
                <a:lnTo>
                  <a:pt x="175016" y="167466"/>
                </a:lnTo>
                <a:lnTo>
                  <a:pt x="174319" y="168437"/>
                </a:lnTo>
                <a:lnTo>
                  <a:pt x="173607" y="169390"/>
                </a:lnTo>
                <a:lnTo>
                  <a:pt x="172879" y="170326"/>
                </a:lnTo>
                <a:lnTo>
                  <a:pt x="172136" y="171245"/>
                </a:lnTo>
                <a:lnTo>
                  <a:pt x="171378" y="172147"/>
                </a:lnTo>
                <a:lnTo>
                  <a:pt x="170604" y="173032"/>
                </a:lnTo>
                <a:lnTo>
                  <a:pt x="169815" y="173900"/>
                </a:lnTo>
                <a:lnTo>
                  <a:pt x="169010" y="174750"/>
                </a:lnTo>
                <a:lnTo>
                  <a:pt x="168331" y="175441"/>
                </a:lnTo>
                <a:lnTo>
                  <a:pt x="176569" y="175441"/>
                </a:lnTo>
                <a:lnTo>
                  <a:pt x="177822" y="174325"/>
                </a:lnTo>
                <a:lnTo>
                  <a:pt x="179498" y="172750"/>
                </a:lnTo>
                <a:lnTo>
                  <a:pt x="181142" y="171124"/>
                </a:lnTo>
                <a:lnTo>
                  <a:pt x="182752" y="169446"/>
                </a:lnTo>
                <a:lnTo>
                  <a:pt x="184328" y="167717"/>
                </a:lnTo>
                <a:lnTo>
                  <a:pt x="185871" y="165936"/>
                </a:lnTo>
                <a:lnTo>
                  <a:pt x="187381" y="164104"/>
                </a:lnTo>
                <a:lnTo>
                  <a:pt x="188857" y="162221"/>
                </a:lnTo>
                <a:lnTo>
                  <a:pt x="190300" y="160286"/>
                </a:lnTo>
                <a:lnTo>
                  <a:pt x="191710" y="158300"/>
                </a:lnTo>
                <a:lnTo>
                  <a:pt x="193086" y="156263"/>
                </a:lnTo>
                <a:lnTo>
                  <a:pt x="194429" y="154174"/>
                </a:lnTo>
                <a:lnTo>
                  <a:pt x="195739" y="152033"/>
                </a:lnTo>
                <a:lnTo>
                  <a:pt x="197005" y="149858"/>
                </a:lnTo>
                <a:lnTo>
                  <a:pt x="198217" y="147663"/>
                </a:lnTo>
                <a:lnTo>
                  <a:pt x="199375" y="145449"/>
                </a:lnTo>
                <a:lnTo>
                  <a:pt x="200479" y="143216"/>
                </a:lnTo>
                <a:lnTo>
                  <a:pt x="201529" y="140963"/>
                </a:lnTo>
                <a:lnTo>
                  <a:pt x="202526" y="138691"/>
                </a:lnTo>
                <a:lnTo>
                  <a:pt x="203469" y="136400"/>
                </a:lnTo>
                <a:lnTo>
                  <a:pt x="204357" y="134090"/>
                </a:lnTo>
                <a:lnTo>
                  <a:pt x="205192" y="131760"/>
                </a:lnTo>
                <a:lnTo>
                  <a:pt x="205973" y="129411"/>
                </a:lnTo>
                <a:lnTo>
                  <a:pt x="206701" y="127043"/>
                </a:lnTo>
                <a:lnTo>
                  <a:pt x="207374" y="124656"/>
                </a:lnTo>
                <a:lnTo>
                  <a:pt x="207993" y="122249"/>
                </a:lnTo>
                <a:lnTo>
                  <a:pt x="208559" y="119823"/>
                </a:lnTo>
                <a:lnTo>
                  <a:pt x="209071" y="117378"/>
                </a:lnTo>
                <a:lnTo>
                  <a:pt x="209529" y="114914"/>
                </a:lnTo>
                <a:lnTo>
                  <a:pt x="209933" y="112430"/>
                </a:lnTo>
                <a:lnTo>
                  <a:pt x="210283" y="109927"/>
                </a:lnTo>
                <a:lnTo>
                  <a:pt x="210579" y="107405"/>
                </a:lnTo>
                <a:lnTo>
                  <a:pt x="210821" y="104864"/>
                </a:lnTo>
                <a:lnTo>
                  <a:pt x="211010" y="102303"/>
                </a:lnTo>
                <a:lnTo>
                  <a:pt x="211145" y="99723"/>
                </a:lnTo>
                <a:lnTo>
                  <a:pt x="211225" y="97124"/>
                </a:lnTo>
                <a:lnTo>
                  <a:pt x="211252" y="94506"/>
                </a:lnTo>
                <a:lnTo>
                  <a:pt x="211238" y="92703"/>
                </a:lnTo>
                <a:lnTo>
                  <a:pt x="211197" y="90906"/>
                </a:lnTo>
                <a:lnTo>
                  <a:pt x="211128" y="89115"/>
                </a:lnTo>
                <a:lnTo>
                  <a:pt x="211032" y="87330"/>
                </a:lnTo>
                <a:lnTo>
                  <a:pt x="210908" y="85550"/>
                </a:lnTo>
                <a:lnTo>
                  <a:pt x="210756" y="83777"/>
                </a:lnTo>
                <a:lnTo>
                  <a:pt x="210577" y="82009"/>
                </a:lnTo>
                <a:lnTo>
                  <a:pt x="210371" y="80247"/>
                </a:lnTo>
                <a:lnTo>
                  <a:pt x="210136" y="78491"/>
                </a:lnTo>
                <a:lnTo>
                  <a:pt x="209875" y="76741"/>
                </a:lnTo>
                <a:lnTo>
                  <a:pt x="209585" y="74996"/>
                </a:lnTo>
                <a:lnTo>
                  <a:pt x="209269" y="73257"/>
                </a:lnTo>
                <a:lnTo>
                  <a:pt x="208924" y="71525"/>
                </a:lnTo>
                <a:lnTo>
                  <a:pt x="208552" y="69798"/>
                </a:lnTo>
                <a:lnTo>
                  <a:pt x="208153" y="68076"/>
                </a:lnTo>
                <a:lnTo>
                  <a:pt x="207726" y="66361"/>
                </a:lnTo>
                <a:lnTo>
                  <a:pt x="207271" y="64651"/>
                </a:lnTo>
                <a:lnTo>
                  <a:pt x="206789" y="62948"/>
                </a:lnTo>
                <a:lnTo>
                  <a:pt x="206279" y="61250"/>
                </a:lnTo>
                <a:lnTo>
                  <a:pt x="205742" y="59558"/>
                </a:lnTo>
                <a:lnTo>
                  <a:pt x="205177" y="57872"/>
                </a:lnTo>
                <a:lnTo>
                  <a:pt x="204585" y="56191"/>
                </a:lnTo>
                <a:lnTo>
                  <a:pt x="203965" y="54517"/>
                </a:lnTo>
                <a:lnTo>
                  <a:pt x="203317" y="52848"/>
                </a:lnTo>
                <a:lnTo>
                  <a:pt x="202645" y="51191"/>
                </a:lnTo>
                <a:lnTo>
                  <a:pt x="201949" y="49552"/>
                </a:lnTo>
                <a:lnTo>
                  <a:pt x="201230" y="47931"/>
                </a:lnTo>
                <a:lnTo>
                  <a:pt x="200489" y="46328"/>
                </a:lnTo>
                <a:lnTo>
                  <a:pt x="199724" y="44742"/>
                </a:lnTo>
                <a:lnTo>
                  <a:pt x="198937" y="43174"/>
                </a:lnTo>
                <a:lnTo>
                  <a:pt x="198126" y="41624"/>
                </a:lnTo>
                <a:lnTo>
                  <a:pt x="197293" y="40092"/>
                </a:lnTo>
                <a:lnTo>
                  <a:pt x="196436" y="38578"/>
                </a:lnTo>
                <a:lnTo>
                  <a:pt x="195557" y="37082"/>
                </a:lnTo>
                <a:lnTo>
                  <a:pt x="194655" y="35603"/>
                </a:lnTo>
                <a:lnTo>
                  <a:pt x="193729" y="34143"/>
                </a:lnTo>
                <a:lnTo>
                  <a:pt x="192781" y="32700"/>
                </a:lnTo>
                <a:lnTo>
                  <a:pt x="191810" y="31275"/>
                </a:lnTo>
                <a:lnTo>
                  <a:pt x="190816" y="29868"/>
                </a:lnTo>
                <a:lnTo>
                  <a:pt x="189799" y="28478"/>
                </a:lnTo>
                <a:lnTo>
                  <a:pt x="188759" y="27107"/>
                </a:lnTo>
                <a:lnTo>
                  <a:pt x="187696" y="25753"/>
                </a:lnTo>
                <a:lnTo>
                  <a:pt x="186610" y="24417"/>
                </a:lnTo>
                <a:lnTo>
                  <a:pt x="185501" y="23099"/>
                </a:lnTo>
                <a:lnTo>
                  <a:pt x="184369" y="21799"/>
                </a:lnTo>
                <a:lnTo>
                  <a:pt x="183214" y="20517"/>
                </a:lnTo>
                <a:lnTo>
                  <a:pt x="182036" y="19253"/>
                </a:lnTo>
                <a:lnTo>
                  <a:pt x="180835" y="18006"/>
                </a:lnTo>
                <a:lnTo>
                  <a:pt x="179970" y="17146"/>
                </a:lnTo>
                <a:lnTo>
                  <a:pt x="179087" y="16296"/>
                </a:lnTo>
                <a:lnTo>
                  <a:pt x="178186" y="15455"/>
                </a:lnTo>
                <a:lnTo>
                  <a:pt x="177266" y="14623"/>
                </a:lnTo>
                <a:lnTo>
                  <a:pt x="176329" y="13802"/>
                </a:lnTo>
                <a:lnTo>
                  <a:pt x="175374" y="12989"/>
                </a:lnTo>
                <a:lnTo>
                  <a:pt x="174401" y="12187"/>
                </a:lnTo>
                <a:lnTo>
                  <a:pt x="173409" y="11394"/>
                </a:lnTo>
                <a:lnTo>
                  <a:pt x="172400" y="10610"/>
                </a:lnTo>
                <a:lnTo>
                  <a:pt x="171373" y="9836"/>
                </a:lnTo>
                <a:lnTo>
                  <a:pt x="170327" y="9071"/>
                </a:lnTo>
                <a:lnTo>
                  <a:pt x="169264" y="8316"/>
                </a:lnTo>
                <a:lnTo>
                  <a:pt x="168182" y="7571"/>
                </a:lnTo>
                <a:lnTo>
                  <a:pt x="167083" y="6835"/>
                </a:lnTo>
                <a:lnTo>
                  <a:pt x="165966" y="6108"/>
                </a:lnTo>
                <a:lnTo>
                  <a:pt x="164830" y="5392"/>
                </a:lnTo>
                <a:lnTo>
                  <a:pt x="163677" y="4684"/>
                </a:lnTo>
                <a:lnTo>
                  <a:pt x="162505" y="3986"/>
                </a:lnTo>
                <a:lnTo>
                  <a:pt x="161316" y="3298"/>
                </a:lnTo>
                <a:lnTo>
                  <a:pt x="160108" y="2620"/>
                </a:lnTo>
                <a:lnTo>
                  <a:pt x="158883" y="1950"/>
                </a:lnTo>
                <a:lnTo>
                  <a:pt x="157639" y="1291"/>
                </a:lnTo>
                <a:lnTo>
                  <a:pt x="156378" y="641"/>
                </a:lnTo>
                <a:lnTo>
                  <a:pt x="155098" y="0"/>
                </a:lnTo>
                <a:lnTo>
                  <a:pt x="155098" y="4273"/>
                </a:lnTo>
                <a:lnTo>
                  <a:pt x="155956" y="4867"/>
                </a:lnTo>
                <a:lnTo>
                  <a:pt x="156799" y="5464"/>
                </a:lnTo>
                <a:close/>
                <a:moveTo>
                  <a:pt x="353034" y="98473"/>
                </a:moveTo>
                <a:lnTo>
                  <a:pt x="299626" y="98473"/>
                </a:lnTo>
                <a:lnTo>
                  <a:pt x="290267" y="120243"/>
                </a:lnTo>
                <a:cubicBezTo>
                  <a:pt x="287961" y="125601"/>
                  <a:pt x="286808" y="129602"/>
                  <a:pt x="286808" y="132247"/>
                </a:cubicBezTo>
                <a:cubicBezTo>
                  <a:pt x="286808" y="134350"/>
                  <a:pt x="287808" y="136198"/>
                  <a:pt x="289809" y="137791"/>
                </a:cubicBezTo>
                <a:cubicBezTo>
                  <a:pt x="291810" y="139385"/>
                  <a:pt x="296133" y="140419"/>
                  <a:pt x="302780" y="140894"/>
                </a:cubicBezTo>
                <a:lnTo>
                  <a:pt x="302780" y="144658"/>
                </a:lnTo>
                <a:lnTo>
                  <a:pt x="259341" y="144658"/>
                </a:lnTo>
                <a:lnTo>
                  <a:pt x="259341" y="140894"/>
                </a:lnTo>
                <a:cubicBezTo>
                  <a:pt x="265106" y="139877"/>
                  <a:pt x="268836" y="138556"/>
                  <a:pt x="270532" y="136930"/>
                </a:cubicBezTo>
                <a:cubicBezTo>
                  <a:pt x="273990" y="133677"/>
                  <a:pt x="277822" y="127070"/>
                  <a:pt x="282027" y="117109"/>
                </a:cubicBezTo>
                <a:lnTo>
                  <a:pt x="330551" y="3662"/>
                </a:lnTo>
                <a:lnTo>
                  <a:pt x="334112" y="3662"/>
                </a:lnTo>
                <a:lnTo>
                  <a:pt x="382128" y="118326"/>
                </a:lnTo>
                <a:cubicBezTo>
                  <a:pt x="385994" y="127543"/>
                  <a:pt x="389503" y="133524"/>
                  <a:pt x="392657" y="136269"/>
                </a:cubicBezTo>
                <a:cubicBezTo>
                  <a:pt x="395810" y="139013"/>
                  <a:pt x="400202" y="140555"/>
                  <a:pt x="405831" y="140894"/>
                </a:cubicBezTo>
                <a:lnTo>
                  <a:pt x="405831" y="144658"/>
                </a:lnTo>
                <a:lnTo>
                  <a:pt x="351406" y="144658"/>
                </a:lnTo>
                <a:lnTo>
                  <a:pt x="351406" y="140894"/>
                </a:lnTo>
                <a:cubicBezTo>
                  <a:pt x="356899" y="140623"/>
                  <a:pt x="360612" y="139707"/>
                  <a:pt x="362545" y="138148"/>
                </a:cubicBezTo>
                <a:cubicBezTo>
                  <a:pt x="364478" y="136588"/>
                  <a:pt x="365444" y="134689"/>
                  <a:pt x="365444" y="132451"/>
                </a:cubicBezTo>
                <a:cubicBezTo>
                  <a:pt x="365444" y="129467"/>
                  <a:pt x="364088" y="124753"/>
                  <a:pt x="361375" y="118310"/>
                </a:cubicBezTo>
                <a:lnTo>
                  <a:pt x="353034" y="98473"/>
                </a:lnTo>
                <a:moveTo>
                  <a:pt x="350185" y="90945"/>
                </a:moveTo>
                <a:lnTo>
                  <a:pt x="326788" y="35278"/>
                </a:lnTo>
                <a:lnTo>
                  <a:pt x="302780" y="90945"/>
                </a:lnTo>
                <a:lnTo>
                  <a:pt x="350185" y="90945"/>
                </a:lnTo>
                <a:close/>
                <a:moveTo>
                  <a:pt x="429217" y="20244"/>
                </a:moveTo>
                <a:lnTo>
                  <a:pt x="462787" y="3866"/>
                </a:lnTo>
                <a:lnTo>
                  <a:pt x="466144" y="3866"/>
                </a:lnTo>
                <a:lnTo>
                  <a:pt x="466144" y="120345"/>
                </a:lnTo>
                <a:cubicBezTo>
                  <a:pt x="466144" y="128076"/>
                  <a:pt x="466467" y="132892"/>
                  <a:pt x="467111" y="134790"/>
                </a:cubicBezTo>
                <a:cubicBezTo>
                  <a:pt x="467755" y="136689"/>
                  <a:pt x="469095" y="138148"/>
                  <a:pt x="471129" y="139165"/>
                </a:cubicBezTo>
                <a:cubicBezTo>
                  <a:pt x="473164" y="140182"/>
                  <a:pt x="477301" y="140759"/>
                  <a:pt x="483540" y="140894"/>
                </a:cubicBezTo>
                <a:lnTo>
                  <a:pt x="483540" y="144658"/>
                </a:lnTo>
                <a:lnTo>
                  <a:pt x="431658" y="144658"/>
                </a:lnTo>
                <a:lnTo>
                  <a:pt x="431658" y="140894"/>
                </a:lnTo>
                <a:cubicBezTo>
                  <a:pt x="438169" y="140759"/>
                  <a:pt x="442374" y="140199"/>
                  <a:pt x="444273" y="139216"/>
                </a:cubicBezTo>
                <a:cubicBezTo>
                  <a:pt x="446172" y="138232"/>
                  <a:pt x="447494" y="136910"/>
                  <a:pt x="448240" y="135248"/>
                </a:cubicBezTo>
                <a:cubicBezTo>
                  <a:pt x="448986" y="133587"/>
                  <a:pt x="449359" y="128619"/>
                  <a:pt x="449359" y="120345"/>
                </a:cubicBezTo>
                <a:lnTo>
                  <a:pt x="449359" y="45880"/>
                </a:lnTo>
                <a:cubicBezTo>
                  <a:pt x="449359" y="35842"/>
                  <a:pt x="449020" y="29400"/>
                  <a:pt x="448342" y="26551"/>
                </a:cubicBezTo>
                <a:cubicBezTo>
                  <a:pt x="447867" y="24381"/>
                  <a:pt x="447002" y="22787"/>
                  <a:pt x="445748" y="21770"/>
                </a:cubicBezTo>
                <a:cubicBezTo>
                  <a:pt x="444493" y="20753"/>
                  <a:pt x="442984" y="20244"/>
                  <a:pt x="441221" y="20244"/>
                </a:cubicBezTo>
                <a:cubicBezTo>
                  <a:pt x="438712" y="20244"/>
                  <a:pt x="435219" y="21295"/>
                  <a:pt x="430743" y="23398"/>
                </a:cubicBezTo>
                <a:lnTo>
                  <a:pt x="429217" y="20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(b)A3">
            <a:extLst xmlns:a="http://schemas.openxmlformats.org/drawingml/2006/main">
              <a:ext uri="{FF2B5EF4-FFF2-40B4-BE49-F238E27FC236}">
                <a16:creationId xmlns:a16="http://schemas.microsoft.com/office/drawing/2014/main" id="{491A7180-C01A-480D-9639-E5B79AE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38" y="2828849"/>
            <a:ext cx="502001" cy="175441"/>
          </a:xfrm>
          <a:custGeom xmlns:a="http://schemas.openxmlformats.org/drawingml/2006/main">
            <a:pathLst>
              <a:path w="502001" h="175441">
                <a:moveTo>
                  <a:pt x="43564" y="175006"/>
                </a:moveTo>
                <a:lnTo>
                  <a:pt x="42945" y="174369"/>
                </a:lnTo>
                <a:lnTo>
                  <a:pt x="42341" y="173730"/>
                </a:lnTo>
                <a:lnTo>
                  <a:pt x="41750" y="173089"/>
                </a:lnTo>
                <a:lnTo>
                  <a:pt x="41172" y="172444"/>
                </a:lnTo>
                <a:lnTo>
                  <a:pt x="40608" y="171798"/>
                </a:lnTo>
                <a:lnTo>
                  <a:pt x="40058" y="171149"/>
                </a:lnTo>
                <a:lnTo>
                  <a:pt x="39522" y="170497"/>
                </a:lnTo>
                <a:lnTo>
                  <a:pt x="38996" y="169843"/>
                </a:lnTo>
                <a:lnTo>
                  <a:pt x="38480" y="169187"/>
                </a:lnTo>
                <a:lnTo>
                  <a:pt x="37973" y="168529"/>
                </a:lnTo>
                <a:lnTo>
                  <a:pt x="37474" y="167868"/>
                </a:lnTo>
                <a:lnTo>
                  <a:pt x="36985" y="167205"/>
                </a:lnTo>
                <a:lnTo>
                  <a:pt x="36505" y="166539"/>
                </a:lnTo>
                <a:lnTo>
                  <a:pt x="36033" y="165872"/>
                </a:lnTo>
                <a:lnTo>
                  <a:pt x="35571" y="165202"/>
                </a:lnTo>
                <a:lnTo>
                  <a:pt x="35118" y="164529"/>
                </a:lnTo>
                <a:lnTo>
                  <a:pt x="34674" y="163855"/>
                </a:lnTo>
                <a:lnTo>
                  <a:pt x="34238" y="163178"/>
                </a:lnTo>
                <a:lnTo>
                  <a:pt x="33812" y="162499"/>
                </a:lnTo>
                <a:lnTo>
                  <a:pt x="33395" y="161817"/>
                </a:lnTo>
                <a:lnTo>
                  <a:pt x="32987" y="161134"/>
                </a:lnTo>
                <a:lnTo>
                  <a:pt x="32587" y="160448"/>
                </a:lnTo>
                <a:lnTo>
                  <a:pt x="32197" y="159759"/>
                </a:lnTo>
                <a:lnTo>
                  <a:pt x="31816" y="159069"/>
                </a:lnTo>
                <a:lnTo>
                  <a:pt x="31444" y="158376"/>
                </a:lnTo>
                <a:lnTo>
                  <a:pt x="31080" y="157680"/>
                </a:lnTo>
                <a:lnTo>
                  <a:pt x="30726" y="156983"/>
                </a:lnTo>
                <a:lnTo>
                  <a:pt x="30381" y="156283"/>
                </a:lnTo>
                <a:lnTo>
                  <a:pt x="30045" y="155581"/>
                </a:lnTo>
                <a:lnTo>
                  <a:pt x="29718" y="154877"/>
                </a:lnTo>
                <a:lnTo>
                  <a:pt x="29400" y="154170"/>
                </a:lnTo>
                <a:lnTo>
                  <a:pt x="29088" y="153452"/>
                </a:lnTo>
                <a:lnTo>
                  <a:pt x="28780" y="152716"/>
                </a:lnTo>
                <a:lnTo>
                  <a:pt x="28476" y="151960"/>
                </a:lnTo>
                <a:lnTo>
                  <a:pt x="28176" y="151184"/>
                </a:lnTo>
                <a:lnTo>
                  <a:pt x="27880" y="150390"/>
                </a:lnTo>
                <a:lnTo>
                  <a:pt x="27588" y="149576"/>
                </a:lnTo>
                <a:lnTo>
                  <a:pt x="27299" y="148743"/>
                </a:lnTo>
                <a:lnTo>
                  <a:pt x="27015" y="147891"/>
                </a:lnTo>
                <a:lnTo>
                  <a:pt x="26734" y="147019"/>
                </a:lnTo>
                <a:lnTo>
                  <a:pt x="26457" y="146129"/>
                </a:lnTo>
                <a:lnTo>
                  <a:pt x="26184" y="145219"/>
                </a:lnTo>
                <a:lnTo>
                  <a:pt x="25915" y="144289"/>
                </a:lnTo>
                <a:lnTo>
                  <a:pt x="25650" y="143341"/>
                </a:lnTo>
                <a:lnTo>
                  <a:pt x="25389" y="142373"/>
                </a:lnTo>
                <a:lnTo>
                  <a:pt x="25132" y="141386"/>
                </a:lnTo>
                <a:lnTo>
                  <a:pt x="24878" y="140380"/>
                </a:lnTo>
                <a:lnTo>
                  <a:pt x="24629" y="139354"/>
                </a:lnTo>
                <a:lnTo>
                  <a:pt x="24383" y="138310"/>
                </a:lnTo>
                <a:lnTo>
                  <a:pt x="24141" y="137246"/>
                </a:lnTo>
                <a:lnTo>
                  <a:pt x="23903" y="136162"/>
                </a:lnTo>
                <a:lnTo>
                  <a:pt x="23669" y="135060"/>
                </a:lnTo>
                <a:lnTo>
                  <a:pt x="23439" y="133938"/>
                </a:lnTo>
                <a:lnTo>
                  <a:pt x="23213" y="132797"/>
                </a:lnTo>
                <a:lnTo>
                  <a:pt x="22991" y="131637"/>
                </a:lnTo>
                <a:lnTo>
                  <a:pt x="22717" y="130146"/>
                </a:lnTo>
                <a:lnTo>
                  <a:pt x="22454" y="128642"/>
                </a:lnTo>
                <a:lnTo>
                  <a:pt x="22204" y="127124"/>
                </a:lnTo>
                <a:lnTo>
                  <a:pt x="21965" y="125593"/>
                </a:lnTo>
                <a:lnTo>
                  <a:pt x="21738" y="124047"/>
                </a:lnTo>
                <a:lnTo>
                  <a:pt x="21522" y="122488"/>
                </a:lnTo>
                <a:lnTo>
                  <a:pt x="21318" y="120915"/>
                </a:lnTo>
                <a:lnTo>
                  <a:pt x="21126" y="119328"/>
                </a:lnTo>
                <a:lnTo>
                  <a:pt x="20945" y="117727"/>
                </a:lnTo>
                <a:lnTo>
                  <a:pt x="20776" y="116113"/>
                </a:lnTo>
                <a:lnTo>
                  <a:pt x="20619" y="114484"/>
                </a:lnTo>
                <a:lnTo>
                  <a:pt x="20473" y="112843"/>
                </a:lnTo>
                <a:lnTo>
                  <a:pt x="20339" y="111187"/>
                </a:lnTo>
                <a:lnTo>
                  <a:pt x="20216" y="109517"/>
                </a:lnTo>
                <a:lnTo>
                  <a:pt x="20106" y="107834"/>
                </a:lnTo>
                <a:lnTo>
                  <a:pt x="20007" y="106137"/>
                </a:lnTo>
                <a:lnTo>
                  <a:pt x="19919" y="104426"/>
                </a:lnTo>
                <a:lnTo>
                  <a:pt x="19843" y="102701"/>
                </a:lnTo>
                <a:lnTo>
                  <a:pt x="19779" y="100963"/>
                </a:lnTo>
                <a:lnTo>
                  <a:pt x="19727" y="99211"/>
                </a:lnTo>
                <a:lnTo>
                  <a:pt x="19686" y="97445"/>
                </a:lnTo>
                <a:lnTo>
                  <a:pt x="19657" y="95665"/>
                </a:lnTo>
                <a:lnTo>
                  <a:pt x="19639" y="93872"/>
                </a:lnTo>
                <a:lnTo>
                  <a:pt x="19634" y="92064"/>
                </a:lnTo>
                <a:lnTo>
                  <a:pt x="19641" y="90397"/>
                </a:lnTo>
                <a:lnTo>
                  <a:pt x="19661" y="88736"/>
                </a:lnTo>
                <a:lnTo>
                  <a:pt x="19696" y="87080"/>
                </a:lnTo>
                <a:lnTo>
                  <a:pt x="19744" y="85429"/>
                </a:lnTo>
                <a:lnTo>
                  <a:pt x="19806" y="83785"/>
                </a:lnTo>
                <a:lnTo>
                  <a:pt x="19882" y="82146"/>
                </a:lnTo>
                <a:lnTo>
                  <a:pt x="19971" y="80513"/>
                </a:lnTo>
                <a:lnTo>
                  <a:pt x="20074" y="78885"/>
                </a:lnTo>
                <a:lnTo>
                  <a:pt x="20192" y="77263"/>
                </a:lnTo>
                <a:lnTo>
                  <a:pt x="20322" y="75647"/>
                </a:lnTo>
                <a:lnTo>
                  <a:pt x="20467" y="74036"/>
                </a:lnTo>
                <a:lnTo>
                  <a:pt x="20625" y="72431"/>
                </a:lnTo>
                <a:lnTo>
                  <a:pt x="20798" y="70831"/>
                </a:lnTo>
                <a:lnTo>
                  <a:pt x="20984" y="69238"/>
                </a:lnTo>
                <a:lnTo>
                  <a:pt x="21183" y="67650"/>
                </a:lnTo>
                <a:lnTo>
                  <a:pt x="21397" y="66067"/>
                </a:lnTo>
                <a:lnTo>
                  <a:pt x="21624" y="64490"/>
                </a:lnTo>
                <a:lnTo>
                  <a:pt x="21865" y="62919"/>
                </a:lnTo>
                <a:lnTo>
                  <a:pt x="22120" y="61354"/>
                </a:lnTo>
                <a:lnTo>
                  <a:pt x="22389" y="59794"/>
                </a:lnTo>
                <a:lnTo>
                  <a:pt x="22671" y="58240"/>
                </a:lnTo>
                <a:lnTo>
                  <a:pt x="22967" y="56691"/>
                </a:lnTo>
                <a:lnTo>
                  <a:pt x="23277" y="55148"/>
                </a:lnTo>
                <a:lnTo>
                  <a:pt x="23601" y="53611"/>
                </a:lnTo>
                <a:lnTo>
                  <a:pt x="23939" y="52088"/>
                </a:lnTo>
                <a:lnTo>
                  <a:pt x="24291" y="50587"/>
                </a:lnTo>
                <a:lnTo>
                  <a:pt x="24656" y="49108"/>
                </a:lnTo>
                <a:lnTo>
                  <a:pt x="25037" y="47651"/>
                </a:lnTo>
                <a:lnTo>
                  <a:pt x="25431" y="46217"/>
                </a:lnTo>
                <a:lnTo>
                  <a:pt x="25839" y="44805"/>
                </a:lnTo>
                <a:lnTo>
                  <a:pt x="26262" y="43415"/>
                </a:lnTo>
                <a:lnTo>
                  <a:pt x="26698" y="42048"/>
                </a:lnTo>
                <a:lnTo>
                  <a:pt x="27149" y="40703"/>
                </a:lnTo>
                <a:lnTo>
                  <a:pt x="27614" y="39380"/>
                </a:lnTo>
                <a:lnTo>
                  <a:pt x="28093" y="38079"/>
                </a:lnTo>
                <a:lnTo>
                  <a:pt x="28586" y="36800"/>
                </a:lnTo>
                <a:lnTo>
                  <a:pt x="29093" y="35544"/>
                </a:lnTo>
                <a:lnTo>
                  <a:pt x="29614" y="34310"/>
                </a:lnTo>
                <a:lnTo>
                  <a:pt x="30150" y="33098"/>
                </a:lnTo>
                <a:lnTo>
                  <a:pt x="30699" y="31909"/>
                </a:lnTo>
                <a:lnTo>
                  <a:pt x="31263" y="30742"/>
                </a:lnTo>
                <a:lnTo>
                  <a:pt x="31841" y="29597"/>
                </a:lnTo>
                <a:lnTo>
                  <a:pt x="32433" y="28474"/>
                </a:lnTo>
                <a:lnTo>
                  <a:pt x="33039" y="27373"/>
                </a:lnTo>
                <a:lnTo>
                  <a:pt x="33659" y="26295"/>
                </a:lnTo>
                <a:lnTo>
                  <a:pt x="34294" y="25239"/>
                </a:lnTo>
                <a:lnTo>
                  <a:pt x="34942" y="24206"/>
                </a:lnTo>
                <a:lnTo>
                  <a:pt x="35605" y="23194"/>
                </a:lnTo>
                <a:lnTo>
                  <a:pt x="36283" y="22203"/>
                </a:lnTo>
                <a:lnTo>
                  <a:pt x="36976" y="21229"/>
                </a:lnTo>
                <a:lnTo>
                  <a:pt x="37684" y="20273"/>
                </a:lnTo>
                <a:lnTo>
                  <a:pt x="38408" y="19334"/>
                </a:lnTo>
                <a:lnTo>
                  <a:pt x="39148" y="18413"/>
                </a:lnTo>
                <a:lnTo>
                  <a:pt x="39903" y="17510"/>
                </a:lnTo>
                <a:lnTo>
                  <a:pt x="40674" y="16625"/>
                </a:lnTo>
                <a:lnTo>
                  <a:pt x="41460" y="15757"/>
                </a:lnTo>
                <a:lnTo>
                  <a:pt x="42262" y="14906"/>
                </a:lnTo>
                <a:lnTo>
                  <a:pt x="43079" y="14074"/>
                </a:lnTo>
                <a:lnTo>
                  <a:pt x="43912" y="13259"/>
                </a:lnTo>
                <a:lnTo>
                  <a:pt x="44761" y="12462"/>
                </a:lnTo>
                <a:lnTo>
                  <a:pt x="45625" y="11682"/>
                </a:lnTo>
                <a:lnTo>
                  <a:pt x="46504" y="10920"/>
                </a:lnTo>
                <a:lnTo>
                  <a:pt x="47399" y="10176"/>
                </a:lnTo>
                <a:lnTo>
                  <a:pt x="48310" y="9449"/>
                </a:lnTo>
                <a:lnTo>
                  <a:pt x="49236" y="8741"/>
                </a:lnTo>
                <a:lnTo>
                  <a:pt x="50178" y="8049"/>
                </a:lnTo>
                <a:lnTo>
                  <a:pt x="51135" y="7376"/>
                </a:lnTo>
                <a:lnTo>
                  <a:pt x="52108" y="6720"/>
                </a:lnTo>
                <a:lnTo>
                  <a:pt x="53096" y="6081"/>
                </a:lnTo>
                <a:lnTo>
                  <a:pt x="54100" y="5461"/>
                </a:lnTo>
                <a:lnTo>
                  <a:pt x="55119" y="4858"/>
                </a:lnTo>
                <a:lnTo>
                  <a:pt x="56154" y="4273"/>
                </a:lnTo>
                <a:lnTo>
                  <a:pt x="56154" y="0"/>
                </a:lnTo>
                <a:lnTo>
                  <a:pt x="54085" y="958"/>
                </a:lnTo>
                <a:lnTo>
                  <a:pt x="52049" y="1968"/>
                </a:lnTo>
                <a:lnTo>
                  <a:pt x="50046" y="3029"/>
                </a:lnTo>
                <a:lnTo>
                  <a:pt x="48075" y="4141"/>
                </a:lnTo>
                <a:lnTo>
                  <a:pt x="46138" y="5305"/>
                </a:lnTo>
                <a:lnTo>
                  <a:pt x="44233" y="6520"/>
                </a:lnTo>
                <a:lnTo>
                  <a:pt x="42361" y="7787"/>
                </a:lnTo>
                <a:lnTo>
                  <a:pt x="40522" y="9105"/>
                </a:lnTo>
                <a:lnTo>
                  <a:pt x="38716" y="10474"/>
                </a:lnTo>
                <a:lnTo>
                  <a:pt x="36942" y="11895"/>
                </a:lnTo>
                <a:lnTo>
                  <a:pt x="35202" y="13367"/>
                </a:lnTo>
                <a:lnTo>
                  <a:pt x="33494" y="14891"/>
                </a:lnTo>
                <a:lnTo>
                  <a:pt x="31819" y="16465"/>
                </a:lnTo>
                <a:lnTo>
                  <a:pt x="30177" y="18092"/>
                </a:lnTo>
                <a:lnTo>
                  <a:pt x="28568" y="19770"/>
                </a:lnTo>
                <a:lnTo>
                  <a:pt x="26992" y="21499"/>
                </a:lnTo>
                <a:lnTo>
                  <a:pt x="25449" y="23279"/>
                </a:lnTo>
                <a:lnTo>
                  <a:pt x="23938" y="25111"/>
                </a:lnTo>
                <a:lnTo>
                  <a:pt x="22460" y="26994"/>
                </a:lnTo>
                <a:lnTo>
                  <a:pt x="21015" y="28929"/>
                </a:lnTo>
                <a:lnTo>
                  <a:pt x="19603" y="30915"/>
                </a:lnTo>
                <a:lnTo>
                  <a:pt x="18224" y="32953"/>
                </a:lnTo>
                <a:lnTo>
                  <a:pt x="16878" y="35042"/>
                </a:lnTo>
                <a:lnTo>
                  <a:pt x="15564" y="37182"/>
                </a:lnTo>
                <a:lnTo>
                  <a:pt x="14294" y="39357"/>
                </a:lnTo>
                <a:lnTo>
                  <a:pt x="13078" y="41552"/>
                </a:lnTo>
                <a:lnTo>
                  <a:pt x="11917" y="43766"/>
                </a:lnTo>
                <a:lnTo>
                  <a:pt x="10809" y="46000"/>
                </a:lnTo>
                <a:lnTo>
                  <a:pt x="9755" y="48252"/>
                </a:lnTo>
                <a:lnTo>
                  <a:pt x="8755" y="50524"/>
                </a:lnTo>
                <a:lnTo>
                  <a:pt x="7809" y="52815"/>
                </a:lnTo>
                <a:lnTo>
                  <a:pt x="6918" y="55126"/>
                </a:lnTo>
                <a:lnTo>
                  <a:pt x="6080" y="57455"/>
                </a:lnTo>
                <a:lnTo>
                  <a:pt x="5296" y="59804"/>
                </a:lnTo>
                <a:lnTo>
                  <a:pt x="4567" y="62172"/>
                </a:lnTo>
                <a:lnTo>
                  <a:pt x="3891" y="64560"/>
                </a:lnTo>
                <a:lnTo>
                  <a:pt x="3270" y="66966"/>
                </a:lnTo>
                <a:lnTo>
                  <a:pt x="2702" y="69392"/>
                </a:lnTo>
                <a:lnTo>
                  <a:pt x="2189" y="71837"/>
                </a:lnTo>
                <a:lnTo>
                  <a:pt x="1729" y="74301"/>
                </a:lnTo>
                <a:lnTo>
                  <a:pt x="1324" y="76785"/>
                </a:lnTo>
                <a:lnTo>
                  <a:pt x="973" y="79288"/>
                </a:lnTo>
                <a:lnTo>
                  <a:pt x="676" y="81810"/>
                </a:lnTo>
                <a:lnTo>
                  <a:pt x="432" y="84351"/>
                </a:lnTo>
                <a:lnTo>
                  <a:pt x="243" y="86912"/>
                </a:lnTo>
                <a:lnTo>
                  <a:pt x="108" y="89492"/>
                </a:lnTo>
                <a:lnTo>
                  <a:pt x="27" y="92091"/>
                </a:lnTo>
                <a:lnTo>
                  <a:pt x="0" y="94709"/>
                </a:lnTo>
                <a:lnTo>
                  <a:pt x="14" y="96504"/>
                </a:lnTo>
                <a:lnTo>
                  <a:pt x="55" y="98293"/>
                </a:lnTo>
                <a:lnTo>
                  <a:pt x="124" y="100077"/>
                </a:lnTo>
                <a:lnTo>
                  <a:pt x="220" y="101856"/>
                </a:lnTo>
                <a:lnTo>
                  <a:pt x="344" y="103629"/>
                </a:lnTo>
                <a:lnTo>
                  <a:pt x="496" y="105397"/>
                </a:lnTo>
                <a:lnTo>
                  <a:pt x="675" y="107160"/>
                </a:lnTo>
                <a:lnTo>
                  <a:pt x="882" y="108917"/>
                </a:lnTo>
                <a:lnTo>
                  <a:pt x="1116" y="110670"/>
                </a:lnTo>
                <a:lnTo>
                  <a:pt x="1378" y="112417"/>
                </a:lnTo>
                <a:lnTo>
                  <a:pt x="1667" y="114158"/>
                </a:lnTo>
                <a:lnTo>
                  <a:pt x="1984" y="115894"/>
                </a:lnTo>
                <a:lnTo>
                  <a:pt x="2328" y="117625"/>
                </a:lnTo>
                <a:lnTo>
                  <a:pt x="2700" y="119351"/>
                </a:lnTo>
                <a:lnTo>
                  <a:pt x="3100" y="121071"/>
                </a:lnTo>
                <a:lnTo>
                  <a:pt x="3527" y="122787"/>
                </a:lnTo>
                <a:lnTo>
                  <a:pt x="3981" y="124496"/>
                </a:lnTo>
                <a:lnTo>
                  <a:pt x="4463" y="126201"/>
                </a:lnTo>
                <a:lnTo>
                  <a:pt x="4973" y="127900"/>
                </a:lnTo>
                <a:lnTo>
                  <a:pt x="5510" y="129594"/>
                </a:lnTo>
                <a:lnTo>
                  <a:pt x="6075" y="131282"/>
                </a:lnTo>
                <a:lnTo>
                  <a:pt x="6667" y="132966"/>
                </a:lnTo>
                <a:lnTo>
                  <a:pt x="7287" y="134644"/>
                </a:lnTo>
                <a:lnTo>
                  <a:pt x="7935" y="136316"/>
                </a:lnTo>
                <a:lnTo>
                  <a:pt x="8608" y="137977"/>
                </a:lnTo>
                <a:lnTo>
                  <a:pt x="9304" y="139620"/>
                </a:lnTo>
                <a:lnTo>
                  <a:pt x="10023" y="141244"/>
                </a:lnTo>
                <a:lnTo>
                  <a:pt x="10766" y="142850"/>
                </a:lnTo>
                <a:lnTo>
                  <a:pt x="11532" y="144437"/>
                </a:lnTo>
                <a:lnTo>
                  <a:pt x="12322" y="146006"/>
                </a:lnTo>
                <a:lnTo>
                  <a:pt x="13135" y="147557"/>
                </a:lnTo>
                <a:lnTo>
                  <a:pt x="13971" y="149089"/>
                </a:lnTo>
                <a:lnTo>
                  <a:pt x="14830" y="150603"/>
                </a:lnTo>
                <a:lnTo>
                  <a:pt x="15713" y="152098"/>
                </a:lnTo>
                <a:lnTo>
                  <a:pt x="16619" y="153576"/>
                </a:lnTo>
                <a:lnTo>
                  <a:pt x="17548" y="155034"/>
                </a:lnTo>
                <a:lnTo>
                  <a:pt x="18501" y="156475"/>
                </a:lnTo>
                <a:lnTo>
                  <a:pt x="19477" y="157897"/>
                </a:lnTo>
                <a:lnTo>
                  <a:pt x="20476" y="159301"/>
                </a:lnTo>
                <a:lnTo>
                  <a:pt x="21499" y="160686"/>
                </a:lnTo>
                <a:lnTo>
                  <a:pt x="22545" y="162053"/>
                </a:lnTo>
                <a:lnTo>
                  <a:pt x="23614" y="163402"/>
                </a:lnTo>
                <a:lnTo>
                  <a:pt x="24706" y="164732"/>
                </a:lnTo>
                <a:lnTo>
                  <a:pt x="25822" y="166044"/>
                </a:lnTo>
                <a:lnTo>
                  <a:pt x="26961" y="167337"/>
                </a:lnTo>
                <a:lnTo>
                  <a:pt x="28124" y="168612"/>
                </a:lnTo>
                <a:lnTo>
                  <a:pt x="29310" y="169869"/>
                </a:lnTo>
                <a:lnTo>
                  <a:pt x="30519" y="171108"/>
                </a:lnTo>
                <a:lnTo>
                  <a:pt x="31384" y="171968"/>
                </a:lnTo>
                <a:lnTo>
                  <a:pt x="32266" y="172819"/>
                </a:lnTo>
                <a:lnTo>
                  <a:pt x="33167" y="173660"/>
                </a:lnTo>
                <a:lnTo>
                  <a:pt x="34085" y="174493"/>
                </a:lnTo>
                <a:lnTo>
                  <a:pt x="35020" y="175316"/>
                </a:lnTo>
                <a:lnTo>
                  <a:pt x="35166" y="175441"/>
                </a:lnTo>
                <a:lnTo>
                  <a:pt x="43997" y="175441"/>
                </a:lnTo>
                <a:lnTo>
                  <a:pt x="43564" y="175006"/>
                </a:lnTo>
                <a:close/>
                <a:moveTo>
                  <a:pt x="91210" y="67650"/>
                </a:moveTo>
                <a:cubicBezTo>
                  <a:pt x="100230" y="55103"/>
                  <a:pt x="109962" y="48830"/>
                  <a:pt x="120406" y="48830"/>
                </a:cubicBezTo>
                <a:cubicBezTo>
                  <a:pt x="129969" y="48830"/>
                  <a:pt x="138310" y="52912"/>
                  <a:pt x="145431" y="61075"/>
                </a:cubicBezTo>
                <a:cubicBezTo>
                  <a:pt x="152552" y="69239"/>
                  <a:pt x="156113" y="80401"/>
                  <a:pt x="156113" y="94560"/>
                </a:cubicBezTo>
                <a:cubicBezTo>
                  <a:pt x="156113" y="111091"/>
                  <a:pt x="150620" y="124404"/>
                  <a:pt x="139633" y="134498"/>
                </a:cubicBezTo>
                <a:cubicBezTo>
                  <a:pt x="130206" y="143170"/>
                  <a:pt x="119694" y="147507"/>
                  <a:pt x="108097" y="147507"/>
                </a:cubicBezTo>
                <a:cubicBezTo>
                  <a:pt x="102671" y="147507"/>
                  <a:pt x="97161" y="146523"/>
                  <a:pt x="91566" y="144556"/>
                </a:cubicBezTo>
                <a:cubicBezTo>
                  <a:pt x="85971" y="142590"/>
                  <a:pt x="80257" y="139640"/>
                  <a:pt x="74425" y="135706"/>
                </a:cubicBezTo>
                <a:lnTo>
                  <a:pt x="74425" y="39166"/>
                </a:lnTo>
                <a:cubicBezTo>
                  <a:pt x="74425" y="28586"/>
                  <a:pt x="74170" y="22075"/>
                  <a:pt x="73662" y="19634"/>
                </a:cubicBezTo>
                <a:cubicBezTo>
                  <a:pt x="73153" y="17192"/>
                  <a:pt x="72356" y="15531"/>
                  <a:pt x="71271" y="14649"/>
                </a:cubicBezTo>
                <a:cubicBezTo>
                  <a:pt x="70186" y="13767"/>
                  <a:pt x="68830" y="13326"/>
                  <a:pt x="67202" y="13326"/>
                </a:cubicBezTo>
                <a:cubicBezTo>
                  <a:pt x="65303" y="13326"/>
                  <a:pt x="62929" y="13869"/>
                  <a:pt x="60081" y="14954"/>
                </a:cubicBezTo>
                <a:lnTo>
                  <a:pt x="58657" y="11394"/>
                </a:lnTo>
                <a:lnTo>
                  <a:pt x="86632" y="0"/>
                </a:lnTo>
                <a:lnTo>
                  <a:pt x="91210" y="0"/>
                </a:lnTo>
                <a:lnTo>
                  <a:pt x="91210" y="67650"/>
                </a:lnTo>
                <a:moveTo>
                  <a:pt x="91210" y="74132"/>
                </a:moveTo>
                <a:lnTo>
                  <a:pt x="91210" y="129733"/>
                </a:lnTo>
                <a:cubicBezTo>
                  <a:pt x="94669" y="133113"/>
                  <a:pt x="98246" y="135666"/>
                  <a:pt x="101942" y="137391"/>
                </a:cubicBezTo>
                <a:cubicBezTo>
                  <a:pt x="105639" y="139116"/>
                  <a:pt x="109419" y="139979"/>
                  <a:pt x="113285" y="139979"/>
                </a:cubicBezTo>
                <a:cubicBezTo>
                  <a:pt x="119457" y="139979"/>
                  <a:pt x="125204" y="136597"/>
                  <a:pt x="130528" y="129834"/>
                </a:cubicBezTo>
                <a:cubicBezTo>
                  <a:pt x="135852" y="123069"/>
                  <a:pt x="138514" y="113227"/>
                  <a:pt x="138514" y="100308"/>
                </a:cubicBezTo>
                <a:cubicBezTo>
                  <a:pt x="138514" y="88403"/>
                  <a:pt x="135852" y="79255"/>
                  <a:pt x="130528" y="72863"/>
                </a:cubicBezTo>
                <a:cubicBezTo>
                  <a:pt x="125204" y="66471"/>
                  <a:pt x="119151" y="63275"/>
                  <a:pt x="112370" y="63275"/>
                </a:cubicBezTo>
                <a:cubicBezTo>
                  <a:pt x="108775" y="63275"/>
                  <a:pt x="105181" y="64189"/>
                  <a:pt x="101586" y="66016"/>
                </a:cubicBezTo>
                <a:cubicBezTo>
                  <a:pt x="98874" y="67368"/>
                  <a:pt x="95415" y="70073"/>
                  <a:pt x="91210" y="74132"/>
                </a:cubicBezTo>
                <a:close/>
                <a:moveTo>
                  <a:pt x="167008" y="5464"/>
                </a:moveTo>
                <a:lnTo>
                  <a:pt x="167837" y="6064"/>
                </a:lnTo>
                <a:lnTo>
                  <a:pt x="168653" y="6666"/>
                </a:lnTo>
                <a:lnTo>
                  <a:pt x="169454" y="7271"/>
                </a:lnTo>
                <a:lnTo>
                  <a:pt x="170241" y="7878"/>
                </a:lnTo>
                <a:lnTo>
                  <a:pt x="171014" y="8487"/>
                </a:lnTo>
                <a:lnTo>
                  <a:pt x="171772" y="9099"/>
                </a:lnTo>
                <a:lnTo>
                  <a:pt x="172517" y="9714"/>
                </a:lnTo>
                <a:lnTo>
                  <a:pt x="173247" y="10330"/>
                </a:lnTo>
                <a:lnTo>
                  <a:pt x="173964" y="10950"/>
                </a:lnTo>
                <a:lnTo>
                  <a:pt x="174666" y="11572"/>
                </a:lnTo>
                <a:lnTo>
                  <a:pt x="175354" y="12196"/>
                </a:lnTo>
                <a:lnTo>
                  <a:pt x="176028" y="12823"/>
                </a:lnTo>
                <a:lnTo>
                  <a:pt x="176688" y="13452"/>
                </a:lnTo>
                <a:lnTo>
                  <a:pt x="177333" y="14084"/>
                </a:lnTo>
                <a:lnTo>
                  <a:pt x="177965" y="14718"/>
                </a:lnTo>
                <a:lnTo>
                  <a:pt x="178582" y="15355"/>
                </a:lnTo>
                <a:lnTo>
                  <a:pt x="179186" y="15994"/>
                </a:lnTo>
                <a:lnTo>
                  <a:pt x="179775" y="16635"/>
                </a:lnTo>
                <a:lnTo>
                  <a:pt x="180350" y="17280"/>
                </a:lnTo>
                <a:lnTo>
                  <a:pt x="180911" y="17926"/>
                </a:lnTo>
                <a:lnTo>
                  <a:pt x="181458" y="18575"/>
                </a:lnTo>
                <a:lnTo>
                  <a:pt x="181990" y="19227"/>
                </a:lnTo>
                <a:lnTo>
                  <a:pt x="182512" y="19881"/>
                </a:lnTo>
                <a:lnTo>
                  <a:pt x="183024" y="20536"/>
                </a:lnTo>
                <a:lnTo>
                  <a:pt x="183528" y="21195"/>
                </a:lnTo>
                <a:lnTo>
                  <a:pt x="184023" y="21855"/>
                </a:lnTo>
                <a:lnTo>
                  <a:pt x="184510" y="22517"/>
                </a:lnTo>
                <a:lnTo>
                  <a:pt x="184988" y="23181"/>
                </a:lnTo>
                <a:lnTo>
                  <a:pt x="185457" y="23848"/>
                </a:lnTo>
                <a:lnTo>
                  <a:pt x="185918" y="24517"/>
                </a:lnTo>
                <a:lnTo>
                  <a:pt x="186370" y="25187"/>
                </a:lnTo>
                <a:lnTo>
                  <a:pt x="186814" y="25860"/>
                </a:lnTo>
                <a:lnTo>
                  <a:pt x="187248" y="26535"/>
                </a:lnTo>
                <a:lnTo>
                  <a:pt x="187674" y="27212"/>
                </a:lnTo>
                <a:lnTo>
                  <a:pt x="188092" y="27892"/>
                </a:lnTo>
                <a:lnTo>
                  <a:pt x="188501" y="28573"/>
                </a:lnTo>
                <a:lnTo>
                  <a:pt x="188901" y="29257"/>
                </a:lnTo>
                <a:lnTo>
                  <a:pt x="189292" y="29942"/>
                </a:lnTo>
                <a:lnTo>
                  <a:pt x="189675" y="30630"/>
                </a:lnTo>
                <a:lnTo>
                  <a:pt x="190049" y="31320"/>
                </a:lnTo>
                <a:lnTo>
                  <a:pt x="190415" y="32012"/>
                </a:lnTo>
                <a:lnTo>
                  <a:pt x="190771" y="32706"/>
                </a:lnTo>
                <a:lnTo>
                  <a:pt x="191120" y="33402"/>
                </a:lnTo>
                <a:lnTo>
                  <a:pt x="191459" y="34100"/>
                </a:lnTo>
                <a:lnTo>
                  <a:pt x="191790" y="34801"/>
                </a:lnTo>
                <a:lnTo>
                  <a:pt x="192112" y="35503"/>
                </a:lnTo>
                <a:lnTo>
                  <a:pt x="192428" y="36217"/>
                </a:lnTo>
                <a:lnTo>
                  <a:pt x="192739" y="36949"/>
                </a:lnTo>
                <a:lnTo>
                  <a:pt x="193046" y="37702"/>
                </a:lnTo>
                <a:lnTo>
                  <a:pt x="193349" y="38473"/>
                </a:lnTo>
                <a:lnTo>
                  <a:pt x="193647" y="39264"/>
                </a:lnTo>
                <a:lnTo>
                  <a:pt x="193940" y="40075"/>
                </a:lnTo>
                <a:lnTo>
                  <a:pt x="194229" y="40905"/>
                </a:lnTo>
                <a:lnTo>
                  <a:pt x="194514" y="41754"/>
                </a:lnTo>
                <a:lnTo>
                  <a:pt x="194795" y="42623"/>
                </a:lnTo>
                <a:lnTo>
                  <a:pt x="195071" y="43511"/>
                </a:lnTo>
                <a:lnTo>
                  <a:pt x="195342" y="44419"/>
                </a:lnTo>
                <a:lnTo>
                  <a:pt x="195609" y="45346"/>
                </a:lnTo>
                <a:lnTo>
                  <a:pt x="195872" y="46292"/>
                </a:lnTo>
                <a:lnTo>
                  <a:pt x="196130" y="47258"/>
                </a:lnTo>
                <a:lnTo>
                  <a:pt x="196384" y="48243"/>
                </a:lnTo>
                <a:lnTo>
                  <a:pt x="196634" y="49248"/>
                </a:lnTo>
                <a:lnTo>
                  <a:pt x="196879" y="50272"/>
                </a:lnTo>
                <a:lnTo>
                  <a:pt x="197119" y="51316"/>
                </a:lnTo>
                <a:lnTo>
                  <a:pt x="197356" y="52379"/>
                </a:lnTo>
                <a:lnTo>
                  <a:pt x="197587" y="53461"/>
                </a:lnTo>
                <a:lnTo>
                  <a:pt x="197815" y="54563"/>
                </a:lnTo>
                <a:lnTo>
                  <a:pt x="198038" y="55684"/>
                </a:lnTo>
                <a:lnTo>
                  <a:pt x="198256" y="56825"/>
                </a:lnTo>
                <a:lnTo>
                  <a:pt x="198470" y="57985"/>
                </a:lnTo>
                <a:lnTo>
                  <a:pt x="198744" y="59484"/>
                </a:lnTo>
                <a:lnTo>
                  <a:pt x="199007" y="60996"/>
                </a:lnTo>
                <a:lnTo>
                  <a:pt x="199257" y="62520"/>
                </a:lnTo>
                <a:lnTo>
                  <a:pt x="199496" y="64058"/>
                </a:lnTo>
                <a:lnTo>
                  <a:pt x="199723" y="65609"/>
                </a:lnTo>
                <a:lnTo>
                  <a:pt x="199939" y="67173"/>
                </a:lnTo>
                <a:lnTo>
                  <a:pt x="200143" y="68750"/>
                </a:lnTo>
                <a:lnTo>
                  <a:pt x="200335" y="70340"/>
                </a:lnTo>
                <a:lnTo>
                  <a:pt x="200516" y="71943"/>
                </a:lnTo>
                <a:lnTo>
                  <a:pt x="200685" y="73559"/>
                </a:lnTo>
                <a:lnTo>
                  <a:pt x="200842" y="75188"/>
                </a:lnTo>
                <a:lnTo>
                  <a:pt x="200988" y="76831"/>
                </a:lnTo>
                <a:lnTo>
                  <a:pt x="201122" y="78486"/>
                </a:lnTo>
                <a:lnTo>
                  <a:pt x="201245" y="80154"/>
                </a:lnTo>
                <a:lnTo>
                  <a:pt x="201355" y="81836"/>
                </a:lnTo>
                <a:lnTo>
                  <a:pt x="201454" y="83531"/>
                </a:lnTo>
                <a:lnTo>
                  <a:pt x="201542" y="85238"/>
                </a:lnTo>
                <a:lnTo>
                  <a:pt x="201618" y="86959"/>
                </a:lnTo>
                <a:lnTo>
                  <a:pt x="201682" y="88693"/>
                </a:lnTo>
                <a:lnTo>
                  <a:pt x="201734" y="90440"/>
                </a:lnTo>
                <a:lnTo>
                  <a:pt x="201775" y="92200"/>
                </a:lnTo>
                <a:lnTo>
                  <a:pt x="201804" y="93973"/>
                </a:lnTo>
                <a:lnTo>
                  <a:pt x="201822" y="95759"/>
                </a:lnTo>
                <a:lnTo>
                  <a:pt x="201827" y="97558"/>
                </a:lnTo>
                <a:lnTo>
                  <a:pt x="201821" y="99225"/>
                </a:lnTo>
                <a:lnTo>
                  <a:pt x="201800" y="100887"/>
                </a:lnTo>
                <a:lnTo>
                  <a:pt x="201766" y="102543"/>
                </a:lnTo>
                <a:lnTo>
                  <a:pt x="201719" y="104194"/>
                </a:lnTo>
                <a:lnTo>
                  <a:pt x="201657" y="105840"/>
                </a:lnTo>
                <a:lnTo>
                  <a:pt x="201583" y="107480"/>
                </a:lnTo>
                <a:lnTo>
                  <a:pt x="201494" y="109114"/>
                </a:lnTo>
                <a:lnTo>
                  <a:pt x="201392" y="110743"/>
                </a:lnTo>
                <a:lnTo>
                  <a:pt x="201277" y="112366"/>
                </a:lnTo>
                <a:lnTo>
                  <a:pt x="201147" y="113985"/>
                </a:lnTo>
                <a:lnTo>
                  <a:pt x="201005" y="115597"/>
                </a:lnTo>
                <a:lnTo>
                  <a:pt x="200848" y="117204"/>
                </a:lnTo>
                <a:lnTo>
                  <a:pt x="200678" y="118806"/>
                </a:lnTo>
                <a:lnTo>
                  <a:pt x="200495" y="120402"/>
                </a:lnTo>
                <a:lnTo>
                  <a:pt x="200298" y="121993"/>
                </a:lnTo>
                <a:lnTo>
                  <a:pt x="200087" y="123578"/>
                </a:lnTo>
                <a:lnTo>
                  <a:pt x="199862" y="125157"/>
                </a:lnTo>
                <a:lnTo>
                  <a:pt x="199624" y="126732"/>
                </a:lnTo>
                <a:lnTo>
                  <a:pt x="199373" y="128300"/>
                </a:lnTo>
                <a:lnTo>
                  <a:pt x="199108" y="129864"/>
                </a:lnTo>
                <a:lnTo>
                  <a:pt x="198829" y="131422"/>
                </a:lnTo>
                <a:lnTo>
                  <a:pt x="198536" y="132974"/>
                </a:lnTo>
                <a:lnTo>
                  <a:pt x="198230" y="134521"/>
                </a:lnTo>
                <a:lnTo>
                  <a:pt x="197911" y="136062"/>
                </a:lnTo>
                <a:lnTo>
                  <a:pt x="197577" y="137589"/>
                </a:lnTo>
                <a:lnTo>
                  <a:pt x="197229" y="139094"/>
                </a:lnTo>
                <a:lnTo>
                  <a:pt x="196867" y="140576"/>
                </a:lnTo>
                <a:lnTo>
                  <a:pt x="196489" y="142036"/>
                </a:lnTo>
                <a:lnTo>
                  <a:pt x="196098" y="143473"/>
                </a:lnTo>
                <a:lnTo>
                  <a:pt x="195692" y="144887"/>
                </a:lnTo>
                <a:lnTo>
                  <a:pt x="195271" y="146279"/>
                </a:lnTo>
                <a:lnTo>
                  <a:pt x="194836" y="147648"/>
                </a:lnTo>
                <a:lnTo>
                  <a:pt x="194387" y="148994"/>
                </a:lnTo>
                <a:lnTo>
                  <a:pt x="193923" y="150318"/>
                </a:lnTo>
                <a:lnTo>
                  <a:pt x="193445" y="151620"/>
                </a:lnTo>
                <a:lnTo>
                  <a:pt x="192952" y="152898"/>
                </a:lnTo>
                <a:lnTo>
                  <a:pt x="192444" y="154154"/>
                </a:lnTo>
                <a:lnTo>
                  <a:pt x="191922" y="155388"/>
                </a:lnTo>
                <a:lnTo>
                  <a:pt x="191386" y="156599"/>
                </a:lnTo>
                <a:lnTo>
                  <a:pt x="190835" y="157787"/>
                </a:lnTo>
                <a:lnTo>
                  <a:pt x="190270" y="158952"/>
                </a:lnTo>
                <a:lnTo>
                  <a:pt x="189690" y="160095"/>
                </a:lnTo>
                <a:lnTo>
                  <a:pt x="189096" y="161216"/>
                </a:lnTo>
                <a:lnTo>
                  <a:pt x="188487" y="162314"/>
                </a:lnTo>
                <a:lnTo>
                  <a:pt x="187864" y="163389"/>
                </a:lnTo>
                <a:lnTo>
                  <a:pt x="187226" y="164442"/>
                </a:lnTo>
                <a:lnTo>
                  <a:pt x="186574" y="165472"/>
                </a:lnTo>
                <a:lnTo>
                  <a:pt x="185907" y="166479"/>
                </a:lnTo>
                <a:lnTo>
                  <a:pt x="185225" y="167466"/>
                </a:lnTo>
                <a:lnTo>
                  <a:pt x="184528" y="168437"/>
                </a:lnTo>
                <a:lnTo>
                  <a:pt x="183816" y="169390"/>
                </a:lnTo>
                <a:lnTo>
                  <a:pt x="183088" y="170326"/>
                </a:lnTo>
                <a:lnTo>
                  <a:pt x="182345" y="171245"/>
                </a:lnTo>
                <a:lnTo>
                  <a:pt x="181587" y="172147"/>
                </a:lnTo>
                <a:lnTo>
                  <a:pt x="180813" y="173032"/>
                </a:lnTo>
                <a:lnTo>
                  <a:pt x="180024" y="173900"/>
                </a:lnTo>
                <a:lnTo>
                  <a:pt x="179219" y="174750"/>
                </a:lnTo>
                <a:lnTo>
                  <a:pt x="178539" y="175441"/>
                </a:lnTo>
                <a:lnTo>
                  <a:pt x="186778" y="175441"/>
                </a:lnTo>
                <a:lnTo>
                  <a:pt x="188030" y="174325"/>
                </a:lnTo>
                <a:lnTo>
                  <a:pt x="189707" y="172750"/>
                </a:lnTo>
                <a:lnTo>
                  <a:pt x="191350" y="171124"/>
                </a:lnTo>
                <a:lnTo>
                  <a:pt x="192960" y="169446"/>
                </a:lnTo>
                <a:lnTo>
                  <a:pt x="194537" y="167717"/>
                </a:lnTo>
                <a:lnTo>
                  <a:pt x="196080" y="165936"/>
                </a:lnTo>
                <a:lnTo>
                  <a:pt x="197590" y="164104"/>
                </a:lnTo>
                <a:lnTo>
                  <a:pt x="199066" y="162221"/>
                </a:lnTo>
                <a:lnTo>
                  <a:pt x="200509" y="160286"/>
                </a:lnTo>
                <a:lnTo>
                  <a:pt x="201919" y="158300"/>
                </a:lnTo>
                <a:lnTo>
                  <a:pt x="203295" y="156263"/>
                </a:lnTo>
                <a:lnTo>
                  <a:pt x="204638" y="154174"/>
                </a:lnTo>
                <a:lnTo>
                  <a:pt x="205947" y="152033"/>
                </a:lnTo>
                <a:lnTo>
                  <a:pt x="207213" y="149858"/>
                </a:lnTo>
                <a:lnTo>
                  <a:pt x="208425" y="147663"/>
                </a:lnTo>
                <a:lnTo>
                  <a:pt x="209583" y="145449"/>
                </a:lnTo>
                <a:lnTo>
                  <a:pt x="210688" y="143216"/>
                </a:lnTo>
                <a:lnTo>
                  <a:pt x="211738" y="140963"/>
                </a:lnTo>
                <a:lnTo>
                  <a:pt x="212735" y="138691"/>
                </a:lnTo>
                <a:lnTo>
                  <a:pt x="213677" y="136400"/>
                </a:lnTo>
                <a:lnTo>
                  <a:pt x="214566" y="134090"/>
                </a:lnTo>
                <a:lnTo>
                  <a:pt x="215401" y="131760"/>
                </a:lnTo>
                <a:lnTo>
                  <a:pt x="216182" y="129411"/>
                </a:lnTo>
                <a:lnTo>
                  <a:pt x="216909" y="127043"/>
                </a:lnTo>
                <a:lnTo>
                  <a:pt x="217583" y="124656"/>
                </a:lnTo>
                <a:lnTo>
                  <a:pt x="218202" y="122249"/>
                </a:lnTo>
                <a:lnTo>
                  <a:pt x="218768" y="119823"/>
                </a:lnTo>
                <a:lnTo>
                  <a:pt x="219279" y="117378"/>
                </a:lnTo>
                <a:lnTo>
                  <a:pt x="219737" y="114914"/>
                </a:lnTo>
                <a:lnTo>
                  <a:pt x="220141" y="112430"/>
                </a:lnTo>
                <a:lnTo>
                  <a:pt x="220491" y="109927"/>
                </a:lnTo>
                <a:lnTo>
                  <a:pt x="220788" y="107405"/>
                </a:lnTo>
                <a:lnTo>
                  <a:pt x="221030" y="104864"/>
                </a:lnTo>
                <a:lnTo>
                  <a:pt x="221219" y="102303"/>
                </a:lnTo>
                <a:lnTo>
                  <a:pt x="221353" y="99723"/>
                </a:lnTo>
                <a:lnTo>
                  <a:pt x="221434" y="97124"/>
                </a:lnTo>
                <a:lnTo>
                  <a:pt x="221461" y="94506"/>
                </a:lnTo>
                <a:lnTo>
                  <a:pt x="221447" y="92703"/>
                </a:lnTo>
                <a:lnTo>
                  <a:pt x="221406" y="90906"/>
                </a:lnTo>
                <a:lnTo>
                  <a:pt x="221337" y="89115"/>
                </a:lnTo>
                <a:lnTo>
                  <a:pt x="221241" y="87330"/>
                </a:lnTo>
                <a:lnTo>
                  <a:pt x="221117" y="85550"/>
                </a:lnTo>
                <a:lnTo>
                  <a:pt x="220965" y="83777"/>
                </a:lnTo>
                <a:lnTo>
                  <a:pt x="220786" y="82009"/>
                </a:lnTo>
                <a:lnTo>
                  <a:pt x="220579" y="80247"/>
                </a:lnTo>
                <a:lnTo>
                  <a:pt x="220345" y="78491"/>
                </a:lnTo>
                <a:lnTo>
                  <a:pt x="220083" y="76741"/>
                </a:lnTo>
                <a:lnTo>
                  <a:pt x="219794" y="74996"/>
                </a:lnTo>
                <a:lnTo>
                  <a:pt x="219477" y="73257"/>
                </a:lnTo>
                <a:lnTo>
                  <a:pt x="219133" y="71525"/>
                </a:lnTo>
                <a:lnTo>
                  <a:pt x="218761" y="69798"/>
                </a:lnTo>
                <a:lnTo>
                  <a:pt x="218362" y="68076"/>
                </a:lnTo>
                <a:lnTo>
                  <a:pt x="217934" y="66361"/>
                </a:lnTo>
                <a:lnTo>
                  <a:pt x="217480" y="64651"/>
                </a:lnTo>
                <a:lnTo>
                  <a:pt x="216998" y="62948"/>
                </a:lnTo>
                <a:lnTo>
                  <a:pt x="216488" y="61250"/>
                </a:lnTo>
                <a:lnTo>
                  <a:pt x="215951" y="59558"/>
                </a:lnTo>
                <a:lnTo>
                  <a:pt x="215386" y="57872"/>
                </a:lnTo>
                <a:lnTo>
                  <a:pt x="214794" y="56191"/>
                </a:lnTo>
                <a:lnTo>
                  <a:pt x="214174" y="54517"/>
                </a:lnTo>
                <a:lnTo>
                  <a:pt x="213526" y="52848"/>
                </a:lnTo>
                <a:lnTo>
                  <a:pt x="212854" y="51191"/>
                </a:lnTo>
                <a:lnTo>
                  <a:pt x="212158" y="49552"/>
                </a:lnTo>
                <a:lnTo>
                  <a:pt x="211439" y="47931"/>
                </a:lnTo>
                <a:lnTo>
                  <a:pt x="210698" y="46328"/>
                </a:lnTo>
                <a:lnTo>
                  <a:pt x="209933" y="44742"/>
                </a:lnTo>
                <a:lnTo>
                  <a:pt x="209146" y="43174"/>
                </a:lnTo>
                <a:lnTo>
                  <a:pt x="208335" y="41624"/>
                </a:lnTo>
                <a:lnTo>
                  <a:pt x="207502" y="40092"/>
                </a:lnTo>
                <a:lnTo>
                  <a:pt x="206645" y="38578"/>
                </a:lnTo>
                <a:lnTo>
                  <a:pt x="205766" y="37082"/>
                </a:lnTo>
                <a:lnTo>
                  <a:pt x="204864" y="35603"/>
                </a:lnTo>
                <a:lnTo>
                  <a:pt x="203938" y="34143"/>
                </a:lnTo>
                <a:lnTo>
                  <a:pt x="202990" y="32700"/>
                </a:lnTo>
                <a:lnTo>
                  <a:pt x="202019" y="31275"/>
                </a:lnTo>
                <a:lnTo>
                  <a:pt x="201025" y="29868"/>
                </a:lnTo>
                <a:lnTo>
                  <a:pt x="200008" y="28478"/>
                </a:lnTo>
                <a:lnTo>
                  <a:pt x="198968" y="27107"/>
                </a:lnTo>
                <a:lnTo>
                  <a:pt x="197905" y="25753"/>
                </a:lnTo>
                <a:lnTo>
                  <a:pt x="196819" y="24417"/>
                </a:lnTo>
                <a:lnTo>
                  <a:pt x="195710" y="23099"/>
                </a:lnTo>
                <a:lnTo>
                  <a:pt x="194578" y="21799"/>
                </a:lnTo>
                <a:lnTo>
                  <a:pt x="193423" y="20517"/>
                </a:lnTo>
                <a:lnTo>
                  <a:pt x="192245" y="19253"/>
                </a:lnTo>
                <a:lnTo>
                  <a:pt x="191044" y="18006"/>
                </a:lnTo>
                <a:lnTo>
                  <a:pt x="190179" y="17146"/>
                </a:lnTo>
                <a:lnTo>
                  <a:pt x="189296" y="16296"/>
                </a:lnTo>
                <a:lnTo>
                  <a:pt x="188394" y="15455"/>
                </a:lnTo>
                <a:lnTo>
                  <a:pt x="187475" y="14623"/>
                </a:lnTo>
                <a:lnTo>
                  <a:pt x="186538" y="13802"/>
                </a:lnTo>
                <a:lnTo>
                  <a:pt x="185583" y="12989"/>
                </a:lnTo>
                <a:lnTo>
                  <a:pt x="184609" y="12187"/>
                </a:lnTo>
                <a:lnTo>
                  <a:pt x="183618" y="11394"/>
                </a:lnTo>
                <a:lnTo>
                  <a:pt x="182609" y="10610"/>
                </a:lnTo>
                <a:lnTo>
                  <a:pt x="181581" y="9836"/>
                </a:lnTo>
                <a:lnTo>
                  <a:pt x="180536" y="9071"/>
                </a:lnTo>
                <a:lnTo>
                  <a:pt x="179473" y="8316"/>
                </a:lnTo>
                <a:lnTo>
                  <a:pt x="178391" y="7571"/>
                </a:lnTo>
                <a:lnTo>
                  <a:pt x="177292" y="6835"/>
                </a:lnTo>
                <a:lnTo>
                  <a:pt x="176174" y="6108"/>
                </a:lnTo>
                <a:lnTo>
                  <a:pt x="175039" y="5392"/>
                </a:lnTo>
                <a:lnTo>
                  <a:pt x="173885" y="4684"/>
                </a:lnTo>
                <a:lnTo>
                  <a:pt x="172714" y="3986"/>
                </a:lnTo>
                <a:lnTo>
                  <a:pt x="171524" y="3298"/>
                </a:lnTo>
                <a:lnTo>
                  <a:pt x="170317" y="2620"/>
                </a:lnTo>
                <a:lnTo>
                  <a:pt x="169091" y="1950"/>
                </a:lnTo>
                <a:lnTo>
                  <a:pt x="167848" y="1291"/>
                </a:lnTo>
                <a:lnTo>
                  <a:pt x="166586" y="641"/>
                </a:lnTo>
                <a:lnTo>
                  <a:pt x="165307" y="0"/>
                </a:lnTo>
                <a:lnTo>
                  <a:pt x="165307" y="4273"/>
                </a:lnTo>
                <a:lnTo>
                  <a:pt x="166164" y="4867"/>
                </a:lnTo>
                <a:lnTo>
                  <a:pt x="167008" y="5464"/>
                </a:lnTo>
                <a:close/>
                <a:moveTo>
                  <a:pt x="363294" y="98473"/>
                </a:moveTo>
                <a:lnTo>
                  <a:pt x="309886" y="98473"/>
                </a:lnTo>
                <a:lnTo>
                  <a:pt x="300527" y="120243"/>
                </a:lnTo>
                <a:cubicBezTo>
                  <a:pt x="298222" y="125601"/>
                  <a:pt x="297069" y="129602"/>
                  <a:pt x="297069" y="132247"/>
                </a:cubicBezTo>
                <a:cubicBezTo>
                  <a:pt x="297069" y="134350"/>
                  <a:pt x="298069" y="136198"/>
                  <a:pt x="300070" y="137791"/>
                </a:cubicBezTo>
                <a:cubicBezTo>
                  <a:pt x="302070" y="139385"/>
                  <a:pt x="306394" y="140419"/>
                  <a:pt x="313040" y="140894"/>
                </a:cubicBezTo>
                <a:lnTo>
                  <a:pt x="313040" y="144658"/>
                </a:lnTo>
                <a:lnTo>
                  <a:pt x="269602" y="144658"/>
                </a:lnTo>
                <a:lnTo>
                  <a:pt x="269602" y="140894"/>
                </a:lnTo>
                <a:cubicBezTo>
                  <a:pt x="275366" y="139877"/>
                  <a:pt x="279097" y="138556"/>
                  <a:pt x="280792" y="136930"/>
                </a:cubicBezTo>
                <a:cubicBezTo>
                  <a:pt x="284251" y="133677"/>
                  <a:pt x="288083" y="127070"/>
                  <a:pt x="292287" y="117109"/>
                </a:cubicBezTo>
                <a:lnTo>
                  <a:pt x="340812" y="3662"/>
                </a:lnTo>
                <a:lnTo>
                  <a:pt x="344372" y="3662"/>
                </a:lnTo>
                <a:lnTo>
                  <a:pt x="392388" y="118326"/>
                </a:lnTo>
                <a:cubicBezTo>
                  <a:pt x="396254" y="127543"/>
                  <a:pt x="399764" y="133524"/>
                  <a:pt x="402917" y="136269"/>
                </a:cubicBezTo>
                <a:cubicBezTo>
                  <a:pt x="406071" y="139013"/>
                  <a:pt x="410462" y="140555"/>
                  <a:pt x="416091" y="140894"/>
                </a:cubicBezTo>
                <a:lnTo>
                  <a:pt x="416091" y="144658"/>
                </a:lnTo>
                <a:lnTo>
                  <a:pt x="361666" y="144658"/>
                </a:lnTo>
                <a:lnTo>
                  <a:pt x="361666" y="140894"/>
                </a:lnTo>
                <a:cubicBezTo>
                  <a:pt x="367160" y="140623"/>
                  <a:pt x="370873" y="139707"/>
                  <a:pt x="372806" y="138148"/>
                </a:cubicBezTo>
                <a:cubicBezTo>
                  <a:pt x="374738" y="136588"/>
                  <a:pt x="375705" y="134689"/>
                  <a:pt x="375705" y="132451"/>
                </a:cubicBezTo>
                <a:cubicBezTo>
                  <a:pt x="375705" y="129467"/>
                  <a:pt x="374348" y="124753"/>
                  <a:pt x="371636" y="118310"/>
                </a:cubicBezTo>
                <a:lnTo>
                  <a:pt x="363294" y="98473"/>
                </a:lnTo>
                <a:moveTo>
                  <a:pt x="360446" y="90945"/>
                </a:moveTo>
                <a:lnTo>
                  <a:pt x="337048" y="35278"/>
                </a:lnTo>
                <a:lnTo>
                  <a:pt x="313040" y="90945"/>
                </a:lnTo>
                <a:lnTo>
                  <a:pt x="360446" y="90945"/>
                </a:lnTo>
                <a:close/>
                <a:moveTo>
                  <a:pt x="425705" y="32858"/>
                </a:moveTo>
                <a:cubicBezTo>
                  <a:pt x="429638" y="23567"/>
                  <a:pt x="434606" y="16412"/>
                  <a:pt x="440608" y="11394"/>
                </a:cubicBezTo>
                <a:cubicBezTo>
                  <a:pt x="446610" y="6375"/>
                  <a:pt x="454087" y="3866"/>
                  <a:pt x="463039" y="3866"/>
                </a:cubicBezTo>
                <a:cubicBezTo>
                  <a:pt x="474094" y="3866"/>
                  <a:pt x="482571" y="7455"/>
                  <a:pt x="488472" y="14633"/>
                </a:cubicBezTo>
                <a:cubicBezTo>
                  <a:pt x="492948" y="19984"/>
                  <a:pt x="495186" y="25708"/>
                  <a:pt x="495186" y="31803"/>
                </a:cubicBezTo>
                <a:cubicBezTo>
                  <a:pt x="495186" y="41825"/>
                  <a:pt x="488878" y="52187"/>
                  <a:pt x="476264" y="62887"/>
                </a:cubicBezTo>
                <a:cubicBezTo>
                  <a:pt x="484741" y="66215"/>
                  <a:pt x="491150" y="70967"/>
                  <a:pt x="495491" y="77145"/>
                </a:cubicBezTo>
                <a:cubicBezTo>
                  <a:pt x="499831" y="83321"/>
                  <a:pt x="502001" y="90584"/>
                  <a:pt x="502001" y="98934"/>
                </a:cubicBezTo>
                <a:cubicBezTo>
                  <a:pt x="502001" y="110883"/>
                  <a:pt x="498204" y="121236"/>
                  <a:pt x="490608" y="129993"/>
                </a:cubicBezTo>
                <a:cubicBezTo>
                  <a:pt x="480706" y="141398"/>
                  <a:pt x="466362" y="147100"/>
                  <a:pt x="447577" y="147100"/>
                </a:cubicBezTo>
                <a:cubicBezTo>
                  <a:pt x="438285" y="147100"/>
                  <a:pt x="431961" y="145947"/>
                  <a:pt x="428604" y="143641"/>
                </a:cubicBezTo>
                <a:cubicBezTo>
                  <a:pt x="425247" y="141335"/>
                  <a:pt x="423569" y="138860"/>
                  <a:pt x="423569" y="136215"/>
                </a:cubicBezTo>
                <a:cubicBezTo>
                  <a:pt x="423569" y="134248"/>
                  <a:pt x="424365" y="132519"/>
                  <a:pt x="425959" y="131027"/>
                </a:cubicBezTo>
                <a:cubicBezTo>
                  <a:pt x="427553" y="129535"/>
                  <a:pt x="429469" y="128788"/>
                  <a:pt x="431707" y="128788"/>
                </a:cubicBezTo>
                <a:cubicBezTo>
                  <a:pt x="433402" y="128788"/>
                  <a:pt x="435132" y="129060"/>
                  <a:pt x="436895" y="129602"/>
                </a:cubicBezTo>
                <a:cubicBezTo>
                  <a:pt x="438048" y="129941"/>
                  <a:pt x="440659" y="131179"/>
                  <a:pt x="444728" y="133315"/>
                </a:cubicBezTo>
                <a:cubicBezTo>
                  <a:pt x="448797" y="135452"/>
                  <a:pt x="451612" y="136723"/>
                  <a:pt x="453172" y="137130"/>
                </a:cubicBezTo>
                <a:cubicBezTo>
                  <a:pt x="455681" y="137876"/>
                  <a:pt x="458360" y="138249"/>
                  <a:pt x="461208" y="138249"/>
                </a:cubicBezTo>
                <a:cubicBezTo>
                  <a:pt x="468126" y="138249"/>
                  <a:pt x="474145" y="135566"/>
                  <a:pt x="479265" y="130200"/>
                </a:cubicBezTo>
                <a:cubicBezTo>
                  <a:pt x="484385" y="124834"/>
                  <a:pt x="486946" y="118482"/>
                  <a:pt x="486946" y="111145"/>
                </a:cubicBezTo>
                <a:cubicBezTo>
                  <a:pt x="486946" y="105779"/>
                  <a:pt x="485759" y="100548"/>
                  <a:pt x="483385" y="95453"/>
                </a:cubicBezTo>
                <a:cubicBezTo>
                  <a:pt x="481622" y="91649"/>
                  <a:pt x="479689" y="88763"/>
                  <a:pt x="477587" y="86794"/>
                </a:cubicBezTo>
                <a:cubicBezTo>
                  <a:pt x="474670" y="84075"/>
                  <a:pt x="470669" y="81612"/>
                  <a:pt x="465583" y="79406"/>
                </a:cubicBezTo>
                <a:cubicBezTo>
                  <a:pt x="460496" y="77197"/>
                  <a:pt x="455308" y="76093"/>
                  <a:pt x="450018" y="76093"/>
                </a:cubicBezTo>
                <a:lnTo>
                  <a:pt x="446763" y="76093"/>
                </a:lnTo>
                <a:lnTo>
                  <a:pt x="446763" y="73041"/>
                </a:lnTo>
                <a:cubicBezTo>
                  <a:pt x="452120" y="72363"/>
                  <a:pt x="457495" y="70430"/>
                  <a:pt x="462887" y="67243"/>
                </a:cubicBezTo>
                <a:cubicBezTo>
                  <a:pt x="468278" y="64055"/>
                  <a:pt x="472195" y="60223"/>
                  <a:pt x="474636" y="55747"/>
                </a:cubicBezTo>
                <a:cubicBezTo>
                  <a:pt x="477078" y="51271"/>
                  <a:pt x="478299" y="46354"/>
                  <a:pt x="478299" y="40997"/>
                </a:cubicBezTo>
                <a:cubicBezTo>
                  <a:pt x="478299" y="34011"/>
                  <a:pt x="476111" y="28365"/>
                  <a:pt x="471737" y="24059"/>
                </a:cubicBezTo>
                <a:cubicBezTo>
                  <a:pt x="467363" y="19752"/>
                  <a:pt x="461920" y="17599"/>
                  <a:pt x="455410" y="17599"/>
                </a:cubicBezTo>
                <a:cubicBezTo>
                  <a:pt x="444898" y="17599"/>
                  <a:pt x="436115" y="23228"/>
                  <a:pt x="429062" y="34486"/>
                </a:cubicBezTo>
                <a:lnTo>
                  <a:pt x="425705" y="32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(c)A4">
            <a:extLst xmlns:a="http://schemas.openxmlformats.org/drawingml/2006/main">
              <a:ext uri="{FF2B5EF4-FFF2-40B4-BE49-F238E27FC236}">
                <a16:creationId xmlns:a16="http://schemas.microsoft.com/office/drawing/2014/main" id="{046B9423-36F8-4AE5-BF5D-EE5A6788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249" y="2828849"/>
            <a:ext cx="501656" cy="175441"/>
          </a:xfrm>
          <a:custGeom xmlns:a="http://schemas.openxmlformats.org/drawingml/2006/main">
            <a:pathLst>
              <a:path w="501656" h="175441">
                <a:moveTo>
                  <a:pt x="43564" y="175006"/>
                </a:moveTo>
                <a:lnTo>
                  <a:pt x="42945" y="174369"/>
                </a:lnTo>
                <a:lnTo>
                  <a:pt x="42341" y="173730"/>
                </a:lnTo>
                <a:lnTo>
                  <a:pt x="41750" y="173089"/>
                </a:lnTo>
                <a:lnTo>
                  <a:pt x="41172" y="172444"/>
                </a:lnTo>
                <a:lnTo>
                  <a:pt x="40608" y="171798"/>
                </a:lnTo>
                <a:lnTo>
                  <a:pt x="40058" y="171149"/>
                </a:lnTo>
                <a:lnTo>
                  <a:pt x="39522" y="170497"/>
                </a:lnTo>
                <a:lnTo>
                  <a:pt x="38996" y="169843"/>
                </a:lnTo>
                <a:lnTo>
                  <a:pt x="38480" y="169187"/>
                </a:lnTo>
                <a:lnTo>
                  <a:pt x="37973" y="168529"/>
                </a:lnTo>
                <a:lnTo>
                  <a:pt x="37474" y="167868"/>
                </a:lnTo>
                <a:lnTo>
                  <a:pt x="36985" y="167205"/>
                </a:lnTo>
                <a:lnTo>
                  <a:pt x="36505" y="166539"/>
                </a:lnTo>
                <a:lnTo>
                  <a:pt x="36033" y="165872"/>
                </a:lnTo>
                <a:lnTo>
                  <a:pt x="35571" y="165202"/>
                </a:lnTo>
                <a:lnTo>
                  <a:pt x="35118" y="164529"/>
                </a:lnTo>
                <a:lnTo>
                  <a:pt x="34674" y="163855"/>
                </a:lnTo>
                <a:lnTo>
                  <a:pt x="34238" y="163178"/>
                </a:lnTo>
                <a:lnTo>
                  <a:pt x="33812" y="162499"/>
                </a:lnTo>
                <a:lnTo>
                  <a:pt x="33395" y="161817"/>
                </a:lnTo>
                <a:lnTo>
                  <a:pt x="32987" y="161134"/>
                </a:lnTo>
                <a:lnTo>
                  <a:pt x="32587" y="160448"/>
                </a:lnTo>
                <a:lnTo>
                  <a:pt x="32197" y="159759"/>
                </a:lnTo>
                <a:lnTo>
                  <a:pt x="31816" y="159069"/>
                </a:lnTo>
                <a:lnTo>
                  <a:pt x="31444" y="158376"/>
                </a:lnTo>
                <a:lnTo>
                  <a:pt x="31080" y="157680"/>
                </a:lnTo>
                <a:lnTo>
                  <a:pt x="30726" y="156983"/>
                </a:lnTo>
                <a:lnTo>
                  <a:pt x="30381" y="156283"/>
                </a:lnTo>
                <a:lnTo>
                  <a:pt x="30045" y="155581"/>
                </a:lnTo>
                <a:lnTo>
                  <a:pt x="29718" y="154877"/>
                </a:lnTo>
                <a:lnTo>
                  <a:pt x="29400" y="154170"/>
                </a:lnTo>
                <a:lnTo>
                  <a:pt x="29088" y="153452"/>
                </a:lnTo>
                <a:lnTo>
                  <a:pt x="28780" y="152716"/>
                </a:lnTo>
                <a:lnTo>
                  <a:pt x="28476" y="151960"/>
                </a:lnTo>
                <a:lnTo>
                  <a:pt x="28176" y="151184"/>
                </a:lnTo>
                <a:lnTo>
                  <a:pt x="27880" y="150390"/>
                </a:lnTo>
                <a:lnTo>
                  <a:pt x="27588" y="149576"/>
                </a:lnTo>
                <a:lnTo>
                  <a:pt x="27299" y="148743"/>
                </a:lnTo>
                <a:lnTo>
                  <a:pt x="27015" y="147891"/>
                </a:lnTo>
                <a:lnTo>
                  <a:pt x="26734" y="147019"/>
                </a:lnTo>
                <a:lnTo>
                  <a:pt x="26457" y="146129"/>
                </a:lnTo>
                <a:lnTo>
                  <a:pt x="26184" y="145219"/>
                </a:lnTo>
                <a:lnTo>
                  <a:pt x="25915" y="144289"/>
                </a:lnTo>
                <a:lnTo>
                  <a:pt x="25650" y="143341"/>
                </a:lnTo>
                <a:lnTo>
                  <a:pt x="25389" y="142373"/>
                </a:lnTo>
                <a:lnTo>
                  <a:pt x="25132" y="141386"/>
                </a:lnTo>
                <a:lnTo>
                  <a:pt x="24878" y="140380"/>
                </a:lnTo>
                <a:lnTo>
                  <a:pt x="24629" y="139354"/>
                </a:lnTo>
                <a:lnTo>
                  <a:pt x="24383" y="138310"/>
                </a:lnTo>
                <a:lnTo>
                  <a:pt x="24141" y="137246"/>
                </a:lnTo>
                <a:lnTo>
                  <a:pt x="23903" y="136162"/>
                </a:lnTo>
                <a:lnTo>
                  <a:pt x="23669" y="135060"/>
                </a:lnTo>
                <a:lnTo>
                  <a:pt x="23439" y="133938"/>
                </a:lnTo>
                <a:lnTo>
                  <a:pt x="23213" y="132797"/>
                </a:lnTo>
                <a:lnTo>
                  <a:pt x="22991" y="131637"/>
                </a:lnTo>
                <a:lnTo>
                  <a:pt x="22717" y="130146"/>
                </a:lnTo>
                <a:lnTo>
                  <a:pt x="22454" y="128642"/>
                </a:lnTo>
                <a:lnTo>
                  <a:pt x="22204" y="127124"/>
                </a:lnTo>
                <a:lnTo>
                  <a:pt x="21965" y="125593"/>
                </a:lnTo>
                <a:lnTo>
                  <a:pt x="21738" y="124047"/>
                </a:lnTo>
                <a:lnTo>
                  <a:pt x="21522" y="122488"/>
                </a:lnTo>
                <a:lnTo>
                  <a:pt x="21318" y="120915"/>
                </a:lnTo>
                <a:lnTo>
                  <a:pt x="21126" y="119328"/>
                </a:lnTo>
                <a:lnTo>
                  <a:pt x="20945" y="117727"/>
                </a:lnTo>
                <a:lnTo>
                  <a:pt x="20776" y="116113"/>
                </a:lnTo>
                <a:lnTo>
                  <a:pt x="20619" y="114484"/>
                </a:lnTo>
                <a:lnTo>
                  <a:pt x="20473" y="112843"/>
                </a:lnTo>
                <a:lnTo>
                  <a:pt x="20339" y="111187"/>
                </a:lnTo>
                <a:lnTo>
                  <a:pt x="20216" y="109517"/>
                </a:lnTo>
                <a:lnTo>
                  <a:pt x="20106" y="107834"/>
                </a:lnTo>
                <a:lnTo>
                  <a:pt x="20007" y="106137"/>
                </a:lnTo>
                <a:lnTo>
                  <a:pt x="19919" y="104426"/>
                </a:lnTo>
                <a:lnTo>
                  <a:pt x="19843" y="102701"/>
                </a:lnTo>
                <a:lnTo>
                  <a:pt x="19779" y="100963"/>
                </a:lnTo>
                <a:lnTo>
                  <a:pt x="19727" y="99211"/>
                </a:lnTo>
                <a:lnTo>
                  <a:pt x="19686" y="97445"/>
                </a:lnTo>
                <a:lnTo>
                  <a:pt x="19657" y="95665"/>
                </a:lnTo>
                <a:lnTo>
                  <a:pt x="19639" y="93872"/>
                </a:lnTo>
                <a:lnTo>
                  <a:pt x="19634" y="92064"/>
                </a:lnTo>
                <a:lnTo>
                  <a:pt x="19641" y="90397"/>
                </a:lnTo>
                <a:lnTo>
                  <a:pt x="19661" y="88736"/>
                </a:lnTo>
                <a:lnTo>
                  <a:pt x="19696" y="87080"/>
                </a:lnTo>
                <a:lnTo>
                  <a:pt x="19744" y="85429"/>
                </a:lnTo>
                <a:lnTo>
                  <a:pt x="19806" y="83785"/>
                </a:lnTo>
                <a:lnTo>
                  <a:pt x="19882" y="82146"/>
                </a:lnTo>
                <a:lnTo>
                  <a:pt x="19971" y="80513"/>
                </a:lnTo>
                <a:lnTo>
                  <a:pt x="20074" y="78885"/>
                </a:lnTo>
                <a:lnTo>
                  <a:pt x="20192" y="77263"/>
                </a:lnTo>
                <a:lnTo>
                  <a:pt x="20322" y="75647"/>
                </a:lnTo>
                <a:lnTo>
                  <a:pt x="20467" y="74036"/>
                </a:lnTo>
                <a:lnTo>
                  <a:pt x="20625" y="72431"/>
                </a:lnTo>
                <a:lnTo>
                  <a:pt x="20798" y="70831"/>
                </a:lnTo>
                <a:lnTo>
                  <a:pt x="20984" y="69238"/>
                </a:lnTo>
                <a:lnTo>
                  <a:pt x="21183" y="67650"/>
                </a:lnTo>
                <a:lnTo>
                  <a:pt x="21397" y="66067"/>
                </a:lnTo>
                <a:lnTo>
                  <a:pt x="21624" y="64490"/>
                </a:lnTo>
                <a:lnTo>
                  <a:pt x="21865" y="62919"/>
                </a:lnTo>
                <a:lnTo>
                  <a:pt x="22120" y="61354"/>
                </a:lnTo>
                <a:lnTo>
                  <a:pt x="22389" y="59794"/>
                </a:lnTo>
                <a:lnTo>
                  <a:pt x="22671" y="58240"/>
                </a:lnTo>
                <a:lnTo>
                  <a:pt x="22967" y="56691"/>
                </a:lnTo>
                <a:lnTo>
                  <a:pt x="23277" y="55148"/>
                </a:lnTo>
                <a:lnTo>
                  <a:pt x="23601" y="53611"/>
                </a:lnTo>
                <a:lnTo>
                  <a:pt x="23939" y="52088"/>
                </a:lnTo>
                <a:lnTo>
                  <a:pt x="24291" y="50587"/>
                </a:lnTo>
                <a:lnTo>
                  <a:pt x="24656" y="49108"/>
                </a:lnTo>
                <a:lnTo>
                  <a:pt x="25037" y="47651"/>
                </a:lnTo>
                <a:lnTo>
                  <a:pt x="25431" y="46217"/>
                </a:lnTo>
                <a:lnTo>
                  <a:pt x="25839" y="44805"/>
                </a:lnTo>
                <a:lnTo>
                  <a:pt x="26262" y="43415"/>
                </a:lnTo>
                <a:lnTo>
                  <a:pt x="26698" y="42048"/>
                </a:lnTo>
                <a:lnTo>
                  <a:pt x="27149" y="40703"/>
                </a:lnTo>
                <a:lnTo>
                  <a:pt x="27614" y="39380"/>
                </a:lnTo>
                <a:lnTo>
                  <a:pt x="28093" y="38079"/>
                </a:lnTo>
                <a:lnTo>
                  <a:pt x="28586" y="36800"/>
                </a:lnTo>
                <a:lnTo>
                  <a:pt x="29093" y="35544"/>
                </a:lnTo>
                <a:lnTo>
                  <a:pt x="29614" y="34310"/>
                </a:lnTo>
                <a:lnTo>
                  <a:pt x="30150" y="33098"/>
                </a:lnTo>
                <a:lnTo>
                  <a:pt x="30699" y="31909"/>
                </a:lnTo>
                <a:lnTo>
                  <a:pt x="31263" y="30742"/>
                </a:lnTo>
                <a:lnTo>
                  <a:pt x="31841" y="29597"/>
                </a:lnTo>
                <a:lnTo>
                  <a:pt x="32433" y="28474"/>
                </a:lnTo>
                <a:lnTo>
                  <a:pt x="33039" y="27373"/>
                </a:lnTo>
                <a:lnTo>
                  <a:pt x="33659" y="26295"/>
                </a:lnTo>
                <a:lnTo>
                  <a:pt x="34294" y="25239"/>
                </a:lnTo>
                <a:lnTo>
                  <a:pt x="34942" y="24206"/>
                </a:lnTo>
                <a:lnTo>
                  <a:pt x="35605" y="23194"/>
                </a:lnTo>
                <a:lnTo>
                  <a:pt x="36283" y="22203"/>
                </a:lnTo>
                <a:lnTo>
                  <a:pt x="36976" y="21229"/>
                </a:lnTo>
                <a:lnTo>
                  <a:pt x="37684" y="20273"/>
                </a:lnTo>
                <a:lnTo>
                  <a:pt x="38408" y="19334"/>
                </a:lnTo>
                <a:lnTo>
                  <a:pt x="39148" y="18413"/>
                </a:lnTo>
                <a:lnTo>
                  <a:pt x="39903" y="17510"/>
                </a:lnTo>
                <a:lnTo>
                  <a:pt x="40674" y="16625"/>
                </a:lnTo>
                <a:lnTo>
                  <a:pt x="41460" y="15757"/>
                </a:lnTo>
                <a:lnTo>
                  <a:pt x="42262" y="14906"/>
                </a:lnTo>
                <a:lnTo>
                  <a:pt x="43079" y="14074"/>
                </a:lnTo>
                <a:lnTo>
                  <a:pt x="43912" y="13259"/>
                </a:lnTo>
                <a:lnTo>
                  <a:pt x="44761" y="12462"/>
                </a:lnTo>
                <a:lnTo>
                  <a:pt x="45625" y="11682"/>
                </a:lnTo>
                <a:lnTo>
                  <a:pt x="46504" y="10920"/>
                </a:lnTo>
                <a:lnTo>
                  <a:pt x="47399" y="10176"/>
                </a:lnTo>
                <a:lnTo>
                  <a:pt x="48310" y="9449"/>
                </a:lnTo>
                <a:lnTo>
                  <a:pt x="49236" y="8741"/>
                </a:lnTo>
                <a:lnTo>
                  <a:pt x="50178" y="8049"/>
                </a:lnTo>
                <a:lnTo>
                  <a:pt x="51135" y="7376"/>
                </a:lnTo>
                <a:lnTo>
                  <a:pt x="52108" y="6720"/>
                </a:lnTo>
                <a:lnTo>
                  <a:pt x="53096" y="6081"/>
                </a:lnTo>
                <a:lnTo>
                  <a:pt x="54100" y="5461"/>
                </a:lnTo>
                <a:lnTo>
                  <a:pt x="55119" y="4858"/>
                </a:lnTo>
                <a:lnTo>
                  <a:pt x="56154" y="4273"/>
                </a:lnTo>
                <a:lnTo>
                  <a:pt x="56154" y="0"/>
                </a:lnTo>
                <a:lnTo>
                  <a:pt x="54085" y="958"/>
                </a:lnTo>
                <a:lnTo>
                  <a:pt x="52049" y="1968"/>
                </a:lnTo>
                <a:lnTo>
                  <a:pt x="50046" y="3029"/>
                </a:lnTo>
                <a:lnTo>
                  <a:pt x="48075" y="4141"/>
                </a:lnTo>
                <a:lnTo>
                  <a:pt x="46138" y="5305"/>
                </a:lnTo>
                <a:lnTo>
                  <a:pt x="44233" y="6520"/>
                </a:lnTo>
                <a:lnTo>
                  <a:pt x="42361" y="7787"/>
                </a:lnTo>
                <a:lnTo>
                  <a:pt x="40522" y="9105"/>
                </a:lnTo>
                <a:lnTo>
                  <a:pt x="38716" y="10474"/>
                </a:lnTo>
                <a:lnTo>
                  <a:pt x="36942" y="11895"/>
                </a:lnTo>
                <a:lnTo>
                  <a:pt x="35202" y="13367"/>
                </a:lnTo>
                <a:lnTo>
                  <a:pt x="33494" y="14891"/>
                </a:lnTo>
                <a:lnTo>
                  <a:pt x="31819" y="16465"/>
                </a:lnTo>
                <a:lnTo>
                  <a:pt x="30177" y="18092"/>
                </a:lnTo>
                <a:lnTo>
                  <a:pt x="28568" y="19770"/>
                </a:lnTo>
                <a:lnTo>
                  <a:pt x="26992" y="21499"/>
                </a:lnTo>
                <a:lnTo>
                  <a:pt x="25449" y="23279"/>
                </a:lnTo>
                <a:lnTo>
                  <a:pt x="23938" y="25111"/>
                </a:lnTo>
                <a:lnTo>
                  <a:pt x="22460" y="26994"/>
                </a:lnTo>
                <a:lnTo>
                  <a:pt x="21015" y="28929"/>
                </a:lnTo>
                <a:lnTo>
                  <a:pt x="19603" y="30915"/>
                </a:lnTo>
                <a:lnTo>
                  <a:pt x="18224" y="32953"/>
                </a:lnTo>
                <a:lnTo>
                  <a:pt x="16878" y="35042"/>
                </a:lnTo>
                <a:lnTo>
                  <a:pt x="15564" y="37182"/>
                </a:lnTo>
                <a:lnTo>
                  <a:pt x="14294" y="39357"/>
                </a:lnTo>
                <a:lnTo>
                  <a:pt x="13078" y="41552"/>
                </a:lnTo>
                <a:lnTo>
                  <a:pt x="11917" y="43766"/>
                </a:lnTo>
                <a:lnTo>
                  <a:pt x="10809" y="46000"/>
                </a:lnTo>
                <a:lnTo>
                  <a:pt x="9755" y="48252"/>
                </a:lnTo>
                <a:lnTo>
                  <a:pt x="8755" y="50524"/>
                </a:lnTo>
                <a:lnTo>
                  <a:pt x="7809" y="52815"/>
                </a:lnTo>
                <a:lnTo>
                  <a:pt x="6918" y="55126"/>
                </a:lnTo>
                <a:lnTo>
                  <a:pt x="6080" y="57455"/>
                </a:lnTo>
                <a:lnTo>
                  <a:pt x="5296" y="59804"/>
                </a:lnTo>
                <a:lnTo>
                  <a:pt x="4567" y="62172"/>
                </a:lnTo>
                <a:lnTo>
                  <a:pt x="3891" y="64560"/>
                </a:lnTo>
                <a:lnTo>
                  <a:pt x="3270" y="66966"/>
                </a:lnTo>
                <a:lnTo>
                  <a:pt x="2702" y="69392"/>
                </a:lnTo>
                <a:lnTo>
                  <a:pt x="2189" y="71837"/>
                </a:lnTo>
                <a:lnTo>
                  <a:pt x="1729" y="74301"/>
                </a:lnTo>
                <a:lnTo>
                  <a:pt x="1324" y="76785"/>
                </a:lnTo>
                <a:lnTo>
                  <a:pt x="973" y="79288"/>
                </a:lnTo>
                <a:lnTo>
                  <a:pt x="676" y="81810"/>
                </a:lnTo>
                <a:lnTo>
                  <a:pt x="432" y="84351"/>
                </a:lnTo>
                <a:lnTo>
                  <a:pt x="243" y="86912"/>
                </a:lnTo>
                <a:lnTo>
                  <a:pt x="108" y="89492"/>
                </a:lnTo>
                <a:lnTo>
                  <a:pt x="27" y="92091"/>
                </a:lnTo>
                <a:lnTo>
                  <a:pt x="0" y="94709"/>
                </a:lnTo>
                <a:lnTo>
                  <a:pt x="14" y="96504"/>
                </a:lnTo>
                <a:lnTo>
                  <a:pt x="55" y="98293"/>
                </a:lnTo>
                <a:lnTo>
                  <a:pt x="124" y="100077"/>
                </a:lnTo>
                <a:lnTo>
                  <a:pt x="220" y="101856"/>
                </a:lnTo>
                <a:lnTo>
                  <a:pt x="344" y="103629"/>
                </a:lnTo>
                <a:lnTo>
                  <a:pt x="496" y="105397"/>
                </a:lnTo>
                <a:lnTo>
                  <a:pt x="675" y="107160"/>
                </a:lnTo>
                <a:lnTo>
                  <a:pt x="882" y="108917"/>
                </a:lnTo>
                <a:lnTo>
                  <a:pt x="1116" y="110670"/>
                </a:lnTo>
                <a:lnTo>
                  <a:pt x="1378" y="112417"/>
                </a:lnTo>
                <a:lnTo>
                  <a:pt x="1667" y="114158"/>
                </a:lnTo>
                <a:lnTo>
                  <a:pt x="1984" y="115894"/>
                </a:lnTo>
                <a:lnTo>
                  <a:pt x="2328" y="117625"/>
                </a:lnTo>
                <a:lnTo>
                  <a:pt x="2700" y="119351"/>
                </a:lnTo>
                <a:lnTo>
                  <a:pt x="3100" y="121071"/>
                </a:lnTo>
                <a:lnTo>
                  <a:pt x="3527" y="122787"/>
                </a:lnTo>
                <a:lnTo>
                  <a:pt x="3981" y="124496"/>
                </a:lnTo>
                <a:lnTo>
                  <a:pt x="4463" y="126201"/>
                </a:lnTo>
                <a:lnTo>
                  <a:pt x="4973" y="127900"/>
                </a:lnTo>
                <a:lnTo>
                  <a:pt x="5510" y="129594"/>
                </a:lnTo>
                <a:lnTo>
                  <a:pt x="6075" y="131282"/>
                </a:lnTo>
                <a:lnTo>
                  <a:pt x="6667" y="132966"/>
                </a:lnTo>
                <a:lnTo>
                  <a:pt x="7287" y="134644"/>
                </a:lnTo>
                <a:lnTo>
                  <a:pt x="7935" y="136316"/>
                </a:lnTo>
                <a:lnTo>
                  <a:pt x="8608" y="137977"/>
                </a:lnTo>
                <a:lnTo>
                  <a:pt x="9304" y="139620"/>
                </a:lnTo>
                <a:lnTo>
                  <a:pt x="10023" y="141244"/>
                </a:lnTo>
                <a:lnTo>
                  <a:pt x="10766" y="142850"/>
                </a:lnTo>
                <a:lnTo>
                  <a:pt x="11532" y="144437"/>
                </a:lnTo>
                <a:lnTo>
                  <a:pt x="12322" y="146006"/>
                </a:lnTo>
                <a:lnTo>
                  <a:pt x="13135" y="147557"/>
                </a:lnTo>
                <a:lnTo>
                  <a:pt x="13971" y="149089"/>
                </a:lnTo>
                <a:lnTo>
                  <a:pt x="14830" y="150603"/>
                </a:lnTo>
                <a:lnTo>
                  <a:pt x="15713" y="152098"/>
                </a:lnTo>
                <a:lnTo>
                  <a:pt x="16619" y="153576"/>
                </a:lnTo>
                <a:lnTo>
                  <a:pt x="17548" y="155034"/>
                </a:lnTo>
                <a:lnTo>
                  <a:pt x="18501" y="156475"/>
                </a:lnTo>
                <a:lnTo>
                  <a:pt x="19477" y="157897"/>
                </a:lnTo>
                <a:lnTo>
                  <a:pt x="20476" y="159301"/>
                </a:lnTo>
                <a:lnTo>
                  <a:pt x="21499" y="160686"/>
                </a:lnTo>
                <a:lnTo>
                  <a:pt x="22545" y="162053"/>
                </a:lnTo>
                <a:lnTo>
                  <a:pt x="23614" y="163402"/>
                </a:lnTo>
                <a:lnTo>
                  <a:pt x="24706" y="164732"/>
                </a:lnTo>
                <a:lnTo>
                  <a:pt x="25822" y="166044"/>
                </a:lnTo>
                <a:lnTo>
                  <a:pt x="26961" y="167337"/>
                </a:lnTo>
                <a:lnTo>
                  <a:pt x="28124" y="168612"/>
                </a:lnTo>
                <a:lnTo>
                  <a:pt x="29310" y="169869"/>
                </a:lnTo>
                <a:lnTo>
                  <a:pt x="30519" y="171108"/>
                </a:lnTo>
                <a:lnTo>
                  <a:pt x="31384" y="171968"/>
                </a:lnTo>
                <a:lnTo>
                  <a:pt x="32266" y="172819"/>
                </a:lnTo>
                <a:lnTo>
                  <a:pt x="33167" y="173660"/>
                </a:lnTo>
                <a:lnTo>
                  <a:pt x="34085" y="174493"/>
                </a:lnTo>
                <a:lnTo>
                  <a:pt x="35020" y="175316"/>
                </a:lnTo>
                <a:lnTo>
                  <a:pt x="35166" y="175441"/>
                </a:lnTo>
                <a:lnTo>
                  <a:pt x="43997" y="175441"/>
                </a:lnTo>
                <a:lnTo>
                  <a:pt x="43564" y="175006"/>
                </a:lnTo>
                <a:close/>
                <a:moveTo>
                  <a:pt x="144821" y="109257"/>
                </a:moveTo>
                <a:cubicBezTo>
                  <a:pt x="142311" y="121532"/>
                  <a:pt x="137395" y="130976"/>
                  <a:pt x="130070" y="137588"/>
                </a:cubicBezTo>
                <a:cubicBezTo>
                  <a:pt x="122746" y="144200"/>
                  <a:pt x="114641" y="147507"/>
                  <a:pt x="105757" y="147507"/>
                </a:cubicBezTo>
                <a:cubicBezTo>
                  <a:pt x="95177" y="147507"/>
                  <a:pt x="85954" y="143070"/>
                  <a:pt x="78087" y="134196"/>
                </a:cubicBezTo>
                <a:cubicBezTo>
                  <a:pt x="70220" y="125320"/>
                  <a:pt x="66286" y="113328"/>
                  <a:pt x="66286" y="98219"/>
                </a:cubicBezTo>
                <a:cubicBezTo>
                  <a:pt x="66286" y="83585"/>
                  <a:pt x="70644" y="71695"/>
                  <a:pt x="79358" y="62550"/>
                </a:cubicBezTo>
                <a:cubicBezTo>
                  <a:pt x="88073" y="53403"/>
                  <a:pt x="98534" y="48830"/>
                  <a:pt x="110742" y="48830"/>
                </a:cubicBezTo>
                <a:cubicBezTo>
                  <a:pt x="119897" y="48830"/>
                  <a:pt x="127425" y="51247"/>
                  <a:pt x="133325" y="56081"/>
                </a:cubicBezTo>
                <a:cubicBezTo>
                  <a:pt x="139226" y="60913"/>
                  <a:pt x="142176" y="65932"/>
                  <a:pt x="142176" y="71137"/>
                </a:cubicBezTo>
                <a:cubicBezTo>
                  <a:pt x="142176" y="73706"/>
                  <a:pt x="141345" y="75785"/>
                  <a:pt x="139683" y="77374"/>
                </a:cubicBezTo>
                <a:cubicBezTo>
                  <a:pt x="138022" y="78962"/>
                  <a:pt x="135699" y="79755"/>
                  <a:pt x="132715" y="79755"/>
                </a:cubicBezTo>
                <a:cubicBezTo>
                  <a:pt x="128714" y="79755"/>
                  <a:pt x="125696" y="78467"/>
                  <a:pt x="123661" y="75890"/>
                </a:cubicBezTo>
                <a:cubicBezTo>
                  <a:pt x="122508" y="74465"/>
                  <a:pt x="121745" y="71753"/>
                  <a:pt x="121372" y="67751"/>
                </a:cubicBezTo>
                <a:cubicBezTo>
                  <a:pt x="120999" y="63750"/>
                  <a:pt x="119626" y="60698"/>
                  <a:pt x="117252" y="58596"/>
                </a:cubicBezTo>
                <a:cubicBezTo>
                  <a:pt x="114879" y="56561"/>
                  <a:pt x="111589" y="55544"/>
                  <a:pt x="107385" y="55544"/>
                </a:cubicBezTo>
                <a:cubicBezTo>
                  <a:pt x="100603" y="55544"/>
                  <a:pt x="95143" y="58053"/>
                  <a:pt x="91006" y="63072"/>
                </a:cubicBezTo>
                <a:cubicBezTo>
                  <a:pt x="85513" y="69718"/>
                  <a:pt x="82766" y="78501"/>
                  <a:pt x="82766" y="89420"/>
                </a:cubicBezTo>
                <a:cubicBezTo>
                  <a:pt x="82766" y="100542"/>
                  <a:pt x="85496" y="110359"/>
                  <a:pt x="90955" y="118870"/>
                </a:cubicBezTo>
                <a:cubicBezTo>
                  <a:pt x="96415" y="127381"/>
                  <a:pt x="103790" y="131637"/>
                  <a:pt x="113081" y="131637"/>
                </a:cubicBezTo>
                <a:cubicBezTo>
                  <a:pt x="119728" y="131637"/>
                  <a:pt x="125696" y="129365"/>
                  <a:pt x="130986" y="124821"/>
                </a:cubicBezTo>
                <a:cubicBezTo>
                  <a:pt x="134716" y="121701"/>
                  <a:pt x="138344" y="116039"/>
                  <a:pt x="141871" y="107832"/>
                </a:cubicBezTo>
                <a:lnTo>
                  <a:pt x="144821" y="109257"/>
                </a:lnTo>
                <a:close/>
                <a:moveTo>
                  <a:pt x="156799" y="5464"/>
                </a:moveTo>
                <a:lnTo>
                  <a:pt x="157629" y="6064"/>
                </a:lnTo>
                <a:lnTo>
                  <a:pt x="158444" y="6666"/>
                </a:lnTo>
                <a:lnTo>
                  <a:pt x="159245" y="7271"/>
                </a:lnTo>
                <a:lnTo>
                  <a:pt x="160032" y="7878"/>
                </a:lnTo>
                <a:lnTo>
                  <a:pt x="160805" y="8487"/>
                </a:lnTo>
                <a:lnTo>
                  <a:pt x="161564" y="9099"/>
                </a:lnTo>
                <a:lnTo>
                  <a:pt x="162308" y="9714"/>
                </a:lnTo>
                <a:lnTo>
                  <a:pt x="163039" y="10330"/>
                </a:lnTo>
                <a:lnTo>
                  <a:pt x="163755" y="10950"/>
                </a:lnTo>
                <a:lnTo>
                  <a:pt x="164457" y="11572"/>
                </a:lnTo>
                <a:lnTo>
                  <a:pt x="165145" y="12196"/>
                </a:lnTo>
                <a:lnTo>
                  <a:pt x="165819" y="12823"/>
                </a:lnTo>
                <a:lnTo>
                  <a:pt x="166479" y="13452"/>
                </a:lnTo>
                <a:lnTo>
                  <a:pt x="167125" y="14084"/>
                </a:lnTo>
                <a:lnTo>
                  <a:pt x="167756" y="14718"/>
                </a:lnTo>
                <a:lnTo>
                  <a:pt x="168374" y="15355"/>
                </a:lnTo>
                <a:lnTo>
                  <a:pt x="168977" y="15994"/>
                </a:lnTo>
                <a:lnTo>
                  <a:pt x="169566" y="16635"/>
                </a:lnTo>
                <a:lnTo>
                  <a:pt x="170141" y="17280"/>
                </a:lnTo>
                <a:lnTo>
                  <a:pt x="170702" y="17926"/>
                </a:lnTo>
                <a:lnTo>
                  <a:pt x="171249" y="18575"/>
                </a:lnTo>
                <a:lnTo>
                  <a:pt x="171782" y="19227"/>
                </a:lnTo>
                <a:lnTo>
                  <a:pt x="172303" y="19881"/>
                </a:lnTo>
                <a:lnTo>
                  <a:pt x="172816" y="20536"/>
                </a:lnTo>
                <a:lnTo>
                  <a:pt x="173320" y="21195"/>
                </a:lnTo>
                <a:lnTo>
                  <a:pt x="173815" y="21855"/>
                </a:lnTo>
                <a:lnTo>
                  <a:pt x="174301" y="22517"/>
                </a:lnTo>
                <a:lnTo>
                  <a:pt x="174779" y="23181"/>
                </a:lnTo>
                <a:lnTo>
                  <a:pt x="175249" y="23848"/>
                </a:lnTo>
                <a:lnTo>
                  <a:pt x="175710" y="24517"/>
                </a:lnTo>
                <a:lnTo>
                  <a:pt x="176162" y="25187"/>
                </a:lnTo>
                <a:lnTo>
                  <a:pt x="176605" y="25860"/>
                </a:lnTo>
                <a:lnTo>
                  <a:pt x="177040" y="26535"/>
                </a:lnTo>
                <a:lnTo>
                  <a:pt x="177466" y="27212"/>
                </a:lnTo>
                <a:lnTo>
                  <a:pt x="177883" y="27892"/>
                </a:lnTo>
                <a:lnTo>
                  <a:pt x="178292" y="28573"/>
                </a:lnTo>
                <a:lnTo>
                  <a:pt x="178692" y="29257"/>
                </a:lnTo>
                <a:lnTo>
                  <a:pt x="179084" y="29942"/>
                </a:lnTo>
                <a:lnTo>
                  <a:pt x="179466" y="30630"/>
                </a:lnTo>
                <a:lnTo>
                  <a:pt x="179840" y="31320"/>
                </a:lnTo>
                <a:lnTo>
                  <a:pt x="180206" y="32012"/>
                </a:lnTo>
                <a:lnTo>
                  <a:pt x="180563" y="32706"/>
                </a:lnTo>
                <a:lnTo>
                  <a:pt x="180911" y="33402"/>
                </a:lnTo>
                <a:lnTo>
                  <a:pt x="181251" y="34100"/>
                </a:lnTo>
                <a:lnTo>
                  <a:pt x="181581" y="34801"/>
                </a:lnTo>
                <a:lnTo>
                  <a:pt x="181904" y="35503"/>
                </a:lnTo>
                <a:lnTo>
                  <a:pt x="182219" y="36217"/>
                </a:lnTo>
                <a:lnTo>
                  <a:pt x="182531" y="36949"/>
                </a:lnTo>
                <a:lnTo>
                  <a:pt x="182838" y="37702"/>
                </a:lnTo>
                <a:lnTo>
                  <a:pt x="183140" y="38473"/>
                </a:lnTo>
                <a:lnTo>
                  <a:pt x="183438" y="39264"/>
                </a:lnTo>
                <a:lnTo>
                  <a:pt x="183732" y="40075"/>
                </a:lnTo>
                <a:lnTo>
                  <a:pt x="184021" y="40905"/>
                </a:lnTo>
                <a:lnTo>
                  <a:pt x="184306" y="41754"/>
                </a:lnTo>
                <a:lnTo>
                  <a:pt x="184586" y="42623"/>
                </a:lnTo>
                <a:lnTo>
                  <a:pt x="184862" y="43511"/>
                </a:lnTo>
                <a:lnTo>
                  <a:pt x="185133" y="44419"/>
                </a:lnTo>
                <a:lnTo>
                  <a:pt x="185401" y="45346"/>
                </a:lnTo>
                <a:lnTo>
                  <a:pt x="185663" y="46292"/>
                </a:lnTo>
                <a:lnTo>
                  <a:pt x="185922" y="47258"/>
                </a:lnTo>
                <a:lnTo>
                  <a:pt x="186175" y="48243"/>
                </a:lnTo>
                <a:lnTo>
                  <a:pt x="186425" y="49248"/>
                </a:lnTo>
                <a:lnTo>
                  <a:pt x="186670" y="50272"/>
                </a:lnTo>
                <a:lnTo>
                  <a:pt x="186911" y="51316"/>
                </a:lnTo>
                <a:lnTo>
                  <a:pt x="187147" y="52379"/>
                </a:lnTo>
                <a:lnTo>
                  <a:pt x="187379" y="53461"/>
                </a:lnTo>
                <a:lnTo>
                  <a:pt x="187606" y="54563"/>
                </a:lnTo>
                <a:lnTo>
                  <a:pt x="187829" y="55684"/>
                </a:lnTo>
                <a:lnTo>
                  <a:pt x="188048" y="56825"/>
                </a:lnTo>
                <a:lnTo>
                  <a:pt x="188262" y="57985"/>
                </a:lnTo>
                <a:lnTo>
                  <a:pt x="188536" y="59484"/>
                </a:lnTo>
                <a:lnTo>
                  <a:pt x="188798" y="60996"/>
                </a:lnTo>
                <a:lnTo>
                  <a:pt x="189049" y="62520"/>
                </a:lnTo>
                <a:lnTo>
                  <a:pt x="189287" y="64058"/>
                </a:lnTo>
                <a:lnTo>
                  <a:pt x="189515" y="65609"/>
                </a:lnTo>
                <a:lnTo>
                  <a:pt x="189730" y="67173"/>
                </a:lnTo>
                <a:lnTo>
                  <a:pt x="189934" y="68750"/>
                </a:lnTo>
                <a:lnTo>
                  <a:pt x="190127" y="70340"/>
                </a:lnTo>
                <a:lnTo>
                  <a:pt x="190307" y="71943"/>
                </a:lnTo>
                <a:lnTo>
                  <a:pt x="190476" y="73559"/>
                </a:lnTo>
                <a:lnTo>
                  <a:pt x="190634" y="75188"/>
                </a:lnTo>
                <a:lnTo>
                  <a:pt x="190780" y="76831"/>
                </a:lnTo>
                <a:lnTo>
                  <a:pt x="190914" y="78486"/>
                </a:lnTo>
                <a:lnTo>
                  <a:pt x="191036" y="80154"/>
                </a:lnTo>
                <a:lnTo>
                  <a:pt x="191147" y="81836"/>
                </a:lnTo>
                <a:lnTo>
                  <a:pt x="191246" y="83531"/>
                </a:lnTo>
                <a:lnTo>
                  <a:pt x="191333" y="85238"/>
                </a:lnTo>
                <a:lnTo>
                  <a:pt x="191409" y="86959"/>
                </a:lnTo>
                <a:lnTo>
                  <a:pt x="191473" y="88693"/>
                </a:lnTo>
                <a:lnTo>
                  <a:pt x="191526" y="90440"/>
                </a:lnTo>
                <a:lnTo>
                  <a:pt x="191566" y="92200"/>
                </a:lnTo>
                <a:lnTo>
                  <a:pt x="191595" y="93973"/>
                </a:lnTo>
                <a:lnTo>
                  <a:pt x="191613" y="95759"/>
                </a:lnTo>
                <a:lnTo>
                  <a:pt x="191619" y="97558"/>
                </a:lnTo>
                <a:lnTo>
                  <a:pt x="191612" y="99225"/>
                </a:lnTo>
                <a:lnTo>
                  <a:pt x="191592" y="100887"/>
                </a:lnTo>
                <a:lnTo>
                  <a:pt x="191558" y="102543"/>
                </a:lnTo>
                <a:lnTo>
                  <a:pt x="191510" y="104194"/>
                </a:lnTo>
                <a:lnTo>
                  <a:pt x="191449" y="105840"/>
                </a:lnTo>
                <a:lnTo>
                  <a:pt x="191374" y="107480"/>
                </a:lnTo>
                <a:lnTo>
                  <a:pt x="191286" y="109114"/>
                </a:lnTo>
                <a:lnTo>
                  <a:pt x="191184" y="110743"/>
                </a:lnTo>
                <a:lnTo>
                  <a:pt x="191068" y="112366"/>
                </a:lnTo>
                <a:lnTo>
                  <a:pt x="190939" y="113985"/>
                </a:lnTo>
                <a:lnTo>
                  <a:pt x="190796" y="115597"/>
                </a:lnTo>
                <a:lnTo>
                  <a:pt x="190640" y="117204"/>
                </a:lnTo>
                <a:lnTo>
                  <a:pt x="190470" y="118806"/>
                </a:lnTo>
                <a:lnTo>
                  <a:pt x="190286" y="120402"/>
                </a:lnTo>
                <a:lnTo>
                  <a:pt x="190089" y="121993"/>
                </a:lnTo>
                <a:lnTo>
                  <a:pt x="189878" y="123578"/>
                </a:lnTo>
                <a:lnTo>
                  <a:pt x="189654" y="125157"/>
                </a:lnTo>
                <a:lnTo>
                  <a:pt x="189416" y="126732"/>
                </a:lnTo>
                <a:lnTo>
                  <a:pt x="189164" y="128300"/>
                </a:lnTo>
                <a:lnTo>
                  <a:pt x="188899" y="129864"/>
                </a:lnTo>
                <a:lnTo>
                  <a:pt x="188620" y="131422"/>
                </a:lnTo>
                <a:lnTo>
                  <a:pt x="188328" y="132974"/>
                </a:lnTo>
                <a:lnTo>
                  <a:pt x="188022" y="134521"/>
                </a:lnTo>
                <a:lnTo>
                  <a:pt x="187702" y="136062"/>
                </a:lnTo>
                <a:lnTo>
                  <a:pt x="187369" y="137589"/>
                </a:lnTo>
                <a:lnTo>
                  <a:pt x="187020" y="139094"/>
                </a:lnTo>
                <a:lnTo>
                  <a:pt x="186658" y="140576"/>
                </a:lnTo>
                <a:lnTo>
                  <a:pt x="186281" y="142036"/>
                </a:lnTo>
                <a:lnTo>
                  <a:pt x="185889" y="143473"/>
                </a:lnTo>
                <a:lnTo>
                  <a:pt x="185483" y="144887"/>
                </a:lnTo>
                <a:lnTo>
                  <a:pt x="185063" y="146279"/>
                </a:lnTo>
                <a:lnTo>
                  <a:pt x="184628" y="147648"/>
                </a:lnTo>
                <a:lnTo>
                  <a:pt x="184178" y="148994"/>
                </a:lnTo>
                <a:lnTo>
                  <a:pt x="183714" y="150318"/>
                </a:lnTo>
                <a:lnTo>
                  <a:pt x="183236" y="151620"/>
                </a:lnTo>
                <a:lnTo>
                  <a:pt x="182743" y="152898"/>
                </a:lnTo>
                <a:lnTo>
                  <a:pt x="182236" y="154154"/>
                </a:lnTo>
                <a:lnTo>
                  <a:pt x="181714" y="155388"/>
                </a:lnTo>
                <a:lnTo>
                  <a:pt x="181177" y="156599"/>
                </a:lnTo>
                <a:lnTo>
                  <a:pt x="180626" y="157787"/>
                </a:lnTo>
                <a:lnTo>
                  <a:pt x="180061" y="158952"/>
                </a:lnTo>
                <a:lnTo>
                  <a:pt x="179481" y="160095"/>
                </a:lnTo>
                <a:lnTo>
                  <a:pt x="178887" y="161216"/>
                </a:lnTo>
                <a:lnTo>
                  <a:pt x="178278" y="162314"/>
                </a:lnTo>
                <a:lnTo>
                  <a:pt x="177655" y="163389"/>
                </a:lnTo>
                <a:lnTo>
                  <a:pt x="177017" y="164442"/>
                </a:lnTo>
                <a:lnTo>
                  <a:pt x="176365" y="165472"/>
                </a:lnTo>
                <a:lnTo>
                  <a:pt x="175698" y="166479"/>
                </a:lnTo>
                <a:lnTo>
                  <a:pt x="175017" y="167466"/>
                </a:lnTo>
                <a:lnTo>
                  <a:pt x="174320" y="168437"/>
                </a:lnTo>
                <a:lnTo>
                  <a:pt x="173607" y="169390"/>
                </a:lnTo>
                <a:lnTo>
                  <a:pt x="172880" y="170326"/>
                </a:lnTo>
                <a:lnTo>
                  <a:pt x="172136" y="171245"/>
                </a:lnTo>
                <a:lnTo>
                  <a:pt x="171378" y="172147"/>
                </a:lnTo>
                <a:lnTo>
                  <a:pt x="170604" y="173032"/>
                </a:lnTo>
                <a:lnTo>
                  <a:pt x="169815" y="173900"/>
                </a:lnTo>
                <a:lnTo>
                  <a:pt x="169010" y="174750"/>
                </a:lnTo>
                <a:lnTo>
                  <a:pt x="168331" y="175441"/>
                </a:lnTo>
                <a:lnTo>
                  <a:pt x="176569" y="175441"/>
                </a:lnTo>
                <a:lnTo>
                  <a:pt x="177822" y="174325"/>
                </a:lnTo>
                <a:lnTo>
                  <a:pt x="179498" y="172750"/>
                </a:lnTo>
                <a:lnTo>
                  <a:pt x="181142" y="171124"/>
                </a:lnTo>
                <a:lnTo>
                  <a:pt x="182752" y="169446"/>
                </a:lnTo>
                <a:lnTo>
                  <a:pt x="184328" y="167717"/>
                </a:lnTo>
                <a:lnTo>
                  <a:pt x="185871" y="165936"/>
                </a:lnTo>
                <a:lnTo>
                  <a:pt x="187381" y="164104"/>
                </a:lnTo>
                <a:lnTo>
                  <a:pt x="188858" y="162221"/>
                </a:lnTo>
                <a:lnTo>
                  <a:pt x="190301" y="160286"/>
                </a:lnTo>
                <a:lnTo>
                  <a:pt x="191710" y="158300"/>
                </a:lnTo>
                <a:lnTo>
                  <a:pt x="193086" y="156263"/>
                </a:lnTo>
                <a:lnTo>
                  <a:pt x="194429" y="154174"/>
                </a:lnTo>
                <a:lnTo>
                  <a:pt x="195739" y="152033"/>
                </a:lnTo>
                <a:lnTo>
                  <a:pt x="197005" y="149858"/>
                </a:lnTo>
                <a:lnTo>
                  <a:pt x="198217" y="147663"/>
                </a:lnTo>
                <a:lnTo>
                  <a:pt x="199375" y="145449"/>
                </a:lnTo>
                <a:lnTo>
                  <a:pt x="200479" y="143216"/>
                </a:lnTo>
                <a:lnTo>
                  <a:pt x="201529" y="140963"/>
                </a:lnTo>
                <a:lnTo>
                  <a:pt x="202526" y="138691"/>
                </a:lnTo>
                <a:lnTo>
                  <a:pt x="203469" y="136400"/>
                </a:lnTo>
                <a:lnTo>
                  <a:pt x="204357" y="134090"/>
                </a:lnTo>
                <a:lnTo>
                  <a:pt x="205192" y="131760"/>
                </a:lnTo>
                <a:lnTo>
                  <a:pt x="205973" y="129411"/>
                </a:lnTo>
                <a:lnTo>
                  <a:pt x="206701" y="127043"/>
                </a:lnTo>
                <a:lnTo>
                  <a:pt x="207374" y="124656"/>
                </a:lnTo>
                <a:lnTo>
                  <a:pt x="207993" y="122249"/>
                </a:lnTo>
                <a:lnTo>
                  <a:pt x="208559" y="119823"/>
                </a:lnTo>
                <a:lnTo>
                  <a:pt x="209071" y="117378"/>
                </a:lnTo>
                <a:lnTo>
                  <a:pt x="209529" y="114914"/>
                </a:lnTo>
                <a:lnTo>
                  <a:pt x="209933" y="112430"/>
                </a:lnTo>
                <a:lnTo>
                  <a:pt x="210283" y="109927"/>
                </a:lnTo>
                <a:lnTo>
                  <a:pt x="210579" y="107405"/>
                </a:lnTo>
                <a:lnTo>
                  <a:pt x="210821" y="104864"/>
                </a:lnTo>
                <a:lnTo>
                  <a:pt x="211010" y="102303"/>
                </a:lnTo>
                <a:lnTo>
                  <a:pt x="211145" y="99723"/>
                </a:lnTo>
                <a:lnTo>
                  <a:pt x="211225" y="97124"/>
                </a:lnTo>
                <a:lnTo>
                  <a:pt x="211252" y="94506"/>
                </a:lnTo>
                <a:lnTo>
                  <a:pt x="211239" y="92703"/>
                </a:lnTo>
                <a:lnTo>
                  <a:pt x="211197" y="90906"/>
                </a:lnTo>
                <a:lnTo>
                  <a:pt x="211128" y="89115"/>
                </a:lnTo>
                <a:lnTo>
                  <a:pt x="211032" y="87330"/>
                </a:lnTo>
                <a:lnTo>
                  <a:pt x="210908" y="85550"/>
                </a:lnTo>
                <a:lnTo>
                  <a:pt x="210756" y="83777"/>
                </a:lnTo>
                <a:lnTo>
                  <a:pt x="210577" y="82009"/>
                </a:lnTo>
                <a:lnTo>
                  <a:pt x="210371" y="80247"/>
                </a:lnTo>
                <a:lnTo>
                  <a:pt x="210137" y="78491"/>
                </a:lnTo>
                <a:lnTo>
                  <a:pt x="209875" y="76741"/>
                </a:lnTo>
                <a:lnTo>
                  <a:pt x="209586" y="74996"/>
                </a:lnTo>
                <a:lnTo>
                  <a:pt x="209269" y="73257"/>
                </a:lnTo>
                <a:lnTo>
                  <a:pt x="208924" y="71525"/>
                </a:lnTo>
                <a:lnTo>
                  <a:pt x="208552" y="69798"/>
                </a:lnTo>
                <a:lnTo>
                  <a:pt x="208153" y="68076"/>
                </a:lnTo>
                <a:lnTo>
                  <a:pt x="207726" y="66361"/>
                </a:lnTo>
                <a:lnTo>
                  <a:pt x="207271" y="64651"/>
                </a:lnTo>
                <a:lnTo>
                  <a:pt x="206789" y="62948"/>
                </a:lnTo>
                <a:lnTo>
                  <a:pt x="206279" y="61250"/>
                </a:lnTo>
                <a:lnTo>
                  <a:pt x="205742" y="59558"/>
                </a:lnTo>
                <a:lnTo>
                  <a:pt x="205177" y="57872"/>
                </a:lnTo>
                <a:lnTo>
                  <a:pt x="204585" y="56191"/>
                </a:lnTo>
                <a:lnTo>
                  <a:pt x="203965" y="54517"/>
                </a:lnTo>
                <a:lnTo>
                  <a:pt x="203318" y="52848"/>
                </a:lnTo>
                <a:lnTo>
                  <a:pt x="202645" y="51191"/>
                </a:lnTo>
                <a:lnTo>
                  <a:pt x="201949" y="49552"/>
                </a:lnTo>
                <a:lnTo>
                  <a:pt x="201231" y="47931"/>
                </a:lnTo>
                <a:lnTo>
                  <a:pt x="200489" y="46328"/>
                </a:lnTo>
                <a:lnTo>
                  <a:pt x="199724" y="44742"/>
                </a:lnTo>
                <a:lnTo>
                  <a:pt x="198937" y="43174"/>
                </a:lnTo>
                <a:lnTo>
                  <a:pt x="198126" y="41624"/>
                </a:lnTo>
                <a:lnTo>
                  <a:pt x="197293" y="40092"/>
                </a:lnTo>
                <a:lnTo>
                  <a:pt x="196437" y="38578"/>
                </a:lnTo>
                <a:lnTo>
                  <a:pt x="195557" y="37082"/>
                </a:lnTo>
                <a:lnTo>
                  <a:pt x="194655" y="35603"/>
                </a:lnTo>
                <a:lnTo>
                  <a:pt x="193730" y="34143"/>
                </a:lnTo>
                <a:lnTo>
                  <a:pt x="192781" y="32700"/>
                </a:lnTo>
                <a:lnTo>
                  <a:pt x="191810" y="31275"/>
                </a:lnTo>
                <a:lnTo>
                  <a:pt x="190816" y="29868"/>
                </a:lnTo>
                <a:lnTo>
                  <a:pt x="189799" y="28478"/>
                </a:lnTo>
                <a:lnTo>
                  <a:pt x="188759" y="27107"/>
                </a:lnTo>
                <a:lnTo>
                  <a:pt x="187696" y="25753"/>
                </a:lnTo>
                <a:lnTo>
                  <a:pt x="186610" y="24417"/>
                </a:lnTo>
                <a:lnTo>
                  <a:pt x="185501" y="23099"/>
                </a:lnTo>
                <a:lnTo>
                  <a:pt x="184369" y="21799"/>
                </a:lnTo>
                <a:lnTo>
                  <a:pt x="183214" y="20517"/>
                </a:lnTo>
                <a:lnTo>
                  <a:pt x="182036" y="19253"/>
                </a:lnTo>
                <a:lnTo>
                  <a:pt x="180836" y="18006"/>
                </a:lnTo>
                <a:lnTo>
                  <a:pt x="179970" y="17146"/>
                </a:lnTo>
                <a:lnTo>
                  <a:pt x="179087" y="16296"/>
                </a:lnTo>
                <a:lnTo>
                  <a:pt x="178186" y="15455"/>
                </a:lnTo>
                <a:lnTo>
                  <a:pt x="177267" y="14623"/>
                </a:lnTo>
                <a:lnTo>
                  <a:pt x="176329" y="13802"/>
                </a:lnTo>
                <a:lnTo>
                  <a:pt x="175374" y="12989"/>
                </a:lnTo>
                <a:lnTo>
                  <a:pt x="174401" y="12187"/>
                </a:lnTo>
                <a:lnTo>
                  <a:pt x="173409" y="11394"/>
                </a:lnTo>
                <a:lnTo>
                  <a:pt x="172400" y="10610"/>
                </a:lnTo>
                <a:lnTo>
                  <a:pt x="171373" y="9836"/>
                </a:lnTo>
                <a:lnTo>
                  <a:pt x="170327" y="9071"/>
                </a:lnTo>
                <a:lnTo>
                  <a:pt x="169264" y="8316"/>
                </a:lnTo>
                <a:lnTo>
                  <a:pt x="168182" y="7571"/>
                </a:lnTo>
                <a:lnTo>
                  <a:pt x="167083" y="6835"/>
                </a:lnTo>
                <a:lnTo>
                  <a:pt x="165966" y="6108"/>
                </a:lnTo>
                <a:lnTo>
                  <a:pt x="164830" y="5392"/>
                </a:lnTo>
                <a:lnTo>
                  <a:pt x="163677" y="4684"/>
                </a:lnTo>
                <a:lnTo>
                  <a:pt x="162505" y="3986"/>
                </a:lnTo>
                <a:lnTo>
                  <a:pt x="161316" y="3298"/>
                </a:lnTo>
                <a:lnTo>
                  <a:pt x="160108" y="2620"/>
                </a:lnTo>
                <a:lnTo>
                  <a:pt x="158883" y="1950"/>
                </a:lnTo>
                <a:lnTo>
                  <a:pt x="157639" y="1291"/>
                </a:lnTo>
                <a:lnTo>
                  <a:pt x="156378" y="641"/>
                </a:lnTo>
                <a:lnTo>
                  <a:pt x="155098" y="0"/>
                </a:lnTo>
                <a:lnTo>
                  <a:pt x="155098" y="4273"/>
                </a:lnTo>
                <a:lnTo>
                  <a:pt x="155956" y="4867"/>
                </a:lnTo>
                <a:lnTo>
                  <a:pt x="156799" y="5464"/>
                </a:lnTo>
                <a:close/>
                <a:moveTo>
                  <a:pt x="352877" y="98473"/>
                </a:moveTo>
                <a:lnTo>
                  <a:pt x="299470" y="98473"/>
                </a:lnTo>
                <a:lnTo>
                  <a:pt x="290111" y="120243"/>
                </a:lnTo>
                <a:cubicBezTo>
                  <a:pt x="287805" y="125601"/>
                  <a:pt x="286652" y="129602"/>
                  <a:pt x="286652" y="132247"/>
                </a:cubicBezTo>
                <a:cubicBezTo>
                  <a:pt x="286652" y="134350"/>
                  <a:pt x="287652" y="136198"/>
                  <a:pt x="289653" y="137791"/>
                </a:cubicBezTo>
                <a:cubicBezTo>
                  <a:pt x="291654" y="139385"/>
                  <a:pt x="295977" y="140419"/>
                  <a:pt x="302623" y="140894"/>
                </a:cubicBezTo>
                <a:lnTo>
                  <a:pt x="302623" y="144658"/>
                </a:lnTo>
                <a:lnTo>
                  <a:pt x="259185" y="144658"/>
                </a:lnTo>
                <a:lnTo>
                  <a:pt x="259185" y="140894"/>
                </a:lnTo>
                <a:cubicBezTo>
                  <a:pt x="264950" y="139877"/>
                  <a:pt x="268680" y="138556"/>
                  <a:pt x="270375" y="136930"/>
                </a:cubicBezTo>
                <a:cubicBezTo>
                  <a:pt x="273834" y="133677"/>
                  <a:pt x="277666" y="127070"/>
                  <a:pt x="281871" y="117109"/>
                </a:cubicBezTo>
                <a:lnTo>
                  <a:pt x="330395" y="3662"/>
                </a:lnTo>
                <a:lnTo>
                  <a:pt x="333956" y="3662"/>
                </a:lnTo>
                <a:lnTo>
                  <a:pt x="381972" y="118326"/>
                </a:lnTo>
                <a:cubicBezTo>
                  <a:pt x="385837" y="127543"/>
                  <a:pt x="389347" y="133524"/>
                  <a:pt x="392501" y="136269"/>
                </a:cubicBezTo>
                <a:cubicBezTo>
                  <a:pt x="395654" y="139013"/>
                  <a:pt x="400045" y="140555"/>
                  <a:pt x="405674" y="140894"/>
                </a:cubicBezTo>
                <a:lnTo>
                  <a:pt x="405674" y="144658"/>
                </a:lnTo>
                <a:lnTo>
                  <a:pt x="351250" y="144658"/>
                </a:lnTo>
                <a:lnTo>
                  <a:pt x="351250" y="140894"/>
                </a:lnTo>
                <a:cubicBezTo>
                  <a:pt x="356743" y="140623"/>
                  <a:pt x="360456" y="139707"/>
                  <a:pt x="362389" y="138148"/>
                </a:cubicBezTo>
                <a:cubicBezTo>
                  <a:pt x="364322" y="136588"/>
                  <a:pt x="365288" y="134689"/>
                  <a:pt x="365288" y="132451"/>
                </a:cubicBezTo>
                <a:cubicBezTo>
                  <a:pt x="365288" y="129467"/>
                  <a:pt x="363932" y="124753"/>
                  <a:pt x="361219" y="118310"/>
                </a:cubicBezTo>
                <a:lnTo>
                  <a:pt x="352877" y="98473"/>
                </a:lnTo>
                <a:moveTo>
                  <a:pt x="350029" y="90945"/>
                </a:moveTo>
                <a:lnTo>
                  <a:pt x="326631" y="35278"/>
                </a:lnTo>
                <a:lnTo>
                  <a:pt x="302623" y="90945"/>
                </a:lnTo>
                <a:lnTo>
                  <a:pt x="350029" y="90945"/>
                </a:lnTo>
                <a:close/>
                <a:moveTo>
                  <a:pt x="501656" y="93794"/>
                </a:moveTo>
                <a:lnTo>
                  <a:pt x="501656" y="108239"/>
                </a:lnTo>
                <a:lnTo>
                  <a:pt x="483141" y="108239"/>
                </a:lnTo>
                <a:lnTo>
                  <a:pt x="483141" y="144658"/>
                </a:lnTo>
                <a:lnTo>
                  <a:pt x="466356" y="144658"/>
                </a:lnTo>
                <a:lnTo>
                  <a:pt x="466356" y="108239"/>
                </a:lnTo>
                <a:lnTo>
                  <a:pt x="407963" y="108239"/>
                </a:lnTo>
                <a:lnTo>
                  <a:pt x="407963" y="95218"/>
                </a:lnTo>
                <a:lnTo>
                  <a:pt x="471951" y="3866"/>
                </a:lnTo>
                <a:lnTo>
                  <a:pt x="483141" y="3866"/>
                </a:lnTo>
                <a:lnTo>
                  <a:pt x="483141" y="93794"/>
                </a:lnTo>
                <a:lnTo>
                  <a:pt x="501656" y="93794"/>
                </a:lnTo>
                <a:moveTo>
                  <a:pt x="466356" y="93794"/>
                </a:moveTo>
                <a:lnTo>
                  <a:pt x="466356" y="25330"/>
                </a:lnTo>
                <a:lnTo>
                  <a:pt x="417933" y="93794"/>
                </a:lnTo>
                <a:lnTo>
                  <a:pt x="466356" y="93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(e)A6">
            <a:extLst xmlns:a="http://schemas.openxmlformats.org/drawingml/2006/main">
              <a:ext uri="{FF2B5EF4-FFF2-40B4-BE49-F238E27FC236}">
                <a16:creationId xmlns:a16="http://schemas.microsoft.com/office/drawing/2014/main" id="{D8869AAB-3E51-4BE6-A927-A76B3F8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561" y="2796348"/>
            <a:ext cx="500935" cy="189215"/>
          </a:xfrm>
          <a:custGeom xmlns:a="http://schemas.openxmlformats.org/drawingml/2006/main">
            <a:pathLst>
              <a:path w="500935" h="189215">
                <a:moveTo>
                  <a:pt x="56154" y="185451"/>
                </a:moveTo>
                <a:lnTo>
                  <a:pt x="56154" y="189215"/>
                </a:lnTo>
                <a:cubicBezTo>
                  <a:pt x="45914" y="184061"/>
                  <a:pt x="37368" y="178025"/>
                  <a:pt x="30519" y="171108"/>
                </a:cubicBezTo>
                <a:cubicBezTo>
                  <a:pt x="20753" y="161274"/>
                  <a:pt x="13225" y="149677"/>
                  <a:pt x="7935" y="136316"/>
                </a:cubicBezTo>
                <a:cubicBezTo>
                  <a:pt x="2645" y="122956"/>
                  <a:pt x="0" y="109087"/>
                  <a:pt x="0" y="94709"/>
                </a:cubicBezTo>
                <a:cubicBezTo>
                  <a:pt x="0" y="73685"/>
                  <a:pt x="5188" y="54510"/>
                  <a:pt x="15564" y="37182"/>
                </a:cubicBezTo>
                <a:cubicBezTo>
                  <a:pt x="25941" y="19854"/>
                  <a:pt x="39471" y="7460"/>
                  <a:pt x="56154" y="0"/>
                </a:cubicBezTo>
                <a:lnTo>
                  <a:pt x="56154" y="4273"/>
                </a:lnTo>
                <a:cubicBezTo>
                  <a:pt x="47812" y="8884"/>
                  <a:pt x="40963" y="15191"/>
                  <a:pt x="35605" y="23194"/>
                </a:cubicBezTo>
                <a:cubicBezTo>
                  <a:pt x="30247" y="31197"/>
                  <a:pt x="26246" y="41336"/>
                  <a:pt x="23601" y="53611"/>
                </a:cubicBezTo>
                <a:cubicBezTo>
                  <a:pt x="20956" y="65886"/>
                  <a:pt x="19634" y="78704"/>
                  <a:pt x="19634" y="92064"/>
                </a:cubicBezTo>
                <a:cubicBezTo>
                  <a:pt x="19634" y="106578"/>
                  <a:pt x="20753" y="119769"/>
                  <a:pt x="22991" y="131637"/>
                </a:cubicBezTo>
                <a:cubicBezTo>
                  <a:pt x="24754" y="140996"/>
                  <a:pt x="26890" y="148507"/>
                  <a:pt x="29400" y="154170"/>
                </a:cubicBezTo>
                <a:cubicBezTo>
                  <a:pt x="31909" y="159833"/>
                  <a:pt x="35283" y="165275"/>
                  <a:pt x="39522" y="170497"/>
                </a:cubicBezTo>
                <a:cubicBezTo>
                  <a:pt x="43760" y="175719"/>
                  <a:pt x="49304" y="180704"/>
                  <a:pt x="56154" y="185451"/>
                </a:cubicBezTo>
                <a:close/>
                <a:moveTo>
                  <a:pt x="81342" y="86673"/>
                </a:moveTo>
                <a:cubicBezTo>
                  <a:pt x="81274" y="100476"/>
                  <a:pt x="84631" y="111303"/>
                  <a:pt x="91413" y="119153"/>
                </a:cubicBezTo>
                <a:cubicBezTo>
                  <a:pt x="98195" y="127001"/>
                  <a:pt x="106164" y="130925"/>
                  <a:pt x="115319" y="130925"/>
                </a:cubicBezTo>
                <a:cubicBezTo>
                  <a:pt x="121423" y="130925"/>
                  <a:pt x="126730" y="129246"/>
                  <a:pt x="131240" y="125889"/>
                </a:cubicBezTo>
                <a:cubicBezTo>
                  <a:pt x="135750" y="122532"/>
                  <a:pt x="139531" y="116785"/>
                  <a:pt x="142583" y="108646"/>
                </a:cubicBezTo>
                <a:lnTo>
                  <a:pt x="145736" y="110681"/>
                </a:lnTo>
                <a:cubicBezTo>
                  <a:pt x="144312" y="119972"/>
                  <a:pt x="140175" y="128432"/>
                  <a:pt x="133325" y="136062"/>
                </a:cubicBezTo>
                <a:cubicBezTo>
                  <a:pt x="126476" y="143692"/>
                  <a:pt x="117897" y="147507"/>
                  <a:pt x="107588" y="147507"/>
                </a:cubicBezTo>
                <a:cubicBezTo>
                  <a:pt x="96398" y="147507"/>
                  <a:pt x="86818" y="143159"/>
                  <a:pt x="78850" y="134463"/>
                </a:cubicBezTo>
                <a:cubicBezTo>
                  <a:pt x="70881" y="125765"/>
                  <a:pt x="66897" y="114073"/>
                  <a:pt x="66897" y="99386"/>
                </a:cubicBezTo>
                <a:cubicBezTo>
                  <a:pt x="66897" y="83482"/>
                  <a:pt x="70983" y="71081"/>
                  <a:pt x="79155" y="62182"/>
                </a:cubicBezTo>
                <a:cubicBezTo>
                  <a:pt x="87327" y="53280"/>
                  <a:pt x="97585" y="48830"/>
                  <a:pt x="109928" y="48830"/>
                </a:cubicBezTo>
                <a:cubicBezTo>
                  <a:pt x="120372" y="48830"/>
                  <a:pt x="128951" y="52263"/>
                  <a:pt x="135665" y="59130"/>
                </a:cubicBezTo>
                <a:cubicBezTo>
                  <a:pt x="142379" y="65994"/>
                  <a:pt x="145736" y="75175"/>
                  <a:pt x="145736" y="86673"/>
                </a:cubicBezTo>
                <a:lnTo>
                  <a:pt x="81342" y="86673"/>
                </a:lnTo>
                <a:moveTo>
                  <a:pt x="81342" y="80773"/>
                </a:moveTo>
                <a:lnTo>
                  <a:pt x="124475" y="80773"/>
                </a:lnTo>
                <a:cubicBezTo>
                  <a:pt x="124136" y="74804"/>
                  <a:pt x="123424" y="70600"/>
                  <a:pt x="122339" y="68158"/>
                </a:cubicBezTo>
                <a:cubicBezTo>
                  <a:pt x="120643" y="64360"/>
                  <a:pt x="118117" y="61376"/>
                  <a:pt x="114760" y="59206"/>
                </a:cubicBezTo>
                <a:cubicBezTo>
                  <a:pt x="111403" y="57036"/>
                  <a:pt x="107893" y="55951"/>
                  <a:pt x="104231" y="55951"/>
                </a:cubicBezTo>
                <a:cubicBezTo>
                  <a:pt x="98602" y="55951"/>
                  <a:pt x="93566" y="58138"/>
                  <a:pt x="89124" y="62512"/>
                </a:cubicBezTo>
                <a:cubicBezTo>
                  <a:pt x="84682" y="66887"/>
                  <a:pt x="82088" y="72973"/>
                  <a:pt x="81342" y="80773"/>
                </a:cubicBezTo>
                <a:close/>
                <a:moveTo>
                  <a:pt x="155097" y="4273"/>
                </a:moveTo>
                <a:lnTo>
                  <a:pt x="155097" y="0"/>
                </a:lnTo>
                <a:cubicBezTo>
                  <a:pt x="165406" y="5086"/>
                  <a:pt x="173985" y="11088"/>
                  <a:pt x="180835" y="18006"/>
                </a:cubicBezTo>
                <a:cubicBezTo>
                  <a:pt x="190533" y="27908"/>
                  <a:pt x="198027" y="39522"/>
                  <a:pt x="203317" y="52848"/>
                </a:cubicBezTo>
                <a:cubicBezTo>
                  <a:pt x="208607" y="66175"/>
                  <a:pt x="211252" y="80060"/>
                  <a:pt x="211252" y="94506"/>
                </a:cubicBezTo>
                <a:cubicBezTo>
                  <a:pt x="211252" y="115530"/>
                  <a:pt x="206080" y="134706"/>
                  <a:pt x="195738" y="152033"/>
                </a:cubicBezTo>
                <a:cubicBezTo>
                  <a:pt x="185396" y="169361"/>
                  <a:pt x="171849" y="181755"/>
                  <a:pt x="155097" y="189215"/>
                </a:cubicBezTo>
                <a:lnTo>
                  <a:pt x="155097" y="185451"/>
                </a:lnTo>
                <a:cubicBezTo>
                  <a:pt x="163439" y="180772"/>
                  <a:pt x="170306" y="174448"/>
                  <a:pt x="175697" y="166479"/>
                </a:cubicBezTo>
                <a:cubicBezTo>
                  <a:pt x="181089" y="158510"/>
                  <a:pt x="185090" y="148371"/>
                  <a:pt x="187701" y="136062"/>
                </a:cubicBezTo>
                <a:cubicBezTo>
                  <a:pt x="190312" y="123753"/>
                  <a:pt x="191618" y="110918"/>
                  <a:pt x="191618" y="97558"/>
                </a:cubicBezTo>
                <a:cubicBezTo>
                  <a:pt x="191618" y="83112"/>
                  <a:pt x="190499" y="69922"/>
                  <a:pt x="188261" y="57985"/>
                </a:cubicBezTo>
                <a:cubicBezTo>
                  <a:pt x="186565" y="48626"/>
                  <a:pt x="184446" y="41132"/>
                  <a:pt x="181903" y="35503"/>
                </a:cubicBezTo>
                <a:cubicBezTo>
                  <a:pt x="179360" y="29874"/>
                  <a:pt x="175986" y="24449"/>
                  <a:pt x="171781" y="19227"/>
                </a:cubicBezTo>
                <a:cubicBezTo>
                  <a:pt x="167576" y="14005"/>
                  <a:pt x="162015" y="9020"/>
                  <a:pt x="155097" y="4273"/>
                </a:cubicBezTo>
                <a:close/>
                <a:moveTo>
                  <a:pt x="353034" y="98473"/>
                </a:moveTo>
                <a:lnTo>
                  <a:pt x="299626" y="98473"/>
                </a:lnTo>
                <a:lnTo>
                  <a:pt x="290267" y="120243"/>
                </a:lnTo>
                <a:cubicBezTo>
                  <a:pt x="287961" y="125601"/>
                  <a:pt x="286808" y="129602"/>
                  <a:pt x="286808" y="132247"/>
                </a:cubicBezTo>
                <a:cubicBezTo>
                  <a:pt x="286808" y="134350"/>
                  <a:pt x="287809" y="136198"/>
                  <a:pt x="289809" y="137791"/>
                </a:cubicBezTo>
                <a:cubicBezTo>
                  <a:pt x="291810" y="139385"/>
                  <a:pt x="296133" y="140419"/>
                  <a:pt x="302780" y="140894"/>
                </a:cubicBezTo>
                <a:lnTo>
                  <a:pt x="302780" y="144658"/>
                </a:lnTo>
                <a:lnTo>
                  <a:pt x="259341" y="144658"/>
                </a:lnTo>
                <a:lnTo>
                  <a:pt x="259341" y="140894"/>
                </a:lnTo>
                <a:cubicBezTo>
                  <a:pt x="265106" y="139877"/>
                  <a:pt x="268836" y="138556"/>
                  <a:pt x="270532" y="136930"/>
                </a:cubicBezTo>
                <a:cubicBezTo>
                  <a:pt x="273990" y="133677"/>
                  <a:pt x="277822" y="127070"/>
                  <a:pt x="282027" y="117109"/>
                </a:cubicBezTo>
                <a:lnTo>
                  <a:pt x="330552" y="3662"/>
                </a:lnTo>
                <a:lnTo>
                  <a:pt x="334112" y="3662"/>
                </a:lnTo>
                <a:lnTo>
                  <a:pt x="382128" y="118326"/>
                </a:lnTo>
                <a:cubicBezTo>
                  <a:pt x="385994" y="127543"/>
                  <a:pt x="389503" y="133524"/>
                  <a:pt x="392657" y="136269"/>
                </a:cubicBezTo>
                <a:cubicBezTo>
                  <a:pt x="395810" y="139013"/>
                  <a:pt x="400202" y="140555"/>
                  <a:pt x="405831" y="140894"/>
                </a:cubicBezTo>
                <a:lnTo>
                  <a:pt x="405831" y="144658"/>
                </a:lnTo>
                <a:lnTo>
                  <a:pt x="351406" y="144658"/>
                </a:lnTo>
                <a:lnTo>
                  <a:pt x="351406" y="140894"/>
                </a:lnTo>
                <a:cubicBezTo>
                  <a:pt x="356899" y="140623"/>
                  <a:pt x="360612" y="139707"/>
                  <a:pt x="362545" y="138148"/>
                </a:cubicBezTo>
                <a:cubicBezTo>
                  <a:pt x="364478" y="136588"/>
                  <a:pt x="365444" y="134689"/>
                  <a:pt x="365444" y="132451"/>
                </a:cubicBezTo>
                <a:cubicBezTo>
                  <a:pt x="365444" y="129467"/>
                  <a:pt x="364088" y="124753"/>
                  <a:pt x="361375" y="118310"/>
                </a:cubicBezTo>
                <a:lnTo>
                  <a:pt x="353034" y="98473"/>
                </a:lnTo>
                <a:moveTo>
                  <a:pt x="350185" y="90945"/>
                </a:moveTo>
                <a:lnTo>
                  <a:pt x="326788" y="35278"/>
                </a:lnTo>
                <a:lnTo>
                  <a:pt x="302780" y="90945"/>
                </a:lnTo>
                <a:lnTo>
                  <a:pt x="350185" y="90945"/>
                </a:lnTo>
                <a:close/>
                <a:moveTo>
                  <a:pt x="498188" y="3866"/>
                </a:moveTo>
                <a:lnTo>
                  <a:pt x="498188" y="7630"/>
                </a:lnTo>
                <a:cubicBezTo>
                  <a:pt x="489236" y="8511"/>
                  <a:pt x="481928" y="10292"/>
                  <a:pt x="476265" y="12970"/>
                </a:cubicBezTo>
                <a:cubicBezTo>
                  <a:pt x="470603" y="15649"/>
                  <a:pt x="465007" y="19735"/>
                  <a:pt x="459480" y="25229"/>
                </a:cubicBezTo>
                <a:cubicBezTo>
                  <a:pt x="453953" y="30722"/>
                  <a:pt x="449375" y="36843"/>
                  <a:pt x="445747" y="43591"/>
                </a:cubicBezTo>
                <a:cubicBezTo>
                  <a:pt x="442118" y="50339"/>
                  <a:pt x="439084" y="58358"/>
                  <a:pt x="436642" y="67650"/>
                </a:cubicBezTo>
                <a:cubicBezTo>
                  <a:pt x="446408" y="60935"/>
                  <a:pt x="456208" y="57578"/>
                  <a:pt x="466042" y="57578"/>
                </a:cubicBezTo>
                <a:cubicBezTo>
                  <a:pt x="475469" y="57578"/>
                  <a:pt x="483641" y="61376"/>
                  <a:pt x="490558" y="68972"/>
                </a:cubicBezTo>
                <a:cubicBezTo>
                  <a:pt x="497476" y="76568"/>
                  <a:pt x="500935" y="86334"/>
                  <a:pt x="500935" y="98270"/>
                </a:cubicBezTo>
                <a:cubicBezTo>
                  <a:pt x="500935" y="109799"/>
                  <a:pt x="497442" y="120311"/>
                  <a:pt x="490457" y="129806"/>
                </a:cubicBezTo>
                <a:cubicBezTo>
                  <a:pt x="482047" y="141335"/>
                  <a:pt x="470925" y="147100"/>
                  <a:pt x="457090" y="147100"/>
                </a:cubicBezTo>
                <a:cubicBezTo>
                  <a:pt x="447663" y="147100"/>
                  <a:pt x="439660" y="143980"/>
                  <a:pt x="433082" y="137741"/>
                </a:cubicBezTo>
                <a:cubicBezTo>
                  <a:pt x="420196" y="125601"/>
                  <a:pt x="413753" y="109867"/>
                  <a:pt x="413753" y="90539"/>
                </a:cubicBezTo>
                <a:cubicBezTo>
                  <a:pt x="413753" y="78195"/>
                  <a:pt x="416229" y="66463"/>
                  <a:pt x="421179" y="55340"/>
                </a:cubicBezTo>
                <a:cubicBezTo>
                  <a:pt x="426130" y="44218"/>
                  <a:pt x="433200" y="34350"/>
                  <a:pt x="442390" y="25737"/>
                </a:cubicBezTo>
                <a:cubicBezTo>
                  <a:pt x="451579" y="17124"/>
                  <a:pt x="460379" y="11326"/>
                  <a:pt x="468788" y="8342"/>
                </a:cubicBezTo>
                <a:cubicBezTo>
                  <a:pt x="477198" y="5358"/>
                  <a:pt x="485031" y="3866"/>
                  <a:pt x="492288" y="3866"/>
                </a:cubicBezTo>
                <a:lnTo>
                  <a:pt x="498188" y="3866"/>
                </a:lnTo>
                <a:moveTo>
                  <a:pt x="434913" y="75076"/>
                </a:moveTo>
                <a:cubicBezTo>
                  <a:pt x="433692" y="84231"/>
                  <a:pt x="433082" y="91624"/>
                  <a:pt x="433082" y="97253"/>
                </a:cubicBezTo>
                <a:cubicBezTo>
                  <a:pt x="433082" y="103763"/>
                  <a:pt x="434285" y="110833"/>
                  <a:pt x="436693" y="118463"/>
                </a:cubicBezTo>
                <a:cubicBezTo>
                  <a:pt x="439101" y="126093"/>
                  <a:pt x="442678" y="132146"/>
                  <a:pt x="447425" y="136622"/>
                </a:cubicBezTo>
                <a:cubicBezTo>
                  <a:pt x="450884" y="139809"/>
                  <a:pt x="455089" y="141403"/>
                  <a:pt x="460040" y="141403"/>
                </a:cubicBezTo>
                <a:cubicBezTo>
                  <a:pt x="465940" y="141403"/>
                  <a:pt x="471213" y="138622"/>
                  <a:pt x="475859" y="133061"/>
                </a:cubicBezTo>
                <a:cubicBezTo>
                  <a:pt x="480504" y="127500"/>
                  <a:pt x="482827" y="119565"/>
                  <a:pt x="482827" y="109257"/>
                </a:cubicBezTo>
                <a:cubicBezTo>
                  <a:pt x="482827" y="97660"/>
                  <a:pt x="480521" y="87622"/>
                  <a:pt x="475909" y="79145"/>
                </a:cubicBezTo>
                <a:cubicBezTo>
                  <a:pt x="471298" y="70668"/>
                  <a:pt x="464753" y="66429"/>
                  <a:pt x="456276" y="66429"/>
                </a:cubicBezTo>
                <a:cubicBezTo>
                  <a:pt x="453699" y="66429"/>
                  <a:pt x="450935" y="66971"/>
                  <a:pt x="447985" y="68056"/>
                </a:cubicBezTo>
                <a:cubicBezTo>
                  <a:pt x="445035" y="69142"/>
                  <a:pt x="440677" y="71481"/>
                  <a:pt x="434913" y="750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(f">
            <a:extLst xmlns:a="http://schemas.openxmlformats.org/drawingml/2006/main">
              <a:ext uri="{FF2B5EF4-FFF2-40B4-BE49-F238E27FC236}">
                <a16:creationId xmlns:a16="http://schemas.microsoft.com/office/drawing/2014/main" id="{BAEEF506-C6D9-4079-918D-9B96DF39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256" y="2786348"/>
            <a:ext cx="149704" cy="189215"/>
          </a:xfrm>
          <a:custGeom xmlns:a="http://schemas.openxmlformats.org/drawingml/2006/main">
            <a:pathLst>
              <a:path w="149704" h="189215">
                <a:moveTo>
                  <a:pt x="56154" y="185451"/>
                </a:moveTo>
                <a:lnTo>
                  <a:pt x="56154" y="189215"/>
                </a:lnTo>
                <a:cubicBezTo>
                  <a:pt x="45914" y="184061"/>
                  <a:pt x="37368" y="178025"/>
                  <a:pt x="30519" y="171108"/>
                </a:cubicBezTo>
                <a:cubicBezTo>
                  <a:pt x="20753" y="161274"/>
                  <a:pt x="13225" y="149677"/>
                  <a:pt x="7935" y="136316"/>
                </a:cubicBezTo>
                <a:cubicBezTo>
                  <a:pt x="2645" y="122956"/>
                  <a:pt x="0" y="109087"/>
                  <a:pt x="0" y="94709"/>
                </a:cubicBezTo>
                <a:cubicBezTo>
                  <a:pt x="0" y="73685"/>
                  <a:pt x="5188" y="54510"/>
                  <a:pt x="15564" y="37182"/>
                </a:cubicBezTo>
                <a:cubicBezTo>
                  <a:pt x="25941" y="19854"/>
                  <a:pt x="39471" y="7460"/>
                  <a:pt x="56154" y="0"/>
                </a:cubicBezTo>
                <a:lnTo>
                  <a:pt x="56154" y="4273"/>
                </a:lnTo>
                <a:cubicBezTo>
                  <a:pt x="47812" y="8884"/>
                  <a:pt x="40963" y="15191"/>
                  <a:pt x="35605" y="23194"/>
                </a:cubicBezTo>
                <a:cubicBezTo>
                  <a:pt x="30247" y="31197"/>
                  <a:pt x="26246" y="41336"/>
                  <a:pt x="23601" y="53611"/>
                </a:cubicBezTo>
                <a:cubicBezTo>
                  <a:pt x="20956" y="65886"/>
                  <a:pt x="19634" y="78704"/>
                  <a:pt x="19634" y="92064"/>
                </a:cubicBezTo>
                <a:cubicBezTo>
                  <a:pt x="19634" y="106578"/>
                  <a:pt x="20753" y="119769"/>
                  <a:pt x="22991" y="131637"/>
                </a:cubicBezTo>
                <a:cubicBezTo>
                  <a:pt x="24754" y="140996"/>
                  <a:pt x="26890" y="148507"/>
                  <a:pt x="29400" y="154170"/>
                </a:cubicBezTo>
                <a:cubicBezTo>
                  <a:pt x="31909" y="159833"/>
                  <a:pt x="35283" y="165275"/>
                  <a:pt x="39522" y="170497"/>
                </a:cubicBezTo>
                <a:cubicBezTo>
                  <a:pt x="43760" y="175719"/>
                  <a:pt x="49304" y="180704"/>
                  <a:pt x="56154" y="185451"/>
                </a:cubicBezTo>
                <a:close/>
                <a:moveTo>
                  <a:pt x="102095" y="58596"/>
                </a:moveTo>
                <a:lnTo>
                  <a:pt x="102095" y="119913"/>
                </a:lnTo>
                <a:cubicBezTo>
                  <a:pt x="102095" y="128604"/>
                  <a:pt x="103045" y="134104"/>
                  <a:pt x="104944" y="136412"/>
                </a:cubicBezTo>
                <a:cubicBezTo>
                  <a:pt x="107453" y="139400"/>
                  <a:pt x="110810" y="140894"/>
                  <a:pt x="115015" y="140894"/>
                </a:cubicBezTo>
                <a:lnTo>
                  <a:pt x="123458" y="140894"/>
                </a:lnTo>
                <a:lnTo>
                  <a:pt x="123458" y="144658"/>
                </a:lnTo>
                <a:lnTo>
                  <a:pt x="67813" y="144658"/>
                </a:lnTo>
                <a:lnTo>
                  <a:pt x="67813" y="140894"/>
                </a:lnTo>
                <a:lnTo>
                  <a:pt x="71984" y="140894"/>
                </a:lnTo>
                <a:cubicBezTo>
                  <a:pt x="74696" y="140894"/>
                  <a:pt x="77172" y="140215"/>
                  <a:pt x="79410" y="138856"/>
                </a:cubicBezTo>
                <a:cubicBezTo>
                  <a:pt x="81648" y="137498"/>
                  <a:pt x="83191" y="135665"/>
                  <a:pt x="84038" y="133357"/>
                </a:cubicBezTo>
                <a:cubicBezTo>
                  <a:pt x="84886" y="131049"/>
                  <a:pt x="85310" y="126567"/>
                  <a:pt x="85310" y="119913"/>
                </a:cubicBezTo>
                <a:lnTo>
                  <a:pt x="85310" y="58596"/>
                </a:lnTo>
                <a:lnTo>
                  <a:pt x="67202" y="58596"/>
                </a:lnTo>
                <a:lnTo>
                  <a:pt x="67202" y="51475"/>
                </a:lnTo>
                <a:lnTo>
                  <a:pt x="85310" y="51475"/>
                </a:lnTo>
                <a:lnTo>
                  <a:pt x="85310" y="45346"/>
                </a:lnTo>
                <a:cubicBezTo>
                  <a:pt x="85310" y="36018"/>
                  <a:pt x="86802" y="28121"/>
                  <a:pt x="89786" y="21652"/>
                </a:cubicBezTo>
                <a:cubicBezTo>
                  <a:pt x="92770" y="15184"/>
                  <a:pt x="97331" y="9959"/>
                  <a:pt x="103469" y="5977"/>
                </a:cubicBezTo>
                <a:cubicBezTo>
                  <a:pt x="109606" y="1992"/>
                  <a:pt x="116507" y="0"/>
                  <a:pt x="124170" y="0"/>
                </a:cubicBezTo>
                <a:cubicBezTo>
                  <a:pt x="131291" y="0"/>
                  <a:pt x="137836" y="2306"/>
                  <a:pt x="143804" y="6918"/>
                </a:cubicBezTo>
                <a:cubicBezTo>
                  <a:pt x="147738" y="9969"/>
                  <a:pt x="149704" y="13394"/>
                  <a:pt x="149704" y="17192"/>
                </a:cubicBezTo>
                <a:cubicBezTo>
                  <a:pt x="149704" y="19227"/>
                  <a:pt x="148823" y="21143"/>
                  <a:pt x="147059" y="22940"/>
                </a:cubicBezTo>
                <a:cubicBezTo>
                  <a:pt x="145296" y="24737"/>
                  <a:pt x="143397" y="25636"/>
                  <a:pt x="141363" y="25636"/>
                </a:cubicBezTo>
                <a:cubicBezTo>
                  <a:pt x="139803" y="25636"/>
                  <a:pt x="138158" y="25070"/>
                  <a:pt x="136429" y="23938"/>
                </a:cubicBezTo>
                <a:cubicBezTo>
                  <a:pt x="134699" y="22806"/>
                  <a:pt x="132580" y="20372"/>
                  <a:pt x="130071" y="16636"/>
                </a:cubicBezTo>
                <a:cubicBezTo>
                  <a:pt x="127561" y="12899"/>
                  <a:pt x="125256" y="10380"/>
                  <a:pt x="123153" y="9076"/>
                </a:cubicBezTo>
                <a:cubicBezTo>
                  <a:pt x="121051" y="7773"/>
                  <a:pt x="118711" y="7121"/>
                  <a:pt x="116134" y="7121"/>
                </a:cubicBezTo>
                <a:cubicBezTo>
                  <a:pt x="113014" y="7121"/>
                  <a:pt x="110369" y="7960"/>
                  <a:pt x="108199" y="9639"/>
                </a:cubicBezTo>
                <a:cubicBezTo>
                  <a:pt x="106029" y="11315"/>
                  <a:pt x="104469" y="13916"/>
                  <a:pt x="103520" y="17440"/>
                </a:cubicBezTo>
                <a:cubicBezTo>
                  <a:pt x="102570" y="20965"/>
                  <a:pt x="102095" y="30050"/>
                  <a:pt x="102095" y="44697"/>
                </a:cubicBezTo>
                <a:lnTo>
                  <a:pt x="102095" y="51475"/>
                </a:lnTo>
                <a:lnTo>
                  <a:pt x="126103" y="51475"/>
                </a:lnTo>
                <a:lnTo>
                  <a:pt x="126103" y="58596"/>
                </a:lnTo>
                <a:lnTo>
                  <a:pt x="102095" y="58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)A10">
            <a:extLst xmlns:a="http://schemas.openxmlformats.org/drawingml/2006/main">
              <a:ext uri="{FF2B5EF4-FFF2-40B4-BE49-F238E27FC236}">
                <a16:creationId xmlns:a16="http://schemas.microsoft.com/office/drawing/2014/main" id="{84165F1D-CD4E-4EF5-BC3E-F5E7741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811" y="2786348"/>
            <a:ext cx="448013" cy="189215"/>
          </a:xfrm>
          <a:custGeom xmlns:a="http://schemas.openxmlformats.org/drawingml/2006/main">
            <a:pathLst>
              <a:path w="448013" h="189215">
                <a:moveTo>
                  <a:pt x="0" y="4273"/>
                </a:moveTo>
                <a:lnTo>
                  <a:pt x="0" y="0"/>
                </a:lnTo>
                <a:cubicBezTo>
                  <a:pt x="10309" y="5086"/>
                  <a:pt x="18888" y="11088"/>
                  <a:pt x="25737" y="18006"/>
                </a:cubicBezTo>
                <a:cubicBezTo>
                  <a:pt x="35435" y="27908"/>
                  <a:pt x="42929" y="39522"/>
                  <a:pt x="48219" y="52848"/>
                </a:cubicBezTo>
                <a:cubicBezTo>
                  <a:pt x="53509" y="66175"/>
                  <a:pt x="56154" y="80060"/>
                  <a:pt x="56154" y="94506"/>
                </a:cubicBezTo>
                <a:cubicBezTo>
                  <a:pt x="56154" y="115530"/>
                  <a:pt x="50983" y="134706"/>
                  <a:pt x="40641" y="152033"/>
                </a:cubicBezTo>
                <a:cubicBezTo>
                  <a:pt x="30298" y="169361"/>
                  <a:pt x="16751" y="181755"/>
                  <a:pt x="0" y="189215"/>
                </a:cubicBezTo>
                <a:lnTo>
                  <a:pt x="0" y="185451"/>
                </a:lnTo>
                <a:cubicBezTo>
                  <a:pt x="8342" y="180772"/>
                  <a:pt x="15208" y="174448"/>
                  <a:pt x="20600" y="166479"/>
                </a:cubicBezTo>
                <a:cubicBezTo>
                  <a:pt x="25992" y="158510"/>
                  <a:pt x="29993" y="148371"/>
                  <a:pt x="32604" y="136062"/>
                </a:cubicBezTo>
                <a:cubicBezTo>
                  <a:pt x="35215" y="123753"/>
                  <a:pt x="36521" y="110918"/>
                  <a:pt x="36521" y="97558"/>
                </a:cubicBezTo>
                <a:cubicBezTo>
                  <a:pt x="36521" y="83112"/>
                  <a:pt x="35402" y="69922"/>
                  <a:pt x="33164" y="57985"/>
                </a:cubicBezTo>
                <a:cubicBezTo>
                  <a:pt x="31468" y="48626"/>
                  <a:pt x="29349" y="41132"/>
                  <a:pt x="26806" y="35503"/>
                </a:cubicBezTo>
                <a:cubicBezTo>
                  <a:pt x="24262" y="29874"/>
                  <a:pt x="20888" y="24449"/>
                  <a:pt x="16684" y="19227"/>
                </a:cubicBezTo>
                <a:cubicBezTo>
                  <a:pt x="12479" y="14005"/>
                  <a:pt x="6918" y="9020"/>
                  <a:pt x="0" y="4273"/>
                </a:cubicBezTo>
                <a:close/>
                <a:moveTo>
                  <a:pt x="197883" y="98473"/>
                </a:moveTo>
                <a:lnTo>
                  <a:pt x="144476" y="98473"/>
                </a:lnTo>
                <a:lnTo>
                  <a:pt x="135116" y="120243"/>
                </a:lnTo>
                <a:cubicBezTo>
                  <a:pt x="132811" y="125601"/>
                  <a:pt x="131658" y="129602"/>
                  <a:pt x="131658" y="132247"/>
                </a:cubicBezTo>
                <a:cubicBezTo>
                  <a:pt x="131658" y="134350"/>
                  <a:pt x="132658" y="136198"/>
                  <a:pt x="134659" y="137791"/>
                </a:cubicBezTo>
                <a:cubicBezTo>
                  <a:pt x="136659" y="139385"/>
                  <a:pt x="140983" y="140419"/>
                  <a:pt x="147629" y="140894"/>
                </a:cubicBezTo>
                <a:lnTo>
                  <a:pt x="147629" y="144658"/>
                </a:lnTo>
                <a:lnTo>
                  <a:pt x="104191" y="144658"/>
                </a:lnTo>
                <a:lnTo>
                  <a:pt x="104191" y="140894"/>
                </a:lnTo>
                <a:cubicBezTo>
                  <a:pt x="109956" y="139877"/>
                  <a:pt x="113686" y="138556"/>
                  <a:pt x="115381" y="136930"/>
                </a:cubicBezTo>
                <a:cubicBezTo>
                  <a:pt x="118840" y="133677"/>
                  <a:pt x="122672" y="127070"/>
                  <a:pt x="126876" y="117109"/>
                </a:cubicBezTo>
                <a:lnTo>
                  <a:pt x="175401" y="3662"/>
                </a:lnTo>
                <a:lnTo>
                  <a:pt x="178962" y="3662"/>
                </a:lnTo>
                <a:lnTo>
                  <a:pt x="226977" y="118326"/>
                </a:lnTo>
                <a:cubicBezTo>
                  <a:pt x="230843" y="127543"/>
                  <a:pt x="234353" y="133524"/>
                  <a:pt x="237506" y="136269"/>
                </a:cubicBezTo>
                <a:cubicBezTo>
                  <a:pt x="240660" y="139013"/>
                  <a:pt x="245051" y="140555"/>
                  <a:pt x="250680" y="140894"/>
                </a:cubicBezTo>
                <a:lnTo>
                  <a:pt x="250680" y="144658"/>
                </a:lnTo>
                <a:lnTo>
                  <a:pt x="196255" y="144658"/>
                </a:lnTo>
                <a:lnTo>
                  <a:pt x="196255" y="140894"/>
                </a:lnTo>
                <a:cubicBezTo>
                  <a:pt x="201749" y="140623"/>
                  <a:pt x="205462" y="139707"/>
                  <a:pt x="207395" y="138148"/>
                </a:cubicBezTo>
                <a:cubicBezTo>
                  <a:pt x="209328" y="136588"/>
                  <a:pt x="210294" y="134689"/>
                  <a:pt x="210294" y="132451"/>
                </a:cubicBezTo>
                <a:cubicBezTo>
                  <a:pt x="210294" y="129467"/>
                  <a:pt x="208938" y="124753"/>
                  <a:pt x="206225" y="118310"/>
                </a:cubicBezTo>
                <a:lnTo>
                  <a:pt x="197883" y="98473"/>
                </a:lnTo>
                <a:moveTo>
                  <a:pt x="195035" y="90945"/>
                </a:moveTo>
                <a:lnTo>
                  <a:pt x="171637" y="35278"/>
                </a:lnTo>
                <a:lnTo>
                  <a:pt x="147629" y="90945"/>
                </a:lnTo>
                <a:lnTo>
                  <a:pt x="195035" y="90945"/>
                </a:lnTo>
                <a:close/>
                <a:moveTo>
                  <a:pt x="274119" y="20244"/>
                </a:moveTo>
                <a:lnTo>
                  <a:pt x="307690" y="3866"/>
                </a:lnTo>
                <a:lnTo>
                  <a:pt x="311047" y="3866"/>
                </a:lnTo>
                <a:lnTo>
                  <a:pt x="311047" y="120345"/>
                </a:lnTo>
                <a:cubicBezTo>
                  <a:pt x="311047" y="128076"/>
                  <a:pt x="311369" y="132892"/>
                  <a:pt x="312013" y="134790"/>
                </a:cubicBezTo>
                <a:cubicBezTo>
                  <a:pt x="312657" y="136689"/>
                  <a:pt x="313997" y="138148"/>
                  <a:pt x="316031" y="139165"/>
                </a:cubicBezTo>
                <a:cubicBezTo>
                  <a:pt x="318066" y="140182"/>
                  <a:pt x="322203" y="140759"/>
                  <a:pt x="328442" y="140894"/>
                </a:cubicBezTo>
                <a:lnTo>
                  <a:pt x="328442" y="144658"/>
                </a:lnTo>
                <a:lnTo>
                  <a:pt x="276561" y="144658"/>
                </a:lnTo>
                <a:lnTo>
                  <a:pt x="276561" y="140894"/>
                </a:lnTo>
                <a:cubicBezTo>
                  <a:pt x="283071" y="140759"/>
                  <a:pt x="287276" y="140199"/>
                  <a:pt x="289175" y="139216"/>
                </a:cubicBezTo>
                <a:cubicBezTo>
                  <a:pt x="291074" y="138232"/>
                  <a:pt x="292396" y="136910"/>
                  <a:pt x="293142" y="135248"/>
                </a:cubicBezTo>
                <a:cubicBezTo>
                  <a:pt x="293888" y="133587"/>
                  <a:pt x="294261" y="128619"/>
                  <a:pt x="294261" y="120345"/>
                </a:cubicBezTo>
                <a:lnTo>
                  <a:pt x="294261" y="45880"/>
                </a:lnTo>
                <a:cubicBezTo>
                  <a:pt x="294261" y="35842"/>
                  <a:pt x="293922" y="29400"/>
                  <a:pt x="293244" y="26551"/>
                </a:cubicBezTo>
                <a:cubicBezTo>
                  <a:pt x="292769" y="24381"/>
                  <a:pt x="291905" y="22787"/>
                  <a:pt x="290650" y="21770"/>
                </a:cubicBezTo>
                <a:cubicBezTo>
                  <a:pt x="289395" y="20753"/>
                  <a:pt x="287886" y="20244"/>
                  <a:pt x="286123" y="20244"/>
                </a:cubicBezTo>
                <a:cubicBezTo>
                  <a:pt x="283614" y="20244"/>
                  <a:pt x="280121" y="21295"/>
                  <a:pt x="275645" y="23398"/>
                </a:cubicBezTo>
                <a:lnTo>
                  <a:pt x="274119" y="20244"/>
                </a:lnTo>
                <a:close/>
                <a:moveTo>
                  <a:pt x="358797" y="76500"/>
                </a:moveTo>
                <a:cubicBezTo>
                  <a:pt x="358797" y="60766"/>
                  <a:pt x="361171" y="47219"/>
                  <a:pt x="365918" y="35859"/>
                </a:cubicBezTo>
                <a:cubicBezTo>
                  <a:pt x="370666" y="24500"/>
                  <a:pt x="376973" y="16039"/>
                  <a:pt x="384840" y="10478"/>
                </a:cubicBezTo>
                <a:cubicBezTo>
                  <a:pt x="390943" y="6070"/>
                  <a:pt x="397251" y="3866"/>
                  <a:pt x="403761" y="3866"/>
                </a:cubicBezTo>
                <a:cubicBezTo>
                  <a:pt x="414341" y="3866"/>
                  <a:pt x="423836" y="9257"/>
                  <a:pt x="432245" y="20041"/>
                </a:cubicBezTo>
                <a:cubicBezTo>
                  <a:pt x="442757" y="33401"/>
                  <a:pt x="448013" y="51509"/>
                  <a:pt x="448013" y="74364"/>
                </a:cubicBezTo>
                <a:cubicBezTo>
                  <a:pt x="448013" y="90369"/>
                  <a:pt x="445707" y="103967"/>
                  <a:pt x="441096" y="115157"/>
                </a:cubicBezTo>
                <a:cubicBezTo>
                  <a:pt x="436484" y="126347"/>
                  <a:pt x="430601" y="134468"/>
                  <a:pt x="423446" y="139521"/>
                </a:cubicBezTo>
                <a:cubicBezTo>
                  <a:pt x="416291" y="144573"/>
                  <a:pt x="409390" y="147100"/>
                  <a:pt x="402744" y="147100"/>
                </a:cubicBezTo>
                <a:cubicBezTo>
                  <a:pt x="389587" y="147100"/>
                  <a:pt x="378634" y="139334"/>
                  <a:pt x="369886" y="123804"/>
                </a:cubicBezTo>
                <a:cubicBezTo>
                  <a:pt x="362493" y="110715"/>
                  <a:pt x="358797" y="94947"/>
                  <a:pt x="358797" y="76500"/>
                </a:cubicBezTo>
                <a:moveTo>
                  <a:pt x="378736" y="79097"/>
                </a:moveTo>
                <a:cubicBezTo>
                  <a:pt x="378736" y="98101"/>
                  <a:pt x="381076" y="113610"/>
                  <a:pt x="385755" y="125622"/>
                </a:cubicBezTo>
                <a:cubicBezTo>
                  <a:pt x="389621" y="135736"/>
                  <a:pt x="395386" y="140792"/>
                  <a:pt x="403049" y="140792"/>
                </a:cubicBezTo>
                <a:cubicBezTo>
                  <a:pt x="406711" y="140792"/>
                  <a:pt x="410509" y="139147"/>
                  <a:pt x="414443" y="135855"/>
                </a:cubicBezTo>
                <a:cubicBezTo>
                  <a:pt x="418376" y="132564"/>
                  <a:pt x="421360" y="127050"/>
                  <a:pt x="423395" y="119312"/>
                </a:cubicBezTo>
                <a:cubicBezTo>
                  <a:pt x="426515" y="107636"/>
                  <a:pt x="428074" y="91178"/>
                  <a:pt x="428074" y="69935"/>
                </a:cubicBezTo>
                <a:cubicBezTo>
                  <a:pt x="428074" y="54189"/>
                  <a:pt x="426447" y="41055"/>
                  <a:pt x="423191" y="30534"/>
                </a:cubicBezTo>
                <a:cubicBezTo>
                  <a:pt x="420750" y="22729"/>
                  <a:pt x="417596" y="17197"/>
                  <a:pt x="413731" y="13940"/>
                </a:cubicBezTo>
                <a:cubicBezTo>
                  <a:pt x="410950" y="11700"/>
                  <a:pt x="407593" y="10580"/>
                  <a:pt x="403660" y="10580"/>
                </a:cubicBezTo>
                <a:cubicBezTo>
                  <a:pt x="399048" y="10580"/>
                  <a:pt x="394945" y="12650"/>
                  <a:pt x="391350" y="16792"/>
                </a:cubicBezTo>
                <a:cubicBezTo>
                  <a:pt x="386467" y="22425"/>
                  <a:pt x="383144" y="31283"/>
                  <a:pt x="381381" y="43365"/>
                </a:cubicBezTo>
                <a:cubicBezTo>
                  <a:pt x="379618" y="55445"/>
                  <a:pt x="378736" y="67356"/>
                  <a:pt x="378736" y="79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(g)A11">
            <a:extLst xmlns:a="http://schemas.openxmlformats.org/drawingml/2006/main">
              <a:ext uri="{FF2B5EF4-FFF2-40B4-BE49-F238E27FC236}">
                <a16:creationId xmlns:a16="http://schemas.microsoft.com/office/drawing/2014/main" id="{96EA66D6-2598-4135-B393-D332ACB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9986" y="2786348"/>
            <a:ext cx="587814" cy="189622"/>
          </a:xfrm>
          <a:custGeom xmlns:a="http://schemas.openxmlformats.org/drawingml/2006/main">
            <a:pathLst>
              <a:path w="587814" h="189622">
                <a:moveTo>
                  <a:pt x="56154" y="185451"/>
                </a:moveTo>
                <a:lnTo>
                  <a:pt x="56154" y="189215"/>
                </a:lnTo>
                <a:cubicBezTo>
                  <a:pt x="45914" y="184061"/>
                  <a:pt x="37368" y="178025"/>
                  <a:pt x="30519" y="171108"/>
                </a:cubicBezTo>
                <a:cubicBezTo>
                  <a:pt x="20753" y="161274"/>
                  <a:pt x="13225" y="149677"/>
                  <a:pt x="7935" y="136316"/>
                </a:cubicBezTo>
                <a:cubicBezTo>
                  <a:pt x="2645" y="122956"/>
                  <a:pt x="0" y="109087"/>
                  <a:pt x="0" y="94709"/>
                </a:cubicBezTo>
                <a:cubicBezTo>
                  <a:pt x="0" y="73685"/>
                  <a:pt x="5188" y="54510"/>
                  <a:pt x="15564" y="37182"/>
                </a:cubicBezTo>
                <a:cubicBezTo>
                  <a:pt x="25941" y="19854"/>
                  <a:pt x="39471" y="7460"/>
                  <a:pt x="56154" y="0"/>
                </a:cubicBezTo>
                <a:lnTo>
                  <a:pt x="56154" y="4273"/>
                </a:lnTo>
                <a:cubicBezTo>
                  <a:pt x="47812" y="8884"/>
                  <a:pt x="40963" y="15191"/>
                  <a:pt x="35605" y="23194"/>
                </a:cubicBezTo>
                <a:cubicBezTo>
                  <a:pt x="30247" y="31197"/>
                  <a:pt x="26246" y="41336"/>
                  <a:pt x="23601" y="53611"/>
                </a:cubicBezTo>
                <a:cubicBezTo>
                  <a:pt x="20956" y="65886"/>
                  <a:pt x="19634" y="78704"/>
                  <a:pt x="19634" y="92064"/>
                </a:cubicBezTo>
                <a:cubicBezTo>
                  <a:pt x="19634" y="106578"/>
                  <a:pt x="20753" y="119769"/>
                  <a:pt x="22991" y="131637"/>
                </a:cubicBezTo>
                <a:cubicBezTo>
                  <a:pt x="24754" y="140996"/>
                  <a:pt x="26890" y="148507"/>
                  <a:pt x="29400" y="154170"/>
                </a:cubicBezTo>
                <a:cubicBezTo>
                  <a:pt x="31909" y="159833"/>
                  <a:pt x="35283" y="165275"/>
                  <a:pt x="39522" y="170497"/>
                </a:cubicBezTo>
                <a:cubicBezTo>
                  <a:pt x="43760" y="175719"/>
                  <a:pt x="49304" y="180704"/>
                  <a:pt x="56154" y="185451"/>
                </a:cubicBezTo>
                <a:close/>
                <a:moveTo>
                  <a:pt x="90600" y="110703"/>
                </a:moveTo>
                <a:cubicBezTo>
                  <a:pt x="84903" y="107927"/>
                  <a:pt x="80529" y="104049"/>
                  <a:pt x="77477" y="99071"/>
                </a:cubicBezTo>
                <a:cubicBezTo>
                  <a:pt x="74425" y="94093"/>
                  <a:pt x="72899" y="88589"/>
                  <a:pt x="72899" y="82559"/>
                </a:cubicBezTo>
                <a:cubicBezTo>
                  <a:pt x="72899" y="73348"/>
                  <a:pt x="76375" y="65424"/>
                  <a:pt x="83326" y="58786"/>
                </a:cubicBezTo>
                <a:cubicBezTo>
                  <a:pt x="90278" y="52149"/>
                  <a:pt x="99179" y="48830"/>
                  <a:pt x="110030" y="48830"/>
                </a:cubicBezTo>
                <a:cubicBezTo>
                  <a:pt x="118914" y="48830"/>
                  <a:pt x="126612" y="51000"/>
                  <a:pt x="133122" y="55340"/>
                </a:cubicBezTo>
                <a:lnTo>
                  <a:pt x="152858" y="55340"/>
                </a:lnTo>
                <a:cubicBezTo>
                  <a:pt x="155774" y="55340"/>
                  <a:pt x="157469" y="55424"/>
                  <a:pt x="157944" y="55592"/>
                </a:cubicBezTo>
                <a:cubicBezTo>
                  <a:pt x="158419" y="55759"/>
                  <a:pt x="158758" y="56044"/>
                  <a:pt x="158961" y="56447"/>
                </a:cubicBezTo>
                <a:cubicBezTo>
                  <a:pt x="159368" y="57051"/>
                  <a:pt x="159572" y="58124"/>
                  <a:pt x="159572" y="59667"/>
                </a:cubicBezTo>
                <a:cubicBezTo>
                  <a:pt x="159572" y="61409"/>
                  <a:pt x="159402" y="62616"/>
                  <a:pt x="159063" y="63288"/>
                </a:cubicBezTo>
                <a:cubicBezTo>
                  <a:pt x="158860" y="63623"/>
                  <a:pt x="158504" y="63891"/>
                  <a:pt x="157995" y="64092"/>
                </a:cubicBezTo>
                <a:cubicBezTo>
                  <a:pt x="157486" y="64294"/>
                  <a:pt x="155774" y="64394"/>
                  <a:pt x="152858" y="64394"/>
                </a:cubicBezTo>
                <a:lnTo>
                  <a:pt x="140752" y="64394"/>
                </a:lnTo>
                <a:cubicBezTo>
                  <a:pt x="144550" y="69288"/>
                  <a:pt x="146449" y="75540"/>
                  <a:pt x="146449" y="83150"/>
                </a:cubicBezTo>
                <a:cubicBezTo>
                  <a:pt x="146449" y="91848"/>
                  <a:pt x="143126" y="99289"/>
                  <a:pt x="136479" y="105474"/>
                </a:cubicBezTo>
                <a:cubicBezTo>
                  <a:pt x="129833" y="111658"/>
                  <a:pt x="120915" y="114750"/>
                  <a:pt x="109725" y="114750"/>
                </a:cubicBezTo>
                <a:cubicBezTo>
                  <a:pt x="105113" y="114750"/>
                  <a:pt x="100400" y="114058"/>
                  <a:pt x="95584" y="112674"/>
                </a:cubicBezTo>
                <a:cubicBezTo>
                  <a:pt x="92600" y="115249"/>
                  <a:pt x="90583" y="117503"/>
                  <a:pt x="89532" y="119436"/>
                </a:cubicBezTo>
                <a:cubicBezTo>
                  <a:pt x="88480" y="121367"/>
                  <a:pt x="87955" y="123009"/>
                  <a:pt x="87955" y="124363"/>
                </a:cubicBezTo>
                <a:cubicBezTo>
                  <a:pt x="87955" y="125516"/>
                  <a:pt x="88514" y="126635"/>
                  <a:pt x="89633" y="127720"/>
                </a:cubicBezTo>
                <a:cubicBezTo>
                  <a:pt x="90752" y="128803"/>
                  <a:pt x="92939" y="129582"/>
                  <a:pt x="96195" y="130057"/>
                </a:cubicBezTo>
                <a:cubicBezTo>
                  <a:pt x="98094" y="130328"/>
                  <a:pt x="102841" y="130566"/>
                  <a:pt x="110437" y="130769"/>
                </a:cubicBezTo>
                <a:cubicBezTo>
                  <a:pt x="124408" y="131106"/>
                  <a:pt x="133461" y="131580"/>
                  <a:pt x="137598" y="132190"/>
                </a:cubicBezTo>
                <a:cubicBezTo>
                  <a:pt x="143906" y="133072"/>
                  <a:pt x="148941" y="135410"/>
                  <a:pt x="152705" y="139206"/>
                </a:cubicBezTo>
                <a:cubicBezTo>
                  <a:pt x="156469" y="143000"/>
                  <a:pt x="158351" y="147675"/>
                  <a:pt x="158351" y="153232"/>
                </a:cubicBezTo>
                <a:cubicBezTo>
                  <a:pt x="158351" y="160889"/>
                  <a:pt x="154757" y="168073"/>
                  <a:pt x="147568" y="174783"/>
                </a:cubicBezTo>
                <a:cubicBezTo>
                  <a:pt x="136988" y="184676"/>
                  <a:pt x="123187" y="189622"/>
                  <a:pt x="106164" y="189622"/>
                </a:cubicBezTo>
                <a:cubicBezTo>
                  <a:pt x="93075" y="189622"/>
                  <a:pt x="82021" y="186676"/>
                  <a:pt x="73001" y="180785"/>
                </a:cubicBezTo>
                <a:cubicBezTo>
                  <a:pt x="67914" y="177398"/>
                  <a:pt x="65371" y="173875"/>
                  <a:pt x="65371" y="170218"/>
                </a:cubicBezTo>
                <a:cubicBezTo>
                  <a:pt x="65371" y="168594"/>
                  <a:pt x="65744" y="166970"/>
                  <a:pt x="66490" y="165344"/>
                </a:cubicBezTo>
                <a:cubicBezTo>
                  <a:pt x="67643" y="162837"/>
                  <a:pt x="70017" y="159348"/>
                  <a:pt x="73611" y="154879"/>
                </a:cubicBezTo>
                <a:cubicBezTo>
                  <a:pt x="74086" y="154270"/>
                  <a:pt x="77545" y="150614"/>
                  <a:pt x="83987" y="143908"/>
                </a:cubicBezTo>
                <a:cubicBezTo>
                  <a:pt x="80461" y="141803"/>
                  <a:pt x="77968" y="139919"/>
                  <a:pt x="76510" y="138256"/>
                </a:cubicBezTo>
                <a:cubicBezTo>
                  <a:pt x="75052" y="136592"/>
                  <a:pt x="74323" y="134708"/>
                  <a:pt x="74323" y="132603"/>
                </a:cubicBezTo>
                <a:cubicBezTo>
                  <a:pt x="74323" y="130225"/>
                  <a:pt x="75290" y="127441"/>
                  <a:pt x="77222" y="124249"/>
                </a:cubicBezTo>
                <a:cubicBezTo>
                  <a:pt x="79155" y="121057"/>
                  <a:pt x="83614" y="116542"/>
                  <a:pt x="90600" y="110703"/>
                </a:cubicBezTo>
                <a:moveTo>
                  <a:pt x="108300" y="53916"/>
                </a:moveTo>
                <a:cubicBezTo>
                  <a:pt x="103282" y="53916"/>
                  <a:pt x="99077" y="55906"/>
                  <a:pt x="95686" y="59886"/>
                </a:cubicBezTo>
                <a:cubicBezTo>
                  <a:pt x="92295" y="63864"/>
                  <a:pt x="90600" y="69968"/>
                  <a:pt x="90600" y="78198"/>
                </a:cubicBezTo>
                <a:cubicBezTo>
                  <a:pt x="90600" y="88856"/>
                  <a:pt x="92906" y="97118"/>
                  <a:pt x="97517" y="102984"/>
                </a:cubicBezTo>
                <a:cubicBezTo>
                  <a:pt x="101044" y="107437"/>
                  <a:pt x="105520" y="109664"/>
                  <a:pt x="110945" y="109664"/>
                </a:cubicBezTo>
                <a:cubicBezTo>
                  <a:pt x="116100" y="109664"/>
                  <a:pt x="120338" y="107741"/>
                  <a:pt x="123662" y="103897"/>
                </a:cubicBezTo>
                <a:cubicBezTo>
                  <a:pt x="126985" y="100052"/>
                  <a:pt x="128646" y="94015"/>
                  <a:pt x="128646" y="85786"/>
                </a:cubicBezTo>
                <a:cubicBezTo>
                  <a:pt x="128646" y="75062"/>
                  <a:pt x="126306" y="66664"/>
                  <a:pt x="121627" y="60592"/>
                </a:cubicBezTo>
                <a:cubicBezTo>
                  <a:pt x="118168" y="56142"/>
                  <a:pt x="113726" y="53916"/>
                  <a:pt x="108300" y="53916"/>
                </a:cubicBezTo>
                <a:moveTo>
                  <a:pt x="89582" y="144719"/>
                </a:moveTo>
                <a:cubicBezTo>
                  <a:pt x="86395" y="148171"/>
                  <a:pt x="83987" y="151386"/>
                  <a:pt x="82360" y="154364"/>
                </a:cubicBezTo>
                <a:cubicBezTo>
                  <a:pt x="80732" y="157344"/>
                  <a:pt x="79918" y="160086"/>
                  <a:pt x="79918" y="162591"/>
                </a:cubicBezTo>
                <a:cubicBezTo>
                  <a:pt x="79918" y="165840"/>
                  <a:pt x="81885" y="168683"/>
                  <a:pt x="85818" y="171120"/>
                </a:cubicBezTo>
                <a:cubicBezTo>
                  <a:pt x="92600" y="175317"/>
                  <a:pt x="102400" y="177415"/>
                  <a:pt x="115218" y="177415"/>
                </a:cubicBezTo>
                <a:cubicBezTo>
                  <a:pt x="127425" y="177415"/>
                  <a:pt x="136428" y="175265"/>
                  <a:pt x="142227" y="170965"/>
                </a:cubicBezTo>
                <a:cubicBezTo>
                  <a:pt x="148026" y="166667"/>
                  <a:pt x="150925" y="162081"/>
                  <a:pt x="150925" y="157209"/>
                </a:cubicBezTo>
                <a:cubicBezTo>
                  <a:pt x="150925" y="153689"/>
                  <a:pt x="149195" y="151184"/>
                  <a:pt x="145737" y="149694"/>
                </a:cubicBezTo>
                <a:cubicBezTo>
                  <a:pt x="142210" y="148204"/>
                  <a:pt x="135225" y="147324"/>
                  <a:pt x="124781" y="147055"/>
                </a:cubicBezTo>
                <a:cubicBezTo>
                  <a:pt x="109521" y="146648"/>
                  <a:pt x="97789" y="145869"/>
                  <a:pt x="89582" y="144719"/>
                </a:cubicBezTo>
                <a:close/>
                <a:moveTo>
                  <a:pt x="165307" y="4273"/>
                </a:moveTo>
                <a:lnTo>
                  <a:pt x="165307" y="0"/>
                </a:lnTo>
                <a:cubicBezTo>
                  <a:pt x="175615" y="5086"/>
                  <a:pt x="184195" y="11088"/>
                  <a:pt x="191044" y="18006"/>
                </a:cubicBezTo>
                <a:cubicBezTo>
                  <a:pt x="200742" y="27908"/>
                  <a:pt x="208236" y="39522"/>
                  <a:pt x="213526" y="52848"/>
                </a:cubicBezTo>
                <a:cubicBezTo>
                  <a:pt x="218816" y="66175"/>
                  <a:pt x="221461" y="80060"/>
                  <a:pt x="221461" y="94506"/>
                </a:cubicBezTo>
                <a:cubicBezTo>
                  <a:pt x="221461" y="115530"/>
                  <a:pt x="216290" y="134706"/>
                  <a:pt x="205947" y="152033"/>
                </a:cubicBezTo>
                <a:cubicBezTo>
                  <a:pt x="195605" y="169361"/>
                  <a:pt x="182058" y="181755"/>
                  <a:pt x="165307" y="189215"/>
                </a:cubicBezTo>
                <a:lnTo>
                  <a:pt x="165307" y="185451"/>
                </a:lnTo>
                <a:cubicBezTo>
                  <a:pt x="173649" y="180772"/>
                  <a:pt x="180515" y="174448"/>
                  <a:pt x="185907" y="166479"/>
                </a:cubicBezTo>
                <a:cubicBezTo>
                  <a:pt x="191299" y="158510"/>
                  <a:pt x="195300" y="148371"/>
                  <a:pt x="197911" y="136062"/>
                </a:cubicBezTo>
                <a:cubicBezTo>
                  <a:pt x="200522" y="123753"/>
                  <a:pt x="201827" y="110918"/>
                  <a:pt x="201827" y="97558"/>
                </a:cubicBezTo>
                <a:cubicBezTo>
                  <a:pt x="201827" y="83112"/>
                  <a:pt x="200708" y="69922"/>
                  <a:pt x="198470" y="57985"/>
                </a:cubicBezTo>
                <a:cubicBezTo>
                  <a:pt x="196775" y="48626"/>
                  <a:pt x="194656" y="41132"/>
                  <a:pt x="192112" y="35503"/>
                </a:cubicBezTo>
                <a:cubicBezTo>
                  <a:pt x="189569" y="29874"/>
                  <a:pt x="186195" y="24449"/>
                  <a:pt x="181990" y="19227"/>
                </a:cubicBezTo>
                <a:cubicBezTo>
                  <a:pt x="177786" y="14005"/>
                  <a:pt x="172224" y="9020"/>
                  <a:pt x="165307" y="4273"/>
                </a:cubicBezTo>
                <a:close/>
                <a:moveTo>
                  <a:pt x="363294" y="98473"/>
                </a:moveTo>
                <a:lnTo>
                  <a:pt x="309887" y="98473"/>
                </a:lnTo>
                <a:lnTo>
                  <a:pt x="300528" y="120243"/>
                </a:lnTo>
                <a:cubicBezTo>
                  <a:pt x="298222" y="125601"/>
                  <a:pt x="297069" y="129602"/>
                  <a:pt x="297069" y="132247"/>
                </a:cubicBezTo>
                <a:cubicBezTo>
                  <a:pt x="297069" y="134350"/>
                  <a:pt x="298069" y="136198"/>
                  <a:pt x="300070" y="137791"/>
                </a:cubicBezTo>
                <a:cubicBezTo>
                  <a:pt x="302071" y="139385"/>
                  <a:pt x="306394" y="140419"/>
                  <a:pt x="313040" y="140894"/>
                </a:cubicBezTo>
                <a:lnTo>
                  <a:pt x="313040" y="144658"/>
                </a:lnTo>
                <a:lnTo>
                  <a:pt x="269602" y="144658"/>
                </a:lnTo>
                <a:lnTo>
                  <a:pt x="269602" y="140894"/>
                </a:lnTo>
                <a:cubicBezTo>
                  <a:pt x="275367" y="139877"/>
                  <a:pt x="279097" y="138556"/>
                  <a:pt x="280792" y="136930"/>
                </a:cubicBezTo>
                <a:cubicBezTo>
                  <a:pt x="284251" y="133677"/>
                  <a:pt x="288083" y="127070"/>
                  <a:pt x="292288" y="117109"/>
                </a:cubicBezTo>
                <a:lnTo>
                  <a:pt x="340812" y="3662"/>
                </a:lnTo>
                <a:lnTo>
                  <a:pt x="344373" y="3662"/>
                </a:lnTo>
                <a:lnTo>
                  <a:pt x="392389" y="118326"/>
                </a:lnTo>
                <a:cubicBezTo>
                  <a:pt x="396254" y="127543"/>
                  <a:pt x="399764" y="133524"/>
                  <a:pt x="402918" y="136269"/>
                </a:cubicBezTo>
                <a:cubicBezTo>
                  <a:pt x="406071" y="139013"/>
                  <a:pt x="410462" y="140555"/>
                  <a:pt x="416091" y="140894"/>
                </a:cubicBezTo>
                <a:lnTo>
                  <a:pt x="416091" y="144658"/>
                </a:lnTo>
                <a:lnTo>
                  <a:pt x="361667" y="144658"/>
                </a:lnTo>
                <a:lnTo>
                  <a:pt x="361667" y="140894"/>
                </a:lnTo>
                <a:cubicBezTo>
                  <a:pt x="367160" y="140623"/>
                  <a:pt x="370873" y="139707"/>
                  <a:pt x="372806" y="138148"/>
                </a:cubicBezTo>
                <a:cubicBezTo>
                  <a:pt x="374739" y="136588"/>
                  <a:pt x="375705" y="134689"/>
                  <a:pt x="375705" y="132451"/>
                </a:cubicBezTo>
                <a:cubicBezTo>
                  <a:pt x="375705" y="129467"/>
                  <a:pt x="374349" y="124753"/>
                  <a:pt x="371636" y="118310"/>
                </a:cubicBezTo>
                <a:lnTo>
                  <a:pt x="363294" y="98473"/>
                </a:lnTo>
                <a:moveTo>
                  <a:pt x="360446" y="90945"/>
                </a:moveTo>
                <a:lnTo>
                  <a:pt x="337048" y="35278"/>
                </a:lnTo>
                <a:lnTo>
                  <a:pt x="313040" y="90945"/>
                </a:lnTo>
                <a:lnTo>
                  <a:pt x="360446" y="90945"/>
                </a:lnTo>
                <a:close/>
                <a:moveTo>
                  <a:pt x="439530" y="20244"/>
                </a:moveTo>
                <a:lnTo>
                  <a:pt x="473100" y="3866"/>
                </a:lnTo>
                <a:lnTo>
                  <a:pt x="476457" y="3866"/>
                </a:lnTo>
                <a:lnTo>
                  <a:pt x="476457" y="120345"/>
                </a:lnTo>
                <a:cubicBezTo>
                  <a:pt x="476457" y="128076"/>
                  <a:pt x="476779" y="132892"/>
                  <a:pt x="477424" y="134790"/>
                </a:cubicBezTo>
                <a:cubicBezTo>
                  <a:pt x="478068" y="136689"/>
                  <a:pt x="479407" y="138148"/>
                  <a:pt x="481442" y="139165"/>
                </a:cubicBezTo>
                <a:cubicBezTo>
                  <a:pt x="483477" y="140182"/>
                  <a:pt x="487614" y="140759"/>
                  <a:pt x="493853" y="140894"/>
                </a:cubicBezTo>
                <a:lnTo>
                  <a:pt x="493853" y="144658"/>
                </a:lnTo>
                <a:lnTo>
                  <a:pt x="441971" y="144658"/>
                </a:lnTo>
                <a:lnTo>
                  <a:pt x="441971" y="140894"/>
                </a:lnTo>
                <a:cubicBezTo>
                  <a:pt x="448482" y="140759"/>
                  <a:pt x="452687" y="140199"/>
                  <a:pt x="454586" y="139216"/>
                </a:cubicBezTo>
                <a:cubicBezTo>
                  <a:pt x="456485" y="138232"/>
                  <a:pt x="457807" y="136910"/>
                  <a:pt x="458553" y="135248"/>
                </a:cubicBezTo>
                <a:cubicBezTo>
                  <a:pt x="459299" y="133587"/>
                  <a:pt x="459672" y="128619"/>
                  <a:pt x="459672" y="120345"/>
                </a:cubicBezTo>
                <a:lnTo>
                  <a:pt x="459672" y="45880"/>
                </a:lnTo>
                <a:cubicBezTo>
                  <a:pt x="459672" y="35842"/>
                  <a:pt x="459333" y="29400"/>
                  <a:pt x="458655" y="26551"/>
                </a:cubicBezTo>
                <a:cubicBezTo>
                  <a:pt x="458180" y="24381"/>
                  <a:pt x="457315" y="22787"/>
                  <a:pt x="456061" y="21770"/>
                </a:cubicBezTo>
                <a:cubicBezTo>
                  <a:pt x="454806" y="20753"/>
                  <a:pt x="453297" y="20244"/>
                  <a:pt x="451534" y="20244"/>
                </a:cubicBezTo>
                <a:cubicBezTo>
                  <a:pt x="449024" y="20244"/>
                  <a:pt x="445532" y="21295"/>
                  <a:pt x="441056" y="23398"/>
                </a:cubicBezTo>
                <a:lnTo>
                  <a:pt x="439530" y="20244"/>
                </a:lnTo>
                <a:close/>
                <a:moveTo>
                  <a:pt x="533491" y="20244"/>
                </a:moveTo>
                <a:lnTo>
                  <a:pt x="567061" y="3866"/>
                </a:lnTo>
                <a:lnTo>
                  <a:pt x="570418" y="3866"/>
                </a:lnTo>
                <a:lnTo>
                  <a:pt x="570418" y="120345"/>
                </a:lnTo>
                <a:cubicBezTo>
                  <a:pt x="570418" y="128076"/>
                  <a:pt x="570741" y="132892"/>
                  <a:pt x="571385" y="134790"/>
                </a:cubicBezTo>
                <a:cubicBezTo>
                  <a:pt x="572029" y="136689"/>
                  <a:pt x="573369" y="138148"/>
                  <a:pt x="575403" y="139165"/>
                </a:cubicBezTo>
                <a:cubicBezTo>
                  <a:pt x="577438" y="140182"/>
                  <a:pt x="581575" y="140759"/>
                  <a:pt x="587814" y="140894"/>
                </a:cubicBezTo>
                <a:lnTo>
                  <a:pt x="587814" y="144658"/>
                </a:lnTo>
                <a:lnTo>
                  <a:pt x="535932" y="144658"/>
                </a:lnTo>
                <a:lnTo>
                  <a:pt x="535932" y="140894"/>
                </a:lnTo>
                <a:cubicBezTo>
                  <a:pt x="542443" y="140759"/>
                  <a:pt x="546648" y="140199"/>
                  <a:pt x="548547" y="139216"/>
                </a:cubicBezTo>
                <a:cubicBezTo>
                  <a:pt x="550446" y="138232"/>
                  <a:pt x="551768" y="136910"/>
                  <a:pt x="552514" y="135248"/>
                </a:cubicBezTo>
                <a:cubicBezTo>
                  <a:pt x="553260" y="133587"/>
                  <a:pt x="553633" y="128619"/>
                  <a:pt x="553633" y="120345"/>
                </a:cubicBezTo>
                <a:lnTo>
                  <a:pt x="553633" y="45880"/>
                </a:lnTo>
                <a:cubicBezTo>
                  <a:pt x="553633" y="35842"/>
                  <a:pt x="553294" y="29400"/>
                  <a:pt x="552616" y="26551"/>
                </a:cubicBezTo>
                <a:cubicBezTo>
                  <a:pt x="552141" y="24381"/>
                  <a:pt x="551277" y="22787"/>
                  <a:pt x="550022" y="21770"/>
                </a:cubicBezTo>
                <a:cubicBezTo>
                  <a:pt x="548767" y="20753"/>
                  <a:pt x="547258" y="20244"/>
                  <a:pt x="545495" y="20244"/>
                </a:cubicBezTo>
                <a:cubicBezTo>
                  <a:pt x="542986" y="20244"/>
                  <a:pt x="539493" y="21295"/>
                  <a:pt x="535017" y="23398"/>
                </a:cubicBezTo>
                <a:lnTo>
                  <a:pt x="533491" y="20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ED1B7-4A4C-4293-B9E7-776E5AED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95" y="2194567"/>
            <a:ext cx="200898" cy="260650"/>
          </a:xfrm>
          <a:custGeom xmlns:a="http://schemas.openxmlformats.org/drawingml/2006/main">
            <a:pathLst>
              <a:path w="200898" h="260650">
                <a:moveTo>
                  <a:pt x="147216" y="0"/>
                </a:moveTo>
                <a:lnTo>
                  <a:pt x="200898" y="225624"/>
                </a:lnTo>
                <a:lnTo>
                  <a:pt x="53682" y="260650"/>
                </a:lnTo>
                <a:lnTo>
                  <a:pt x="0" y="35027"/>
                </a:lnTo>
                <a:lnTo>
                  <a:pt x="14721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D21E1-2CDD-4580-8FAE-BFA3A78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36" y="2430103"/>
            <a:ext cx="120798" cy="52641"/>
          </a:xfrm>
          <a:custGeom xmlns:a="http://schemas.openxmlformats.org/drawingml/2006/main">
            <a:pathLst>
              <a:path w="120798" h="52641">
                <a:moveTo>
                  <a:pt x="114769" y="0"/>
                </a:moveTo>
                <a:lnTo>
                  <a:pt x="120798" y="25335"/>
                </a:lnTo>
                <a:lnTo>
                  <a:pt x="6027" y="52641"/>
                </a:lnTo>
                <a:lnTo>
                  <a:pt x="0" y="27306"/>
                </a:lnTo>
                <a:lnTo>
                  <a:pt x="11476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2315bcf09449e"/>
          <a:stretch xmlns:a="http://schemas.openxmlformats.org/drawingml/2006/main"/>
        </p:blipFill>
        <p:spPr>
          <a:xfrm xmlns:a="http://schemas.openxmlformats.org/drawingml/2006/main">
            <a:off x="993325" y="2095978"/>
            <a:ext cx="300010" cy="417514"/>
          </a:xfrm>
          <a:prstGeom xmlns:a="http://schemas.openxmlformats.org/drawingml/2006/main" prst="rect">
            <a:avLst/>
          </a:prstGeom>
        </p:spPr>
      </p:pic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14DA2-EC53-44B6-A943-1CAA3306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3" y="2098143"/>
            <a:ext cx="231535" cy="151325"/>
          </a:xfrm>
          <a:custGeom xmlns:a="http://schemas.openxmlformats.org/drawingml/2006/main">
            <a:pathLst>
              <a:path w="231535" h="151325">
                <a:moveTo>
                  <a:pt x="231535" y="151325"/>
                </a:moveTo>
                <a:lnTo>
                  <a:pt x="0" y="151325"/>
                </a:lnTo>
                <a:lnTo>
                  <a:pt x="0" y="0"/>
                </a:lnTo>
                <a:lnTo>
                  <a:pt x="231535" y="0"/>
                </a:lnTo>
                <a:lnTo>
                  <a:pt x="231535" y="1513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0D956-E6FE-4B4E-BBA5-59B0150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6" y="2114425"/>
            <a:ext cx="25999" cy="117973"/>
          </a:xfrm>
          <a:custGeom xmlns:a="http://schemas.openxmlformats.org/drawingml/2006/main">
            <a:pathLst>
              <a:path w="25999" h="117973">
                <a:moveTo>
                  <a:pt x="25999" y="117973"/>
                </a:moveTo>
                <a:lnTo>
                  <a:pt x="0" y="117973"/>
                </a:lnTo>
                <a:lnTo>
                  <a:pt x="0" y="0"/>
                </a:lnTo>
                <a:lnTo>
                  <a:pt x="25999" y="0"/>
                </a:lnTo>
                <a:lnTo>
                  <a:pt x="25999" y="1179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b32500bdd4154"/>
          <a:stretch xmlns:a="http://schemas.openxmlformats.org/drawingml/2006/main"/>
        </p:blipFill>
        <p:spPr>
          <a:xfrm xmlns:a="http://schemas.openxmlformats.org/drawingml/2006/main">
            <a:off x="563311" y="2063477"/>
            <a:ext cx="375013" cy="220007"/>
          </a:xfrm>
          <a:prstGeom xmlns:a="http://schemas.openxmlformats.org/drawingml/2006/main" prst="rect">
            <a:avLst/>
          </a:prstGeom>
        </p:spPr>
      </p:pic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67CEC-CE10-49BC-B084-80DFFF8E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1389871"/>
            <a:ext cx="589085" cy="408679"/>
          </a:xfrm>
          <a:custGeom xmlns:a="http://schemas.openxmlformats.org/drawingml/2006/main">
            <a:pathLst>
              <a:path w="589085" h="408679">
                <a:moveTo>
                  <a:pt x="0" y="0"/>
                </a:moveTo>
                <a:lnTo>
                  <a:pt x="589085" y="0"/>
                </a:lnTo>
                <a:lnTo>
                  <a:pt x="589085" y="408679"/>
                </a:lnTo>
                <a:lnTo>
                  <a:pt x="0" y="4086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DC528-96C6-4AC0-A9FA-205A96E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1389871"/>
            <a:ext cx="589085" cy="408675"/>
          </a:xfrm>
          <a:custGeom xmlns:a="http://schemas.openxmlformats.org/drawingml/2006/main">
            <a:pathLst>
              <a:path w="589085" h="408675" fill="none">
                <a:moveTo>
                  <a:pt x="0" y="0"/>
                </a:moveTo>
                <a:lnTo>
                  <a:pt x="589085" y="0"/>
                </a:lnTo>
                <a:lnTo>
                  <a:pt x="589085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8C877-B742-48C9-9BFC-9A0C167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2298728"/>
            <a:ext cx="589087" cy="409164"/>
          </a:xfrm>
          <a:custGeom xmlns:a="http://schemas.openxmlformats.org/drawingml/2006/main">
            <a:pathLst>
              <a:path w="589087" h="409164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ACD4B-0DFD-4044-91D9-CA207E9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2298728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425F8-C936-4E71-A31D-2D0DE6C6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17" y="1389871"/>
            <a:ext cx="589086" cy="407701"/>
          </a:xfrm>
          <a:custGeom xmlns:a="http://schemas.openxmlformats.org/drawingml/2006/main">
            <a:pathLst>
              <a:path w="589086" h="407701">
                <a:moveTo>
                  <a:pt x="0" y="0"/>
                </a:moveTo>
                <a:lnTo>
                  <a:pt x="589086" y="0"/>
                </a:lnTo>
                <a:lnTo>
                  <a:pt x="589086" y="407701"/>
                </a:lnTo>
                <a:lnTo>
                  <a:pt x="0" y="4077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C37CA-C94D-4410-B27D-83F78D1E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17" y="1389871"/>
            <a:ext cx="589086" cy="407697"/>
          </a:xfrm>
          <a:custGeom xmlns:a="http://schemas.openxmlformats.org/drawingml/2006/main">
            <a:pathLst>
              <a:path w="589086" h="407697" fill="none">
                <a:moveTo>
                  <a:pt x="0" y="0"/>
                </a:moveTo>
                <a:lnTo>
                  <a:pt x="589086" y="0"/>
                </a:lnTo>
                <a:lnTo>
                  <a:pt x="589086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23325-F595-415F-B52C-7D4D9750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17" y="2298728"/>
            <a:ext cx="589086" cy="409164"/>
          </a:xfrm>
          <a:custGeom xmlns:a="http://schemas.openxmlformats.org/drawingml/2006/main">
            <a:pathLst>
              <a:path w="589086" h="409164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921CF-6014-48BC-8BB6-54DDB69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17" y="2298728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50529-0310-41E3-899D-EC2DC31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2047904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7D108-9467-44FA-90AA-CAE76D6D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17" y="2047906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F4B2A-DDFE-4E23-A08E-7DEF96D2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97" y="1388896"/>
            <a:ext cx="10" cy="407697"/>
          </a:xfrm>
          <a:custGeom xmlns:a="http://schemas.openxmlformats.org/drawingml/2006/main">
            <a:pathLst>
              <a:path w="1" h="407697" fill="none">
                <a:moveTo>
                  <a:pt x="0" y="407697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FBF88-4B38-4C5F-8C1A-C6F7DE5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96" y="2298727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F205F-7E22-4076-ADCE-D4221E9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83" y="2152578"/>
            <a:ext cx="115768" cy="41668"/>
          </a:xfrm>
          <a:custGeom xmlns:a="http://schemas.openxmlformats.org/drawingml/2006/main">
            <a:pathLst>
              <a:path w="115768" h="41668">
                <a:moveTo>
                  <a:pt x="74099" y="41668"/>
                </a:moveTo>
                <a:lnTo>
                  <a:pt x="115768" y="20834"/>
                </a:lnTo>
                <a:lnTo>
                  <a:pt x="74100" y="0"/>
                </a:lnTo>
                <a:lnTo>
                  <a:pt x="74100" y="13021"/>
                </a:lnTo>
                <a:lnTo>
                  <a:pt x="1" y="13021"/>
                </a:lnTo>
                <a:lnTo>
                  <a:pt x="0" y="28647"/>
                </a:lnTo>
                <a:lnTo>
                  <a:pt x="74100" y="28647"/>
                </a:lnTo>
                <a:lnTo>
                  <a:pt x="74099" y="4166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0E61B-8696-43C3-9073-220167B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59" y="1928160"/>
            <a:ext cx="371932" cy="226946"/>
          </a:xfrm>
          <a:custGeom xmlns:a="http://schemas.openxmlformats.org/drawingml/2006/main">
            <a:pathLst>
              <a:path w="371932" h="226946" fill="none">
                <a:moveTo>
                  <a:pt x="0" y="415"/>
                </a:moveTo>
                <a:cubicBezTo>
                  <a:pt x="173443" y="0"/>
                  <a:pt x="325779" y="92782"/>
                  <a:pt x="371932" y="2269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2F5597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5B777-CEE3-411A-850E-DEA2B6F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20" y="1907740"/>
            <a:ext cx="255578" cy="41668"/>
          </a:xfrm>
          <a:custGeom xmlns:a="http://schemas.openxmlformats.org/drawingml/2006/main">
            <a:pathLst>
              <a:path w="255578" h="41668">
                <a:moveTo>
                  <a:pt x="41668" y="13021"/>
                </a:moveTo>
                <a:lnTo>
                  <a:pt x="41668" y="0"/>
                </a:lnTo>
                <a:lnTo>
                  <a:pt x="0" y="20834"/>
                </a:lnTo>
                <a:lnTo>
                  <a:pt x="41668" y="41668"/>
                </a:lnTo>
                <a:lnTo>
                  <a:pt x="41668" y="28647"/>
                </a:lnTo>
                <a:lnTo>
                  <a:pt x="255578" y="28646"/>
                </a:lnTo>
                <a:lnTo>
                  <a:pt x="255578" y="13020"/>
                </a:lnTo>
                <a:lnTo>
                  <a:pt x="41668" y="13021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931BC-35B8-4570-8FC9-6F6B67C2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86" y="1956563"/>
            <a:ext cx="171485" cy="180182"/>
          </a:xfrm>
          <a:custGeom xmlns:a="http://schemas.openxmlformats.org/drawingml/2006/main">
            <a:pathLst>
              <a:path w="171485" h="180182">
                <a:moveTo>
                  <a:pt x="85742" y="48382"/>
                </a:moveTo>
                <a:lnTo>
                  <a:pt x="115291" y="0"/>
                </a:lnTo>
                <a:lnTo>
                  <a:pt x="112378" y="44420"/>
                </a:lnTo>
                <a:lnTo>
                  <a:pt x="145921" y="37179"/>
                </a:lnTo>
                <a:lnTo>
                  <a:pt x="132599" y="61020"/>
                </a:lnTo>
                <a:lnTo>
                  <a:pt x="167492" y="67877"/>
                </a:lnTo>
                <a:lnTo>
                  <a:pt x="139784" y="87380"/>
                </a:lnTo>
                <a:lnTo>
                  <a:pt x="171485" y="110862"/>
                </a:lnTo>
                <a:lnTo>
                  <a:pt x="133671" y="107959"/>
                </a:lnTo>
                <a:lnTo>
                  <a:pt x="144055" y="150945"/>
                </a:lnTo>
                <a:lnTo>
                  <a:pt x="111306" y="120597"/>
                </a:lnTo>
                <a:lnTo>
                  <a:pt x="105169" y="164642"/>
                </a:lnTo>
                <a:lnTo>
                  <a:pt x="83614" y="124584"/>
                </a:lnTo>
                <a:lnTo>
                  <a:pt x="67363" y="180182"/>
                </a:lnTo>
                <a:lnTo>
                  <a:pt x="61250" y="130356"/>
                </a:lnTo>
                <a:lnTo>
                  <a:pt x="37805" y="146957"/>
                </a:lnTo>
                <a:lnTo>
                  <a:pt x="44991" y="116259"/>
                </a:lnTo>
                <a:lnTo>
                  <a:pt x="1071" y="121681"/>
                </a:lnTo>
                <a:lnTo>
                  <a:pt x="29549" y="98224"/>
                </a:lnTo>
                <a:lnTo>
                  <a:pt x="0" y="71864"/>
                </a:lnTo>
                <a:lnTo>
                  <a:pt x="36734" y="63540"/>
                </a:lnTo>
                <a:lnTo>
                  <a:pt x="2937" y="19144"/>
                </a:lnTo>
                <a:lnTo>
                  <a:pt x="58051" y="52719"/>
                </a:lnTo>
                <a:lnTo>
                  <a:pt x="66307" y="19144"/>
                </a:lnTo>
                <a:lnTo>
                  <a:pt x="85742" y="48382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092B2-69F3-4BA0-A723-0DBA371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86" y="1956563"/>
            <a:ext cx="171485" cy="180182"/>
          </a:xfrm>
          <a:custGeom xmlns:a="http://schemas.openxmlformats.org/drawingml/2006/main">
            <a:pathLst>
              <a:path w="171485" h="180182" fill="none">
                <a:moveTo>
                  <a:pt x="85743" y="48382"/>
                </a:moveTo>
                <a:lnTo>
                  <a:pt x="115292" y="0"/>
                </a:lnTo>
                <a:lnTo>
                  <a:pt x="112379" y="44420"/>
                </a:lnTo>
                <a:lnTo>
                  <a:pt x="145921" y="37179"/>
                </a:lnTo>
                <a:lnTo>
                  <a:pt x="132600" y="61020"/>
                </a:lnTo>
                <a:lnTo>
                  <a:pt x="167492" y="67877"/>
                </a:lnTo>
                <a:lnTo>
                  <a:pt x="139784" y="87380"/>
                </a:lnTo>
                <a:lnTo>
                  <a:pt x="171485" y="110862"/>
                </a:lnTo>
                <a:lnTo>
                  <a:pt x="133671" y="107959"/>
                </a:lnTo>
                <a:lnTo>
                  <a:pt x="144056" y="150944"/>
                </a:lnTo>
                <a:lnTo>
                  <a:pt x="111307" y="120597"/>
                </a:lnTo>
                <a:lnTo>
                  <a:pt x="105170" y="164642"/>
                </a:lnTo>
                <a:lnTo>
                  <a:pt x="83615" y="124584"/>
                </a:lnTo>
                <a:lnTo>
                  <a:pt x="67364" y="180182"/>
                </a:lnTo>
                <a:lnTo>
                  <a:pt x="61250" y="130357"/>
                </a:lnTo>
                <a:lnTo>
                  <a:pt x="37806" y="146957"/>
                </a:lnTo>
                <a:lnTo>
                  <a:pt x="44991" y="116259"/>
                </a:lnTo>
                <a:lnTo>
                  <a:pt x="1072" y="121681"/>
                </a:lnTo>
                <a:lnTo>
                  <a:pt x="29549" y="98224"/>
                </a:lnTo>
                <a:lnTo>
                  <a:pt x="0" y="71864"/>
                </a:lnTo>
                <a:lnTo>
                  <a:pt x="36734" y="63539"/>
                </a:lnTo>
                <a:lnTo>
                  <a:pt x="2937" y="19144"/>
                </a:lnTo>
                <a:lnTo>
                  <a:pt x="58051" y="52720"/>
                </a:lnTo>
                <a:lnTo>
                  <a:pt x="66308" y="19144"/>
                </a:lnTo>
                <a:lnTo>
                  <a:pt x="85743" y="483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A6E32-714E-48D3-B244-C7ED8E2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8" y="1388892"/>
            <a:ext cx="1796415" cy="1318017"/>
          </a:xfrm>
          <a:custGeom xmlns:a="http://schemas.openxmlformats.org/drawingml/2006/main">
            <a:pathLst>
              <a:path w="1796415" h="1318017" fill="none">
                <a:moveTo>
                  <a:pt x="0" y="0"/>
                </a:moveTo>
                <a:lnTo>
                  <a:pt x="1796415" y="0"/>
                </a:lnTo>
                <a:lnTo>
                  <a:pt x="1796415" y="1318017"/>
                </a:lnTo>
                <a:lnTo>
                  <a:pt x="0" y="13180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F5A74-8E4B-455E-9871-0546998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747" y="2025245"/>
            <a:ext cx="262819" cy="275702"/>
          </a:xfrm>
          <a:custGeom xmlns:a="http://schemas.openxmlformats.org/drawingml/2006/main">
            <a:pathLst>
              <a:path w="262819" h="275702">
                <a:moveTo>
                  <a:pt x="118411" y="0"/>
                </a:moveTo>
                <a:lnTo>
                  <a:pt x="262819" y="181478"/>
                </a:lnTo>
                <a:lnTo>
                  <a:pt x="144408" y="275702"/>
                </a:lnTo>
                <a:lnTo>
                  <a:pt x="0" y="94224"/>
                </a:lnTo>
                <a:lnTo>
                  <a:pt x="11841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36276-0B25-4659-9BB3-51FAE82F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11" y="2222146"/>
            <a:ext cx="108530" cy="93835"/>
          </a:xfrm>
          <a:custGeom xmlns:a="http://schemas.openxmlformats.org/drawingml/2006/main">
            <a:pathLst>
              <a:path w="108530" h="93835">
                <a:moveTo>
                  <a:pt x="92315" y="0"/>
                </a:moveTo>
                <a:lnTo>
                  <a:pt x="108530" y="20378"/>
                </a:lnTo>
                <a:lnTo>
                  <a:pt x="16216" y="93835"/>
                </a:lnTo>
                <a:lnTo>
                  <a:pt x="0" y="73457"/>
                </a:lnTo>
                <a:lnTo>
                  <a:pt x="9231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48fb58cb74793"/>
          <a:stretch xmlns:a="http://schemas.openxmlformats.org/drawingml/2006/main"/>
        </p:blipFill>
        <p:spPr>
          <a:xfrm xmlns:a="http://schemas.openxmlformats.org/drawingml/2006/main">
            <a:off x="2855888" y="1933473"/>
            <a:ext cx="402514" cy="430014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29C74-D874-44C0-BCE9-A236C5BC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72" y="1518428"/>
            <a:ext cx="151325" cy="231532"/>
          </a:xfrm>
          <a:custGeom xmlns:a="http://schemas.openxmlformats.org/drawingml/2006/main">
            <a:pathLst>
              <a:path w="151325" h="231532">
                <a:moveTo>
                  <a:pt x="0" y="231532"/>
                </a:moveTo>
                <a:lnTo>
                  <a:pt x="0" y="0"/>
                </a:lnTo>
                <a:lnTo>
                  <a:pt x="151325" y="0"/>
                </a:lnTo>
                <a:lnTo>
                  <a:pt x="151325" y="231532"/>
                </a:lnTo>
                <a:lnTo>
                  <a:pt x="0" y="2315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0C6A9-6878-430E-9074-5BEA10DF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042" y="1486312"/>
            <a:ext cx="117973" cy="25990"/>
          </a:xfrm>
          <a:custGeom xmlns:a="http://schemas.openxmlformats.org/drawingml/2006/main">
            <a:pathLst>
              <a:path w="117973" h="25990">
                <a:moveTo>
                  <a:pt x="0" y="25990"/>
                </a:moveTo>
                <a:lnTo>
                  <a:pt x="0" y="0"/>
                </a:lnTo>
                <a:lnTo>
                  <a:pt x="117973" y="0"/>
                </a:lnTo>
                <a:lnTo>
                  <a:pt x="117973" y="25990"/>
                </a:lnTo>
                <a:lnTo>
                  <a:pt x="0" y="2599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2034b36b43ad"/>
          <a:stretch xmlns:a="http://schemas.openxmlformats.org/drawingml/2006/main"/>
        </p:blipFill>
        <p:spPr>
          <a:xfrm xmlns:a="http://schemas.openxmlformats.org/drawingml/2006/main">
            <a:off x="2710883" y="1463457"/>
            <a:ext cx="217507" cy="377513"/>
          </a:xfrm>
          <a:prstGeom xmlns:a="http://schemas.openxmlformats.org/drawingml/2006/main" prst="rect">
            <a:avLst/>
          </a:prstGeom>
        </p:spPr>
      </p:pic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549BC-F8CB-4DBE-90A0-27C4A452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1400861"/>
            <a:ext cx="589085" cy="408672"/>
          </a:xfrm>
          <a:custGeom xmlns:a="http://schemas.openxmlformats.org/drawingml/2006/main">
            <a:pathLst>
              <a:path w="589085" h="408672">
                <a:moveTo>
                  <a:pt x="0" y="0"/>
                </a:moveTo>
                <a:lnTo>
                  <a:pt x="589085" y="0"/>
                </a:lnTo>
                <a:lnTo>
                  <a:pt x="589085" y="408672"/>
                </a:lnTo>
                <a:lnTo>
                  <a:pt x="0" y="4086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FB996-1AE3-49BD-AE8F-926D3DE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1400861"/>
            <a:ext cx="589085" cy="408675"/>
          </a:xfrm>
          <a:custGeom xmlns:a="http://schemas.openxmlformats.org/drawingml/2006/main">
            <a:pathLst>
              <a:path w="589085" h="408675" fill="none">
                <a:moveTo>
                  <a:pt x="0" y="0"/>
                </a:moveTo>
                <a:lnTo>
                  <a:pt x="589085" y="0"/>
                </a:lnTo>
                <a:lnTo>
                  <a:pt x="589085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10E60-3B43-4687-8487-4DBBEA9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2309713"/>
            <a:ext cx="589087" cy="409164"/>
          </a:xfrm>
          <a:custGeom xmlns:a="http://schemas.openxmlformats.org/drawingml/2006/main">
            <a:pathLst>
              <a:path w="589087" h="409164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BAAFD-4759-400D-8A84-6AE18DF9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2309713"/>
            <a:ext cx="589087" cy="409164"/>
          </a:xfrm>
          <a:custGeom xmlns:a="http://schemas.openxmlformats.org/drawingml/2006/main">
            <a:pathLst>
              <a:path w="589087" h="409164" fill="none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89CC9-FB06-448B-B8A4-141DA9E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81" y="1400861"/>
            <a:ext cx="589086" cy="407694"/>
          </a:xfrm>
          <a:custGeom xmlns:a="http://schemas.openxmlformats.org/drawingml/2006/main">
            <a:pathLst>
              <a:path w="589086" h="407694">
                <a:moveTo>
                  <a:pt x="0" y="0"/>
                </a:moveTo>
                <a:lnTo>
                  <a:pt x="589086" y="0"/>
                </a:lnTo>
                <a:lnTo>
                  <a:pt x="589086" y="407694"/>
                </a:lnTo>
                <a:lnTo>
                  <a:pt x="0" y="407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E18EA-59E8-4108-A769-78A82DB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81" y="1400861"/>
            <a:ext cx="589086" cy="407697"/>
          </a:xfrm>
          <a:custGeom xmlns:a="http://schemas.openxmlformats.org/drawingml/2006/main">
            <a:pathLst>
              <a:path w="589086" h="407697" fill="none">
                <a:moveTo>
                  <a:pt x="0" y="0"/>
                </a:moveTo>
                <a:lnTo>
                  <a:pt x="589086" y="0"/>
                </a:lnTo>
                <a:lnTo>
                  <a:pt x="589086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210DE-7975-4626-88F5-C35D9FA4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81" y="2309713"/>
            <a:ext cx="589086" cy="409164"/>
          </a:xfrm>
          <a:custGeom xmlns:a="http://schemas.openxmlformats.org/drawingml/2006/main">
            <a:pathLst>
              <a:path w="589086" h="409164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70C9F-E0D5-47A6-998B-221834C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81" y="2309713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DF60-C1BB-49B1-A9EB-DFE43EB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2058890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E6B1E-F3AC-412C-A040-A87835F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481" y="2058890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427BF-BD98-4797-9C3B-D24413F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360" y="1399880"/>
            <a:ext cx="10" cy="407697"/>
          </a:xfrm>
          <a:custGeom xmlns:a="http://schemas.openxmlformats.org/drawingml/2006/main">
            <a:pathLst>
              <a:path w="1" h="407697" fill="none">
                <a:moveTo>
                  <a:pt x="0" y="407697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8BBEF-511F-42FB-A894-ADE0C94B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360" y="2309713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FCCB8-027C-408D-8BB9-E576224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800" y="1821364"/>
            <a:ext cx="41668" cy="100733"/>
          </a:xfrm>
          <a:custGeom xmlns:a="http://schemas.openxmlformats.org/drawingml/2006/main">
            <a:pathLst>
              <a:path w="41668" h="100733">
                <a:moveTo>
                  <a:pt x="28647" y="0"/>
                </a:moveTo>
                <a:lnTo>
                  <a:pt x="13021" y="0"/>
                </a:lnTo>
                <a:lnTo>
                  <a:pt x="13021" y="59064"/>
                </a:lnTo>
                <a:lnTo>
                  <a:pt x="0" y="59064"/>
                </a:lnTo>
                <a:lnTo>
                  <a:pt x="20834" y="100733"/>
                </a:lnTo>
                <a:lnTo>
                  <a:pt x="41668" y="59064"/>
                </a:lnTo>
                <a:lnTo>
                  <a:pt x="28647" y="59064"/>
                </a:lnTo>
                <a:lnTo>
                  <a:pt x="28647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41ABB-C5C6-4E59-A0CD-A4D32519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423" y="1939344"/>
            <a:ext cx="245505" cy="70500"/>
          </a:xfrm>
          <a:custGeom xmlns:a="http://schemas.openxmlformats.org/drawingml/2006/main">
            <a:pathLst>
              <a:path w="245505" h="70500" fill="none">
                <a:moveTo>
                  <a:pt x="0" y="214"/>
                </a:moveTo>
                <a:cubicBezTo>
                  <a:pt x="89535" y="0"/>
                  <a:pt x="176358" y="24857"/>
                  <a:pt x="245505" y="70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2F5597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EBB82-37FE-4B6B-8630-9B60BF43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83" y="1918723"/>
            <a:ext cx="255578" cy="41668"/>
          </a:xfrm>
          <a:custGeom xmlns:a="http://schemas.openxmlformats.org/drawingml/2006/main">
            <a:pathLst>
              <a:path w="255578" h="41668">
                <a:moveTo>
                  <a:pt x="41668" y="13021"/>
                </a:moveTo>
                <a:lnTo>
                  <a:pt x="41668" y="0"/>
                </a:lnTo>
                <a:lnTo>
                  <a:pt x="0" y="20834"/>
                </a:lnTo>
                <a:lnTo>
                  <a:pt x="41668" y="41668"/>
                </a:lnTo>
                <a:lnTo>
                  <a:pt x="41668" y="28647"/>
                </a:lnTo>
                <a:lnTo>
                  <a:pt x="255578" y="28646"/>
                </a:lnTo>
                <a:lnTo>
                  <a:pt x="255578" y="13020"/>
                </a:lnTo>
                <a:lnTo>
                  <a:pt x="41668" y="13021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95FC6-6E1E-4CA8-B7CE-29657946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880" y="1933773"/>
            <a:ext cx="152788" cy="144586"/>
          </a:xfrm>
          <a:custGeom xmlns:a="http://schemas.openxmlformats.org/drawingml/2006/main">
            <a:pathLst>
              <a:path w="152788" h="144586">
                <a:moveTo>
                  <a:pt x="76394" y="38824"/>
                </a:moveTo>
                <a:lnTo>
                  <a:pt x="102722" y="0"/>
                </a:lnTo>
                <a:lnTo>
                  <a:pt x="100126" y="35645"/>
                </a:lnTo>
                <a:lnTo>
                  <a:pt x="130012" y="29834"/>
                </a:lnTo>
                <a:lnTo>
                  <a:pt x="118143" y="48965"/>
                </a:lnTo>
                <a:lnTo>
                  <a:pt x="149230" y="54467"/>
                </a:lnTo>
                <a:lnTo>
                  <a:pt x="124544" y="70118"/>
                </a:lnTo>
                <a:lnTo>
                  <a:pt x="152788" y="88960"/>
                </a:lnTo>
                <a:lnTo>
                  <a:pt x="119097" y="86631"/>
                </a:lnTo>
                <a:lnTo>
                  <a:pt x="128349" y="121124"/>
                </a:lnTo>
                <a:lnTo>
                  <a:pt x="99171" y="96772"/>
                </a:lnTo>
                <a:lnTo>
                  <a:pt x="93703" y="132116"/>
                </a:lnTo>
                <a:lnTo>
                  <a:pt x="74498" y="99972"/>
                </a:lnTo>
                <a:lnTo>
                  <a:pt x="60019" y="144586"/>
                </a:lnTo>
                <a:lnTo>
                  <a:pt x="54572" y="104604"/>
                </a:lnTo>
                <a:lnTo>
                  <a:pt x="33683" y="117925"/>
                </a:lnTo>
                <a:lnTo>
                  <a:pt x="40086" y="93292"/>
                </a:lnTo>
                <a:lnTo>
                  <a:pt x="954" y="97643"/>
                </a:lnTo>
                <a:lnTo>
                  <a:pt x="26327" y="78819"/>
                </a:lnTo>
                <a:lnTo>
                  <a:pt x="0" y="57668"/>
                </a:lnTo>
                <a:lnTo>
                  <a:pt x="32729" y="50987"/>
                </a:lnTo>
                <a:lnTo>
                  <a:pt x="2617" y="15362"/>
                </a:lnTo>
                <a:lnTo>
                  <a:pt x="51722" y="42305"/>
                </a:lnTo>
                <a:lnTo>
                  <a:pt x="59078" y="15362"/>
                </a:lnTo>
                <a:lnTo>
                  <a:pt x="76394" y="38824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2BB88-AC1F-43D8-90BF-3BCC7C80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880" y="1933773"/>
            <a:ext cx="152789" cy="144586"/>
          </a:xfrm>
          <a:custGeom xmlns:a="http://schemas.openxmlformats.org/drawingml/2006/main">
            <a:pathLst>
              <a:path w="152789" h="144586" fill="none">
                <a:moveTo>
                  <a:pt x="76394" y="38824"/>
                </a:moveTo>
                <a:lnTo>
                  <a:pt x="102722" y="0"/>
                </a:lnTo>
                <a:lnTo>
                  <a:pt x="100126" y="35644"/>
                </a:lnTo>
                <a:lnTo>
                  <a:pt x="130012" y="29834"/>
                </a:lnTo>
                <a:lnTo>
                  <a:pt x="118143" y="48965"/>
                </a:lnTo>
                <a:lnTo>
                  <a:pt x="149231" y="54467"/>
                </a:lnTo>
                <a:lnTo>
                  <a:pt x="124544" y="70117"/>
                </a:lnTo>
                <a:lnTo>
                  <a:pt x="152789" y="88960"/>
                </a:lnTo>
                <a:lnTo>
                  <a:pt x="119098" y="86631"/>
                </a:lnTo>
                <a:lnTo>
                  <a:pt x="128350" y="121124"/>
                </a:lnTo>
                <a:lnTo>
                  <a:pt x="99171" y="96772"/>
                </a:lnTo>
                <a:lnTo>
                  <a:pt x="93703" y="132115"/>
                </a:lnTo>
                <a:lnTo>
                  <a:pt x="74499" y="99972"/>
                </a:lnTo>
                <a:lnTo>
                  <a:pt x="60019" y="144586"/>
                </a:lnTo>
                <a:lnTo>
                  <a:pt x="54573" y="104604"/>
                </a:lnTo>
                <a:lnTo>
                  <a:pt x="33684" y="117924"/>
                </a:lnTo>
                <a:lnTo>
                  <a:pt x="40086" y="93291"/>
                </a:lnTo>
                <a:lnTo>
                  <a:pt x="955" y="97642"/>
                </a:lnTo>
                <a:lnTo>
                  <a:pt x="26328" y="78819"/>
                </a:lnTo>
                <a:lnTo>
                  <a:pt x="0" y="57667"/>
                </a:lnTo>
                <a:lnTo>
                  <a:pt x="32729" y="50987"/>
                </a:lnTo>
                <a:lnTo>
                  <a:pt x="2617" y="15362"/>
                </a:lnTo>
                <a:lnTo>
                  <a:pt x="51722" y="42305"/>
                </a:lnTo>
                <a:lnTo>
                  <a:pt x="59078" y="15362"/>
                </a:lnTo>
                <a:lnTo>
                  <a:pt x="76394" y="388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DB522-E738-41C7-B749-67EAC8D5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51" y="1399882"/>
            <a:ext cx="1796416" cy="1318019"/>
          </a:xfrm>
          <a:custGeom xmlns:a="http://schemas.openxmlformats.org/drawingml/2006/main">
            <a:pathLst>
              <a:path w="1796416" h="1318019" fill="none">
                <a:moveTo>
                  <a:pt x="0" y="0"/>
                </a:moveTo>
                <a:lnTo>
                  <a:pt x="1796416" y="0"/>
                </a:lnTo>
                <a:lnTo>
                  <a:pt x="1796416" y="1318019"/>
                </a:lnTo>
                <a:lnTo>
                  <a:pt x="0" y="1318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AE666-2EAA-47A8-9570-468EF73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409" y="2341666"/>
            <a:ext cx="151326" cy="231922"/>
          </a:xfrm>
          <a:custGeom xmlns:a="http://schemas.openxmlformats.org/drawingml/2006/main">
            <a:pathLst>
              <a:path w="151326" h="231922">
                <a:moveTo>
                  <a:pt x="151326" y="0"/>
                </a:moveTo>
                <a:lnTo>
                  <a:pt x="151326" y="231922"/>
                </a:lnTo>
                <a:lnTo>
                  <a:pt x="0" y="231922"/>
                </a:lnTo>
                <a:lnTo>
                  <a:pt x="0" y="0"/>
                </a:lnTo>
                <a:lnTo>
                  <a:pt x="1513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9AFCB-FDC7-453F-9374-6B209946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691" y="2579715"/>
            <a:ext cx="117975" cy="26043"/>
          </a:xfrm>
          <a:custGeom xmlns:a="http://schemas.openxmlformats.org/drawingml/2006/main">
            <a:pathLst>
              <a:path w="117975" h="26043">
                <a:moveTo>
                  <a:pt x="117975" y="0"/>
                </a:moveTo>
                <a:lnTo>
                  <a:pt x="117975" y="26043"/>
                </a:lnTo>
                <a:lnTo>
                  <a:pt x="0" y="26043"/>
                </a:lnTo>
                <a:lnTo>
                  <a:pt x="0" y="0"/>
                </a:lnTo>
                <a:lnTo>
                  <a:pt x="1179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bd1576254948"/>
          <a:stretch xmlns:a="http://schemas.openxmlformats.org/drawingml/2006/main"/>
        </p:blipFill>
        <p:spPr>
          <a:xfrm xmlns:a="http://schemas.openxmlformats.org/drawingml/2006/main">
            <a:off x="4630947" y="2248482"/>
            <a:ext cx="217507" cy="375013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2E521-5754-44FA-9E98-490E48C1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58" y="1847591"/>
            <a:ext cx="239252" cy="163420"/>
          </a:xfrm>
          <a:custGeom xmlns:a="http://schemas.openxmlformats.org/drawingml/2006/main">
            <a:pathLst>
              <a:path w="239252" h="163420">
                <a:moveTo>
                  <a:pt x="239252" y="151110"/>
                </a:moveTo>
                <a:lnTo>
                  <a:pt x="8045" y="163420"/>
                </a:lnTo>
                <a:lnTo>
                  <a:pt x="0" y="12310"/>
                </a:lnTo>
                <a:lnTo>
                  <a:pt x="231207" y="0"/>
                </a:lnTo>
                <a:lnTo>
                  <a:pt x="239252" y="1511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EA556-174B-4194-BF2A-6C9ABC3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352" y="1876484"/>
            <a:ext cx="32234" cy="119188"/>
          </a:xfrm>
          <a:custGeom xmlns:a="http://schemas.openxmlformats.org/drawingml/2006/main">
            <a:pathLst>
              <a:path w="32234" h="119188">
                <a:moveTo>
                  <a:pt x="32234" y="117806"/>
                </a:moveTo>
                <a:lnTo>
                  <a:pt x="6272" y="119188"/>
                </a:lnTo>
                <a:lnTo>
                  <a:pt x="0" y="1382"/>
                </a:lnTo>
                <a:lnTo>
                  <a:pt x="25962" y="0"/>
                </a:lnTo>
                <a:lnTo>
                  <a:pt x="32234" y="1178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ca7da136a45e1"/>
          <a:stretch xmlns:a="http://schemas.openxmlformats.org/drawingml/2006/main"/>
        </p:blipFill>
        <p:spPr>
          <a:xfrm xmlns:a="http://schemas.openxmlformats.org/drawingml/2006/main">
            <a:off x="4253434" y="1808468"/>
            <a:ext cx="387513" cy="240008"/>
          </a:xfrm>
          <a:prstGeom xmlns:a="http://schemas.openxmlformats.org/drawingml/2006/main" prst="rect">
            <a:avLst/>
          </a:prstGeom>
        </p:spPr>
      </p:pic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345D5-7685-4B77-A947-9F83B10C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1396559"/>
            <a:ext cx="589084" cy="408679"/>
          </a:xfrm>
          <a:custGeom xmlns:a="http://schemas.openxmlformats.org/drawingml/2006/main">
            <a:pathLst>
              <a:path w="589084" h="408679">
                <a:moveTo>
                  <a:pt x="0" y="0"/>
                </a:moveTo>
                <a:lnTo>
                  <a:pt x="589084" y="0"/>
                </a:lnTo>
                <a:lnTo>
                  <a:pt x="589084" y="408679"/>
                </a:lnTo>
                <a:lnTo>
                  <a:pt x="0" y="4086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00C74-5878-48D3-8628-77D5511E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1396558"/>
            <a:ext cx="589085" cy="408675"/>
          </a:xfrm>
          <a:custGeom xmlns:a="http://schemas.openxmlformats.org/drawingml/2006/main">
            <a:pathLst>
              <a:path w="589085" h="408675" fill="none">
                <a:moveTo>
                  <a:pt x="0" y="0"/>
                </a:moveTo>
                <a:lnTo>
                  <a:pt x="589085" y="0"/>
                </a:lnTo>
                <a:lnTo>
                  <a:pt x="589085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684F2-A79D-465E-8614-BC9C814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2305419"/>
            <a:ext cx="589087" cy="409164"/>
          </a:xfrm>
          <a:custGeom xmlns:a="http://schemas.openxmlformats.org/drawingml/2006/main">
            <a:pathLst>
              <a:path w="589087" h="409164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0B8CD-0E26-45E9-BF6C-1F92ECF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2305419"/>
            <a:ext cx="589087" cy="409164"/>
          </a:xfrm>
          <a:custGeom xmlns:a="http://schemas.openxmlformats.org/drawingml/2006/main">
            <a:pathLst>
              <a:path w="589087" h="409164" fill="none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CB0AC-1D61-40B8-95D1-FCCA4AD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185" y="1396559"/>
            <a:ext cx="589086" cy="407701"/>
          </a:xfrm>
          <a:custGeom xmlns:a="http://schemas.openxmlformats.org/drawingml/2006/main">
            <a:pathLst>
              <a:path w="589086" h="407701">
                <a:moveTo>
                  <a:pt x="0" y="0"/>
                </a:moveTo>
                <a:lnTo>
                  <a:pt x="589086" y="0"/>
                </a:lnTo>
                <a:lnTo>
                  <a:pt x="589086" y="407701"/>
                </a:lnTo>
                <a:lnTo>
                  <a:pt x="0" y="4077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FB818-2E7A-41C6-BE13-EF0E573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185" y="1396558"/>
            <a:ext cx="589086" cy="407697"/>
          </a:xfrm>
          <a:custGeom xmlns:a="http://schemas.openxmlformats.org/drawingml/2006/main">
            <a:pathLst>
              <a:path w="589086" h="407697" fill="none">
                <a:moveTo>
                  <a:pt x="0" y="0"/>
                </a:moveTo>
                <a:lnTo>
                  <a:pt x="589086" y="0"/>
                </a:lnTo>
                <a:lnTo>
                  <a:pt x="589086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89909-E438-43C0-821E-14ADCB7D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185" y="2305419"/>
            <a:ext cx="589086" cy="409164"/>
          </a:xfrm>
          <a:custGeom xmlns:a="http://schemas.openxmlformats.org/drawingml/2006/main">
            <a:pathLst>
              <a:path w="589086" h="409164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59DC3-7287-461D-A5E2-331104FC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185" y="2305419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35847-DCBC-4390-A600-7713924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2054595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EFA03-A9AE-4901-A76D-8A4E0BF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185" y="2054595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34182-0106-431F-9F5E-F8E9C23A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065" y="1395585"/>
            <a:ext cx="10" cy="407697"/>
          </a:xfrm>
          <a:custGeom xmlns:a="http://schemas.openxmlformats.org/drawingml/2006/main">
            <a:pathLst>
              <a:path w="1" h="407697" fill="none">
                <a:moveTo>
                  <a:pt x="0" y="407697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B7FE4-394E-401D-AB54-0DD2F06D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065" y="2305418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2DEFD-B0A3-4B62-9257-508B5DD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923" y="1790977"/>
            <a:ext cx="108881" cy="127733"/>
          </a:xfrm>
          <a:custGeom xmlns:a="http://schemas.openxmlformats.org/drawingml/2006/main">
            <a:pathLst>
              <a:path w="108881" h="127733" fill="none">
                <a:moveTo>
                  <a:pt x="108641" y="0"/>
                </a:moveTo>
                <a:cubicBezTo>
                  <a:pt x="108881" y="62996"/>
                  <a:pt x="62974" y="116971"/>
                  <a:pt x="0" y="1277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225F2-C79E-4690-A41B-4F7DB28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712" y="1599430"/>
            <a:ext cx="41668" cy="199953"/>
          </a:xfrm>
          <a:custGeom xmlns:a="http://schemas.openxmlformats.org/drawingml/2006/main">
            <a:pathLst>
              <a:path w="41668" h="199953">
                <a:moveTo>
                  <a:pt x="41668" y="41668"/>
                </a:moveTo>
                <a:lnTo>
                  <a:pt x="20834" y="0"/>
                </a:lnTo>
                <a:lnTo>
                  <a:pt x="0" y="41668"/>
                </a:lnTo>
                <a:lnTo>
                  <a:pt x="13021" y="41668"/>
                </a:lnTo>
                <a:lnTo>
                  <a:pt x="13021" y="199953"/>
                </a:lnTo>
                <a:lnTo>
                  <a:pt x="28647" y="199953"/>
                </a:lnTo>
                <a:lnTo>
                  <a:pt x="28647" y="41668"/>
                </a:lnTo>
                <a:lnTo>
                  <a:pt x="41668" y="4166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4F54B-DE40-4783-9961-5FF8E21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856" y="1395591"/>
            <a:ext cx="1796416" cy="1318019"/>
          </a:xfrm>
          <a:custGeom xmlns:a="http://schemas.openxmlformats.org/drawingml/2006/main">
            <a:pathLst>
              <a:path w="1796416" h="1318019" fill="none">
                <a:moveTo>
                  <a:pt x="0" y="0"/>
                </a:moveTo>
                <a:lnTo>
                  <a:pt x="1796416" y="0"/>
                </a:lnTo>
                <a:lnTo>
                  <a:pt x="1796416" y="1318019"/>
                </a:lnTo>
                <a:lnTo>
                  <a:pt x="0" y="1318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5B425-6683-4A10-86A8-A16D6A8B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281" y="2078986"/>
            <a:ext cx="41668" cy="180882"/>
          </a:xfrm>
          <a:custGeom xmlns:a="http://schemas.openxmlformats.org/drawingml/2006/main">
            <a:pathLst>
              <a:path w="41668" h="180882">
                <a:moveTo>
                  <a:pt x="41668" y="41668"/>
                </a:moveTo>
                <a:lnTo>
                  <a:pt x="20834" y="0"/>
                </a:lnTo>
                <a:lnTo>
                  <a:pt x="0" y="41668"/>
                </a:lnTo>
                <a:lnTo>
                  <a:pt x="13021" y="41668"/>
                </a:lnTo>
                <a:lnTo>
                  <a:pt x="13020" y="180882"/>
                </a:lnTo>
                <a:lnTo>
                  <a:pt x="28646" y="180882"/>
                </a:lnTo>
                <a:lnTo>
                  <a:pt x="28647" y="41668"/>
                </a:lnTo>
                <a:lnTo>
                  <a:pt x="41668" y="41668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F83EE-EE65-41CB-B5C4-5B38D39A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113" y="1757064"/>
            <a:ext cx="10" cy="333463"/>
          </a:xfrm>
          <a:custGeom xmlns:a="http://schemas.openxmlformats.org/drawingml/2006/main">
            <a:pathLst>
              <a:path w="1" h="333463" fill="none">
                <a:moveTo>
                  <a:pt x="0" y="33346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4472C4"/>
            </a:solidFill>
            <a:custDash>
              <a:ds d="100000" sp="100000"/>
            </a:custDash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42C6A-5086-417D-B6A3-EE4AA796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610" y="1764766"/>
            <a:ext cx="238249" cy="225634"/>
          </a:xfrm>
          <a:custGeom xmlns:a="http://schemas.openxmlformats.org/drawingml/2006/main">
            <a:pathLst>
              <a:path w="238249" h="225634">
                <a:moveTo>
                  <a:pt x="119124" y="60586"/>
                </a:moveTo>
                <a:lnTo>
                  <a:pt x="160178" y="0"/>
                </a:lnTo>
                <a:lnTo>
                  <a:pt x="156130" y="55625"/>
                </a:lnTo>
                <a:lnTo>
                  <a:pt x="202732" y="46558"/>
                </a:lnTo>
                <a:lnTo>
                  <a:pt x="184223" y="76413"/>
                </a:lnTo>
                <a:lnTo>
                  <a:pt x="232701" y="84999"/>
                </a:lnTo>
                <a:lnTo>
                  <a:pt x="194205" y="109421"/>
                </a:lnTo>
                <a:lnTo>
                  <a:pt x="238249" y="138828"/>
                </a:lnTo>
                <a:lnTo>
                  <a:pt x="185712" y="135192"/>
                </a:lnTo>
                <a:lnTo>
                  <a:pt x="200140" y="189020"/>
                </a:lnTo>
                <a:lnTo>
                  <a:pt x="154641" y="151018"/>
                </a:lnTo>
                <a:lnTo>
                  <a:pt x="146114" y="206173"/>
                </a:lnTo>
                <a:lnTo>
                  <a:pt x="116168" y="156010"/>
                </a:lnTo>
                <a:lnTo>
                  <a:pt x="93590" y="225634"/>
                </a:lnTo>
                <a:lnTo>
                  <a:pt x="85097" y="163240"/>
                </a:lnTo>
                <a:lnTo>
                  <a:pt x="52525" y="184027"/>
                </a:lnTo>
                <a:lnTo>
                  <a:pt x="62507" y="145586"/>
                </a:lnTo>
                <a:lnTo>
                  <a:pt x="1490" y="152376"/>
                </a:lnTo>
                <a:lnTo>
                  <a:pt x="41055" y="123002"/>
                </a:lnTo>
                <a:lnTo>
                  <a:pt x="0" y="89993"/>
                </a:lnTo>
                <a:lnTo>
                  <a:pt x="51036" y="79567"/>
                </a:lnTo>
                <a:lnTo>
                  <a:pt x="4081" y="23974"/>
                </a:lnTo>
                <a:lnTo>
                  <a:pt x="80652" y="66019"/>
                </a:lnTo>
                <a:lnTo>
                  <a:pt x="92123" y="23974"/>
                </a:lnTo>
                <a:lnTo>
                  <a:pt x="119124" y="60586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8F703-5AD0-49EC-A661-1642E280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610" y="1764765"/>
            <a:ext cx="238248" cy="225633"/>
          </a:xfrm>
          <a:custGeom xmlns:a="http://schemas.openxmlformats.org/drawingml/2006/main">
            <a:pathLst>
              <a:path w="238248" h="225633" fill="none">
                <a:moveTo>
                  <a:pt x="119124" y="60587"/>
                </a:moveTo>
                <a:lnTo>
                  <a:pt x="160178" y="0"/>
                </a:lnTo>
                <a:lnTo>
                  <a:pt x="156130" y="55625"/>
                </a:lnTo>
                <a:lnTo>
                  <a:pt x="202731" y="46558"/>
                </a:lnTo>
                <a:lnTo>
                  <a:pt x="184223" y="76412"/>
                </a:lnTo>
                <a:lnTo>
                  <a:pt x="232700" y="84999"/>
                </a:lnTo>
                <a:lnTo>
                  <a:pt x="194205" y="109422"/>
                </a:lnTo>
                <a:lnTo>
                  <a:pt x="238248" y="138827"/>
                </a:lnTo>
                <a:lnTo>
                  <a:pt x="185712" y="135192"/>
                </a:lnTo>
                <a:lnTo>
                  <a:pt x="200139" y="189020"/>
                </a:lnTo>
                <a:lnTo>
                  <a:pt x="154641" y="151018"/>
                </a:lnTo>
                <a:lnTo>
                  <a:pt x="146114" y="206173"/>
                </a:lnTo>
                <a:lnTo>
                  <a:pt x="116168" y="156011"/>
                </a:lnTo>
                <a:lnTo>
                  <a:pt x="93590" y="225633"/>
                </a:lnTo>
                <a:lnTo>
                  <a:pt x="85096" y="163239"/>
                </a:lnTo>
                <a:lnTo>
                  <a:pt x="52525" y="184027"/>
                </a:lnTo>
                <a:lnTo>
                  <a:pt x="62507" y="145586"/>
                </a:lnTo>
                <a:lnTo>
                  <a:pt x="1489" y="152376"/>
                </a:lnTo>
                <a:lnTo>
                  <a:pt x="41054" y="123002"/>
                </a:lnTo>
                <a:lnTo>
                  <a:pt x="0" y="89992"/>
                </a:lnTo>
                <a:lnTo>
                  <a:pt x="51036" y="79567"/>
                </a:lnTo>
                <a:lnTo>
                  <a:pt x="4081" y="23974"/>
                </a:lnTo>
                <a:lnTo>
                  <a:pt x="80651" y="66019"/>
                </a:lnTo>
                <a:lnTo>
                  <a:pt x="92123" y="23974"/>
                </a:lnTo>
                <a:lnTo>
                  <a:pt x="119124" y="605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B4416-2979-4092-A8F6-E22DBEB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825" y="1997492"/>
            <a:ext cx="200008" cy="41668"/>
          </a:xfrm>
          <a:custGeom xmlns:a="http://schemas.openxmlformats.org/drawingml/2006/main">
            <a:pathLst>
              <a:path w="200008" h="41668">
                <a:moveTo>
                  <a:pt x="0" y="13021"/>
                </a:moveTo>
                <a:lnTo>
                  <a:pt x="0" y="28647"/>
                </a:lnTo>
                <a:lnTo>
                  <a:pt x="158340" y="28647"/>
                </a:lnTo>
                <a:lnTo>
                  <a:pt x="158340" y="41668"/>
                </a:lnTo>
                <a:lnTo>
                  <a:pt x="200008" y="20835"/>
                </a:lnTo>
                <a:lnTo>
                  <a:pt x="158340" y="0"/>
                </a:lnTo>
                <a:lnTo>
                  <a:pt x="158340" y="13021"/>
                </a:lnTo>
                <a:lnTo>
                  <a:pt x="0" y="1302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562AB-F528-4375-A1F4-1381C31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263" y="2296515"/>
            <a:ext cx="151326" cy="231921"/>
          </a:xfrm>
          <a:custGeom xmlns:a="http://schemas.openxmlformats.org/drawingml/2006/main">
            <a:pathLst>
              <a:path w="151326" h="231921">
                <a:moveTo>
                  <a:pt x="151326" y="0"/>
                </a:moveTo>
                <a:lnTo>
                  <a:pt x="151326" y="231921"/>
                </a:lnTo>
                <a:lnTo>
                  <a:pt x="0" y="231921"/>
                </a:lnTo>
                <a:lnTo>
                  <a:pt x="0" y="0"/>
                </a:lnTo>
                <a:lnTo>
                  <a:pt x="1513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A0F80-8542-4B78-BB3F-00B10FB5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546" y="2534564"/>
            <a:ext cx="117974" cy="26041"/>
          </a:xfrm>
          <a:custGeom xmlns:a="http://schemas.openxmlformats.org/drawingml/2006/main">
            <a:pathLst>
              <a:path w="117974" h="26041">
                <a:moveTo>
                  <a:pt x="117974" y="0"/>
                </a:moveTo>
                <a:lnTo>
                  <a:pt x="117974" y="26041"/>
                </a:lnTo>
                <a:lnTo>
                  <a:pt x="0" y="26041"/>
                </a:lnTo>
                <a:lnTo>
                  <a:pt x="0" y="0"/>
                </a:lnTo>
                <a:lnTo>
                  <a:pt x="1179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84f803e1548a9"/>
          <a:stretch xmlns:a="http://schemas.openxmlformats.org/drawingml/2006/main"/>
        </p:blipFill>
        <p:spPr>
          <a:xfrm xmlns:a="http://schemas.openxmlformats.org/drawingml/2006/main">
            <a:off x="6923525" y="2045976"/>
            <a:ext cx="220007" cy="377513"/>
          </a:xfrm>
          <a:prstGeom xmlns:a="http://schemas.openxmlformats.org/drawingml/2006/main" prst="rect">
            <a:avLst/>
          </a:prstGeom>
        </p:spPr>
      </p:pic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D0961-380D-487A-A5D9-ECC5D84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93" y="2105265"/>
            <a:ext cx="231534" cy="151324"/>
          </a:xfrm>
          <a:custGeom xmlns:a="http://schemas.openxmlformats.org/drawingml/2006/main">
            <a:pathLst>
              <a:path w="231534" h="151324">
                <a:moveTo>
                  <a:pt x="231534" y="151324"/>
                </a:moveTo>
                <a:lnTo>
                  <a:pt x="0" y="151324"/>
                </a:lnTo>
                <a:lnTo>
                  <a:pt x="0" y="0"/>
                </a:lnTo>
                <a:lnTo>
                  <a:pt x="231534" y="0"/>
                </a:lnTo>
                <a:lnTo>
                  <a:pt x="231534" y="1513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67EAF-3DEB-4A7E-8F86-DC1959BF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876" y="2121546"/>
            <a:ext cx="25999" cy="117973"/>
          </a:xfrm>
          <a:custGeom xmlns:a="http://schemas.openxmlformats.org/drawingml/2006/main">
            <a:pathLst>
              <a:path w="25999" h="117973">
                <a:moveTo>
                  <a:pt x="25999" y="117973"/>
                </a:moveTo>
                <a:lnTo>
                  <a:pt x="0" y="117973"/>
                </a:lnTo>
                <a:lnTo>
                  <a:pt x="0" y="0"/>
                </a:lnTo>
                <a:lnTo>
                  <a:pt x="25999" y="0"/>
                </a:lnTo>
                <a:lnTo>
                  <a:pt x="25999" y="1179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f0c58c89a4a92"/>
          <a:stretch xmlns:a="http://schemas.openxmlformats.org/drawingml/2006/main"/>
        </p:blipFill>
        <p:spPr>
          <a:xfrm xmlns:a="http://schemas.openxmlformats.org/drawingml/2006/main">
            <a:off x="6586013" y="1915972"/>
            <a:ext cx="375013" cy="217507"/>
          </a:xfrm>
          <a:prstGeom xmlns:a="http://schemas.openxmlformats.org/drawingml/2006/main" prst="rect">
            <a:avLst/>
          </a:prstGeom>
        </p:spPr>
      </p:pic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A731B-5360-461F-ADFC-B77C8D5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468" y="1391934"/>
            <a:ext cx="589084" cy="249519"/>
          </a:xfrm>
          <a:custGeom xmlns:a="http://schemas.openxmlformats.org/drawingml/2006/main">
            <a:pathLst>
              <a:path w="589084" h="249519">
                <a:moveTo>
                  <a:pt x="0" y="0"/>
                </a:moveTo>
                <a:lnTo>
                  <a:pt x="589084" y="0"/>
                </a:lnTo>
                <a:lnTo>
                  <a:pt x="589084" y="249519"/>
                </a:lnTo>
                <a:lnTo>
                  <a:pt x="0" y="2495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F03D0-84CD-4622-8C33-58A3602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467" y="1391933"/>
            <a:ext cx="589085" cy="249523"/>
          </a:xfrm>
          <a:custGeom xmlns:a="http://schemas.openxmlformats.org/drawingml/2006/main">
            <a:pathLst>
              <a:path w="589085" h="249523" fill="none">
                <a:moveTo>
                  <a:pt x="0" y="0"/>
                </a:moveTo>
                <a:lnTo>
                  <a:pt x="589085" y="0"/>
                </a:lnTo>
                <a:lnTo>
                  <a:pt x="589085" y="249523"/>
                </a:lnTo>
                <a:lnTo>
                  <a:pt x="0" y="249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EFDA3-52DF-4430-8026-EF7C1911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468" y="2126638"/>
            <a:ext cx="589086" cy="583313"/>
          </a:xfrm>
          <a:custGeom xmlns:a="http://schemas.openxmlformats.org/drawingml/2006/main">
            <a:pathLst>
              <a:path w="589086" h="583313">
                <a:moveTo>
                  <a:pt x="0" y="0"/>
                </a:moveTo>
                <a:lnTo>
                  <a:pt x="589086" y="0"/>
                </a:lnTo>
                <a:lnTo>
                  <a:pt x="589086" y="583313"/>
                </a:lnTo>
                <a:lnTo>
                  <a:pt x="0" y="58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019C1-E198-4227-84AF-698A8588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467" y="2126637"/>
            <a:ext cx="589086" cy="583313"/>
          </a:xfrm>
          <a:custGeom xmlns:a="http://schemas.openxmlformats.org/drawingml/2006/main">
            <a:pathLst>
              <a:path w="589086" h="583313" fill="none">
                <a:moveTo>
                  <a:pt x="0" y="0"/>
                </a:moveTo>
                <a:lnTo>
                  <a:pt x="589086" y="0"/>
                </a:lnTo>
                <a:lnTo>
                  <a:pt x="589086" y="583313"/>
                </a:lnTo>
                <a:lnTo>
                  <a:pt x="0" y="58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E9538-116D-4630-B5C2-1F8FB143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796" y="1391934"/>
            <a:ext cx="589086" cy="248925"/>
          </a:xfrm>
          <a:custGeom xmlns:a="http://schemas.openxmlformats.org/drawingml/2006/main">
            <a:pathLst>
              <a:path w="589086" h="248925">
                <a:moveTo>
                  <a:pt x="0" y="0"/>
                </a:moveTo>
                <a:lnTo>
                  <a:pt x="589086" y="0"/>
                </a:lnTo>
                <a:lnTo>
                  <a:pt x="589086" y="248925"/>
                </a:lnTo>
                <a:lnTo>
                  <a:pt x="0" y="248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7F464-1EF6-4E0F-BE01-140B0D4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795" y="1391933"/>
            <a:ext cx="589086" cy="248926"/>
          </a:xfrm>
          <a:custGeom xmlns:a="http://schemas.openxmlformats.org/drawingml/2006/main">
            <a:pathLst>
              <a:path w="589086" h="248926" fill="none">
                <a:moveTo>
                  <a:pt x="0" y="0"/>
                </a:moveTo>
                <a:lnTo>
                  <a:pt x="589086" y="0"/>
                </a:lnTo>
                <a:lnTo>
                  <a:pt x="589086" y="248926"/>
                </a:lnTo>
                <a:lnTo>
                  <a:pt x="0" y="2489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4F59C-AE94-4DB4-9995-16023FF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796" y="2126638"/>
            <a:ext cx="589086" cy="583313"/>
          </a:xfrm>
          <a:custGeom xmlns:a="http://schemas.openxmlformats.org/drawingml/2006/main">
            <a:pathLst>
              <a:path w="589086" h="583313">
                <a:moveTo>
                  <a:pt x="0" y="0"/>
                </a:moveTo>
                <a:lnTo>
                  <a:pt x="589086" y="0"/>
                </a:lnTo>
                <a:lnTo>
                  <a:pt x="589086" y="583313"/>
                </a:lnTo>
                <a:lnTo>
                  <a:pt x="0" y="58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C604C-F95A-4F9E-9753-4E54D5C2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795" y="2126637"/>
            <a:ext cx="589086" cy="583313"/>
          </a:xfrm>
          <a:custGeom xmlns:a="http://schemas.openxmlformats.org/drawingml/2006/main">
            <a:pathLst>
              <a:path w="589086" h="583313" fill="none">
                <a:moveTo>
                  <a:pt x="0" y="0"/>
                </a:moveTo>
                <a:lnTo>
                  <a:pt x="589086" y="0"/>
                </a:lnTo>
                <a:lnTo>
                  <a:pt x="589086" y="583313"/>
                </a:lnTo>
                <a:lnTo>
                  <a:pt x="0" y="58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B3C9D-6666-45B2-AFA4-C4953A0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213" y="1901005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2E5B1-E08B-41E9-99C3-531743F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542" y="1901005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6B2CD-5AB6-4F2F-9D16-8D7FCB3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675" y="1390958"/>
            <a:ext cx="10" cy="241442"/>
          </a:xfrm>
          <a:custGeom xmlns:a="http://schemas.openxmlformats.org/drawingml/2006/main">
            <a:pathLst>
              <a:path w="1" h="241442" fill="none">
                <a:moveTo>
                  <a:pt x="1" y="2414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D1146-169F-44C0-948B-433555B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675" y="2300787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A1F57-2733-4C2B-9DD8-BAB906B9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467" y="1390954"/>
            <a:ext cx="1796415" cy="1318018"/>
          </a:xfrm>
          <a:custGeom xmlns:a="http://schemas.openxmlformats.org/drawingml/2006/main">
            <a:pathLst>
              <a:path w="1796415" h="1318018" fill="none">
                <a:moveTo>
                  <a:pt x="0" y="0"/>
                </a:moveTo>
                <a:lnTo>
                  <a:pt x="1796415" y="0"/>
                </a:lnTo>
                <a:lnTo>
                  <a:pt x="1796415" y="1318018"/>
                </a:lnTo>
                <a:lnTo>
                  <a:pt x="0" y="13180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85657-9B31-4D4D-9DB4-0E31E92B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173" y="2010735"/>
            <a:ext cx="238248" cy="248197"/>
          </a:xfrm>
          <a:custGeom xmlns:a="http://schemas.openxmlformats.org/drawingml/2006/main">
            <a:pathLst>
              <a:path w="238248" h="248197">
                <a:moveTo>
                  <a:pt x="119124" y="66645"/>
                </a:moveTo>
                <a:lnTo>
                  <a:pt x="160177" y="0"/>
                </a:lnTo>
                <a:lnTo>
                  <a:pt x="156129" y="61187"/>
                </a:lnTo>
                <a:lnTo>
                  <a:pt x="202732" y="51213"/>
                </a:lnTo>
                <a:lnTo>
                  <a:pt x="184223" y="84054"/>
                </a:lnTo>
                <a:lnTo>
                  <a:pt x="232699" y="93499"/>
                </a:lnTo>
                <a:lnTo>
                  <a:pt x="194205" y="120363"/>
                </a:lnTo>
                <a:lnTo>
                  <a:pt x="238248" y="152709"/>
                </a:lnTo>
                <a:lnTo>
                  <a:pt x="185712" y="148711"/>
                </a:lnTo>
                <a:lnTo>
                  <a:pt x="200139" y="207922"/>
                </a:lnTo>
                <a:lnTo>
                  <a:pt x="154641" y="166119"/>
                </a:lnTo>
                <a:lnTo>
                  <a:pt x="146114" y="226790"/>
                </a:lnTo>
                <a:lnTo>
                  <a:pt x="116168" y="171612"/>
                </a:lnTo>
                <a:lnTo>
                  <a:pt x="93590" y="248197"/>
                </a:lnTo>
                <a:lnTo>
                  <a:pt x="85097" y="179563"/>
                </a:lnTo>
                <a:lnTo>
                  <a:pt x="52525" y="202430"/>
                </a:lnTo>
                <a:lnTo>
                  <a:pt x="62507" y="160144"/>
                </a:lnTo>
                <a:lnTo>
                  <a:pt x="1490" y="167613"/>
                </a:lnTo>
                <a:lnTo>
                  <a:pt x="41053" y="135301"/>
                </a:lnTo>
                <a:lnTo>
                  <a:pt x="0" y="98992"/>
                </a:lnTo>
                <a:lnTo>
                  <a:pt x="51036" y="87524"/>
                </a:lnTo>
                <a:lnTo>
                  <a:pt x="4081" y="26371"/>
                </a:lnTo>
                <a:lnTo>
                  <a:pt x="80652" y="72620"/>
                </a:lnTo>
                <a:lnTo>
                  <a:pt x="92123" y="26371"/>
                </a:lnTo>
                <a:lnTo>
                  <a:pt x="119124" y="66645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0F4DA-DFC7-4482-BD38-938B0A3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173" y="2010734"/>
            <a:ext cx="238248" cy="248196"/>
          </a:xfrm>
          <a:custGeom xmlns:a="http://schemas.openxmlformats.org/drawingml/2006/main">
            <a:pathLst>
              <a:path w="238248" h="248196" fill="none">
                <a:moveTo>
                  <a:pt x="119124" y="66645"/>
                </a:moveTo>
                <a:lnTo>
                  <a:pt x="160178" y="0"/>
                </a:lnTo>
                <a:lnTo>
                  <a:pt x="156130" y="61187"/>
                </a:lnTo>
                <a:lnTo>
                  <a:pt x="202731" y="51214"/>
                </a:lnTo>
                <a:lnTo>
                  <a:pt x="184223" y="84054"/>
                </a:lnTo>
                <a:lnTo>
                  <a:pt x="232700" y="93499"/>
                </a:lnTo>
                <a:lnTo>
                  <a:pt x="194205" y="120364"/>
                </a:lnTo>
                <a:lnTo>
                  <a:pt x="238248" y="152710"/>
                </a:lnTo>
                <a:lnTo>
                  <a:pt x="185712" y="148711"/>
                </a:lnTo>
                <a:lnTo>
                  <a:pt x="200139" y="207922"/>
                </a:lnTo>
                <a:lnTo>
                  <a:pt x="154641" y="166119"/>
                </a:lnTo>
                <a:lnTo>
                  <a:pt x="146114" y="226790"/>
                </a:lnTo>
                <a:lnTo>
                  <a:pt x="116168" y="171612"/>
                </a:lnTo>
                <a:lnTo>
                  <a:pt x="93590" y="248196"/>
                </a:lnTo>
                <a:lnTo>
                  <a:pt x="85096" y="179563"/>
                </a:lnTo>
                <a:lnTo>
                  <a:pt x="52525" y="202430"/>
                </a:lnTo>
                <a:lnTo>
                  <a:pt x="62507" y="160144"/>
                </a:lnTo>
                <a:lnTo>
                  <a:pt x="1489" y="167613"/>
                </a:lnTo>
                <a:lnTo>
                  <a:pt x="41054" y="135302"/>
                </a:lnTo>
                <a:lnTo>
                  <a:pt x="0" y="98991"/>
                </a:lnTo>
                <a:lnTo>
                  <a:pt x="51036" y="87524"/>
                </a:lnTo>
                <a:lnTo>
                  <a:pt x="4081" y="26371"/>
                </a:lnTo>
                <a:lnTo>
                  <a:pt x="80651" y="72620"/>
                </a:lnTo>
                <a:lnTo>
                  <a:pt x="92123" y="26371"/>
                </a:lnTo>
                <a:lnTo>
                  <a:pt x="119124" y="666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99A0A-81AF-4AA6-8913-9AD6AF4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3026" y="2374034"/>
            <a:ext cx="151328" cy="231922"/>
          </a:xfrm>
          <a:custGeom xmlns:a="http://schemas.openxmlformats.org/drawingml/2006/main">
            <a:pathLst>
              <a:path w="151328" h="231922">
                <a:moveTo>
                  <a:pt x="151328" y="0"/>
                </a:moveTo>
                <a:lnTo>
                  <a:pt x="151328" y="231922"/>
                </a:lnTo>
                <a:lnTo>
                  <a:pt x="0" y="231922"/>
                </a:lnTo>
                <a:lnTo>
                  <a:pt x="0" y="0"/>
                </a:lnTo>
                <a:lnTo>
                  <a:pt x="15132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EBAE3-3AE7-4B31-8A1B-991777DA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9308" y="2612084"/>
            <a:ext cx="117973" cy="26043"/>
          </a:xfrm>
          <a:custGeom xmlns:a="http://schemas.openxmlformats.org/drawingml/2006/main">
            <a:pathLst>
              <a:path w="117973" h="26043">
                <a:moveTo>
                  <a:pt x="117973" y="0"/>
                </a:moveTo>
                <a:lnTo>
                  <a:pt x="117973" y="26043"/>
                </a:lnTo>
                <a:lnTo>
                  <a:pt x="0" y="26043"/>
                </a:lnTo>
                <a:lnTo>
                  <a:pt x="0" y="0"/>
                </a:lnTo>
                <a:lnTo>
                  <a:pt x="11797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b3a4f21954ea4"/>
          <a:stretch xmlns:a="http://schemas.openxmlformats.org/drawingml/2006/main"/>
        </p:blipFill>
        <p:spPr>
          <a:xfrm xmlns:a="http://schemas.openxmlformats.org/drawingml/2006/main">
            <a:off x="12836223" y="2280984"/>
            <a:ext cx="217507" cy="375013"/>
          </a:xfrm>
          <a:prstGeom xmlns:a="http://schemas.openxmlformats.org/drawingml/2006/main" prst="rect">
            <a:avLst/>
          </a:prstGeom>
        </p:spPr>
      </p:pic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FB291-9DF4-4C1D-8CE2-B8C72C36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097" y="1865387"/>
            <a:ext cx="268582" cy="219465"/>
          </a:xfrm>
          <a:custGeom xmlns:a="http://schemas.openxmlformats.org/drawingml/2006/main">
            <a:pathLst>
              <a:path w="268582" h="219465">
                <a:moveTo>
                  <a:pt x="50116" y="0"/>
                </a:moveTo>
                <a:lnTo>
                  <a:pt x="268582" y="76680"/>
                </a:lnTo>
                <a:lnTo>
                  <a:pt x="218466" y="219465"/>
                </a:lnTo>
                <a:lnTo>
                  <a:pt x="0" y="142785"/>
                </a:lnTo>
                <a:lnTo>
                  <a:pt x="5011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DAD66-3D77-48F4-8711-71891B82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7730" y="1960201"/>
            <a:ext cx="63596" cy="119926"/>
          </a:xfrm>
          <a:custGeom xmlns:a="http://schemas.openxmlformats.org/drawingml/2006/main">
            <a:pathLst>
              <a:path w="63596" h="119926">
                <a:moveTo>
                  <a:pt x="39064" y="0"/>
                </a:moveTo>
                <a:lnTo>
                  <a:pt x="63596" y="8611"/>
                </a:lnTo>
                <a:lnTo>
                  <a:pt x="24532" y="119926"/>
                </a:lnTo>
                <a:lnTo>
                  <a:pt x="0" y="111315"/>
                </a:lnTo>
                <a:lnTo>
                  <a:pt x="390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34cf1a03b41e5"/>
          <a:stretch xmlns:a="http://schemas.openxmlformats.org/drawingml/2006/main"/>
        </p:blipFill>
        <p:spPr>
          <a:xfrm xmlns:a="http://schemas.openxmlformats.org/drawingml/2006/main">
            <a:off x="13046230" y="1828469"/>
            <a:ext cx="417514" cy="307510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4EF79-5C1A-4F47-BE72-DCA347B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7" y="1389496"/>
            <a:ext cx="589082" cy="408675"/>
          </a:xfrm>
          <a:custGeom xmlns:a="http://schemas.openxmlformats.org/drawingml/2006/main">
            <a:pathLst>
              <a:path w="589082" h="408675">
                <a:moveTo>
                  <a:pt x="0" y="0"/>
                </a:moveTo>
                <a:lnTo>
                  <a:pt x="589082" y="0"/>
                </a:lnTo>
                <a:lnTo>
                  <a:pt x="589082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5262F-E1FE-441F-B783-C3A4495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8" y="1389495"/>
            <a:ext cx="589085" cy="408675"/>
          </a:xfrm>
          <a:custGeom xmlns:a="http://schemas.openxmlformats.org/drawingml/2006/main">
            <a:pathLst>
              <a:path w="589085" h="408675" fill="none">
                <a:moveTo>
                  <a:pt x="0" y="0"/>
                </a:moveTo>
                <a:lnTo>
                  <a:pt x="589085" y="0"/>
                </a:lnTo>
                <a:lnTo>
                  <a:pt x="589085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5A625-0250-4EC3-80D9-7A70095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7" y="2298350"/>
            <a:ext cx="589082" cy="409164"/>
          </a:xfrm>
          <a:custGeom xmlns:a="http://schemas.openxmlformats.org/drawingml/2006/main">
            <a:pathLst>
              <a:path w="589082" h="409164">
                <a:moveTo>
                  <a:pt x="0" y="0"/>
                </a:moveTo>
                <a:lnTo>
                  <a:pt x="589082" y="0"/>
                </a:lnTo>
                <a:lnTo>
                  <a:pt x="589082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30FFD-C2E3-4A08-A403-ADCD710D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8" y="2298349"/>
            <a:ext cx="589087" cy="409164"/>
          </a:xfrm>
          <a:custGeom xmlns:a="http://schemas.openxmlformats.org/drawingml/2006/main">
            <a:pathLst>
              <a:path w="589087" h="409164" fill="none">
                <a:moveTo>
                  <a:pt x="0" y="0"/>
                </a:moveTo>
                <a:lnTo>
                  <a:pt x="589087" y="0"/>
                </a:lnTo>
                <a:lnTo>
                  <a:pt x="589087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EB1A0-9194-4DC3-9568-AFD7999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919" y="1389496"/>
            <a:ext cx="589082" cy="407697"/>
          </a:xfrm>
          <a:custGeom xmlns:a="http://schemas.openxmlformats.org/drawingml/2006/main">
            <a:pathLst>
              <a:path w="589082" h="407697">
                <a:moveTo>
                  <a:pt x="0" y="0"/>
                </a:moveTo>
                <a:lnTo>
                  <a:pt x="589082" y="0"/>
                </a:lnTo>
                <a:lnTo>
                  <a:pt x="589082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C7624-0A4D-4D1B-B995-D7889050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918" y="1389495"/>
            <a:ext cx="589086" cy="407697"/>
          </a:xfrm>
          <a:custGeom xmlns:a="http://schemas.openxmlformats.org/drawingml/2006/main">
            <a:pathLst>
              <a:path w="589086" h="407697" fill="none">
                <a:moveTo>
                  <a:pt x="0" y="0"/>
                </a:moveTo>
                <a:lnTo>
                  <a:pt x="589086" y="0"/>
                </a:lnTo>
                <a:lnTo>
                  <a:pt x="589086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F1CFD-FD6A-40A2-B6C8-E40F74E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919" y="2298350"/>
            <a:ext cx="589082" cy="409164"/>
          </a:xfrm>
          <a:custGeom xmlns:a="http://schemas.openxmlformats.org/drawingml/2006/main">
            <a:pathLst>
              <a:path w="589082" h="409164">
                <a:moveTo>
                  <a:pt x="0" y="0"/>
                </a:moveTo>
                <a:lnTo>
                  <a:pt x="589082" y="0"/>
                </a:lnTo>
                <a:lnTo>
                  <a:pt x="589082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FC17B-A651-46AD-9ACA-0705D0B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918" y="2298349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34DCB-6C7A-417F-8C60-1418C03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8" y="2047526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A2EBA-C6FD-4DA6-906F-5BBE5A7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918" y="2047526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5D555-4168-427C-8DA2-7D56536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794" y="1388518"/>
            <a:ext cx="10" cy="407697"/>
          </a:xfrm>
          <a:custGeom xmlns:a="http://schemas.openxmlformats.org/drawingml/2006/main">
            <a:pathLst>
              <a:path w="1" h="407697" fill="none">
                <a:moveTo>
                  <a:pt x="0" y="407697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8C355-CFBF-4AD0-A401-BEFC72ED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794" y="2298350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9ECD8-2C2A-49C3-BC62-8EA74936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588" y="1388517"/>
            <a:ext cx="1796415" cy="1318018"/>
          </a:xfrm>
          <a:custGeom xmlns:a="http://schemas.openxmlformats.org/drawingml/2006/main">
            <a:pathLst>
              <a:path w="1796415" h="1318018" fill="none">
                <a:moveTo>
                  <a:pt x="0" y="0"/>
                </a:moveTo>
                <a:lnTo>
                  <a:pt x="1796415" y="0"/>
                </a:lnTo>
                <a:lnTo>
                  <a:pt x="1796415" y="1318018"/>
                </a:lnTo>
                <a:lnTo>
                  <a:pt x="0" y="13180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264D3-DC4E-4CDB-9EE3-838954C7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082" y="2163315"/>
            <a:ext cx="129762" cy="129623"/>
          </a:xfrm>
          <a:custGeom xmlns:a="http://schemas.openxmlformats.org/drawingml/2006/main">
            <a:pathLst>
              <a:path w="129762" h="129623" fill="none">
                <a:moveTo>
                  <a:pt x="271" y="129623"/>
                </a:moveTo>
                <a:cubicBezTo>
                  <a:pt x="0" y="58699"/>
                  <a:pt x="57809" y="830"/>
                  <a:pt x="12976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4472C4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02D37-5D34-4192-9B4B-18765E3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012" y="2142474"/>
            <a:ext cx="222872" cy="41668"/>
          </a:xfrm>
          <a:custGeom xmlns:a="http://schemas.openxmlformats.org/drawingml/2006/main">
            <a:pathLst>
              <a:path w="222872" h="41668">
                <a:moveTo>
                  <a:pt x="0" y="13020"/>
                </a:moveTo>
                <a:lnTo>
                  <a:pt x="0" y="28646"/>
                </a:lnTo>
                <a:lnTo>
                  <a:pt x="181204" y="28647"/>
                </a:lnTo>
                <a:lnTo>
                  <a:pt x="181204" y="41668"/>
                </a:lnTo>
                <a:lnTo>
                  <a:pt x="222872" y="20834"/>
                </a:lnTo>
                <a:lnTo>
                  <a:pt x="181204" y="0"/>
                </a:lnTo>
                <a:lnTo>
                  <a:pt x="181204" y="13021"/>
                </a:lnTo>
                <a:lnTo>
                  <a:pt x="0" y="1302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398FA-76F0-4404-B325-7EC02554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594" y="2087606"/>
            <a:ext cx="588307" cy="5126"/>
          </a:xfrm>
          <a:custGeom xmlns:a="http://schemas.openxmlformats.org/drawingml/2006/main">
            <a:pathLst>
              <a:path w="588307" h="5126" fill="none">
                <a:moveTo>
                  <a:pt x="0" y="0"/>
                </a:moveTo>
                <a:lnTo>
                  <a:pt x="588307" y="5126"/>
                </a:lnTo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0C456-2172-49A4-89BD-77064B7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553" y="2261777"/>
            <a:ext cx="588307" cy="5126"/>
          </a:xfrm>
          <a:custGeom xmlns:a="http://schemas.openxmlformats.org/drawingml/2006/main">
            <a:pathLst>
              <a:path w="588307" h="5126" fill="none">
                <a:moveTo>
                  <a:pt x="0" y="0"/>
                </a:moveTo>
                <a:lnTo>
                  <a:pt x="588307" y="5126"/>
                </a:lnTo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E875D-DC9D-4C43-BF94-6FF7DA8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437" y="2071808"/>
            <a:ext cx="238248" cy="225634"/>
          </a:xfrm>
          <a:custGeom xmlns:a="http://schemas.openxmlformats.org/drawingml/2006/main">
            <a:pathLst>
              <a:path w="238248" h="225634">
                <a:moveTo>
                  <a:pt x="119119" y="60587"/>
                </a:moveTo>
                <a:lnTo>
                  <a:pt x="160172" y="0"/>
                </a:lnTo>
                <a:lnTo>
                  <a:pt x="156130" y="55625"/>
                </a:lnTo>
                <a:lnTo>
                  <a:pt x="202726" y="46558"/>
                </a:lnTo>
                <a:lnTo>
                  <a:pt x="184225" y="76413"/>
                </a:lnTo>
                <a:lnTo>
                  <a:pt x="232695" y="85000"/>
                </a:lnTo>
                <a:lnTo>
                  <a:pt x="194204" y="109422"/>
                </a:lnTo>
                <a:lnTo>
                  <a:pt x="238248" y="138828"/>
                </a:lnTo>
                <a:lnTo>
                  <a:pt x="185715" y="135192"/>
                </a:lnTo>
                <a:lnTo>
                  <a:pt x="200142" y="189021"/>
                </a:lnTo>
                <a:lnTo>
                  <a:pt x="154641" y="151018"/>
                </a:lnTo>
                <a:lnTo>
                  <a:pt x="146109" y="206173"/>
                </a:lnTo>
                <a:lnTo>
                  <a:pt x="116171" y="156011"/>
                </a:lnTo>
                <a:lnTo>
                  <a:pt x="93586" y="225634"/>
                </a:lnTo>
                <a:lnTo>
                  <a:pt x="85097" y="163240"/>
                </a:lnTo>
                <a:lnTo>
                  <a:pt x="52523" y="184027"/>
                </a:lnTo>
                <a:lnTo>
                  <a:pt x="62502" y="145586"/>
                </a:lnTo>
                <a:lnTo>
                  <a:pt x="1490" y="152376"/>
                </a:lnTo>
                <a:lnTo>
                  <a:pt x="41053" y="123002"/>
                </a:lnTo>
                <a:lnTo>
                  <a:pt x="0" y="89993"/>
                </a:lnTo>
                <a:lnTo>
                  <a:pt x="51033" y="79567"/>
                </a:lnTo>
                <a:lnTo>
                  <a:pt x="4083" y="23974"/>
                </a:lnTo>
                <a:lnTo>
                  <a:pt x="80649" y="66019"/>
                </a:lnTo>
                <a:lnTo>
                  <a:pt x="92118" y="23974"/>
                </a:lnTo>
                <a:lnTo>
                  <a:pt x="119119" y="60587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6204A-0CDF-433D-B4F3-3035BB1C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437" y="2071808"/>
            <a:ext cx="238248" cy="225633"/>
          </a:xfrm>
          <a:custGeom xmlns:a="http://schemas.openxmlformats.org/drawingml/2006/main">
            <a:pathLst>
              <a:path w="238248" h="225633" fill="none">
                <a:moveTo>
                  <a:pt x="119124" y="60587"/>
                </a:moveTo>
                <a:lnTo>
                  <a:pt x="160178" y="0"/>
                </a:lnTo>
                <a:lnTo>
                  <a:pt x="156130" y="55625"/>
                </a:lnTo>
                <a:lnTo>
                  <a:pt x="202731" y="46558"/>
                </a:lnTo>
                <a:lnTo>
                  <a:pt x="184223" y="76412"/>
                </a:lnTo>
                <a:lnTo>
                  <a:pt x="232700" y="84999"/>
                </a:lnTo>
                <a:lnTo>
                  <a:pt x="194205" y="109422"/>
                </a:lnTo>
                <a:lnTo>
                  <a:pt x="238248" y="138827"/>
                </a:lnTo>
                <a:lnTo>
                  <a:pt x="185712" y="135192"/>
                </a:lnTo>
                <a:lnTo>
                  <a:pt x="200139" y="189020"/>
                </a:lnTo>
                <a:lnTo>
                  <a:pt x="154641" y="151018"/>
                </a:lnTo>
                <a:lnTo>
                  <a:pt x="146114" y="206173"/>
                </a:lnTo>
                <a:lnTo>
                  <a:pt x="116168" y="156011"/>
                </a:lnTo>
                <a:lnTo>
                  <a:pt x="93590" y="225633"/>
                </a:lnTo>
                <a:lnTo>
                  <a:pt x="85096" y="163239"/>
                </a:lnTo>
                <a:lnTo>
                  <a:pt x="52525" y="184027"/>
                </a:lnTo>
                <a:lnTo>
                  <a:pt x="62507" y="145586"/>
                </a:lnTo>
                <a:lnTo>
                  <a:pt x="1489" y="152376"/>
                </a:lnTo>
                <a:lnTo>
                  <a:pt x="41054" y="123002"/>
                </a:lnTo>
                <a:lnTo>
                  <a:pt x="0" y="89992"/>
                </a:lnTo>
                <a:lnTo>
                  <a:pt x="51036" y="79567"/>
                </a:lnTo>
                <a:lnTo>
                  <a:pt x="4081" y="23974"/>
                </a:lnTo>
                <a:lnTo>
                  <a:pt x="80651" y="66019"/>
                </a:lnTo>
                <a:lnTo>
                  <a:pt x="92123" y="23974"/>
                </a:lnTo>
                <a:lnTo>
                  <a:pt x="119124" y="605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137" name="Text Brakenot">
            <a:extLst xmlns:a="http://schemas.openxmlformats.org/drawingml/2006/main">
              <a:ext uri="{FF2B5EF4-FFF2-40B4-BE49-F238E27FC236}">
                <a16:creationId xmlns:a16="http://schemas.microsoft.com/office/drawing/2014/main" id="{589D9F77-819D-4179-95D1-1245FCCD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746" y="2426964"/>
            <a:ext cx="547250" cy="95879"/>
          </a:xfrm>
          <a:custGeom xmlns:a="http://schemas.openxmlformats.org/drawingml/2006/main">
            <a:pathLst>
              <a:path w="547250" h="95879">
                <a:moveTo>
                  <a:pt x="60305" y="48310"/>
                </a:moveTo>
                <a:cubicBezTo>
                  <a:pt x="66520" y="49631"/>
                  <a:pt x="71171" y="51744"/>
                  <a:pt x="74257" y="54651"/>
                </a:cubicBezTo>
                <a:cubicBezTo>
                  <a:pt x="78533" y="58704"/>
                  <a:pt x="80671" y="63659"/>
                  <a:pt x="80671" y="69517"/>
                </a:cubicBezTo>
                <a:cubicBezTo>
                  <a:pt x="80671" y="73965"/>
                  <a:pt x="79260" y="78226"/>
                  <a:pt x="76439" y="82301"/>
                </a:cubicBezTo>
                <a:cubicBezTo>
                  <a:pt x="73618" y="86375"/>
                  <a:pt x="69749" y="89347"/>
                  <a:pt x="64834" y="91220"/>
                </a:cubicBezTo>
                <a:cubicBezTo>
                  <a:pt x="59919" y="93092"/>
                  <a:pt x="52414" y="94028"/>
                  <a:pt x="42319" y="94028"/>
                </a:cubicBezTo>
                <a:lnTo>
                  <a:pt x="0" y="94028"/>
                </a:lnTo>
                <a:lnTo>
                  <a:pt x="0" y="91581"/>
                </a:lnTo>
                <a:lnTo>
                  <a:pt x="3372" y="91581"/>
                </a:lnTo>
                <a:cubicBezTo>
                  <a:pt x="7119" y="91581"/>
                  <a:pt x="9808" y="90391"/>
                  <a:pt x="11439" y="88011"/>
                </a:cubicBezTo>
                <a:cubicBezTo>
                  <a:pt x="12453" y="86468"/>
                  <a:pt x="12960" y="83184"/>
                  <a:pt x="12960" y="78158"/>
                </a:cubicBezTo>
                <a:lnTo>
                  <a:pt x="12960" y="20234"/>
                </a:lnTo>
                <a:cubicBezTo>
                  <a:pt x="12960" y="14679"/>
                  <a:pt x="12321" y="11175"/>
                  <a:pt x="11043" y="9720"/>
                </a:cubicBezTo>
                <a:cubicBezTo>
                  <a:pt x="9323" y="7781"/>
                  <a:pt x="6767" y="6811"/>
                  <a:pt x="3372" y="6811"/>
                </a:cubicBezTo>
                <a:lnTo>
                  <a:pt x="0" y="6811"/>
                </a:lnTo>
                <a:lnTo>
                  <a:pt x="0" y="4364"/>
                </a:lnTo>
                <a:lnTo>
                  <a:pt x="38748" y="4364"/>
                </a:lnTo>
                <a:cubicBezTo>
                  <a:pt x="45978" y="4364"/>
                  <a:pt x="51775" y="4894"/>
                  <a:pt x="56139" y="5953"/>
                </a:cubicBezTo>
                <a:cubicBezTo>
                  <a:pt x="62751" y="7542"/>
                  <a:pt x="67799" y="10355"/>
                  <a:pt x="71281" y="14392"/>
                </a:cubicBezTo>
                <a:cubicBezTo>
                  <a:pt x="74764" y="18429"/>
                  <a:pt x="76505" y="23072"/>
                  <a:pt x="76505" y="28322"/>
                </a:cubicBezTo>
                <a:cubicBezTo>
                  <a:pt x="76505" y="32822"/>
                  <a:pt x="75138" y="36849"/>
                  <a:pt x="72405" y="40402"/>
                </a:cubicBezTo>
                <a:cubicBezTo>
                  <a:pt x="69672" y="43953"/>
                  <a:pt x="65639" y="46589"/>
                  <a:pt x="60305" y="48310"/>
                </a:cubicBezTo>
                <a:moveTo>
                  <a:pt x="25656" y="44700"/>
                </a:moveTo>
                <a:cubicBezTo>
                  <a:pt x="27287" y="45008"/>
                  <a:pt x="29149" y="45240"/>
                  <a:pt x="31243" y="45394"/>
                </a:cubicBezTo>
                <a:cubicBezTo>
                  <a:pt x="33337" y="45548"/>
                  <a:pt x="35641" y="45625"/>
                  <a:pt x="38153" y="45625"/>
                </a:cubicBezTo>
                <a:cubicBezTo>
                  <a:pt x="44589" y="45625"/>
                  <a:pt x="49427" y="44930"/>
                  <a:pt x="52667" y="43538"/>
                </a:cubicBezTo>
                <a:cubicBezTo>
                  <a:pt x="55908" y="42147"/>
                  <a:pt x="58387" y="40017"/>
                  <a:pt x="60106" y="37147"/>
                </a:cubicBezTo>
                <a:cubicBezTo>
                  <a:pt x="61826" y="34276"/>
                  <a:pt x="62685" y="31140"/>
                  <a:pt x="62685" y="27739"/>
                </a:cubicBezTo>
                <a:cubicBezTo>
                  <a:pt x="62685" y="22485"/>
                  <a:pt x="60547" y="18003"/>
                  <a:pt x="56271" y="14293"/>
                </a:cubicBezTo>
                <a:cubicBezTo>
                  <a:pt x="51995" y="10583"/>
                  <a:pt x="45758" y="8728"/>
                  <a:pt x="37558" y="8728"/>
                </a:cubicBezTo>
                <a:cubicBezTo>
                  <a:pt x="33150" y="8728"/>
                  <a:pt x="29183" y="9235"/>
                  <a:pt x="25656" y="10249"/>
                </a:cubicBezTo>
                <a:lnTo>
                  <a:pt x="25656" y="44700"/>
                </a:lnTo>
                <a:moveTo>
                  <a:pt x="25656" y="87614"/>
                </a:moveTo>
                <a:cubicBezTo>
                  <a:pt x="30770" y="88804"/>
                  <a:pt x="35817" y="89399"/>
                  <a:pt x="40798" y="89399"/>
                </a:cubicBezTo>
                <a:cubicBezTo>
                  <a:pt x="48777" y="89399"/>
                  <a:pt x="54861" y="87603"/>
                  <a:pt x="59048" y="84010"/>
                </a:cubicBezTo>
                <a:cubicBezTo>
                  <a:pt x="63236" y="80417"/>
                  <a:pt x="65330" y="75976"/>
                  <a:pt x="65330" y="70686"/>
                </a:cubicBezTo>
                <a:cubicBezTo>
                  <a:pt x="65330" y="67204"/>
                  <a:pt x="64382" y="63853"/>
                  <a:pt x="62487" y="60635"/>
                </a:cubicBezTo>
                <a:cubicBezTo>
                  <a:pt x="60591" y="57417"/>
                  <a:pt x="57506" y="54883"/>
                  <a:pt x="53230" y="53031"/>
                </a:cubicBezTo>
                <a:cubicBezTo>
                  <a:pt x="48954" y="51180"/>
                  <a:pt x="43664" y="50254"/>
                  <a:pt x="37360" y="50254"/>
                </a:cubicBezTo>
                <a:cubicBezTo>
                  <a:pt x="34627" y="50254"/>
                  <a:pt x="32290" y="50298"/>
                  <a:pt x="30351" y="50386"/>
                </a:cubicBezTo>
                <a:cubicBezTo>
                  <a:pt x="28411" y="50474"/>
                  <a:pt x="26846" y="50629"/>
                  <a:pt x="25656" y="50849"/>
                </a:cubicBezTo>
                <a:lnTo>
                  <a:pt x="25656" y="87614"/>
                </a:lnTo>
                <a:close/>
                <a:moveTo>
                  <a:pt x="113457" y="31739"/>
                </a:moveTo>
                <a:lnTo>
                  <a:pt x="113457" y="45361"/>
                </a:lnTo>
                <a:cubicBezTo>
                  <a:pt x="118526" y="36280"/>
                  <a:pt x="123728" y="31739"/>
                  <a:pt x="129062" y="31739"/>
                </a:cubicBezTo>
                <a:cubicBezTo>
                  <a:pt x="131487" y="31739"/>
                  <a:pt x="133492" y="32478"/>
                  <a:pt x="135079" y="33954"/>
                </a:cubicBezTo>
                <a:cubicBezTo>
                  <a:pt x="136666" y="35431"/>
                  <a:pt x="137460" y="37139"/>
                  <a:pt x="137460" y="39079"/>
                </a:cubicBezTo>
                <a:cubicBezTo>
                  <a:pt x="137460" y="40798"/>
                  <a:pt x="136887" y="42253"/>
                  <a:pt x="135741" y="43443"/>
                </a:cubicBezTo>
                <a:cubicBezTo>
                  <a:pt x="134594" y="44633"/>
                  <a:pt x="133228" y="45229"/>
                  <a:pt x="131641" y="45229"/>
                </a:cubicBezTo>
                <a:cubicBezTo>
                  <a:pt x="130098" y="45229"/>
                  <a:pt x="128368" y="44468"/>
                  <a:pt x="126450" y="42947"/>
                </a:cubicBezTo>
                <a:cubicBezTo>
                  <a:pt x="124533" y="41426"/>
                  <a:pt x="123111" y="40666"/>
                  <a:pt x="122185" y="40666"/>
                </a:cubicBezTo>
                <a:cubicBezTo>
                  <a:pt x="121392" y="40666"/>
                  <a:pt x="120532" y="41105"/>
                  <a:pt x="119606" y="41984"/>
                </a:cubicBezTo>
                <a:cubicBezTo>
                  <a:pt x="117623" y="43788"/>
                  <a:pt x="115573" y="46756"/>
                  <a:pt x="113457" y="50888"/>
                </a:cubicBezTo>
                <a:lnTo>
                  <a:pt x="113457" y="79842"/>
                </a:lnTo>
                <a:cubicBezTo>
                  <a:pt x="113457" y="83183"/>
                  <a:pt x="113876" y="85711"/>
                  <a:pt x="114713" y="87426"/>
                </a:cubicBezTo>
                <a:cubicBezTo>
                  <a:pt x="115286" y="88613"/>
                  <a:pt x="116300" y="89603"/>
                  <a:pt x="117755" y="90395"/>
                </a:cubicBezTo>
                <a:cubicBezTo>
                  <a:pt x="119210" y="91186"/>
                  <a:pt x="121304" y="91581"/>
                  <a:pt x="124037" y="91581"/>
                </a:cubicBezTo>
                <a:lnTo>
                  <a:pt x="124037" y="94028"/>
                </a:lnTo>
                <a:lnTo>
                  <a:pt x="93025" y="94028"/>
                </a:lnTo>
                <a:lnTo>
                  <a:pt x="93025" y="91581"/>
                </a:lnTo>
                <a:cubicBezTo>
                  <a:pt x="96110" y="91581"/>
                  <a:pt x="98403" y="91098"/>
                  <a:pt x="99902" y="90131"/>
                </a:cubicBezTo>
                <a:cubicBezTo>
                  <a:pt x="101004" y="89427"/>
                  <a:pt x="101775" y="88305"/>
                  <a:pt x="102216" y="86765"/>
                </a:cubicBezTo>
                <a:cubicBezTo>
                  <a:pt x="102436" y="86017"/>
                  <a:pt x="102546" y="83883"/>
                  <a:pt x="102546" y="80365"/>
                </a:cubicBezTo>
                <a:lnTo>
                  <a:pt x="102546" y="56943"/>
                </a:lnTo>
                <a:cubicBezTo>
                  <a:pt x="102546" y="49905"/>
                  <a:pt x="102403" y="45716"/>
                  <a:pt x="102117" y="44375"/>
                </a:cubicBezTo>
                <a:cubicBezTo>
                  <a:pt x="101830" y="43033"/>
                  <a:pt x="101301" y="42055"/>
                  <a:pt x="100530" y="41439"/>
                </a:cubicBezTo>
                <a:cubicBezTo>
                  <a:pt x="99758" y="40823"/>
                  <a:pt x="98799" y="40515"/>
                  <a:pt x="97653" y="40515"/>
                </a:cubicBezTo>
                <a:cubicBezTo>
                  <a:pt x="96287" y="40515"/>
                  <a:pt x="94744" y="40845"/>
                  <a:pt x="93025" y="41505"/>
                </a:cubicBezTo>
                <a:lnTo>
                  <a:pt x="92363" y="39129"/>
                </a:lnTo>
                <a:lnTo>
                  <a:pt x="110680" y="31739"/>
                </a:lnTo>
                <a:lnTo>
                  <a:pt x="113457" y="31739"/>
                </a:lnTo>
                <a:close/>
                <a:moveTo>
                  <a:pt x="176951" y="85299"/>
                </a:moveTo>
                <a:cubicBezTo>
                  <a:pt x="170735" y="90104"/>
                  <a:pt x="166834" y="92882"/>
                  <a:pt x="165247" y="93631"/>
                </a:cubicBezTo>
                <a:cubicBezTo>
                  <a:pt x="162866" y="94777"/>
                  <a:pt x="160332" y="95350"/>
                  <a:pt x="157642" y="95350"/>
                </a:cubicBezTo>
                <a:cubicBezTo>
                  <a:pt x="153455" y="95350"/>
                  <a:pt x="150005" y="93918"/>
                  <a:pt x="147294" y="91052"/>
                </a:cubicBezTo>
                <a:cubicBezTo>
                  <a:pt x="144583" y="88187"/>
                  <a:pt x="143228" y="84418"/>
                  <a:pt x="143228" y="79745"/>
                </a:cubicBezTo>
                <a:cubicBezTo>
                  <a:pt x="143228" y="76792"/>
                  <a:pt x="143889" y="74235"/>
                  <a:pt x="145211" y="72075"/>
                </a:cubicBezTo>
                <a:cubicBezTo>
                  <a:pt x="147019" y="69077"/>
                  <a:pt x="150160" y="66256"/>
                  <a:pt x="154634" y="63611"/>
                </a:cubicBezTo>
                <a:cubicBezTo>
                  <a:pt x="159108" y="60966"/>
                  <a:pt x="166547" y="57748"/>
                  <a:pt x="176951" y="53957"/>
                </a:cubicBezTo>
                <a:lnTo>
                  <a:pt x="176951" y="51576"/>
                </a:lnTo>
                <a:cubicBezTo>
                  <a:pt x="176951" y="45537"/>
                  <a:pt x="175992" y="41393"/>
                  <a:pt x="174074" y="39145"/>
                </a:cubicBezTo>
                <a:cubicBezTo>
                  <a:pt x="172157" y="36897"/>
                  <a:pt x="169368" y="35773"/>
                  <a:pt x="165710" y="35773"/>
                </a:cubicBezTo>
                <a:cubicBezTo>
                  <a:pt x="162932" y="35773"/>
                  <a:pt x="160728" y="36520"/>
                  <a:pt x="159097" y="38013"/>
                </a:cubicBezTo>
                <a:cubicBezTo>
                  <a:pt x="157422" y="39506"/>
                  <a:pt x="156585" y="41219"/>
                  <a:pt x="156585" y="43152"/>
                </a:cubicBezTo>
                <a:lnTo>
                  <a:pt x="156717" y="46973"/>
                </a:lnTo>
                <a:cubicBezTo>
                  <a:pt x="156717" y="48992"/>
                  <a:pt x="156199" y="50551"/>
                  <a:pt x="155163" y="51649"/>
                </a:cubicBezTo>
                <a:cubicBezTo>
                  <a:pt x="154127" y="52747"/>
                  <a:pt x="152771" y="53296"/>
                  <a:pt x="151096" y="53296"/>
                </a:cubicBezTo>
                <a:cubicBezTo>
                  <a:pt x="149465" y="53296"/>
                  <a:pt x="148132" y="52725"/>
                  <a:pt x="147096" y="51583"/>
                </a:cubicBezTo>
                <a:cubicBezTo>
                  <a:pt x="146060" y="50439"/>
                  <a:pt x="145542" y="48878"/>
                  <a:pt x="145542" y="46900"/>
                </a:cubicBezTo>
                <a:cubicBezTo>
                  <a:pt x="145542" y="43122"/>
                  <a:pt x="147481" y="39650"/>
                  <a:pt x="151361" y="36486"/>
                </a:cubicBezTo>
                <a:cubicBezTo>
                  <a:pt x="155240" y="33321"/>
                  <a:pt x="160684" y="31739"/>
                  <a:pt x="167693" y="31739"/>
                </a:cubicBezTo>
                <a:cubicBezTo>
                  <a:pt x="173071" y="31739"/>
                  <a:pt x="177480" y="32642"/>
                  <a:pt x="180918" y="34446"/>
                </a:cubicBezTo>
                <a:cubicBezTo>
                  <a:pt x="183519" y="35811"/>
                  <a:pt x="185436" y="37947"/>
                  <a:pt x="186671" y="40854"/>
                </a:cubicBezTo>
                <a:cubicBezTo>
                  <a:pt x="187464" y="42747"/>
                  <a:pt x="187861" y="46621"/>
                  <a:pt x="187861" y="52477"/>
                </a:cubicBezTo>
                <a:lnTo>
                  <a:pt x="187861" y="73017"/>
                </a:lnTo>
                <a:cubicBezTo>
                  <a:pt x="187861" y="78785"/>
                  <a:pt x="187971" y="82318"/>
                  <a:pt x="188192" y="83617"/>
                </a:cubicBezTo>
                <a:cubicBezTo>
                  <a:pt x="188412" y="84917"/>
                  <a:pt x="188776" y="85786"/>
                  <a:pt x="189283" y="86227"/>
                </a:cubicBezTo>
                <a:cubicBezTo>
                  <a:pt x="189790" y="86667"/>
                  <a:pt x="190374" y="86886"/>
                  <a:pt x="191035" y="86886"/>
                </a:cubicBezTo>
                <a:cubicBezTo>
                  <a:pt x="191740" y="86886"/>
                  <a:pt x="192357" y="86732"/>
                  <a:pt x="192886" y="86424"/>
                </a:cubicBezTo>
                <a:cubicBezTo>
                  <a:pt x="193812" y="85851"/>
                  <a:pt x="195597" y="84242"/>
                  <a:pt x="198242" y="81597"/>
                </a:cubicBezTo>
                <a:lnTo>
                  <a:pt x="198242" y="85299"/>
                </a:lnTo>
                <a:cubicBezTo>
                  <a:pt x="193305" y="91912"/>
                  <a:pt x="188588" y="95218"/>
                  <a:pt x="184092" y="95218"/>
                </a:cubicBezTo>
                <a:cubicBezTo>
                  <a:pt x="181932" y="95218"/>
                  <a:pt x="180213" y="94469"/>
                  <a:pt x="178934" y="92970"/>
                </a:cubicBezTo>
                <a:cubicBezTo>
                  <a:pt x="177656" y="91471"/>
                  <a:pt x="176995" y="88914"/>
                  <a:pt x="176951" y="85299"/>
                </a:cubicBezTo>
                <a:moveTo>
                  <a:pt x="176951" y="80964"/>
                </a:moveTo>
                <a:lnTo>
                  <a:pt x="176951" y="57990"/>
                </a:lnTo>
                <a:cubicBezTo>
                  <a:pt x="170294" y="60623"/>
                  <a:pt x="165996" y="62488"/>
                  <a:pt x="164056" y="63586"/>
                </a:cubicBezTo>
                <a:cubicBezTo>
                  <a:pt x="160574" y="65517"/>
                  <a:pt x="158083" y="67536"/>
                  <a:pt x="156585" y="69643"/>
                </a:cubicBezTo>
                <a:cubicBezTo>
                  <a:pt x="155086" y="71749"/>
                  <a:pt x="154336" y="74053"/>
                  <a:pt x="154336" y="76555"/>
                </a:cubicBezTo>
                <a:cubicBezTo>
                  <a:pt x="154336" y="79715"/>
                  <a:pt x="155284" y="82337"/>
                  <a:pt x="157180" y="84421"/>
                </a:cubicBezTo>
                <a:cubicBezTo>
                  <a:pt x="159075" y="86506"/>
                  <a:pt x="161257" y="87548"/>
                  <a:pt x="163726" y="87548"/>
                </a:cubicBezTo>
                <a:cubicBezTo>
                  <a:pt x="167076" y="87548"/>
                  <a:pt x="171484" y="85353"/>
                  <a:pt x="176951" y="80964"/>
                </a:cubicBezTo>
                <a:close/>
                <a:moveTo>
                  <a:pt x="223021" y="0"/>
                </a:moveTo>
                <a:lnTo>
                  <a:pt x="223021" y="60239"/>
                </a:lnTo>
                <a:lnTo>
                  <a:pt x="238428" y="46220"/>
                </a:lnTo>
                <a:cubicBezTo>
                  <a:pt x="241690" y="43223"/>
                  <a:pt x="243586" y="41327"/>
                  <a:pt x="244115" y="40534"/>
                </a:cubicBezTo>
                <a:cubicBezTo>
                  <a:pt x="244467" y="40005"/>
                  <a:pt x="244644" y="39476"/>
                  <a:pt x="244644" y="38947"/>
                </a:cubicBezTo>
                <a:cubicBezTo>
                  <a:pt x="244644" y="38065"/>
                  <a:pt x="244280" y="37305"/>
                  <a:pt x="243553" y="36666"/>
                </a:cubicBezTo>
                <a:cubicBezTo>
                  <a:pt x="242825" y="36026"/>
                  <a:pt x="241624" y="35663"/>
                  <a:pt x="239949" y="35575"/>
                </a:cubicBezTo>
                <a:lnTo>
                  <a:pt x="239949" y="33459"/>
                </a:lnTo>
                <a:lnTo>
                  <a:pt x="266266" y="33459"/>
                </a:lnTo>
                <a:lnTo>
                  <a:pt x="266266" y="35575"/>
                </a:lnTo>
                <a:cubicBezTo>
                  <a:pt x="262651" y="35663"/>
                  <a:pt x="259643" y="36214"/>
                  <a:pt x="257240" y="37228"/>
                </a:cubicBezTo>
                <a:cubicBezTo>
                  <a:pt x="254838" y="38241"/>
                  <a:pt x="252204" y="40049"/>
                  <a:pt x="249338" y="42650"/>
                </a:cubicBezTo>
                <a:lnTo>
                  <a:pt x="233799" y="56999"/>
                </a:lnTo>
                <a:lnTo>
                  <a:pt x="249338" y="76600"/>
                </a:lnTo>
                <a:cubicBezTo>
                  <a:pt x="253658" y="82011"/>
                  <a:pt x="256568" y="85443"/>
                  <a:pt x="258067" y="86895"/>
                </a:cubicBezTo>
                <a:cubicBezTo>
                  <a:pt x="260183" y="88962"/>
                  <a:pt x="262034" y="90305"/>
                  <a:pt x="263621" y="90922"/>
                </a:cubicBezTo>
                <a:cubicBezTo>
                  <a:pt x="264723" y="91361"/>
                  <a:pt x="266641" y="91581"/>
                  <a:pt x="269374" y="91581"/>
                </a:cubicBezTo>
                <a:lnTo>
                  <a:pt x="269374" y="94028"/>
                </a:lnTo>
                <a:lnTo>
                  <a:pt x="239949" y="94028"/>
                </a:lnTo>
                <a:lnTo>
                  <a:pt x="239949" y="91581"/>
                </a:lnTo>
                <a:cubicBezTo>
                  <a:pt x="241624" y="91537"/>
                  <a:pt x="242759" y="91284"/>
                  <a:pt x="243354" y="90823"/>
                </a:cubicBezTo>
                <a:cubicBezTo>
                  <a:pt x="243949" y="90360"/>
                  <a:pt x="244247" y="89711"/>
                  <a:pt x="244247" y="88876"/>
                </a:cubicBezTo>
                <a:cubicBezTo>
                  <a:pt x="244247" y="87864"/>
                  <a:pt x="243365" y="86236"/>
                  <a:pt x="241602" y="83994"/>
                </a:cubicBezTo>
                <a:lnTo>
                  <a:pt x="223021" y="60305"/>
                </a:lnTo>
                <a:lnTo>
                  <a:pt x="223021" y="80363"/>
                </a:lnTo>
                <a:cubicBezTo>
                  <a:pt x="223021" y="84278"/>
                  <a:pt x="223297" y="86852"/>
                  <a:pt x="223848" y="88085"/>
                </a:cubicBezTo>
                <a:cubicBezTo>
                  <a:pt x="224399" y="89316"/>
                  <a:pt x="225181" y="90196"/>
                  <a:pt x="226195" y="90724"/>
                </a:cubicBezTo>
                <a:cubicBezTo>
                  <a:pt x="227209" y="91251"/>
                  <a:pt x="229413" y="91537"/>
                  <a:pt x="232807" y="91581"/>
                </a:cubicBezTo>
                <a:lnTo>
                  <a:pt x="232807" y="94028"/>
                </a:lnTo>
                <a:lnTo>
                  <a:pt x="201994" y="94028"/>
                </a:lnTo>
                <a:lnTo>
                  <a:pt x="201994" y="91581"/>
                </a:lnTo>
                <a:cubicBezTo>
                  <a:pt x="205080" y="91581"/>
                  <a:pt x="207394" y="91207"/>
                  <a:pt x="208937" y="90457"/>
                </a:cubicBezTo>
                <a:cubicBezTo>
                  <a:pt x="209863" y="89974"/>
                  <a:pt x="210568" y="89225"/>
                  <a:pt x="211053" y="88211"/>
                </a:cubicBezTo>
                <a:cubicBezTo>
                  <a:pt x="211714" y="86758"/>
                  <a:pt x="212045" y="84247"/>
                  <a:pt x="212045" y="80679"/>
                </a:cubicBezTo>
                <a:lnTo>
                  <a:pt x="212045" y="25571"/>
                </a:lnTo>
                <a:cubicBezTo>
                  <a:pt x="212045" y="18568"/>
                  <a:pt x="211890" y="14284"/>
                  <a:pt x="211582" y="12721"/>
                </a:cubicBezTo>
                <a:cubicBezTo>
                  <a:pt x="211273" y="11156"/>
                  <a:pt x="210766" y="10076"/>
                  <a:pt x="210061" y="9483"/>
                </a:cubicBezTo>
                <a:cubicBezTo>
                  <a:pt x="209356" y="8887"/>
                  <a:pt x="208430" y="8590"/>
                  <a:pt x="207284" y="8590"/>
                </a:cubicBezTo>
                <a:cubicBezTo>
                  <a:pt x="206358" y="8590"/>
                  <a:pt x="204969" y="8965"/>
                  <a:pt x="203118" y="9714"/>
                </a:cubicBezTo>
                <a:lnTo>
                  <a:pt x="201994" y="7400"/>
                </a:lnTo>
                <a:lnTo>
                  <a:pt x="219979" y="0"/>
                </a:lnTo>
                <a:lnTo>
                  <a:pt x="223021" y="0"/>
                </a:lnTo>
                <a:close/>
                <a:moveTo>
                  <a:pt x="285609" y="56337"/>
                </a:moveTo>
                <a:cubicBezTo>
                  <a:pt x="285565" y="65309"/>
                  <a:pt x="287747" y="72347"/>
                  <a:pt x="292155" y="77449"/>
                </a:cubicBezTo>
                <a:cubicBezTo>
                  <a:pt x="296564" y="82551"/>
                  <a:pt x="301743" y="85101"/>
                  <a:pt x="307695" y="85101"/>
                </a:cubicBezTo>
                <a:cubicBezTo>
                  <a:pt x="311662" y="85101"/>
                  <a:pt x="315111" y="84010"/>
                  <a:pt x="318043" y="81828"/>
                </a:cubicBezTo>
                <a:cubicBezTo>
                  <a:pt x="320974" y="79646"/>
                  <a:pt x="323432" y="75910"/>
                  <a:pt x="325416" y="70620"/>
                </a:cubicBezTo>
                <a:lnTo>
                  <a:pt x="327465" y="71943"/>
                </a:lnTo>
                <a:cubicBezTo>
                  <a:pt x="326540" y="77982"/>
                  <a:pt x="323851" y="83481"/>
                  <a:pt x="319398" y="88440"/>
                </a:cubicBezTo>
                <a:cubicBezTo>
                  <a:pt x="314946" y="93400"/>
                  <a:pt x="309370" y="95879"/>
                  <a:pt x="302669" y="95879"/>
                </a:cubicBezTo>
                <a:cubicBezTo>
                  <a:pt x="295396" y="95879"/>
                  <a:pt x="289169" y="93053"/>
                  <a:pt x="283989" y="87401"/>
                </a:cubicBezTo>
                <a:cubicBezTo>
                  <a:pt x="278809" y="81747"/>
                  <a:pt x="276220" y="74147"/>
                  <a:pt x="276220" y="64601"/>
                </a:cubicBezTo>
                <a:cubicBezTo>
                  <a:pt x="276220" y="54263"/>
                  <a:pt x="278876" y="46203"/>
                  <a:pt x="284188" y="40418"/>
                </a:cubicBezTo>
                <a:cubicBezTo>
                  <a:pt x="289499" y="34632"/>
                  <a:pt x="296167" y="31739"/>
                  <a:pt x="304190" y="31739"/>
                </a:cubicBezTo>
                <a:cubicBezTo>
                  <a:pt x="310979" y="31739"/>
                  <a:pt x="316555" y="33971"/>
                  <a:pt x="320919" y="38434"/>
                </a:cubicBezTo>
                <a:cubicBezTo>
                  <a:pt x="325283" y="42896"/>
                  <a:pt x="327465" y="48864"/>
                  <a:pt x="327465" y="56337"/>
                </a:cubicBezTo>
                <a:lnTo>
                  <a:pt x="285609" y="56337"/>
                </a:lnTo>
                <a:moveTo>
                  <a:pt x="285609" y="52502"/>
                </a:moveTo>
                <a:lnTo>
                  <a:pt x="313646" y="52502"/>
                </a:lnTo>
                <a:cubicBezTo>
                  <a:pt x="313425" y="48623"/>
                  <a:pt x="312962" y="45890"/>
                  <a:pt x="312257" y="44303"/>
                </a:cubicBezTo>
                <a:cubicBezTo>
                  <a:pt x="311155" y="41834"/>
                  <a:pt x="309513" y="39895"/>
                  <a:pt x="307331" y="38484"/>
                </a:cubicBezTo>
                <a:cubicBezTo>
                  <a:pt x="305149" y="37073"/>
                  <a:pt x="302867" y="36368"/>
                  <a:pt x="300487" y="36368"/>
                </a:cubicBezTo>
                <a:cubicBezTo>
                  <a:pt x="296828" y="36368"/>
                  <a:pt x="293555" y="37790"/>
                  <a:pt x="290668" y="40633"/>
                </a:cubicBezTo>
                <a:cubicBezTo>
                  <a:pt x="287780" y="43476"/>
                  <a:pt x="286094" y="47433"/>
                  <a:pt x="285609" y="52502"/>
                </a:cubicBezTo>
                <a:close/>
                <a:moveTo>
                  <a:pt x="390665" y="44567"/>
                </a:moveTo>
                <a:cubicBezTo>
                  <a:pt x="397763" y="36015"/>
                  <a:pt x="404529" y="31739"/>
                  <a:pt x="410965" y="31739"/>
                </a:cubicBezTo>
                <a:cubicBezTo>
                  <a:pt x="414272" y="31739"/>
                  <a:pt x="417115" y="32565"/>
                  <a:pt x="419495" y="34215"/>
                </a:cubicBezTo>
                <a:cubicBezTo>
                  <a:pt x="421876" y="35864"/>
                  <a:pt x="423771" y="38580"/>
                  <a:pt x="425182" y="42363"/>
                </a:cubicBezTo>
                <a:cubicBezTo>
                  <a:pt x="426152" y="45001"/>
                  <a:pt x="426637" y="49047"/>
                  <a:pt x="426637" y="54502"/>
                </a:cubicBezTo>
                <a:lnTo>
                  <a:pt x="426637" y="80299"/>
                </a:lnTo>
                <a:cubicBezTo>
                  <a:pt x="426637" y="84126"/>
                  <a:pt x="426945" y="86721"/>
                  <a:pt x="427562" y="88085"/>
                </a:cubicBezTo>
                <a:cubicBezTo>
                  <a:pt x="428047" y="89184"/>
                  <a:pt x="428830" y="90042"/>
                  <a:pt x="429910" y="90658"/>
                </a:cubicBezTo>
                <a:cubicBezTo>
                  <a:pt x="430990" y="91273"/>
                  <a:pt x="432984" y="91581"/>
                  <a:pt x="435894" y="91581"/>
                </a:cubicBezTo>
                <a:lnTo>
                  <a:pt x="435894" y="94028"/>
                </a:lnTo>
                <a:lnTo>
                  <a:pt x="405940" y="94028"/>
                </a:lnTo>
                <a:lnTo>
                  <a:pt x="405940" y="91581"/>
                </a:lnTo>
                <a:lnTo>
                  <a:pt x="407196" y="91581"/>
                </a:lnTo>
                <a:cubicBezTo>
                  <a:pt x="410018" y="91581"/>
                  <a:pt x="411990" y="91153"/>
                  <a:pt x="413114" y="90298"/>
                </a:cubicBezTo>
                <a:cubicBezTo>
                  <a:pt x="414238" y="89443"/>
                  <a:pt x="415021" y="88182"/>
                  <a:pt x="415462" y="86517"/>
                </a:cubicBezTo>
                <a:cubicBezTo>
                  <a:pt x="415638" y="85858"/>
                  <a:pt x="415726" y="83797"/>
                  <a:pt x="415726" y="80332"/>
                </a:cubicBezTo>
                <a:lnTo>
                  <a:pt x="415726" y="55662"/>
                </a:lnTo>
                <a:cubicBezTo>
                  <a:pt x="415726" y="50180"/>
                  <a:pt x="415010" y="46200"/>
                  <a:pt x="413577" y="43722"/>
                </a:cubicBezTo>
                <a:cubicBezTo>
                  <a:pt x="412145" y="41244"/>
                  <a:pt x="409731" y="40005"/>
                  <a:pt x="406337" y="40005"/>
                </a:cubicBezTo>
                <a:cubicBezTo>
                  <a:pt x="401091" y="40005"/>
                  <a:pt x="395867" y="42856"/>
                  <a:pt x="390665" y="48557"/>
                </a:cubicBezTo>
                <a:lnTo>
                  <a:pt x="390665" y="80332"/>
                </a:lnTo>
                <a:cubicBezTo>
                  <a:pt x="390665" y="84411"/>
                  <a:pt x="390908" y="86933"/>
                  <a:pt x="391393" y="87897"/>
                </a:cubicBezTo>
                <a:cubicBezTo>
                  <a:pt x="392010" y="89168"/>
                  <a:pt x="392858" y="90100"/>
                  <a:pt x="393938" y="90693"/>
                </a:cubicBezTo>
                <a:cubicBezTo>
                  <a:pt x="395019" y="91285"/>
                  <a:pt x="397212" y="91581"/>
                  <a:pt x="400518" y="91581"/>
                </a:cubicBezTo>
                <a:lnTo>
                  <a:pt x="400518" y="94028"/>
                </a:lnTo>
                <a:lnTo>
                  <a:pt x="370564" y="94028"/>
                </a:lnTo>
                <a:lnTo>
                  <a:pt x="370564" y="91581"/>
                </a:lnTo>
                <a:lnTo>
                  <a:pt x="371886" y="91581"/>
                </a:lnTo>
                <a:cubicBezTo>
                  <a:pt x="374972" y="91581"/>
                  <a:pt x="377055" y="90801"/>
                  <a:pt x="378135" y="89240"/>
                </a:cubicBezTo>
                <a:cubicBezTo>
                  <a:pt x="379215" y="87678"/>
                  <a:pt x="379755" y="84697"/>
                  <a:pt x="379755" y="80299"/>
                </a:cubicBezTo>
                <a:lnTo>
                  <a:pt x="379755" y="57866"/>
                </a:lnTo>
                <a:cubicBezTo>
                  <a:pt x="379755" y="50609"/>
                  <a:pt x="379590" y="46189"/>
                  <a:pt x="379259" y="44607"/>
                </a:cubicBezTo>
                <a:cubicBezTo>
                  <a:pt x="378928" y="43022"/>
                  <a:pt x="378421" y="41944"/>
                  <a:pt x="377738" y="41373"/>
                </a:cubicBezTo>
                <a:cubicBezTo>
                  <a:pt x="377055" y="40801"/>
                  <a:pt x="376140" y="40515"/>
                  <a:pt x="374994" y="40515"/>
                </a:cubicBezTo>
                <a:cubicBezTo>
                  <a:pt x="373760" y="40515"/>
                  <a:pt x="372283" y="40845"/>
                  <a:pt x="370564" y="41505"/>
                </a:cubicBezTo>
                <a:lnTo>
                  <a:pt x="369572" y="39129"/>
                </a:lnTo>
                <a:lnTo>
                  <a:pt x="387822" y="31739"/>
                </a:lnTo>
                <a:lnTo>
                  <a:pt x="390665" y="31739"/>
                </a:lnTo>
                <a:lnTo>
                  <a:pt x="390665" y="44567"/>
                </a:lnTo>
                <a:close/>
                <a:moveTo>
                  <a:pt x="472958" y="31739"/>
                </a:moveTo>
                <a:cubicBezTo>
                  <a:pt x="482127" y="31739"/>
                  <a:pt x="489489" y="35218"/>
                  <a:pt x="495044" y="42177"/>
                </a:cubicBezTo>
                <a:cubicBezTo>
                  <a:pt x="499760" y="48121"/>
                  <a:pt x="502119" y="54947"/>
                  <a:pt x="502119" y="62654"/>
                </a:cubicBezTo>
                <a:cubicBezTo>
                  <a:pt x="502119" y="68071"/>
                  <a:pt x="500818" y="73554"/>
                  <a:pt x="498217" y="79102"/>
                </a:cubicBezTo>
                <a:cubicBezTo>
                  <a:pt x="495617" y="84650"/>
                  <a:pt x="492035" y="88833"/>
                  <a:pt x="487472" y="91651"/>
                </a:cubicBezTo>
                <a:cubicBezTo>
                  <a:pt x="482910" y="94470"/>
                  <a:pt x="477829" y="95879"/>
                  <a:pt x="472231" y="95879"/>
                </a:cubicBezTo>
                <a:cubicBezTo>
                  <a:pt x="463106" y="95879"/>
                  <a:pt x="455854" y="92246"/>
                  <a:pt x="450476" y="84979"/>
                </a:cubicBezTo>
                <a:cubicBezTo>
                  <a:pt x="445936" y="78859"/>
                  <a:pt x="443665" y="71989"/>
                  <a:pt x="443665" y="64371"/>
                </a:cubicBezTo>
                <a:cubicBezTo>
                  <a:pt x="443665" y="58822"/>
                  <a:pt x="445043" y="53307"/>
                  <a:pt x="447798" y="47824"/>
                </a:cubicBezTo>
                <a:cubicBezTo>
                  <a:pt x="450553" y="42341"/>
                  <a:pt x="454179" y="38290"/>
                  <a:pt x="458676" y="35670"/>
                </a:cubicBezTo>
                <a:cubicBezTo>
                  <a:pt x="463172" y="33049"/>
                  <a:pt x="467933" y="31739"/>
                  <a:pt x="472958" y="31739"/>
                </a:cubicBezTo>
                <a:moveTo>
                  <a:pt x="470908" y="36104"/>
                </a:moveTo>
                <a:cubicBezTo>
                  <a:pt x="468572" y="36104"/>
                  <a:pt x="466225" y="36797"/>
                  <a:pt x="463866" y="38184"/>
                </a:cubicBezTo>
                <a:cubicBezTo>
                  <a:pt x="461508" y="39572"/>
                  <a:pt x="459601" y="42004"/>
                  <a:pt x="458147" y="45483"/>
                </a:cubicBezTo>
                <a:cubicBezTo>
                  <a:pt x="456692" y="48961"/>
                  <a:pt x="455964" y="53430"/>
                  <a:pt x="455964" y="58889"/>
                </a:cubicBezTo>
                <a:cubicBezTo>
                  <a:pt x="455964" y="67695"/>
                  <a:pt x="457717" y="75290"/>
                  <a:pt x="461221" y="81675"/>
                </a:cubicBezTo>
                <a:cubicBezTo>
                  <a:pt x="464726" y="88059"/>
                  <a:pt x="469343" y="91251"/>
                  <a:pt x="475074" y="91251"/>
                </a:cubicBezTo>
                <a:cubicBezTo>
                  <a:pt x="479350" y="91251"/>
                  <a:pt x="482877" y="89489"/>
                  <a:pt x="485654" y="85967"/>
                </a:cubicBezTo>
                <a:cubicBezTo>
                  <a:pt x="488431" y="82444"/>
                  <a:pt x="489820" y="76391"/>
                  <a:pt x="489820" y="67806"/>
                </a:cubicBezTo>
                <a:cubicBezTo>
                  <a:pt x="489820" y="57062"/>
                  <a:pt x="487505" y="48608"/>
                  <a:pt x="482877" y="42443"/>
                </a:cubicBezTo>
                <a:cubicBezTo>
                  <a:pt x="479747" y="38217"/>
                  <a:pt x="475757" y="36104"/>
                  <a:pt x="470908" y="36104"/>
                </a:cubicBezTo>
                <a:close/>
                <a:moveTo>
                  <a:pt x="531248" y="13489"/>
                </a:moveTo>
                <a:lnTo>
                  <a:pt x="531248" y="33459"/>
                </a:lnTo>
                <a:lnTo>
                  <a:pt x="545398" y="33459"/>
                </a:lnTo>
                <a:lnTo>
                  <a:pt x="545398" y="38087"/>
                </a:lnTo>
                <a:lnTo>
                  <a:pt x="531248" y="38087"/>
                </a:lnTo>
                <a:lnTo>
                  <a:pt x="531248" y="77311"/>
                </a:lnTo>
                <a:cubicBezTo>
                  <a:pt x="531248" y="81230"/>
                  <a:pt x="531810" y="83872"/>
                  <a:pt x="532934" y="85237"/>
                </a:cubicBezTo>
                <a:cubicBezTo>
                  <a:pt x="534058" y="86601"/>
                  <a:pt x="535502" y="87283"/>
                  <a:pt x="537265" y="87283"/>
                </a:cubicBezTo>
                <a:cubicBezTo>
                  <a:pt x="538720" y="87283"/>
                  <a:pt x="540131" y="86831"/>
                  <a:pt x="541497" y="85928"/>
                </a:cubicBezTo>
                <a:cubicBezTo>
                  <a:pt x="542864" y="85024"/>
                  <a:pt x="543922" y="83690"/>
                  <a:pt x="544671" y="81927"/>
                </a:cubicBezTo>
                <a:lnTo>
                  <a:pt x="547250" y="81927"/>
                </a:lnTo>
                <a:cubicBezTo>
                  <a:pt x="545707" y="86260"/>
                  <a:pt x="543525" y="89536"/>
                  <a:pt x="540704" y="91757"/>
                </a:cubicBezTo>
                <a:cubicBezTo>
                  <a:pt x="537882" y="93976"/>
                  <a:pt x="534973" y="95086"/>
                  <a:pt x="531975" y="95086"/>
                </a:cubicBezTo>
                <a:cubicBezTo>
                  <a:pt x="529948" y="95086"/>
                  <a:pt x="527964" y="94523"/>
                  <a:pt x="526024" y="93398"/>
                </a:cubicBezTo>
                <a:cubicBezTo>
                  <a:pt x="524085" y="92272"/>
                  <a:pt x="522652" y="90662"/>
                  <a:pt x="521726" y="88566"/>
                </a:cubicBezTo>
                <a:cubicBezTo>
                  <a:pt x="520800" y="86470"/>
                  <a:pt x="520338" y="83237"/>
                  <a:pt x="520338" y="78867"/>
                </a:cubicBezTo>
                <a:lnTo>
                  <a:pt x="520338" y="38087"/>
                </a:lnTo>
                <a:lnTo>
                  <a:pt x="510750" y="38087"/>
                </a:lnTo>
                <a:lnTo>
                  <a:pt x="510750" y="35905"/>
                </a:lnTo>
                <a:cubicBezTo>
                  <a:pt x="513174" y="34933"/>
                  <a:pt x="515654" y="33286"/>
                  <a:pt x="518189" y="30964"/>
                </a:cubicBezTo>
                <a:cubicBezTo>
                  <a:pt x="520723" y="28643"/>
                  <a:pt x="522983" y="25891"/>
                  <a:pt x="524966" y="22707"/>
                </a:cubicBezTo>
                <a:cubicBezTo>
                  <a:pt x="525980" y="21028"/>
                  <a:pt x="527391" y="17955"/>
                  <a:pt x="529198" y="13489"/>
                </a:cubicBezTo>
                <a:lnTo>
                  <a:pt x="531248" y="1348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intime">
            <a:extLst xmlns:a="http://schemas.openxmlformats.org/drawingml/2006/main">
              <a:ext uri="{FF2B5EF4-FFF2-40B4-BE49-F238E27FC236}">
                <a16:creationId xmlns:a16="http://schemas.microsoft.com/office/drawing/2014/main" id="{0DE9E0F4-0736-4003-978E-2C31A620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22" y="2594469"/>
            <a:ext cx="383138" cy="95879"/>
          </a:xfrm>
          <a:custGeom xmlns:a="http://schemas.openxmlformats.org/drawingml/2006/main">
            <a:pathLst>
              <a:path w="383138" h="95879">
                <a:moveTo>
                  <a:pt x="15671" y="0"/>
                </a:moveTo>
                <a:cubicBezTo>
                  <a:pt x="17523" y="0"/>
                  <a:pt x="19099" y="654"/>
                  <a:pt x="20399" y="1961"/>
                </a:cubicBezTo>
                <a:cubicBezTo>
                  <a:pt x="21700" y="3267"/>
                  <a:pt x="22350" y="4850"/>
                  <a:pt x="22350" y="6712"/>
                </a:cubicBezTo>
                <a:cubicBezTo>
                  <a:pt x="22350" y="8573"/>
                  <a:pt x="21700" y="10168"/>
                  <a:pt x="20399" y="11497"/>
                </a:cubicBezTo>
                <a:cubicBezTo>
                  <a:pt x="19099" y="12825"/>
                  <a:pt x="17523" y="13489"/>
                  <a:pt x="15671" y="13489"/>
                </a:cubicBezTo>
                <a:cubicBezTo>
                  <a:pt x="13820" y="13489"/>
                  <a:pt x="12233" y="12825"/>
                  <a:pt x="10910" y="11497"/>
                </a:cubicBezTo>
                <a:cubicBezTo>
                  <a:pt x="9588" y="10168"/>
                  <a:pt x="8927" y="8573"/>
                  <a:pt x="8927" y="6712"/>
                </a:cubicBezTo>
                <a:cubicBezTo>
                  <a:pt x="8927" y="4850"/>
                  <a:pt x="9577" y="3267"/>
                  <a:pt x="10877" y="1961"/>
                </a:cubicBezTo>
                <a:cubicBezTo>
                  <a:pt x="12178" y="654"/>
                  <a:pt x="13776" y="0"/>
                  <a:pt x="15671" y="0"/>
                </a:cubicBezTo>
                <a:moveTo>
                  <a:pt x="21160" y="31739"/>
                </a:moveTo>
                <a:lnTo>
                  <a:pt x="21160" y="80299"/>
                </a:lnTo>
                <a:cubicBezTo>
                  <a:pt x="21160" y="84082"/>
                  <a:pt x="21435" y="86600"/>
                  <a:pt x="21986" y="87854"/>
                </a:cubicBezTo>
                <a:cubicBezTo>
                  <a:pt x="22537" y="89107"/>
                  <a:pt x="23353" y="90042"/>
                  <a:pt x="24433" y="90658"/>
                </a:cubicBezTo>
                <a:cubicBezTo>
                  <a:pt x="25513" y="91273"/>
                  <a:pt x="27485" y="91581"/>
                  <a:pt x="30351" y="91581"/>
                </a:cubicBezTo>
                <a:lnTo>
                  <a:pt x="30351" y="94028"/>
                </a:lnTo>
                <a:lnTo>
                  <a:pt x="926" y="94028"/>
                </a:lnTo>
                <a:lnTo>
                  <a:pt x="926" y="91581"/>
                </a:lnTo>
                <a:cubicBezTo>
                  <a:pt x="3879" y="91581"/>
                  <a:pt x="5863" y="91295"/>
                  <a:pt x="6877" y="90724"/>
                </a:cubicBezTo>
                <a:cubicBezTo>
                  <a:pt x="7891" y="90152"/>
                  <a:pt x="8695" y="89206"/>
                  <a:pt x="9290" y="87887"/>
                </a:cubicBezTo>
                <a:cubicBezTo>
                  <a:pt x="9885" y="86567"/>
                  <a:pt x="10183" y="84038"/>
                  <a:pt x="10183" y="80299"/>
                </a:cubicBezTo>
                <a:lnTo>
                  <a:pt x="10183" y="57009"/>
                </a:lnTo>
                <a:cubicBezTo>
                  <a:pt x="10183" y="50454"/>
                  <a:pt x="9985" y="46210"/>
                  <a:pt x="9588" y="44276"/>
                </a:cubicBezTo>
                <a:cubicBezTo>
                  <a:pt x="9279" y="42868"/>
                  <a:pt x="8794" y="41889"/>
                  <a:pt x="8133" y="41340"/>
                </a:cubicBezTo>
                <a:cubicBezTo>
                  <a:pt x="7472" y="40790"/>
                  <a:pt x="6568" y="40515"/>
                  <a:pt x="5422" y="40515"/>
                </a:cubicBezTo>
                <a:cubicBezTo>
                  <a:pt x="4188" y="40515"/>
                  <a:pt x="2689" y="40845"/>
                  <a:pt x="926" y="41505"/>
                </a:cubicBezTo>
                <a:lnTo>
                  <a:pt x="0" y="39129"/>
                </a:lnTo>
                <a:lnTo>
                  <a:pt x="18250" y="31739"/>
                </a:lnTo>
                <a:lnTo>
                  <a:pt x="21160" y="31739"/>
                </a:lnTo>
                <a:close/>
                <a:moveTo>
                  <a:pt x="56989" y="44567"/>
                </a:moveTo>
                <a:cubicBezTo>
                  <a:pt x="64086" y="36015"/>
                  <a:pt x="70853" y="31739"/>
                  <a:pt x="77289" y="31739"/>
                </a:cubicBezTo>
                <a:cubicBezTo>
                  <a:pt x="80595" y="31739"/>
                  <a:pt x="83438" y="32565"/>
                  <a:pt x="85819" y="34215"/>
                </a:cubicBezTo>
                <a:cubicBezTo>
                  <a:pt x="88199" y="35864"/>
                  <a:pt x="90095" y="38580"/>
                  <a:pt x="91505" y="42363"/>
                </a:cubicBezTo>
                <a:cubicBezTo>
                  <a:pt x="92475" y="45001"/>
                  <a:pt x="92960" y="49047"/>
                  <a:pt x="92960" y="54502"/>
                </a:cubicBezTo>
                <a:lnTo>
                  <a:pt x="92960" y="80299"/>
                </a:lnTo>
                <a:cubicBezTo>
                  <a:pt x="92960" y="84126"/>
                  <a:pt x="93269" y="86721"/>
                  <a:pt x="93886" y="88085"/>
                </a:cubicBezTo>
                <a:cubicBezTo>
                  <a:pt x="94371" y="89184"/>
                  <a:pt x="95153" y="90042"/>
                  <a:pt x="96233" y="90658"/>
                </a:cubicBezTo>
                <a:cubicBezTo>
                  <a:pt x="97313" y="91273"/>
                  <a:pt x="99308" y="91581"/>
                  <a:pt x="102217" y="91581"/>
                </a:cubicBezTo>
                <a:lnTo>
                  <a:pt x="102217" y="94028"/>
                </a:lnTo>
                <a:lnTo>
                  <a:pt x="72263" y="94028"/>
                </a:lnTo>
                <a:lnTo>
                  <a:pt x="72263" y="91581"/>
                </a:lnTo>
                <a:lnTo>
                  <a:pt x="73520" y="91581"/>
                </a:lnTo>
                <a:cubicBezTo>
                  <a:pt x="76341" y="91581"/>
                  <a:pt x="78314" y="91153"/>
                  <a:pt x="79438" y="90298"/>
                </a:cubicBezTo>
                <a:cubicBezTo>
                  <a:pt x="80562" y="89443"/>
                  <a:pt x="81344" y="88182"/>
                  <a:pt x="81785" y="86517"/>
                </a:cubicBezTo>
                <a:cubicBezTo>
                  <a:pt x="81961" y="85858"/>
                  <a:pt x="82050" y="83797"/>
                  <a:pt x="82050" y="80332"/>
                </a:cubicBezTo>
                <a:lnTo>
                  <a:pt x="82050" y="55662"/>
                </a:lnTo>
                <a:cubicBezTo>
                  <a:pt x="82050" y="50180"/>
                  <a:pt x="81333" y="46200"/>
                  <a:pt x="79901" y="43722"/>
                </a:cubicBezTo>
                <a:cubicBezTo>
                  <a:pt x="78468" y="41244"/>
                  <a:pt x="76054" y="40005"/>
                  <a:pt x="72660" y="40005"/>
                </a:cubicBezTo>
                <a:cubicBezTo>
                  <a:pt x="67414" y="40005"/>
                  <a:pt x="62190" y="42856"/>
                  <a:pt x="56989" y="48557"/>
                </a:cubicBezTo>
                <a:lnTo>
                  <a:pt x="56989" y="80332"/>
                </a:lnTo>
                <a:cubicBezTo>
                  <a:pt x="56989" y="84411"/>
                  <a:pt x="57231" y="86933"/>
                  <a:pt x="57716" y="87897"/>
                </a:cubicBezTo>
                <a:cubicBezTo>
                  <a:pt x="58333" y="89168"/>
                  <a:pt x="59182" y="90100"/>
                  <a:pt x="60262" y="90693"/>
                </a:cubicBezTo>
                <a:cubicBezTo>
                  <a:pt x="61342" y="91285"/>
                  <a:pt x="63535" y="91581"/>
                  <a:pt x="66841" y="91581"/>
                </a:cubicBezTo>
                <a:lnTo>
                  <a:pt x="66841" y="94028"/>
                </a:lnTo>
                <a:lnTo>
                  <a:pt x="36887" y="94028"/>
                </a:lnTo>
                <a:lnTo>
                  <a:pt x="36887" y="91581"/>
                </a:lnTo>
                <a:lnTo>
                  <a:pt x="38210" y="91581"/>
                </a:lnTo>
                <a:cubicBezTo>
                  <a:pt x="41295" y="91581"/>
                  <a:pt x="43378" y="90801"/>
                  <a:pt x="44458" y="89240"/>
                </a:cubicBezTo>
                <a:cubicBezTo>
                  <a:pt x="45538" y="87678"/>
                  <a:pt x="46078" y="84697"/>
                  <a:pt x="46078" y="80299"/>
                </a:cubicBezTo>
                <a:lnTo>
                  <a:pt x="46078" y="57866"/>
                </a:lnTo>
                <a:cubicBezTo>
                  <a:pt x="46078" y="50609"/>
                  <a:pt x="45913" y="46189"/>
                  <a:pt x="45582" y="44607"/>
                </a:cubicBezTo>
                <a:cubicBezTo>
                  <a:pt x="45252" y="43022"/>
                  <a:pt x="44745" y="41944"/>
                  <a:pt x="44062" y="41373"/>
                </a:cubicBezTo>
                <a:cubicBezTo>
                  <a:pt x="43378" y="40801"/>
                  <a:pt x="42464" y="40515"/>
                  <a:pt x="41317" y="40515"/>
                </a:cubicBezTo>
                <a:cubicBezTo>
                  <a:pt x="40083" y="40515"/>
                  <a:pt x="38606" y="40845"/>
                  <a:pt x="36887" y="41505"/>
                </a:cubicBezTo>
                <a:lnTo>
                  <a:pt x="35895" y="39129"/>
                </a:lnTo>
                <a:lnTo>
                  <a:pt x="54145" y="31739"/>
                </a:lnTo>
                <a:lnTo>
                  <a:pt x="56989" y="31739"/>
                </a:lnTo>
                <a:lnTo>
                  <a:pt x="56989" y="44567"/>
                </a:lnTo>
                <a:close/>
                <a:moveTo>
                  <a:pt x="162415" y="13489"/>
                </a:moveTo>
                <a:lnTo>
                  <a:pt x="162415" y="33459"/>
                </a:lnTo>
                <a:lnTo>
                  <a:pt x="176566" y="33459"/>
                </a:lnTo>
                <a:lnTo>
                  <a:pt x="176566" y="38087"/>
                </a:lnTo>
                <a:lnTo>
                  <a:pt x="162415" y="38087"/>
                </a:lnTo>
                <a:lnTo>
                  <a:pt x="162415" y="77311"/>
                </a:lnTo>
                <a:cubicBezTo>
                  <a:pt x="162415" y="81230"/>
                  <a:pt x="162977" y="83872"/>
                  <a:pt x="164102" y="85237"/>
                </a:cubicBezTo>
                <a:cubicBezTo>
                  <a:pt x="165226" y="86601"/>
                  <a:pt x="166669" y="87283"/>
                  <a:pt x="168433" y="87283"/>
                </a:cubicBezTo>
                <a:cubicBezTo>
                  <a:pt x="169887" y="87283"/>
                  <a:pt x="171298" y="86831"/>
                  <a:pt x="172665" y="85928"/>
                </a:cubicBezTo>
                <a:cubicBezTo>
                  <a:pt x="174031" y="85024"/>
                  <a:pt x="175089" y="83690"/>
                  <a:pt x="175839" y="81927"/>
                </a:cubicBezTo>
                <a:lnTo>
                  <a:pt x="178417" y="81927"/>
                </a:lnTo>
                <a:cubicBezTo>
                  <a:pt x="176874" y="86260"/>
                  <a:pt x="174692" y="89536"/>
                  <a:pt x="171871" y="91757"/>
                </a:cubicBezTo>
                <a:cubicBezTo>
                  <a:pt x="169050" y="93976"/>
                  <a:pt x="166140" y="95086"/>
                  <a:pt x="163143" y="95086"/>
                </a:cubicBezTo>
                <a:cubicBezTo>
                  <a:pt x="161115" y="95086"/>
                  <a:pt x="159131" y="94523"/>
                  <a:pt x="157192" y="93398"/>
                </a:cubicBezTo>
                <a:cubicBezTo>
                  <a:pt x="155252" y="92272"/>
                  <a:pt x="153819" y="90662"/>
                  <a:pt x="152894" y="88566"/>
                </a:cubicBezTo>
                <a:cubicBezTo>
                  <a:pt x="151968" y="86470"/>
                  <a:pt x="151505" y="83237"/>
                  <a:pt x="151505" y="78867"/>
                </a:cubicBezTo>
                <a:lnTo>
                  <a:pt x="151505" y="38087"/>
                </a:lnTo>
                <a:lnTo>
                  <a:pt x="141917" y="38087"/>
                </a:lnTo>
                <a:lnTo>
                  <a:pt x="141917" y="35905"/>
                </a:lnTo>
                <a:cubicBezTo>
                  <a:pt x="144342" y="34933"/>
                  <a:pt x="146821" y="33286"/>
                  <a:pt x="149356" y="30964"/>
                </a:cubicBezTo>
                <a:cubicBezTo>
                  <a:pt x="151891" y="28643"/>
                  <a:pt x="154150" y="25891"/>
                  <a:pt x="156134" y="22707"/>
                </a:cubicBezTo>
                <a:cubicBezTo>
                  <a:pt x="157148" y="21028"/>
                  <a:pt x="158558" y="17955"/>
                  <a:pt x="160366" y="13489"/>
                </a:cubicBezTo>
                <a:lnTo>
                  <a:pt x="162415" y="13489"/>
                </a:lnTo>
                <a:close/>
                <a:moveTo>
                  <a:pt x="199303" y="0"/>
                </a:moveTo>
                <a:cubicBezTo>
                  <a:pt x="201154" y="0"/>
                  <a:pt x="202730" y="654"/>
                  <a:pt x="204030" y="1961"/>
                </a:cubicBezTo>
                <a:cubicBezTo>
                  <a:pt x="205331" y="3267"/>
                  <a:pt x="205981" y="4850"/>
                  <a:pt x="205981" y="6712"/>
                </a:cubicBezTo>
                <a:cubicBezTo>
                  <a:pt x="205981" y="8573"/>
                  <a:pt x="205331" y="10168"/>
                  <a:pt x="204030" y="11497"/>
                </a:cubicBezTo>
                <a:cubicBezTo>
                  <a:pt x="202730" y="12825"/>
                  <a:pt x="201154" y="13489"/>
                  <a:pt x="199303" y="13489"/>
                </a:cubicBezTo>
                <a:cubicBezTo>
                  <a:pt x="197451" y="13489"/>
                  <a:pt x="195864" y="12825"/>
                  <a:pt x="194542" y="11497"/>
                </a:cubicBezTo>
                <a:cubicBezTo>
                  <a:pt x="193219" y="10168"/>
                  <a:pt x="192558" y="8573"/>
                  <a:pt x="192558" y="6712"/>
                </a:cubicBezTo>
                <a:cubicBezTo>
                  <a:pt x="192558" y="4850"/>
                  <a:pt x="193208" y="3267"/>
                  <a:pt x="194509" y="1961"/>
                </a:cubicBezTo>
                <a:cubicBezTo>
                  <a:pt x="195809" y="654"/>
                  <a:pt x="197407" y="0"/>
                  <a:pt x="199303" y="0"/>
                </a:cubicBezTo>
                <a:moveTo>
                  <a:pt x="204791" y="31739"/>
                </a:moveTo>
                <a:lnTo>
                  <a:pt x="204791" y="80299"/>
                </a:lnTo>
                <a:cubicBezTo>
                  <a:pt x="204791" y="84082"/>
                  <a:pt x="205066" y="86600"/>
                  <a:pt x="205617" y="87854"/>
                </a:cubicBezTo>
                <a:cubicBezTo>
                  <a:pt x="206168" y="89107"/>
                  <a:pt x="206984" y="90042"/>
                  <a:pt x="208064" y="90658"/>
                </a:cubicBezTo>
                <a:cubicBezTo>
                  <a:pt x="209144" y="91273"/>
                  <a:pt x="211117" y="91581"/>
                  <a:pt x="213982" y="91581"/>
                </a:cubicBezTo>
                <a:lnTo>
                  <a:pt x="213982" y="94028"/>
                </a:lnTo>
                <a:lnTo>
                  <a:pt x="184557" y="94028"/>
                </a:lnTo>
                <a:lnTo>
                  <a:pt x="184557" y="91581"/>
                </a:lnTo>
                <a:cubicBezTo>
                  <a:pt x="187510" y="91581"/>
                  <a:pt x="189494" y="91295"/>
                  <a:pt x="190508" y="90724"/>
                </a:cubicBezTo>
                <a:cubicBezTo>
                  <a:pt x="191522" y="90152"/>
                  <a:pt x="192326" y="89206"/>
                  <a:pt x="192922" y="87887"/>
                </a:cubicBezTo>
                <a:cubicBezTo>
                  <a:pt x="193517" y="86567"/>
                  <a:pt x="193814" y="84038"/>
                  <a:pt x="193814" y="80299"/>
                </a:cubicBezTo>
                <a:lnTo>
                  <a:pt x="193814" y="57009"/>
                </a:lnTo>
                <a:cubicBezTo>
                  <a:pt x="193814" y="50454"/>
                  <a:pt x="193616" y="46210"/>
                  <a:pt x="193219" y="44276"/>
                </a:cubicBezTo>
                <a:cubicBezTo>
                  <a:pt x="192911" y="42868"/>
                  <a:pt x="192426" y="41889"/>
                  <a:pt x="191764" y="41340"/>
                </a:cubicBezTo>
                <a:cubicBezTo>
                  <a:pt x="191103" y="40790"/>
                  <a:pt x="190200" y="40515"/>
                  <a:pt x="189053" y="40515"/>
                </a:cubicBezTo>
                <a:cubicBezTo>
                  <a:pt x="187819" y="40515"/>
                  <a:pt x="186320" y="40845"/>
                  <a:pt x="184557" y="41505"/>
                </a:cubicBezTo>
                <a:lnTo>
                  <a:pt x="183631" y="39129"/>
                </a:lnTo>
                <a:lnTo>
                  <a:pt x="201881" y="31739"/>
                </a:lnTo>
                <a:lnTo>
                  <a:pt x="204791" y="31739"/>
                </a:lnTo>
                <a:close/>
                <a:moveTo>
                  <a:pt x="240950" y="44633"/>
                </a:moveTo>
                <a:cubicBezTo>
                  <a:pt x="245358" y="40225"/>
                  <a:pt x="247959" y="37690"/>
                  <a:pt x="248753" y="37029"/>
                </a:cubicBezTo>
                <a:cubicBezTo>
                  <a:pt x="250737" y="35354"/>
                  <a:pt x="252875" y="34054"/>
                  <a:pt x="255167" y="33128"/>
                </a:cubicBezTo>
                <a:cubicBezTo>
                  <a:pt x="257459" y="32202"/>
                  <a:pt x="259729" y="31739"/>
                  <a:pt x="261978" y="31739"/>
                </a:cubicBezTo>
                <a:cubicBezTo>
                  <a:pt x="265769" y="31739"/>
                  <a:pt x="269031" y="32841"/>
                  <a:pt x="271764" y="35046"/>
                </a:cubicBezTo>
                <a:cubicBezTo>
                  <a:pt x="274497" y="37250"/>
                  <a:pt x="276326" y="40446"/>
                  <a:pt x="277252" y="44633"/>
                </a:cubicBezTo>
                <a:cubicBezTo>
                  <a:pt x="281793" y="39344"/>
                  <a:pt x="285628" y="35872"/>
                  <a:pt x="288758" y="34219"/>
                </a:cubicBezTo>
                <a:cubicBezTo>
                  <a:pt x="291887" y="32566"/>
                  <a:pt x="295105" y="31739"/>
                  <a:pt x="298412" y="31739"/>
                </a:cubicBezTo>
                <a:cubicBezTo>
                  <a:pt x="301630" y="31739"/>
                  <a:pt x="304484" y="32565"/>
                  <a:pt x="306975" y="34215"/>
                </a:cubicBezTo>
                <a:cubicBezTo>
                  <a:pt x="309465" y="35864"/>
                  <a:pt x="311438" y="38558"/>
                  <a:pt x="312893" y="42296"/>
                </a:cubicBezTo>
                <a:cubicBezTo>
                  <a:pt x="313863" y="44848"/>
                  <a:pt x="314347" y="48850"/>
                  <a:pt x="314347" y="54304"/>
                </a:cubicBezTo>
                <a:lnTo>
                  <a:pt x="314347" y="80299"/>
                </a:lnTo>
                <a:cubicBezTo>
                  <a:pt x="314347" y="84082"/>
                  <a:pt x="314634" y="86677"/>
                  <a:pt x="315207" y="88085"/>
                </a:cubicBezTo>
                <a:cubicBezTo>
                  <a:pt x="315648" y="89052"/>
                  <a:pt x="316463" y="89876"/>
                  <a:pt x="317654" y="90558"/>
                </a:cubicBezTo>
                <a:cubicBezTo>
                  <a:pt x="318844" y="91240"/>
                  <a:pt x="320784" y="91581"/>
                  <a:pt x="323473" y="91581"/>
                </a:cubicBezTo>
                <a:lnTo>
                  <a:pt x="323473" y="94028"/>
                </a:lnTo>
                <a:lnTo>
                  <a:pt x="293585" y="94028"/>
                </a:lnTo>
                <a:lnTo>
                  <a:pt x="293585" y="91581"/>
                </a:lnTo>
                <a:lnTo>
                  <a:pt x="294841" y="91581"/>
                </a:lnTo>
                <a:cubicBezTo>
                  <a:pt x="297442" y="91581"/>
                  <a:pt x="299470" y="91077"/>
                  <a:pt x="300924" y="90069"/>
                </a:cubicBezTo>
                <a:cubicBezTo>
                  <a:pt x="301938" y="89366"/>
                  <a:pt x="302666" y="88247"/>
                  <a:pt x="303106" y="86713"/>
                </a:cubicBezTo>
                <a:cubicBezTo>
                  <a:pt x="303283" y="85968"/>
                  <a:pt x="303371" y="83841"/>
                  <a:pt x="303371" y="80332"/>
                </a:cubicBezTo>
                <a:lnTo>
                  <a:pt x="303371" y="54411"/>
                </a:lnTo>
                <a:cubicBezTo>
                  <a:pt x="303371" y="49499"/>
                  <a:pt x="302776" y="46034"/>
                  <a:pt x="301586" y="44018"/>
                </a:cubicBezTo>
                <a:cubicBezTo>
                  <a:pt x="299866" y="41210"/>
                  <a:pt x="297111" y="39806"/>
                  <a:pt x="293320" y="39806"/>
                </a:cubicBezTo>
                <a:cubicBezTo>
                  <a:pt x="290984" y="39806"/>
                  <a:pt x="288636" y="40388"/>
                  <a:pt x="286278" y="41550"/>
                </a:cubicBezTo>
                <a:cubicBezTo>
                  <a:pt x="283920" y="42712"/>
                  <a:pt x="281065" y="44872"/>
                  <a:pt x="277715" y="48031"/>
                </a:cubicBezTo>
                <a:lnTo>
                  <a:pt x="277583" y="48754"/>
                </a:lnTo>
                <a:lnTo>
                  <a:pt x="277715" y="51583"/>
                </a:lnTo>
                <a:lnTo>
                  <a:pt x="277715" y="80332"/>
                </a:lnTo>
                <a:cubicBezTo>
                  <a:pt x="277715" y="84455"/>
                  <a:pt x="277946" y="87021"/>
                  <a:pt x="278409" y="88029"/>
                </a:cubicBezTo>
                <a:cubicBezTo>
                  <a:pt x="278872" y="89038"/>
                  <a:pt x="279743" y="89882"/>
                  <a:pt x="281021" y="90563"/>
                </a:cubicBezTo>
                <a:cubicBezTo>
                  <a:pt x="282300" y="91242"/>
                  <a:pt x="284482" y="91581"/>
                  <a:pt x="287567" y="91581"/>
                </a:cubicBezTo>
                <a:lnTo>
                  <a:pt x="287567" y="94028"/>
                </a:lnTo>
                <a:lnTo>
                  <a:pt x="256952" y="94028"/>
                </a:lnTo>
                <a:lnTo>
                  <a:pt x="256952" y="91581"/>
                </a:lnTo>
                <a:cubicBezTo>
                  <a:pt x="260302" y="91581"/>
                  <a:pt x="262606" y="91187"/>
                  <a:pt x="263862" y="90397"/>
                </a:cubicBezTo>
                <a:cubicBezTo>
                  <a:pt x="265118" y="89608"/>
                  <a:pt x="265989" y="88424"/>
                  <a:pt x="266474" y="86845"/>
                </a:cubicBezTo>
                <a:cubicBezTo>
                  <a:pt x="266694" y="86098"/>
                  <a:pt x="266805" y="83927"/>
                  <a:pt x="266805" y="80332"/>
                </a:cubicBezTo>
                <a:lnTo>
                  <a:pt x="266805" y="54411"/>
                </a:lnTo>
                <a:cubicBezTo>
                  <a:pt x="266805" y="49499"/>
                  <a:pt x="266077" y="45968"/>
                  <a:pt x="264622" y="43819"/>
                </a:cubicBezTo>
                <a:cubicBezTo>
                  <a:pt x="262683" y="41012"/>
                  <a:pt x="259972" y="39608"/>
                  <a:pt x="256489" y="39608"/>
                </a:cubicBezTo>
                <a:cubicBezTo>
                  <a:pt x="254109" y="39608"/>
                  <a:pt x="251750" y="40244"/>
                  <a:pt x="249414" y="41515"/>
                </a:cubicBezTo>
                <a:cubicBezTo>
                  <a:pt x="245755" y="43445"/>
                  <a:pt x="242934" y="45616"/>
                  <a:pt x="240950" y="48028"/>
                </a:cubicBezTo>
                <a:lnTo>
                  <a:pt x="240950" y="80332"/>
                </a:lnTo>
                <a:cubicBezTo>
                  <a:pt x="240950" y="84279"/>
                  <a:pt x="241226" y="86844"/>
                  <a:pt x="241777" y="88029"/>
                </a:cubicBezTo>
                <a:cubicBezTo>
                  <a:pt x="242328" y="89212"/>
                  <a:pt x="243143" y="90100"/>
                  <a:pt x="244223" y="90693"/>
                </a:cubicBezTo>
                <a:cubicBezTo>
                  <a:pt x="245303" y="91285"/>
                  <a:pt x="247496" y="91581"/>
                  <a:pt x="250803" y="91581"/>
                </a:cubicBezTo>
                <a:lnTo>
                  <a:pt x="250803" y="94028"/>
                </a:lnTo>
                <a:lnTo>
                  <a:pt x="220849" y="94028"/>
                </a:lnTo>
                <a:lnTo>
                  <a:pt x="220849" y="91581"/>
                </a:lnTo>
                <a:cubicBezTo>
                  <a:pt x="223626" y="91581"/>
                  <a:pt x="225565" y="91284"/>
                  <a:pt x="226668" y="90691"/>
                </a:cubicBezTo>
                <a:cubicBezTo>
                  <a:pt x="227770" y="90097"/>
                  <a:pt x="228607" y="89151"/>
                  <a:pt x="229180" y="87854"/>
                </a:cubicBezTo>
                <a:cubicBezTo>
                  <a:pt x="229753" y="86556"/>
                  <a:pt x="230040" y="84038"/>
                  <a:pt x="230040" y="80299"/>
                </a:cubicBezTo>
                <a:lnTo>
                  <a:pt x="230040" y="57207"/>
                </a:lnTo>
                <a:cubicBezTo>
                  <a:pt x="230040" y="50565"/>
                  <a:pt x="229841" y="46276"/>
                  <a:pt x="229445" y="44342"/>
                </a:cubicBezTo>
                <a:cubicBezTo>
                  <a:pt x="229136" y="42890"/>
                  <a:pt x="228651" y="41889"/>
                  <a:pt x="227990" y="41340"/>
                </a:cubicBezTo>
                <a:cubicBezTo>
                  <a:pt x="227329" y="40790"/>
                  <a:pt x="226425" y="40515"/>
                  <a:pt x="225279" y="40515"/>
                </a:cubicBezTo>
                <a:cubicBezTo>
                  <a:pt x="224045" y="40515"/>
                  <a:pt x="222568" y="40845"/>
                  <a:pt x="220849" y="41505"/>
                </a:cubicBezTo>
                <a:lnTo>
                  <a:pt x="219857" y="39129"/>
                </a:lnTo>
                <a:lnTo>
                  <a:pt x="238107" y="31739"/>
                </a:lnTo>
                <a:lnTo>
                  <a:pt x="240950" y="31739"/>
                </a:lnTo>
                <a:lnTo>
                  <a:pt x="240950" y="44633"/>
                </a:lnTo>
                <a:close/>
                <a:moveTo>
                  <a:pt x="341282" y="56337"/>
                </a:moveTo>
                <a:cubicBezTo>
                  <a:pt x="341238" y="65309"/>
                  <a:pt x="343420" y="72347"/>
                  <a:pt x="347828" y="77449"/>
                </a:cubicBezTo>
                <a:cubicBezTo>
                  <a:pt x="352236" y="82551"/>
                  <a:pt x="357416" y="85101"/>
                  <a:pt x="363367" y="85101"/>
                </a:cubicBezTo>
                <a:cubicBezTo>
                  <a:pt x="367334" y="85101"/>
                  <a:pt x="370784" y="84010"/>
                  <a:pt x="373715" y="81828"/>
                </a:cubicBezTo>
                <a:cubicBezTo>
                  <a:pt x="376647" y="79646"/>
                  <a:pt x="379104" y="75910"/>
                  <a:pt x="381088" y="70620"/>
                </a:cubicBezTo>
                <a:lnTo>
                  <a:pt x="383138" y="71943"/>
                </a:lnTo>
                <a:cubicBezTo>
                  <a:pt x="382212" y="77982"/>
                  <a:pt x="379523" y="83481"/>
                  <a:pt x="375071" y="88440"/>
                </a:cubicBezTo>
                <a:cubicBezTo>
                  <a:pt x="370619" y="93400"/>
                  <a:pt x="365042" y="95879"/>
                  <a:pt x="358342" y="95879"/>
                </a:cubicBezTo>
                <a:cubicBezTo>
                  <a:pt x="351068" y="95879"/>
                  <a:pt x="344841" y="93053"/>
                  <a:pt x="339662" y="87401"/>
                </a:cubicBezTo>
                <a:cubicBezTo>
                  <a:pt x="334482" y="81747"/>
                  <a:pt x="331892" y="74147"/>
                  <a:pt x="331892" y="64601"/>
                </a:cubicBezTo>
                <a:cubicBezTo>
                  <a:pt x="331892" y="54263"/>
                  <a:pt x="334548" y="46203"/>
                  <a:pt x="339860" y="40418"/>
                </a:cubicBezTo>
                <a:cubicBezTo>
                  <a:pt x="345172" y="34632"/>
                  <a:pt x="351839" y="31739"/>
                  <a:pt x="359862" y="31739"/>
                </a:cubicBezTo>
                <a:cubicBezTo>
                  <a:pt x="366651" y="31739"/>
                  <a:pt x="372228" y="33971"/>
                  <a:pt x="376592" y="38434"/>
                </a:cubicBezTo>
                <a:cubicBezTo>
                  <a:pt x="380956" y="42896"/>
                  <a:pt x="383138" y="48864"/>
                  <a:pt x="383138" y="56337"/>
                </a:cubicBezTo>
                <a:lnTo>
                  <a:pt x="341282" y="56337"/>
                </a:lnTo>
                <a:moveTo>
                  <a:pt x="341282" y="52502"/>
                </a:moveTo>
                <a:lnTo>
                  <a:pt x="369318" y="52502"/>
                </a:lnTo>
                <a:cubicBezTo>
                  <a:pt x="369098" y="48623"/>
                  <a:pt x="368635" y="45890"/>
                  <a:pt x="367930" y="44303"/>
                </a:cubicBezTo>
                <a:cubicBezTo>
                  <a:pt x="366827" y="41834"/>
                  <a:pt x="365185" y="39895"/>
                  <a:pt x="363003" y="38484"/>
                </a:cubicBezTo>
                <a:cubicBezTo>
                  <a:pt x="360821" y="37073"/>
                  <a:pt x="358540" y="36368"/>
                  <a:pt x="356160" y="36368"/>
                </a:cubicBezTo>
                <a:cubicBezTo>
                  <a:pt x="352501" y="36368"/>
                  <a:pt x="349228" y="37790"/>
                  <a:pt x="346340" y="40633"/>
                </a:cubicBezTo>
                <a:cubicBezTo>
                  <a:pt x="343453" y="43476"/>
                  <a:pt x="341767" y="47433"/>
                  <a:pt x="341282" y="5250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8847E-2661-4708-B93B-4633E239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19" y="1970530"/>
            <a:ext cx="238248" cy="225634"/>
          </a:xfrm>
          <a:custGeom xmlns:a="http://schemas.openxmlformats.org/drawingml/2006/main">
            <a:pathLst>
              <a:path w="238248" h="225634">
                <a:moveTo>
                  <a:pt x="119124" y="60586"/>
                </a:moveTo>
                <a:lnTo>
                  <a:pt x="160177" y="0"/>
                </a:lnTo>
                <a:lnTo>
                  <a:pt x="156129" y="55625"/>
                </a:lnTo>
                <a:lnTo>
                  <a:pt x="202731" y="46558"/>
                </a:lnTo>
                <a:lnTo>
                  <a:pt x="184223" y="76412"/>
                </a:lnTo>
                <a:lnTo>
                  <a:pt x="232699" y="84999"/>
                </a:lnTo>
                <a:lnTo>
                  <a:pt x="194204" y="109421"/>
                </a:lnTo>
                <a:lnTo>
                  <a:pt x="238248" y="138828"/>
                </a:lnTo>
                <a:lnTo>
                  <a:pt x="185711" y="135192"/>
                </a:lnTo>
                <a:lnTo>
                  <a:pt x="200139" y="189020"/>
                </a:lnTo>
                <a:lnTo>
                  <a:pt x="154641" y="151018"/>
                </a:lnTo>
                <a:lnTo>
                  <a:pt x="146114" y="206173"/>
                </a:lnTo>
                <a:lnTo>
                  <a:pt x="116167" y="156010"/>
                </a:lnTo>
                <a:lnTo>
                  <a:pt x="93590" y="225634"/>
                </a:lnTo>
                <a:lnTo>
                  <a:pt x="85096" y="163240"/>
                </a:lnTo>
                <a:lnTo>
                  <a:pt x="52525" y="184027"/>
                </a:lnTo>
                <a:lnTo>
                  <a:pt x="62506" y="145586"/>
                </a:lnTo>
                <a:lnTo>
                  <a:pt x="1489" y="152376"/>
                </a:lnTo>
                <a:lnTo>
                  <a:pt x="41053" y="123001"/>
                </a:lnTo>
                <a:lnTo>
                  <a:pt x="0" y="89993"/>
                </a:lnTo>
                <a:lnTo>
                  <a:pt x="51035" y="79567"/>
                </a:lnTo>
                <a:lnTo>
                  <a:pt x="4080" y="23974"/>
                </a:lnTo>
                <a:lnTo>
                  <a:pt x="80651" y="66019"/>
                </a:lnTo>
                <a:lnTo>
                  <a:pt x="92122" y="23974"/>
                </a:lnTo>
                <a:lnTo>
                  <a:pt x="119124" y="60586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AD8EA-10C2-44FB-926F-A103B6B8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119" y="1970530"/>
            <a:ext cx="238248" cy="225633"/>
          </a:xfrm>
          <a:custGeom xmlns:a="http://schemas.openxmlformats.org/drawingml/2006/main">
            <a:pathLst>
              <a:path w="238248" h="225633" fill="none">
                <a:moveTo>
                  <a:pt x="119124" y="60587"/>
                </a:moveTo>
                <a:lnTo>
                  <a:pt x="160178" y="0"/>
                </a:lnTo>
                <a:lnTo>
                  <a:pt x="156130" y="55625"/>
                </a:lnTo>
                <a:lnTo>
                  <a:pt x="202731" y="46558"/>
                </a:lnTo>
                <a:lnTo>
                  <a:pt x="184223" y="76412"/>
                </a:lnTo>
                <a:lnTo>
                  <a:pt x="232700" y="84999"/>
                </a:lnTo>
                <a:lnTo>
                  <a:pt x="194205" y="109422"/>
                </a:lnTo>
                <a:lnTo>
                  <a:pt x="238248" y="138827"/>
                </a:lnTo>
                <a:lnTo>
                  <a:pt x="185712" y="135192"/>
                </a:lnTo>
                <a:lnTo>
                  <a:pt x="200139" y="189020"/>
                </a:lnTo>
                <a:lnTo>
                  <a:pt x="154641" y="151018"/>
                </a:lnTo>
                <a:lnTo>
                  <a:pt x="146114" y="206173"/>
                </a:lnTo>
                <a:lnTo>
                  <a:pt x="116168" y="156011"/>
                </a:lnTo>
                <a:lnTo>
                  <a:pt x="93590" y="225633"/>
                </a:lnTo>
                <a:lnTo>
                  <a:pt x="85096" y="163239"/>
                </a:lnTo>
                <a:lnTo>
                  <a:pt x="52525" y="184027"/>
                </a:lnTo>
                <a:lnTo>
                  <a:pt x="62507" y="145586"/>
                </a:lnTo>
                <a:lnTo>
                  <a:pt x="1489" y="152376"/>
                </a:lnTo>
                <a:lnTo>
                  <a:pt x="41054" y="123002"/>
                </a:lnTo>
                <a:lnTo>
                  <a:pt x="0" y="89992"/>
                </a:lnTo>
                <a:lnTo>
                  <a:pt x="51036" y="79567"/>
                </a:lnTo>
                <a:lnTo>
                  <a:pt x="4081" y="23974"/>
                </a:lnTo>
                <a:lnTo>
                  <a:pt x="80651" y="66019"/>
                </a:lnTo>
                <a:lnTo>
                  <a:pt x="92123" y="23974"/>
                </a:lnTo>
                <a:lnTo>
                  <a:pt x="119124" y="605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92" cap="flat">
            <a:solidFill>
              <a:srgbClr val="FFC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44D91-D877-431C-98EA-8D114B6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87" y="2036579"/>
            <a:ext cx="191071" cy="85777"/>
          </a:xfrm>
          <a:custGeom xmlns:a="http://schemas.openxmlformats.org/drawingml/2006/main">
            <a:pathLst>
              <a:path w="191071" h="85777">
                <a:moveTo>
                  <a:pt x="132953" y="37527"/>
                </a:moveTo>
                <a:lnTo>
                  <a:pt x="191071" y="14529"/>
                </a:lnTo>
                <a:lnTo>
                  <a:pt x="185322" y="0"/>
                </a:lnTo>
                <a:lnTo>
                  <a:pt x="127204" y="22998"/>
                </a:lnTo>
                <a:lnTo>
                  <a:pt x="132953" y="37527"/>
                </a:lnTo>
                <a:close/>
                <a:moveTo>
                  <a:pt x="89365" y="54775"/>
                </a:moveTo>
                <a:lnTo>
                  <a:pt x="83616" y="40246"/>
                </a:lnTo>
                <a:lnTo>
                  <a:pt x="35870" y="59140"/>
                </a:lnTo>
                <a:lnTo>
                  <a:pt x="31079" y="47032"/>
                </a:lnTo>
                <a:lnTo>
                  <a:pt x="0" y="81736"/>
                </a:lnTo>
                <a:lnTo>
                  <a:pt x="46411" y="85777"/>
                </a:lnTo>
                <a:lnTo>
                  <a:pt x="41620" y="73669"/>
                </a:lnTo>
                <a:lnTo>
                  <a:pt x="89365" y="54775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FC60E-E95F-4D0E-A47E-E5BD6FA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590" y="2241218"/>
            <a:ext cx="151326" cy="231922"/>
          </a:xfrm>
          <a:custGeom xmlns:a="http://schemas.openxmlformats.org/drawingml/2006/main">
            <a:pathLst>
              <a:path w="151326" h="231922">
                <a:moveTo>
                  <a:pt x="151326" y="0"/>
                </a:moveTo>
                <a:lnTo>
                  <a:pt x="151326" y="231922"/>
                </a:lnTo>
                <a:lnTo>
                  <a:pt x="0" y="231922"/>
                </a:lnTo>
                <a:lnTo>
                  <a:pt x="0" y="0"/>
                </a:lnTo>
                <a:lnTo>
                  <a:pt x="15132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21217-B1F0-41FC-85CF-3DE8054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871" y="2479268"/>
            <a:ext cx="117974" cy="26043"/>
          </a:xfrm>
          <a:custGeom xmlns:a="http://schemas.openxmlformats.org/drawingml/2006/main">
            <a:pathLst>
              <a:path w="117974" h="26043">
                <a:moveTo>
                  <a:pt x="117974" y="0"/>
                </a:moveTo>
                <a:lnTo>
                  <a:pt x="117974" y="26043"/>
                </a:lnTo>
                <a:lnTo>
                  <a:pt x="0" y="26043"/>
                </a:lnTo>
                <a:lnTo>
                  <a:pt x="0" y="0"/>
                </a:lnTo>
                <a:lnTo>
                  <a:pt x="1179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e887aea69421b"/>
          <a:stretch xmlns:a="http://schemas.openxmlformats.org/drawingml/2006/main"/>
        </p:blipFill>
        <p:spPr>
          <a:xfrm xmlns:a="http://schemas.openxmlformats.org/drawingml/2006/main">
            <a:off x="8926092" y="2148480"/>
            <a:ext cx="217507" cy="375013"/>
          </a:xfrm>
          <a:prstGeom xmlns:a="http://schemas.openxmlformats.org/drawingml/2006/main" prst="rect">
            <a:avLst/>
          </a:prstGeom>
        </p:spPr>
      </p:pic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F7F60-4555-43BD-A976-C399131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203" y="1845490"/>
            <a:ext cx="273412" cy="233613"/>
          </a:xfrm>
          <a:custGeom xmlns:a="http://schemas.openxmlformats.org/drawingml/2006/main">
            <a:pathLst>
              <a:path w="273412" h="233613">
                <a:moveTo>
                  <a:pt x="0" y="95870"/>
                </a:moveTo>
                <a:lnTo>
                  <a:pt x="210754" y="0"/>
                </a:lnTo>
                <a:lnTo>
                  <a:pt x="273412" y="137743"/>
                </a:lnTo>
                <a:lnTo>
                  <a:pt x="62658" y="233613"/>
                </a:lnTo>
                <a:lnTo>
                  <a:pt x="0" y="958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A5D1A-A5CB-44F9-8103-9BDD6543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594" y="1847729"/>
            <a:ext cx="72513" cy="118150"/>
          </a:xfrm>
          <a:custGeom xmlns:a="http://schemas.openxmlformats.org/drawingml/2006/main">
            <a:pathLst>
              <a:path w="72513" h="118150">
                <a:moveTo>
                  <a:pt x="0" y="10765"/>
                </a:moveTo>
                <a:lnTo>
                  <a:pt x="23665" y="0"/>
                </a:lnTo>
                <a:lnTo>
                  <a:pt x="72513" y="107385"/>
                </a:lnTo>
                <a:lnTo>
                  <a:pt x="48849" y="118150"/>
                </a:lnTo>
                <a:lnTo>
                  <a:pt x="0" y="107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5c4dba2834421"/>
          <a:stretch xmlns:a="http://schemas.openxmlformats.org/drawingml/2006/main"/>
        </p:blipFill>
        <p:spPr>
          <a:xfrm xmlns:a="http://schemas.openxmlformats.org/drawingml/2006/main">
            <a:off x="8618581" y="1793468"/>
            <a:ext cx="430014" cy="352512"/>
          </a:xfrm>
          <a:prstGeom xmlns:a="http://schemas.openxmlformats.org/drawingml/2006/main" prst="rect">
            <a:avLst/>
          </a:prstGeom>
        </p:spPr>
      </p:pic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EEF07-CECF-47B8-A3B1-E846AC51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1383777"/>
            <a:ext cx="589085" cy="408671"/>
          </a:xfrm>
          <a:custGeom xmlns:a="http://schemas.openxmlformats.org/drawingml/2006/main">
            <a:pathLst>
              <a:path w="589085" h="408671">
                <a:moveTo>
                  <a:pt x="0" y="0"/>
                </a:moveTo>
                <a:lnTo>
                  <a:pt x="589085" y="0"/>
                </a:lnTo>
                <a:lnTo>
                  <a:pt x="589085" y="408671"/>
                </a:lnTo>
                <a:lnTo>
                  <a:pt x="0" y="408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D7E36-19AD-4675-B3AC-F03445B9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1383777"/>
            <a:ext cx="589086" cy="408675"/>
          </a:xfrm>
          <a:custGeom xmlns:a="http://schemas.openxmlformats.org/drawingml/2006/main">
            <a:pathLst>
              <a:path w="589086" h="408675" fill="none">
                <a:moveTo>
                  <a:pt x="0" y="0"/>
                </a:moveTo>
                <a:lnTo>
                  <a:pt x="589086" y="0"/>
                </a:lnTo>
                <a:lnTo>
                  <a:pt x="589086" y="408675"/>
                </a:lnTo>
                <a:lnTo>
                  <a:pt x="0" y="4086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54D07-59D2-4C33-9430-664267AD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2292629"/>
            <a:ext cx="589086" cy="409164"/>
          </a:xfrm>
          <a:custGeom xmlns:a="http://schemas.openxmlformats.org/drawingml/2006/main">
            <a:pathLst>
              <a:path w="589086" h="409164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C2338-DB09-497E-9447-C85BCD5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2292628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7325E-804F-4E09-8F4B-81FD21C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104" y="1383777"/>
            <a:ext cx="589086" cy="407694"/>
          </a:xfrm>
          <a:custGeom xmlns:a="http://schemas.openxmlformats.org/drawingml/2006/main">
            <a:pathLst>
              <a:path w="589086" h="407694">
                <a:moveTo>
                  <a:pt x="0" y="0"/>
                </a:moveTo>
                <a:lnTo>
                  <a:pt x="589086" y="0"/>
                </a:lnTo>
                <a:lnTo>
                  <a:pt x="589086" y="407694"/>
                </a:lnTo>
                <a:lnTo>
                  <a:pt x="0" y="407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E0BCB-1064-405D-8BA6-3776489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104" y="1383777"/>
            <a:ext cx="589086" cy="407697"/>
          </a:xfrm>
          <a:custGeom xmlns:a="http://schemas.openxmlformats.org/drawingml/2006/main">
            <a:pathLst>
              <a:path w="589086" h="407697" fill="none">
                <a:moveTo>
                  <a:pt x="0" y="0"/>
                </a:moveTo>
                <a:lnTo>
                  <a:pt x="589086" y="0"/>
                </a:lnTo>
                <a:lnTo>
                  <a:pt x="589086" y="407697"/>
                </a:lnTo>
                <a:lnTo>
                  <a:pt x="0" y="4076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B3AA2-6837-4649-A8F1-0064F40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104" y="2292629"/>
            <a:ext cx="589086" cy="409164"/>
          </a:xfrm>
          <a:custGeom xmlns:a="http://schemas.openxmlformats.org/drawingml/2006/main">
            <a:pathLst>
              <a:path w="589086" h="409164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023BA-E65E-4EDD-84EA-4AFF9AA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104" y="2292628"/>
            <a:ext cx="589086" cy="409164"/>
          </a:xfrm>
          <a:custGeom xmlns:a="http://schemas.openxmlformats.org/drawingml/2006/main">
            <a:pathLst>
              <a:path w="589086" h="409164" fill="none">
                <a:moveTo>
                  <a:pt x="0" y="0"/>
                </a:moveTo>
                <a:lnTo>
                  <a:pt x="589086" y="0"/>
                </a:lnTo>
                <a:lnTo>
                  <a:pt x="589086" y="409164"/>
                </a:lnTo>
                <a:lnTo>
                  <a:pt x="0" y="409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209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7211F-B865-42CB-B6C7-8379C69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2041803"/>
            <a:ext cx="589084" cy="10"/>
          </a:xfrm>
          <a:custGeom xmlns:a="http://schemas.openxmlformats.org/drawingml/2006/main">
            <a:pathLst>
              <a:path w="589084" h="1" fill="none">
                <a:moveTo>
                  <a:pt x="0" y="0"/>
                </a:moveTo>
                <a:lnTo>
                  <a:pt x="589084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0D572-E165-4CB3-A948-CF9205F7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104" y="2041805"/>
            <a:ext cx="589086" cy="10"/>
          </a:xfrm>
          <a:custGeom xmlns:a="http://schemas.openxmlformats.org/drawingml/2006/main">
            <a:pathLst>
              <a:path w="589086" h="1" fill="none">
                <a:moveTo>
                  <a:pt x="0" y="0"/>
                </a:moveTo>
                <a:lnTo>
                  <a:pt x="589086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483E1-E7F0-47FE-B1E8-6C9033E1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84" y="1382796"/>
            <a:ext cx="10" cy="407697"/>
          </a:xfrm>
          <a:custGeom xmlns:a="http://schemas.openxmlformats.org/drawingml/2006/main">
            <a:pathLst>
              <a:path w="1" h="407697" fill="none">
                <a:moveTo>
                  <a:pt x="0" y="407697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4599C-82C1-4B05-8FC0-53293B97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84" y="2292628"/>
            <a:ext cx="10" cy="409164"/>
          </a:xfrm>
          <a:custGeom xmlns:a="http://schemas.openxmlformats.org/drawingml/2006/main">
            <a:pathLst>
              <a:path w="1" h="409164" fill="none">
                <a:moveTo>
                  <a:pt x="0" y="409164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C000"/>
            </a:solidFill>
            <a:custDash>
              <a:ds d="400000" sp="300000"/>
            </a:custDash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9595E-D565-457A-BAC1-AB1C4221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74" y="1382798"/>
            <a:ext cx="1796416" cy="1318019"/>
          </a:xfrm>
          <a:custGeom xmlns:a="http://schemas.openxmlformats.org/drawingml/2006/main">
            <a:pathLst>
              <a:path w="1796416" h="1318019" fill="none">
                <a:moveTo>
                  <a:pt x="0" y="0"/>
                </a:moveTo>
                <a:lnTo>
                  <a:pt x="1796416" y="0"/>
                </a:lnTo>
                <a:lnTo>
                  <a:pt x="1796416" y="1318019"/>
                </a:lnTo>
                <a:lnTo>
                  <a:pt x="0" y="13180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163B2-9B38-408D-83CA-A7C71E4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461" y="2060271"/>
            <a:ext cx="41668" cy="99151"/>
          </a:xfrm>
          <a:custGeom xmlns:a="http://schemas.openxmlformats.org/drawingml/2006/main">
            <a:pathLst>
              <a:path w="41668" h="99151">
                <a:moveTo>
                  <a:pt x="41668" y="41668"/>
                </a:moveTo>
                <a:lnTo>
                  <a:pt x="20834" y="0"/>
                </a:lnTo>
                <a:lnTo>
                  <a:pt x="0" y="41668"/>
                </a:lnTo>
                <a:lnTo>
                  <a:pt x="13021" y="41668"/>
                </a:lnTo>
                <a:lnTo>
                  <a:pt x="13020" y="99151"/>
                </a:lnTo>
                <a:lnTo>
                  <a:pt x="28646" y="99151"/>
                </a:lnTo>
                <a:lnTo>
                  <a:pt x="28647" y="41668"/>
                </a:lnTo>
                <a:lnTo>
                  <a:pt x="41668" y="41668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956A6-631E-4A0A-9842-B9458C6B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745" y="1915550"/>
            <a:ext cx="341975" cy="289459"/>
          </a:xfrm>
          <a:custGeom xmlns:a="http://schemas.openxmlformats.org/drawingml/2006/main">
            <a:pathLst>
              <a:path w="341975" h="289459" fill="none">
                <a:moveTo>
                  <a:pt x="823" y="289459"/>
                </a:moveTo>
                <a:cubicBezTo>
                  <a:pt x="0" y="130295"/>
                  <a:pt x="151587" y="701"/>
                  <a:pt x="339402" y="4"/>
                </a:cubicBezTo>
                <a:cubicBezTo>
                  <a:pt x="340260" y="0"/>
                  <a:pt x="341118" y="0"/>
                  <a:pt x="341975" y="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547CE-455C-4D24-B468-51FB475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730" y="2203746"/>
            <a:ext cx="41668" cy="176654"/>
          </a:xfrm>
          <a:custGeom xmlns:a="http://schemas.openxmlformats.org/drawingml/2006/main">
            <a:pathLst>
              <a:path w="41668" h="176654">
                <a:moveTo>
                  <a:pt x="13021" y="134986"/>
                </a:moveTo>
                <a:lnTo>
                  <a:pt x="0" y="134986"/>
                </a:lnTo>
                <a:lnTo>
                  <a:pt x="20834" y="176654"/>
                </a:lnTo>
                <a:lnTo>
                  <a:pt x="41668" y="134986"/>
                </a:lnTo>
                <a:lnTo>
                  <a:pt x="28647" y="134986"/>
                </a:lnTo>
                <a:lnTo>
                  <a:pt x="28648" y="0"/>
                </a:lnTo>
                <a:lnTo>
                  <a:pt x="13022" y="0"/>
                </a:lnTo>
                <a:lnTo>
                  <a:pt x="13021" y="13498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CD7BF-9D14-4289-ADA2-083C3A85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637" y="1915550"/>
            <a:ext cx="138715" cy="10"/>
          </a:xfrm>
          <a:custGeom xmlns:a="http://schemas.openxmlformats.org/drawingml/2006/main">
            <a:pathLst>
              <a:path w="138715" h="1" fill="none">
                <a:moveTo>
                  <a:pt x="13871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6DDB2-DCB9-4540-8D0D-4A1603B1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486" y="1697350"/>
            <a:ext cx="506833" cy="545603"/>
          </a:xfrm>
          <a:custGeom xmlns:a="http://schemas.openxmlformats.org/drawingml/2006/main">
            <a:pathLst>
              <a:path w="506833" h="545603" fill="none">
                <a:moveTo>
                  <a:pt x="506833" y="0"/>
                </a:moveTo>
                <a:lnTo>
                  <a:pt x="0" y="545603"/>
                </a:lnTo>
              </a:path>
            </a:pathLst>
          </a:custGeom>
          <a:noFill xmlns:a="http://schemas.openxmlformats.org/drawingml/2006/main"/>
          <a:ln xmlns:a="http://schemas.openxmlformats.org/drawingml/2006/main" w="15626" cap="flat">
            <a:solidFill>
              <a:srgbClr val="FF0000"/>
            </a:solidFill>
            <a:custDash>
              <a:ds d="400000" sp="300000"/>
            </a:custDash>
            <a:miter/>
          </a:ln>
        </p:spPr>
      </p:sp>
      <p:sp>
        <p:nvSpPr>
          <p:cNvPr id="166" name="Text Drif">
            <a:extLst xmlns:a="http://schemas.openxmlformats.org/drawingml/2006/main">
              <a:ext uri="{FF2B5EF4-FFF2-40B4-BE49-F238E27FC236}">
                <a16:creationId xmlns:a16="http://schemas.microsoft.com/office/drawing/2014/main" id="{27993F77-D4DC-45D6-9C0F-A2D34C7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573" y="1886947"/>
            <a:ext cx="242767" cy="94028"/>
          </a:xfrm>
          <a:custGeom xmlns:a="http://schemas.openxmlformats.org/drawingml/2006/main">
            <a:pathLst>
              <a:path w="242767" h="94028">
                <a:moveTo>
                  <a:pt x="0" y="94028"/>
                </a:moveTo>
                <a:lnTo>
                  <a:pt x="0" y="91581"/>
                </a:lnTo>
                <a:lnTo>
                  <a:pt x="3372" y="91581"/>
                </a:lnTo>
                <a:cubicBezTo>
                  <a:pt x="7163" y="91581"/>
                  <a:pt x="9852" y="90369"/>
                  <a:pt x="11439" y="87944"/>
                </a:cubicBezTo>
                <a:cubicBezTo>
                  <a:pt x="12409" y="86490"/>
                  <a:pt x="12894" y="83228"/>
                  <a:pt x="12894" y="78158"/>
                </a:cubicBezTo>
                <a:lnTo>
                  <a:pt x="12894" y="20234"/>
                </a:lnTo>
                <a:cubicBezTo>
                  <a:pt x="12894" y="14635"/>
                  <a:pt x="12277" y="11131"/>
                  <a:pt x="11043" y="9720"/>
                </a:cubicBezTo>
                <a:cubicBezTo>
                  <a:pt x="9323" y="7781"/>
                  <a:pt x="6767" y="6811"/>
                  <a:pt x="3372" y="6811"/>
                </a:cubicBezTo>
                <a:lnTo>
                  <a:pt x="0" y="6811"/>
                </a:lnTo>
                <a:lnTo>
                  <a:pt x="0" y="4364"/>
                </a:lnTo>
                <a:lnTo>
                  <a:pt x="36500" y="4364"/>
                </a:lnTo>
                <a:cubicBezTo>
                  <a:pt x="49901" y="4364"/>
                  <a:pt x="60095" y="5885"/>
                  <a:pt x="67082" y="8927"/>
                </a:cubicBezTo>
                <a:cubicBezTo>
                  <a:pt x="74069" y="11968"/>
                  <a:pt x="79690" y="17038"/>
                  <a:pt x="83944" y="24135"/>
                </a:cubicBezTo>
                <a:cubicBezTo>
                  <a:pt x="88198" y="31232"/>
                  <a:pt x="90325" y="39432"/>
                  <a:pt x="90325" y="48733"/>
                </a:cubicBezTo>
                <a:cubicBezTo>
                  <a:pt x="90325" y="61208"/>
                  <a:pt x="86534" y="71634"/>
                  <a:pt x="78952" y="80010"/>
                </a:cubicBezTo>
                <a:cubicBezTo>
                  <a:pt x="70444" y="89355"/>
                  <a:pt x="57483" y="94028"/>
                  <a:pt x="40071" y="94028"/>
                </a:cubicBezTo>
                <a:lnTo>
                  <a:pt x="0" y="94028"/>
                </a:lnTo>
                <a:moveTo>
                  <a:pt x="25590" y="87614"/>
                </a:moveTo>
                <a:cubicBezTo>
                  <a:pt x="31188" y="88804"/>
                  <a:pt x="35883" y="89399"/>
                  <a:pt x="39674" y="89399"/>
                </a:cubicBezTo>
                <a:cubicBezTo>
                  <a:pt x="49901" y="89399"/>
                  <a:pt x="58387" y="85806"/>
                  <a:pt x="65132" y="78621"/>
                </a:cubicBezTo>
                <a:cubicBezTo>
                  <a:pt x="71876" y="71436"/>
                  <a:pt x="75249" y="61693"/>
                  <a:pt x="75249" y="49394"/>
                </a:cubicBezTo>
                <a:cubicBezTo>
                  <a:pt x="75249" y="37007"/>
                  <a:pt x="71876" y="27243"/>
                  <a:pt x="65132" y="20102"/>
                </a:cubicBezTo>
                <a:cubicBezTo>
                  <a:pt x="58387" y="12960"/>
                  <a:pt x="49725" y="9390"/>
                  <a:pt x="39145" y="9390"/>
                </a:cubicBezTo>
                <a:cubicBezTo>
                  <a:pt x="35178" y="9390"/>
                  <a:pt x="30659" y="10029"/>
                  <a:pt x="25590" y="11307"/>
                </a:cubicBezTo>
                <a:lnTo>
                  <a:pt x="25590" y="87614"/>
                </a:lnTo>
                <a:close/>
                <a:moveTo>
                  <a:pt x="119905" y="31739"/>
                </a:moveTo>
                <a:lnTo>
                  <a:pt x="119905" y="45361"/>
                </a:lnTo>
                <a:cubicBezTo>
                  <a:pt x="124974" y="36280"/>
                  <a:pt x="130176" y="31739"/>
                  <a:pt x="135510" y="31739"/>
                </a:cubicBezTo>
                <a:cubicBezTo>
                  <a:pt x="137935" y="31739"/>
                  <a:pt x="139940" y="32478"/>
                  <a:pt x="141527" y="33954"/>
                </a:cubicBezTo>
                <a:cubicBezTo>
                  <a:pt x="143114" y="35431"/>
                  <a:pt x="143908" y="37139"/>
                  <a:pt x="143908" y="39079"/>
                </a:cubicBezTo>
                <a:cubicBezTo>
                  <a:pt x="143908" y="40798"/>
                  <a:pt x="143335" y="42253"/>
                  <a:pt x="142189" y="43443"/>
                </a:cubicBezTo>
                <a:cubicBezTo>
                  <a:pt x="141042" y="44633"/>
                  <a:pt x="139676" y="45229"/>
                  <a:pt x="138089" y="45229"/>
                </a:cubicBezTo>
                <a:cubicBezTo>
                  <a:pt x="136546" y="45229"/>
                  <a:pt x="134816" y="44468"/>
                  <a:pt x="132898" y="42947"/>
                </a:cubicBezTo>
                <a:cubicBezTo>
                  <a:pt x="130981" y="41426"/>
                  <a:pt x="129559" y="40666"/>
                  <a:pt x="128633" y="40666"/>
                </a:cubicBezTo>
                <a:cubicBezTo>
                  <a:pt x="127840" y="40666"/>
                  <a:pt x="126980" y="41105"/>
                  <a:pt x="126054" y="41984"/>
                </a:cubicBezTo>
                <a:cubicBezTo>
                  <a:pt x="124071" y="43788"/>
                  <a:pt x="122021" y="46756"/>
                  <a:pt x="119905" y="50888"/>
                </a:cubicBezTo>
                <a:lnTo>
                  <a:pt x="119905" y="79842"/>
                </a:lnTo>
                <a:cubicBezTo>
                  <a:pt x="119905" y="83183"/>
                  <a:pt x="120324" y="85711"/>
                  <a:pt x="121161" y="87426"/>
                </a:cubicBezTo>
                <a:cubicBezTo>
                  <a:pt x="121734" y="88613"/>
                  <a:pt x="122748" y="89603"/>
                  <a:pt x="124203" y="90395"/>
                </a:cubicBezTo>
                <a:cubicBezTo>
                  <a:pt x="125658" y="91186"/>
                  <a:pt x="127752" y="91581"/>
                  <a:pt x="130485" y="91581"/>
                </a:cubicBezTo>
                <a:lnTo>
                  <a:pt x="130485" y="94028"/>
                </a:lnTo>
                <a:lnTo>
                  <a:pt x="99473" y="94028"/>
                </a:lnTo>
                <a:lnTo>
                  <a:pt x="99473" y="91581"/>
                </a:lnTo>
                <a:cubicBezTo>
                  <a:pt x="102559" y="91581"/>
                  <a:pt x="104851" y="91098"/>
                  <a:pt x="106350" y="90131"/>
                </a:cubicBezTo>
                <a:cubicBezTo>
                  <a:pt x="107452" y="89427"/>
                  <a:pt x="108223" y="88305"/>
                  <a:pt x="108664" y="86765"/>
                </a:cubicBezTo>
                <a:cubicBezTo>
                  <a:pt x="108884" y="86017"/>
                  <a:pt x="108995" y="83883"/>
                  <a:pt x="108995" y="80365"/>
                </a:cubicBezTo>
                <a:lnTo>
                  <a:pt x="108995" y="56943"/>
                </a:lnTo>
                <a:cubicBezTo>
                  <a:pt x="108995" y="49905"/>
                  <a:pt x="108851" y="45716"/>
                  <a:pt x="108565" y="44375"/>
                </a:cubicBezTo>
                <a:cubicBezTo>
                  <a:pt x="108278" y="43033"/>
                  <a:pt x="107749" y="42055"/>
                  <a:pt x="106978" y="41439"/>
                </a:cubicBezTo>
                <a:cubicBezTo>
                  <a:pt x="106206" y="40823"/>
                  <a:pt x="105248" y="40515"/>
                  <a:pt x="104101" y="40515"/>
                </a:cubicBezTo>
                <a:cubicBezTo>
                  <a:pt x="102735" y="40515"/>
                  <a:pt x="101192" y="40845"/>
                  <a:pt x="99473" y="41505"/>
                </a:cubicBezTo>
                <a:lnTo>
                  <a:pt x="98812" y="39129"/>
                </a:lnTo>
                <a:lnTo>
                  <a:pt x="117128" y="31739"/>
                </a:lnTo>
                <a:lnTo>
                  <a:pt x="119905" y="31739"/>
                </a:lnTo>
                <a:close/>
                <a:moveTo>
                  <a:pt x="164500" y="0"/>
                </a:moveTo>
                <a:cubicBezTo>
                  <a:pt x="166352" y="0"/>
                  <a:pt x="167928" y="654"/>
                  <a:pt x="169228" y="1961"/>
                </a:cubicBezTo>
                <a:cubicBezTo>
                  <a:pt x="170528" y="3267"/>
                  <a:pt x="171179" y="4850"/>
                  <a:pt x="171179" y="6712"/>
                </a:cubicBezTo>
                <a:cubicBezTo>
                  <a:pt x="171179" y="8573"/>
                  <a:pt x="170528" y="10168"/>
                  <a:pt x="169228" y="11497"/>
                </a:cubicBezTo>
                <a:cubicBezTo>
                  <a:pt x="167928" y="12825"/>
                  <a:pt x="166352" y="13489"/>
                  <a:pt x="164500" y="13489"/>
                </a:cubicBezTo>
                <a:cubicBezTo>
                  <a:pt x="162649" y="13489"/>
                  <a:pt x="161062" y="12825"/>
                  <a:pt x="159739" y="11497"/>
                </a:cubicBezTo>
                <a:cubicBezTo>
                  <a:pt x="158417" y="10168"/>
                  <a:pt x="157756" y="8573"/>
                  <a:pt x="157756" y="6712"/>
                </a:cubicBezTo>
                <a:cubicBezTo>
                  <a:pt x="157756" y="4850"/>
                  <a:pt x="158406" y="3267"/>
                  <a:pt x="159706" y="1961"/>
                </a:cubicBezTo>
                <a:cubicBezTo>
                  <a:pt x="161007" y="654"/>
                  <a:pt x="162605" y="0"/>
                  <a:pt x="164500" y="0"/>
                </a:cubicBezTo>
                <a:moveTo>
                  <a:pt x="169988" y="31739"/>
                </a:moveTo>
                <a:lnTo>
                  <a:pt x="169988" y="80299"/>
                </a:lnTo>
                <a:cubicBezTo>
                  <a:pt x="169988" y="84082"/>
                  <a:pt x="170264" y="86600"/>
                  <a:pt x="170815" y="87854"/>
                </a:cubicBezTo>
                <a:cubicBezTo>
                  <a:pt x="171366" y="89107"/>
                  <a:pt x="172182" y="90042"/>
                  <a:pt x="173262" y="90658"/>
                </a:cubicBezTo>
                <a:cubicBezTo>
                  <a:pt x="174342" y="91273"/>
                  <a:pt x="176314" y="91581"/>
                  <a:pt x="179180" y="91581"/>
                </a:cubicBezTo>
                <a:lnTo>
                  <a:pt x="179180" y="94028"/>
                </a:lnTo>
                <a:lnTo>
                  <a:pt x="149755" y="94028"/>
                </a:lnTo>
                <a:lnTo>
                  <a:pt x="149755" y="91581"/>
                </a:lnTo>
                <a:cubicBezTo>
                  <a:pt x="152708" y="91581"/>
                  <a:pt x="154692" y="91295"/>
                  <a:pt x="155706" y="90724"/>
                </a:cubicBezTo>
                <a:cubicBezTo>
                  <a:pt x="156720" y="90152"/>
                  <a:pt x="157524" y="89206"/>
                  <a:pt x="158119" y="87887"/>
                </a:cubicBezTo>
                <a:cubicBezTo>
                  <a:pt x="158714" y="86567"/>
                  <a:pt x="159012" y="84038"/>
                  <a:pt x="159012" y="80299"/>
                </a:cubicBezTo>
                <a:lnTo>
                  <a:pt x="159012" y="57009"/>
                </a:lnTo>
                <a:cubicBezTo>
                  <a:pt x="159012" y="50454"/>
                  <a:pt x="158814" y="46210"/>
                  <a:pt x="158417" y="44276"/>
                </a:cubicBezTo>
                <a:cubicBezTo>
                  <a:pt x="158108" y="42868"/>
                  <a:pt x="157623" y="41889"/>
                  <a:pt x="156962" y="41340"/>
                </a:cubicBezTo>
                <a:cubicBezTo>
                  <a:pt x="156301" y="40790"/>
                  <a:pt x="155397" y="40515"/>
                  <a:pt x="154251" y="40515"/>
                </a:cubicBezTo>
                <a:cubicBezTo>
                  <a:pt x="153017" y="40515"/>
                  <a:pt x="151518" y="40845"/>
                  <a:pt x="149755" y="41505"/>
                </a:cubicBezTo>
                <a:lnTo>
                  <a:pt x="148829" y="39129"/>
                </a:lnTo>
                <a:lnTo>
                  <a:pt x="167079" y="31739"/>
                </a:lnTo>
                <a:lnTo>
                  <a:pt x="169988" y="31739"/>
                </a:lnTo>
                <a:close/>
                <a:moveTo>
                  <a:pt x="211821" y="38087"/>
                </a:moveTo>
                <a:lnTo>
                  <a:pt x="211821" y="77943"/>
                </a:lnTo>
                <a:cubicBezTo>
                  <a:pt x="211821" y="83593"/>
                  <a:pt x="212438" y="87167"/>
                  <a:pt x="213672" y="88668"/>
                </a:cubicBezTo>
                <a:cubicBezTo>
                  <a:pt x="215303" y="90610"/>
                  <a:pt x="217485" y="91581"/>
                  <a:pt x="220219" y="91581"/>
                </a:cubicBezTo>
                <a:lnTo>
                  <a:pt x="225707" y="91581"/>
                </a:lnTo>
                <a:lnTo>
                  <a:pt x="225707" y="94028"/>
                </a:lnTo>
                <a:lnTo>
                  <a:pt x="189537" y="94028"/>
                </a:lnTo>
                <a:lnTo>
                  <a:pt x="189537" y="91581"/>
                </a:lnTo>
                <a:lnTo>
                  <a:pt x="192248" y="91581"/>
                </a:lnTo>
                <a:cubicBezTo>
                  <a:pt x="194012" y="91581"/>
                  <a:pt x="195621" y="91140"/>
                  <a:pt x="197075" y="90257"/>
                </a:cubicBezTo>
                <a:cubicBezTo>
                  <a:pt x="198530" y="89374"/>
                  <a:pt x="199533" y="88182"/>
                  <a:pt x="200084" y="86682"/>
                </a:cubicBezTo>
                <a:cubicBezTo>
                  <a:pt x="200635" y="85182"/>
                  <a:pt x="200910" y="82269"/>
                  <a:pt x="200910" y="77943"/>
                </a:cubicBezTo>
                <a:lnTo>
                  <a:pt x="200910" y="38087"/>
                </a:lnTo>
                <a:lnTo>
                  <a:pt x="189140" y="38087"/>
                </a:lnTo>
                <a:lnTo>
                  <a:pt x="189140" y="33459"/>
                </a:lnTo>
                <a:lnTo>
                  <a:pt x="200910" y="33459"/>
                </a:lnTo>
                <a:lnTo>
                  <a:pt x="200910" y="29475"/>
                </a:lnTo>
                <a:cubicBezTo>
                  <a:pt x="200910" y="23412"/>
                  <a:pt x="201880" y="18278"/>
                  <a:pt x="203820" y="14074"/>
                </a:cubicBezTo>
                <a:cubicBezTo>
                  <a:pt x="205760" y="9870"/>
                  <a:pt x="208724" y="6473"/>
                  <a:pt x="212714" y="3885"/>
                </a:cubicBezTo>
                <a:cubicBezTo>
                  <a:pt x="216703" y="1295"/>
                  <a:pt x="221188" y="0"/>
                  <a:pt x="226170" y="0"/>
                </a:cubicBezTo>
                <a:cubicBezTo>
                  <a:pt x="230798" y="0"/>
                  <a:pt x="235052" y="1499"/>
                  <a:pt x="238932" y="4496"/>
                </a:cubicBezTo>
                <a:cubicBezTo>
                  <a:pt x="241488" y="6480"/>
                  <a:pt x="242767" y="8706"/>
                  <a:pt x="242767" y="11175"/>
                </a:cubicBezTo>
                <a:cubicBezTo>
                  <a:pt x="242767" y="12497"/>
                  <a:pt x="242194" y="13743"/>
                  <a:pt x="241047" y="14911"/>
                </a:cubicBezTo>
                <a:cubicBezTo>
                  <a:pt x="239901" y="16079"/>
                  <a:pt x="238667" y="16663"/>
                  <a:pt x="237345" y="16663"/>
                </a:cubicBezTo>
                <a:cubicBezTo>
                  <a:pt x="236331" y="16663"/>
                  <a:pt x="235262" y="16295"/>
                  <a:pt x="234138" y="15560"/>
                </a:cubicBezTo>
                <a:cubicBezTo>
                  <a:pt x="233013" y="14824"/>
                  <a:pt x="231636" y="13242"/>
                  <a:pt x="230005" y="10813"/>
                </a:cubicBezTo>
                <a:cubicBezTo>
                  <a:pt x="228374" y="8385"/>
                  <a:pt x="226875" y="6747"/>
                  <a:pt x="225508" y="5899"/>
                </a:cubicBezTo>
                <a:cubicBezTo>
                  <a:pt x="224142" y="5052"/>
                  <a:pt x="222621" y="4629"/>
                  <a:pt x="220946" y="4629"/>
                </a:cubicBezTo>
                <a:cubicBezTo>
                  <a:pt x="218918" y="4629"/>
                  <a:pt x="217199" y="5174"/>
                  <a:pt x="215788" y="6265"/>
                </a:cubicBezTo>
                <a:cubicBezTo>
                  <a:pt x="214378" y="7355"/>
                  <a:pt x="213364" y="9045"/>
                  <a:pt x="212747" y="11336"/>
                </a:cubicBezTo>
                <a:cubicBezTo>
                  <a:pt x="212129" y="13627"/>
                  <a:pt x="211821" y="19533"/>
                  <a:pt x="211821" y="29053"/>
                </a:cubicBezTo>
                <a:lnTo>
                  <a:pt x="211821" y="33459"/>
                </a:lnTo>
                <a:lnTo>
                  <a:pt x="227426" y="33459"/>
                </a:lnTo>
                <a:lnTo>
                  <a:pt x="227426" y="38087"/>
                </a:lnTo>
                <a:lnTo>
                  <a:pt x="211821" y="3808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t">
            <a:extLst xmlns:a="http://schemas.openxmlformats.org/drawingml/2006/main">
              <a:ext uri="{FF2B5EF4-FFF2-40B4-BE49-F238E27FC236}">
                <a16:creationId xmlns:a16="http://schemas.microsoft.com/office/drawing/2014/main" id="{5AD19477-31A2-4839-AE6D-E05A87C1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723" y="1900436"/>
            <a:ext cx="36500" cy="81597"/>
          </a:xfrm>
          <a:custGeom xmlns:a="http://schemas.openxmlformats.org/drawingml/2006/main">
            <a:pathLst>
              <a:path w="36500" h="81597">
                <a:moveTo>
                  <a:pt x="20498" y="0"/>
                </a:moveTo>
                <a:lnTo>
                  <a:pt x="20498" y="19969"/>
                </a:lnTo>
                <a:lnTo>
                  <a:pt x="34649" y="19969"/>
                </a:lnTo>
                <a:lnTo>
                  <a:pt x="34649" y="24598"/>
                </a:lnTo>
                <a:lnTo>
                  <a:pt x="20498" y="24598"/>
                </a:lnTo>
                <a:lnTo>
                  <a:pt x="20498" y="63822"/>
                </a:lnTo>
                <a:cubicBezTo>
                  <a:pt x="20498" y="67741"/>
                  <a:pt x="21060" y="70383"/>
                  <a:pt x="22184" y="71748"/>
                </a:cubicBezTo>
                <a:cubicBezTo>
                  <a:pt x="23309" y="73112"/>
                  <a:pt x="24752" y="73794"/>
                  <a:pt x="26516" y="73794"/>
                </a:cubicBezTo>
                <a:cubicBezTo>
                  <a:pt x="27970" y="73794"/>
                  <a:pt x="29381" y="73342"/>
                  <a:pt x="30747" y="72438"/>
                </a:cubicBezTo>
                <a:cubicBezTo>
                  <a:pt x="32114" y="71535"/>
                  <a:pt x="33172" y="70201"/>
                  <a:pt x="33921" y="68438"/>
                </a:cubicBezTo>
                <a:lnTo>
                  <a:pt x="36500" y="68438"/>
                </a:lnTo>
                <a:cubicBezTo>
                  <a:pt x="34957" y="72770"/>
                  <a:pt x="32775" y="76047"/>
                  <a:pt x="29954" y="78268"/>
                </a:cubicBezTo>
                <a:cubicBezTo>
                  <a:pt x="27133" y="80487"/>
                  <a:pt x="24223" y="81597"/>
                  <a:pt x="21226" y="81597"/>
                </a:cubicBezTo>
                <a:cubicBezTo>
                  <a:pt x="19198" y="81597"/>
                  <a:pt x="17214" y="81034"/>
                  <a:pt x="15275" y="79908"/>
                </a:cubicBezTo>
                <a:cubicBezTo>
                  <a:pt x="13335" y="78783"/>
                  <a:pt x="11902" y="77172"/>
                  <a:pt x="10977" y="75077"/>
                </a:cubicBezTo>
                <a:cubicBezTo>
                  <a:pt x="10051" y="72981"/>
                  <a:pt x="9588" y="69747"/>
                  <a:pt x="9588" y="65378"/>
                </a:cubicBezTo>
                <a:lnTo>
                  <a:pt x="9588" y="24598"/>
                </a:lnTo>
                <a:lnTo>
                  <a:pt x="0" y="24598"/>
                </a:lnTo>
                <a:lnTo>
                  <a:pt x="0" y="22416"/>
                </a:lnTo>
                <a:cubicBezTo>
                  <a:pt x="2425" y="21443"/>
                  <a:pt x="4904" y="19796"/>
                  <a:pt x="7439" y="17475"/>
                </a:cubicBezTo>
                <a:cubicBezTo>
                  <a:pt x="9974" y="15154"/>
                  <a:pt x="12233" y="12402"/>
                  <a:pt x="14217" y="9218"/>
                </a:cubicBezTo>
                <a:cubicBezTo>
                  <a:pt x="15230" y="7539"/>
                  <a:pt x="16641" y="4466"/>
                  <a:pt x="18448" y="0"/>
                </a:cubicBezTo>
                <a:lnTo>
                  <a:pt x="20498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7f15a2bf44773"/>
          <a:stretch xmlns:a="http://schemas.openxmlformats.org/drawingml/2006/main"/>
        </p:blipFill>
        <p:spPr>
          <a:xfrm xmlns:a="http://schemas.openxmlformats.org/drawingml/2006/main">
            <a:off x="9192137" y="1811379"/>
            <a:ext cx="301337" cy="231797"/>
          </a:xfrm>
          <a:prstGeom xmlns:a="http://schemas.openxmlformats.org/drawingml/2006/main" prst="rect">
            <a:avLst/>
          </a:prstGeom>
        </p:spPr>
      </p:pic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c4288fa554c6b"/>
          <a:stretch xmlns:a="http://schemas.openxmlformats.org/drawingml/2006/main"/>
        </p:blipFill>
        <p:spPr>
          <a:xfrm xmlns:a="http://schemas.openxmlformats.org/drawingml/2006/main">
            <a:off x="9969348" y="1392382"/>
            <a:ext cx="1784138" cy="1305041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97B04-F261-4BE9-9B9B-93CF2C8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679" y="1387172"/>
            <a:ext cx="1795477" cy="1315461"/>
          </a:xfrm>
          <a:custGeom xmlns:a="http://schemas.openxmlformats.org/drawingml/2006/main">
            <a:pathLst>
              <a:path w="1795477" h="1315461" fill="none">
                <a:moveTo>
                  <a:pt x="0" y="0"/>
                </a:moveTo>
                <a:lnTo>
                  <a:pt x="1795477" y="0"/>
                </a:lnTo>
                <a:lnTo>
                  <a:pt x="1795477" y="1315461"/>
                </a:lnTo>
                <a:lnTo>
                  <a:pt x="0" y="13154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17" cap="flat">
            <a:solidFill>
              <a:srgbClr val="000000"/>
            </a:solidFill>
            <a:round/>
          </a:ln>
        </p:spPr>
      </p:sp>
      <p:sp>
        <p:nvSpPr>
          <p:cNvPr id="171" name="Text (d)A5">
            <a:extLst xmlns:a="http://schemas.openxmlformats.org/drawingml/2006/main">
              <a:ext uri="{FF2B5EF4-FFF2-40B4-BE49-F238E27FC236}">
                <a16:creationId xmlns:a16="http://schemas.microsoft.com/office/drawing/2014/main" id="{89FB29A2-5781-407D-8C6D-4D073FE9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770" y="2828849"/>
            <a:ext cx="505448" cy="175441"/>
          </a:xfrm>
          <a:custGeom xmlns:a="http://schemas.openxmlformats.org/drawingml/2006/main">
            <a:pathLst>
              <a:path w="505448" h="175441">
                <a:moveTo>
                  <a:pt x="43564" y="175006"/>
                </a:moveTo>
                <a:lnTo>
                  <a:pt x="42945" y="174369"/>
                </a:lnTo>
                <a:lnTo>
                  <a:pt x="42341" y="173730"/>
                </a:lnTo>
                <a:lnTo>
                  <a:pt x="41750" y="173089"/>
                </a:lnTo>
                <a:lnTo>
                  <a:pt x="41172" y="172444"/>
                </a:lnTo>
                <a:lnTo>
                  <a:pt x="40608" y="171798"/>
                </a:lnTo>
                <a:lnTo>
                  <a:pt x="40058" y="171149"/>
                </a:lnTo>
                <a:lnTo>
                  <a:pt x="39522" y="170497"/>
                </a:lnTo>
                <a:lnTo>
                  <a:pt x="38996" y="169843"/>
                </a:lnTo>
                <a:lnTo>
                  <a:pt x="38480" y="169187"/>
                </a:lnTo>
                <a:lnTo>
                  <a:pt x="37973" y="168529"/>
                </a:lnTo>
                <a:lnTo>
                  <a:pt x="37474" y="167868"/>
                </a:lnTo>
                <a:lnTo>
                  <a:pt x="36985" y="167205"/>
                </a:lnTo>
                <a:lnTo>
                  <a:pt x="36505" y="166539"/>
                </a:lnTo>
                <a:lnTo>
                  <a:pt x="36033" y="165872"/>
                </a:lnTo>
                <a:lnTo>
                  <a:pt x="35571" y="165202"/>
                </a:lnTo>
                <a:lnTo>
                  <a:pt x="35118" y="164529"/>
                </a:lnTo>
                <a:lnTo>
                  <a:pt x="34674" y="163855"/>
                </a:lnTo>
                <a:lnTo>
                  <a:pt x="34238" y="163178"/>
                </a:lnTo>
                <a:lnTo>
                  <a:pt x="33812" y="162499"/>
                </a:lnTo>
                <a:lnTo>
                  <a:pt x="33395" y="161817"/>
                </a:lnTo>
                <a:lnTo>
                  <a:pt x="32987" y="161134"/>
                </a:lnTo>
                <a:lnTo>
                  <a:pt x="32587" y="160448"/>
                </a:lnTo>
                <a:lnTo>
                  <a:pt x="32197" y="159759"/>
                </a:lnTo>
                <a:lnTo>
                  <a:pt x="31816" y="159069"/>
                </a:lnTo>
                <a:lnTo>
                  <a:pt x="31444" y="158376"/>
                </a:lnTo>
                <a:lnTo>
                  <a:pt x="31080" y="157680"/>
                </a:lnTo>
                <a:lnTo>
                  <a:pt x="30726" y="156983"/>
                </a:lnTo>
                <a:lnTo>
                  <a:pt x="30381" y="156283"/>
                </a:lnTo>
                <a:lnTo>
                  <a:pt x="30045" y="155581"/>
                </a:lnTo>
                <a:lnTo>
                  <a:pt x="29718" y="154877"/>
                </a:lnTo>
                <a:lnTo>
                  <a:pt x="29400" y="154170"/>
                </a:lnTo>
                <a:lnTo>
                  <a:pt x="29088" y="153452"/>
                </a:lnTo>
                <a:lnTo>
                  <a:pt x="28780" y="152716"/>
                </a:lnTo>
                <a:lnTo>
                  <a:pt x="28476" y="151960"/>
                </a:lnTo>
                <a:lnTo>
                  <a:pt x="28176" y="151184"/>
                </a:lnTo>
                <a:lnTo>
                  <a:pt x="27880" y="150390"/>
                </a:lnTo>
                <a:lnTo>
                  <a:pt x="27588" y="149576"/>
                </a:lnTo>
                <a:lnTo>
                  <a:pt x="27299" y="148743"/>
                </a:lnTo>
                <a:lnTo>
                  <a:pt x="27015" y="147891"/>
                </a:lnTo>
                <a:lnTo>
                  <a:pt x="26734" y="147019"/>
                </a:lnTo>
                <a:lnTo>
                  <a:pt x="26457" y="146129"/>
                </a:lnTo>
                <a:lnTo>
                  <a:pt x="26184" y="145219"/>
                </a:lnTo>
                <a:lnTo>
                  <a:pt x="25915" y="144289"/>
                </a:lnTo>
                <a:lnTo>
                  <a:pt x="25650" y="143341"/>
                </a:lnTo>
                <a:lnTo>
                  <a:pt x="25389" y="142373"/>
                </a:lnTo>
                <a:lnTo>
                  <a:pt x="25132" y="141386"/>
                </a:lnTo>
                <a:lnTo>
                  <a:pt x="24878" y="140380"/>
                </a:lnTo>
                <a:lnTo>
                  <a:pt x="24629" y="139354"/>
                </a:lnTo>
                <a:lnTo>
                  <a:pt x="24383" y="138310"/>
                </a:lnTo>
                <a:lnTo>
                  <a:pt x="24141" y="137246"/>
                </a:lnTo>
                <a:lnTo>
                  <a:pt x="23903" y="136162"/>
                </a:lnTo>
                <a:lnTo>
                  <a:pt x="23669" y="135060"/>
                </a:lnTo>
                <a:lnTo>
                  <a:pt x="23439" y="133938"/>
                </a:lnTo>
                <a:lnTo>
                  <a:pt x="23213" y="132797"/>
                </a:lnTo>
                <a:lnTo>
                  <a:pt x="22991" y="131637"/>
                </a:lnTo>
                <a:lnTo>
                  <a:pt x="22717" y="130146"/>
                </a:lnTo>
                <a:lnTo>
                  <a:pt x="22454" y="128642"/>
                </a:lnTo>
                <a:lnTo>
                  <a:pt x="22204" y="127124"/>
                </a:lnTo>
                <a:lnTo>
                  <a:pt x="21965" y="125593"/>
                </a:lnTo>
                <a:lnTo>
                  <a:pt x="21738" y="124047"/>
                </a:lnTo>
                <a:lnTo>
                  <a:pt x="21522" y="122488"/>
                </a:lnTo>
                <a:lnTo>
                  <a:pt x="21318" y="120915"/>
                </a:lnTo>
                <a:lnTo>
                  <a:pt x="21126" y="119328"/>
                </a:lnTo>
                <a:lnTo>
                  <a:pt x="20945" y="117727"/>
                </a:lnTo>
                <a:lnTo>
                  <a:pt x="20776" y="116113"/>
                </a:lnTo>
                <a:lnTo>
                  <a:pt x="20619" y="114484"/>
                </a:lnTo>
                <a:lnTo>
                  <a:pt x="20473" y="112843"/>
                </a:lnTo>
                <a:lnTo>
                  <a:pt x="20339" y="111187"/>
                </a:lnTo>
                <a:lnTo>
                  <a:pt x="20216" y="109517"/>
                </a:lnTo>
                <a:lnTo>
                  <a:pt x="20106" y="107834"/>
                </a:lnTo>
                <a:lnTo>
                  <a:pt x="20007" y="106137"/>
                </a:lnTo>
                <a:lnTo>
                  <a:pt x="19919" y="104426"/>
                </a:lnTo>
                <a:lnTo>
                  <a:pt x="19843" y="102701"/>
                </a:lnTo>
                <a:lnTo>
                  <a:pt x="19779" y="100963"/>
                </a:lnTo>
                <a:lnTo>
                  <a:pt x="19727" y="99211"/>
                </a:lnTo>
                <a:lnTo>
                  <a:pt x="19686" y="97445"/>
                </a:lnTo>
                <a:lnTo>
                  <a:pt x="19657" y="95665"/>
                </a:lnTo>
                <a:lnTo>
                  <a:pt x="19639" y="93872"/>
                </a:lnTo>
                <a:lnTo>
                  <a:pt x="19634" y="92064"/>
                </a:lnTo>
                <a:lnTo>
                  <a:pt x="19641" y="90397"/>
                </a:lnTo>
                <a:lnTo>
                  <a:pt x="19661" y="88736"/>
                </a:lnTo>
                <a:lnTo>
                  <a:pt x="19696" y="87080"/>
                </a:lnTo>
                <a:lnTo>
                  <a:pt x="19744" y="85429"/>
                </a:lnTo>
                <a:lnTo>
                  <a:pt x="19806" y="83785"/>
                </a:lnTo>
                <a:lnTo>
                  <a:pt x="19882" y="82146"/>
                </a:lnTo>
                <a:lnTo>
                  <a:pt x="19971" y="80513"/>
                </a:lnTo>
                <a:lnTo>
                  <a:pt x="20074" y="78885"/>
                </a:lnTo>
                <a:lnTo>
                  <a:pt x="20192" y="77263"/>
                </a:lnTo>
                <a:lnTo>
                  <a:pt x="20322" y="75647"/>
                </a:lnTo>
                <a:lnTo>
                  <a:pt x="20467" y="74036"/>
                </a:lnTo>
                <a:lnTo>
                  <a:pt x="20625" y="72431"/>
                </a:lnTo>
                <a:lnTo>
                  <a:pt x="20798" y="70831"/>
                </a:lnTo>
                <a:lnTo>
                  <a:pt x="20984" y="69238"/>
                </a:lnTo>
                <a:lnTo>
                  <a:pt x="21183" y="67650"/>
                </a:lnTo>
                <a:lnTo>
                  <a:pt x="21397" y="66067"/>
                </a:lnTo>
                <a:lnTo>
                  <a:pt x="21624" y="64490"/>
                </a:lnTo>
                <a:lnTo>
                  <a:pt x="21865" y="62919"/>
                </a:lnTo>
                <a:lnTo>
                  <a:pt x="22120" y="61354"/>
                </a:lnTo>
                <a:lnTo>
                  <a:pt x="22389" y="59794"/>
                </a:lnTo>
                <a:lnTo>
                  <a:pt x="22671" y="58240"/>
                </a:lnTo>
                <a:lnTo>
                  <a:pt x="22967" y="56691"/>
                </a:lnTo>
                <a:lnTo>
                  <a:pt x="23277" y="55148"/>
                </a:lnTo>
                <a:lnTo>
                  <a:pt x="23601" y="53611"/>
                </a:lnTo>
                <a:lnTo>
                  <a:pt x="23939" y="52088"/>
                </a:lnTo>
                <a:lnTo>
                  <a:pt x="24291" y="50587"/>
                </a:lnTo>
                <a:lnTo>
                  <a:pt x="24656" y="49108"/>
                </a:lnTo>
                <a:lnTo>
                  <a:pt x="25037" y="47651"/>
                </a:lnTo>
                <a:lnTo>
                  <a:pt x="25431" y="46217"/>
                </a:lnTo>
                <a:lnTo>
                  <a:pt x="25839" y="44805"/>
                </a:lnTo>
                <a:lnTo>
                  <a:pt x="26262" y="43415"/>
                </a:lnTo>
                <a:lnTo>
                  <a:pt x="26698" y="42048"/>
                </a:lnTo>
                <a:lnTo>
                  <a:pt x="27149" y="40703"/>
                </a:lnTo>
                <a:lnTo>
                  <a:pt x="27614" y="39380"/>
                </a:lnTo>
                <a:lnTo>
                  <a:pt x="28093" y="38079"/>
                </a:lnTo>
                <a:lnTo>
                  <a:pt x="28586" y="36800"/>
                </a:lnTo>
                <a:lnTo>
                  <a:pt x="29093" y="35544"/>
                </a:lnTo>
                <a:lnTo>
                  <a:pt x="29614" y="34310"/>
                </a:lnTo>
                <a:lnTo>
                  <a:pt x="30150" y="33098"/>
                </a:lnTo>
                <a:lnTo>
                  <a:pt x="30699" y="31909"/>
                </a:lnTo>
                <a:lnTo>
                  <a:pt x="31263" y="30742"/>
                </a:lnTo>
                <a:lnTo>
                  <a:pt x="31841" y="29597"/>
                </a:lnTo>
                <a:lnTo>
                  <a:pt x="32433" y="28474"/>
                </a:lnTo>
                <a:lnTo>
                  <a:pt x="33039" y="27373"/>
                </a:lnTo>
                <a:lnTo>
                  <a:pt x="33659" y="26295"/>
                </a:lnTo>
                <a:lnTo>
                  <a:pt x="34294" y="25239"/>
                </a:lnTo>
                <a:lnTo>
                  <a:pt x="34942" y="24206"/>
                </a:lnTo>
                <a:lnTo>
                  <a:pt x="35605" y="23194"/>
                </a:lnTo>
                <a:lnTo>
                  <a:pt x="36283" y="22203"/>
                </a:lnTo>
                <a:lnTo>
                  <a:pt x="36976" y="21229"/>
                </a:lnTo>
                <a:lnTo>
                  <a:pt x="37684" y="20273"/>
                </a:lnTo>
                <a:lnTo>
                  <a:pt x="38408" y="19334"/>
                </a:lnTo>
                <a:lnTo>
                  <a:pt x="39148" y="18413"/>
                </a:lnTo>
                <a:lnTo>
                  <a:pt x="39903" y="17510"/>
                </a:lnTo>
                <a:lnTo>
                  <a:pt x="40674" y="16625"/>
                </a:lnTo>
                <a:lnTo>
                  <a:pt x="41460" y="15757"/>
                </a:lnTo>
                <a:lnTo>
                  <a:pt x="42262" y="14906"/>
                </a:lnTo>
                <a:lnTo>
                  <a:pt x="43079" y="14074"/>
                </a:lnTo>
                <a:lnTo>
                  <a:pt x="43912" y="13259"/>
                </a:lnTo>
                <a:lnTo>
                  <a:pt x="44761" y="12462"/>
                </a:lnTo>
                <a:lnTo>
                  <a:pt x="45625" y="11682"/>
                </a:lnTo>
                <a:lnTo>
                  <a:pt x="46504" y="10920"/>
                </a:lnTo>
                <a:lnTo>
                  <a:pt x="47399" y="10176"/>
                </a:lnTo>
                <a:lnTo>
                  <a:pt x="48310" y="9449"/>
                </a:lnTo>
                <a:lnTo>
                  <a:pt x="49236" y="8741"/>
                </a:lnTo>
                <a:lnTo>
                  <a:pt x="50178" y="8049"/>
                </a:lnTo>
                <a:lnTo>
                  <a:pt x="51135" y="7376"/>
                </a:lnTo>
                <a:lnTo>
                  <a:pt x="52108" y="6720"/>
                </a:lnTo>
                <a:lnTo>
                  <a:pt x="53096" y="6081"/>
                </a:lnTo>
                <a:lnTo>
                  <a:pt x="54100" y="5461"/>
                </a:lnTo>
                <a:lnTo>
                  <a:pt x="55119" y="4858"/>
                </a:lnTo>
                <a:lnTo>
                  <a:pt x="56154" y="4273"/>
                </a:lnTo>
                <a:lnTo>
                  <a:pt x="56154" y="0"/>
                </a:lnTo>
                <a:lnTo>
                  <a:pt x="54085" y="958"/>
                </a:lnTo>
                <a:lnTo>
                  <a:pt x="52049" y="1968"/>
                </a:lnTo>
                <a:lnTo>
                  <a:pt x="50046" y="3029"/>
                </a:lnTo>
                <a:lnTo>
                  <a:pt x="48075" y="4141"/>
                </a:lnTo>
                <a:lnTo>
                  <a:pt x="46138" y="5305"/>
                </a:lnTo>
                <a:lnTo>
                  <a:pt x="44233" y="6520"/>
                </a:lnTo>
                <a:lnTo>
                  <a:pt x="42361" y="7787"/>
                </a:lnTo>
                <a:lnTo>
                  <a:pt x="40522" y="9105"/>
                </a:lnTo>
                <a:lnTo>
                  <a:pt x="38716" y="10474"/>
                </a:lnTo>
                <a:lnTo>
                  <a:pt x="36942" y="11895"/>
                </a:lnTo>
                <a:lnTo>
                  <a:pt x="35202" y="13367"/>
                </a:lnTo>
                <a:lnTo>
                  <a:pt x="33494" y="14891"/>
                </a:lnTo>
                <a:lnTo>
                  <a:pt x="31819" y="16465"/>
                </a:lnTo>
                <a:lnTo>
                  <a:pt x="30177" y="18092"/>
                </a:lnTo>
                <a:lnTo>
                  <a:pt x="28568" y="19770"/>
                </a:lnTo>
                <a:lnTo>
                  <a:pt x="26992" y="21499"/>
                </a:lnTo>
                <a:lnTo>
                  <a:pt x="25449" y="23279"/>
                </a:lnTo>
                <a:lnTo>
                  <a:pt x="23938" y="25111"/>
                </a:lnTo>
                <a:lnTo>
                  <a:pt x="22460" y="26994"/>
                </a:lnTo>
                <a:lnTo>
                  <a:pt x="21015" y="28929"/>
                </a:lnTo>
                <a:lnTo>
                  <a:pt x="19603" y="30915"/>
                </a:lnTo>
                <a:lnTo>
                  <a:pt x="18224" y="32953"/>
                </a:lnTo>
                <a:lnTo>
                  <a:pt x="16878" y="35042"/>
                </a:lnTo>
                <a:lnTo>
                  <a:pt x="15564" y="37182"/>
                </a:lnTo>
                <a:lnTo>
                  <a:pt x="14294" y="39357"/>
                </a:lnTo>
                <a:lnTo>
                  <a:pt x="13078" y="41552"/>
                </a:lnTo>
                <a:lnTo>
                  <a:pt x="11917" y="43766"/>
                </a:lnTo>
                <a:lnTo>
                  <a:pt x="10809" y="46000"/>
                </a:lnTo>
                <a:lnTo>
                  <a:pt x="9755" y="48252"/>
                </a:lnTo>
                <a:lnTo>
                  <a:pt x="8755" y="50524"/>
                </a:lnTo>
                <a:lnTo>
                  <a:pt x="7809" y="52815"/>
                </a:lnTo>
                <a:lnTo>
                  <a:pt x="6918" y="55126"/>
                </a:lnTo>
                <a:lnTo>
                  <a:pt x="6080" y="57455"/>
                </a:lnTo>
                <a:lnTo>
                  <a:pt x="5296" y="59804"/>
                </a:lnTo>
                <a:lnTo>
                  <a:pt x="4567" y="62172"/>
                </a:lnTo>
                <a:lnTo>
                  <a:pt x="3891" y="64560"/>
                </a:lnTo>
                <a:lnTo>
                  <a:pt x="3270" y="66966"/>
                </a:lnTo>
                <a:lnTo>
                  <a:pt x="2702" y="69392"/>
                </a:lnTo>
                <a:lnTo>
                  <a:pt x="2189" y="71837"/>
                </a:lnTo>
                <a:lnTo>
                  <a:pt x="1729" y="74301"/>
                </a:lnTo>
                <a:lnTo>
                  <a:pt x="1324" y="76785"/>
                </a:lnTo>
                <a:lnTo>
                  <a:pt x="973" y="79288"/>
                </a:lnTo>
                <a:lnTo>
                  <a:pt x="676" y="81810"/>
                </a:lnTo>
                <a:lnTo>
                  <a:pt x="432" y="84351"/>
                </a:lnTo>
                <a:lnTo>
                  <a:pt x="243" y="86912"/>
                </a:lnTo>
                <a:lnTo>
                  <a:pt x="108" y="89492"/>
                </a:lnTo>
                <a:lnTo>
                  <a:pt x="27" y="92091"/>
                </a:lnTo>
                <a:lnTo>
                  <a:pt x="0" y="94709"/>
                </a:lnTo>
                <a:lnTo>
                  <a:pt x="14" y="96504"/>
                </a:lnTo>
                <a:lnTo>
                  <a:pt x="55" y="98293"/>
                </a:lnTo>
                <a:lnTo>
                  <a:pt x="124" y="100077"/>
                </a:lnTo>
                <a:lnTo>
                  <a:pt x="220" y="101856"/>
                </a:lnTo>
                <a:lnTo>
                  <a:pt x="344" y="103629"/>
                </a:lnTo>
                <a:lnTo>
                  <a:pt x="496" y="105397"/>
                </a:lnTo>
                <a:lnTo>
                  <a:pt x="675" y="107160"/>
                </a:lnTo>
                <a:lnTo>
                  <a:pt x="882" y="108917"/>
                </a:lnTo>
                <a:lnTo>
                  <a:pt x="1116" y="110670"/>
                </a:lnTo>
                <a:lnTo>
                  <a:pt x="1378" y="112417"/>
                </a:lnTo>
                <a:lnTo>
                  <a:pt x="1667" y="114158"/>
                </a:lnTo>
                <a:lnTo>
                  <a:pt x="1984" y="115894"/>
                </a:lnTo>
                <a:lnTo>
                  <a:pt x="2328" y="117625"/>
                </a:lnTo>
                <a:lnTo>
                  <a:pt x="2700" y="119351"/>
                </a:lnTo>
                <a:lnTo>
                  <a:pt x="3100" y="121071"/>
                </a:lnTo>
                <a:lnTo>
                  <a:pt x="3527" y="122787"/>
                </a:lnTo>
                <a:lnTo>
                  <a:pt x="3981" y="124496"/>
                </a:lnTo>
                <a:lnTo>
                  <a:pt x="4463" y="126201"/>
                </a:lnTo>
                <a:lnTo>
                  <a:pt x="4973" y="127900"/>
                </a:lnTo>
                <a:lnTo>
                  <a:pt x="5510" y="129594"/>
                </a:lnTo>
                <a:lnTo>
                  <a:pt x="6075" y="131282"/>
                </a:lnTo>
                <a:lnTo>
                  <a:pt x="6667" y="132966"/>
                </a:lnTo>
                <a:lnTo>
                  <a:pt x="7287" y="134644"/>
                </a:lnTo>
                <a:lnTo>
                  <a:pt x="7935" y="136316"/>
                </a:lnTo>
                <a:lnTo>
                  <a:pt x="8608" y="137977"/>
                </a:lnTo>
                <a:lnTo>
                  <a:pt x="9304" y="139620"/>
                </a:lnTo>
                <a:lnTo>
                  <a:pt x="10023" y="141244"/>
                </a:lnTo>
                <a:lnTo>
                  <a:pt x="10766" y="142850"/>
                </a:lnTo>
                <a:lnTo>
                  <a:pt x="11532" y="144437"/>
                </a:lnTo>
                <a:lnTo>
                  <a:pt x="12322" y="146006"/>
                </a:lnTo>
                <a:lnTo>
                  <a:pt x="13135" y="147557"/>
                </a:lnTo>
                <a:lnTo>
                  <a:pt x="13971" y="149089"/>
                </a:lnTo>
                <a:lnTo>
                  <a:pt x="14830" y="150603"/>
                </a:lnTo>
                <a:lnTo>
                  <a:pt x="15713" y="152098"/>
                </a:lnTo>
                <a:lnTo>
                  <a:pt x="16619" y="153576"/>
                </a:lnTo>
                <a:lnTo>
                  <a:pt x="17548" y="155034"/>
                </a:lnTo>
                <a:lnTo>
                  <a:pt x="18501" y="156475"/>
                </a:lnTo>
                <a:lnTo>
                  <a:pt x="19477" y="157897"/>
                </a:lnTo>
                <a:lnTo>
                  <a:pt x="20476" y="159301"/>
                </a:lnTo>
                <a:lnTo>
                  <a:pt x="21499" y="160686"/>
                </a:lnTo>
                <a:lnTo>
                  <a:pt x="22545" y="162053"/>
                </a:lnTo>
                <a:lnTo>
                  <a:pt x="23614" y="163402"/>
                </a:lnTo>
                <a:lnTo>
                  <a:pt x="24706" y="164732"/>
                </a:lnTo>
                <a:lnTo>
                  <a:pt x="25822" y="166044"/>
                </a:lnTo>
                <a:lnTo>
                  <a:pt x="26961" y="167337"/>
                </a:lnTo>
                <a:lnTo>
                  <a:pt x="28124" y="168612"/>
                </a:lnTo>
                <a:lnTo>
                  <a:pt x="29310" y="169869"/>
                </a:lnTo>
                <a:lnTo>
                  <a:pt x="30519" y="171108"/>
                </a:lnTo>
                <a:lnTo>
                  <a:pt x="31384" y="171968"/>
                </a:lnTo>
                <a:lnTo>
                  <a:pt x="32266" y="172819"/>
                </a:lnTo>
                <a:lnTo>
                  <a:pt x="33167" y="173660"/>
                </a:lnTo>
                <a:lnTo>
                  <a:pt x="34085" y="174493"/>
                </a:lnTo>
                <a:lnTo>
                  <a:pt x="35020" y="175316"/>
                </a:lnTo>
                <a:lnTo>
                  <a:pt x="35166" y="175441"/>
                </a:lnTo>
                <a:lnTo>
                  <a:pt x="43997" y="175441"/>
                </a:lnTo>
                <a:lnTo>
                  <a:pt x="43564" y="175006"/>
                </a:lnTo>
                <a:close/>
                <a:moveTo>
                  <a:pt x="131494" y="134180"/>
                </a:moveTo>
                <a:cubicBezTo>
                  <a:pt x="126950" y="138927"/>
                  <a:pt x="122508" y="142335"/>
                  <a:pt x="118168" y="144404"/>
                </a:cubicBezTo>
                <a:cubicBezTo>
                  <a:pt x="113827" y="146472"/>
                  <a:pt x="109148" y="147507"/>
                  <a:pt x="104129" y="147507"/>
                </a:cubicBezTo>
                <a:cubicBezTo>
                  <a:pt x="93956" y="147507"/>
                  <a:pt x="85072" y="143260"/>
                  <a:pt x="77476" y="134768"/>
                </a:cubicBezTo>
                <a:cubicBezTo>
                  <a:pt x="69881" y="126274"/>
                  <a:pt x="66083" y="115359"/>
                  <a:pt x="66083" y="102024"/>
                </a:cubicBezTo>
                <a:cubicBezTo>
                  <a:pt x="66083" y="88692"/>
                  <a:pt x="70288" y="76493"/>
                  <a:pt x="78697" y="65427"/>
                </a:cubicBezTo>
                <a:cubicBezTo>
                  <a:pt x="87107" y="54362"/>
                  <a:pt x="97924" y="48830"/>
                  <a:pt x="111149" y="48830"/>
                </a:cubicBezTo>
                <a:cubicBezTo>
                  <a:pt x="119355" y="48830"/>
                  <a:pt x="126137" y="51441"/>
                  <a:pt x="131494" y="56663"/>
                </a:cubicBezTo>
                <a:lnTo>
                  <a:pt x="131494" y="39433"/>
                </a:lnTo>
                <a:cubicBezTo>
                  <a:pt x="131494" y="28740"/>
                  <a:pt x="131240" y="22168"/>
                  <a:pt x="130731" y="19716"/>
                </a:cubicBezTo>
                <a:cubicBezTo>
                  <a:pt x="130223" y="17264"/>
                  <a:pt x="129426" y="15596"/>
                  <a:pt x="128341" y="14713"/>
                </a:cubicBezTo>
                <a:cubicBezTo>
                  <a:pt x="127256" y="13827"/>
                  <a:pt x="125899" y="13384"/>
                  <a:pt x="124272" y="13384"/>
                </a:cubicBezTo>
                <a:cubicBezTo>
                  <a:pt x="122508" y="13384"/>
                  <a:pt x="120169" y="13928"/>
                  <a:pt x="117252" y="15018"/>
                </a:cubicBezTo>
                <a:lnTo>
                  <a:pt x="115930" y="11441"/>
                </a:lnTo>
                <a:lnTo>
                  <a:pt x="143702" y="0"/>
                </a:lnTo>
                <a:lnTo>
                  <a:pt x="148280" y="0"/>
                </a:lnTo>
                <a:lnTo>
                  <a:pt x="148280" y="107731"/>
                </a:lnTo>
                <a:cubicBezTo>
                  <a:pt x="148280" y="118650"/>
                  <a:pt x="148534" y="125313"/>
                  <a:pt x="149043" y="127720"/>
                </a:cubicBezTo>
                <a:cubicBezTo>
                  <a:pt x="149551" y="130128"/>
                  <a:pt x="150365" y="131806"/>
                  <a:pt x="151484" y="132756"/>
                </a:cubicBezTo>
                <a:cubicBezTo>
                  <a:pt x="152603" y="133705"/>
                  <a:pt x="153909" y="134180"/>
                  <a:pt x="155401" y="134180"/>
                </a:cubicBezTo>
                <a:cubicBezTo>
                  <a:pt x="157232" y="134180"/>
                  <a:pt x="159673" y="133604"/>
                  <a:pt x="162725" y="132451"/>
                </a:cubicBezTo>
                <a:lnTo>
                  <a:pt x="163844" y="136011"/>
                </a:lnTo>
                <a:lnTo>
                  <a:pt x="136174" y="147507"/>
                </a:lnTo>
                <a:lnTo>
                  <a:pt x="131494" y="147507"/>
                </a:lnTo>
                <a:lnTo>
                  <a:pt x="131494" y="134180"/>
                </a:lnTo>
                <a:moveTo>
                  <a:pt x="131494" y="127081"/>
                </a:moveTo>
                <a:lnTo>
                  <a:pt x="131494" y="79186"/>
                </a:lnTo>
                <a:cubicBezTo>
                  <a:pt x="131087" y="74585"/>
                  <a:pt x="129867" y="70391"/>
                  <a:pt x="127832" y="66604"/>
                </a:cubicBezTo>
                <a:cubicBezTo>
                  <a:pt x="125798" y="62814"/>
                  <a:pt x="123102" y="59956"/>
                  <a:pt x="119745" y="58030"/>
                </a:cubicBezTo>
                <a:cubicBezTo>
                  <a:pt x="116388" y="56101"/>
                  <a:pt x="113115" y="55137"/>
                  <a:pt x="109928" y="55137"/>
                </a:cubicBezTo>
                <a:cubicBezTo>
                  <a:pt x="103960" y="55137"/>
                  <a:pt x="98636" y="57809"/>
                  <a:pt x="93956" y="63154"/>
                </a:cubicBezTo>
                <a:cubicBezTo>
                  <a:pt x="87785" y="70189"/>
                  <a:pt x="84699" y="80471"/>
                  <a:pt x="84699" y="94000"/>
                </a:cubicBezTo>
                <a:cubicBezTo>
                  <a:pt x="84699" y="107666"/>
                  <a:pt x="87683" y="118136"/>
                  <a:pt x="93651" y="125409"/>
                </a:cubicBezTo>
                <a:cubicBezTo>
                  <a:pt x="99619" y="132681"/>
                  <a:pt x="106266" y="136316"/>
                  <a:pt x="113590" y="136316"/>
                </a:cubicBezTo>
                <a:cubicBezTo>
                  <a:pt x="119762" y="136316"/>
                  <a:pt x="125730" y="133238"/>
                  <a:pt x="131494" y="127081"/>
                </a:cubicBezTo>
                <a:close/>
                <a:moveTo>
                  <a:pt x="167008" y="5464"/>
                </a:moveTo>
                <a:lnTo>
                  <a:pt x="167837" y="6064"/>
                </a:lnTo>
                <a:lnTo>
                  <a:pt x="168652" y="6666"/>
                </a:lnTo>
                <a:lnTo>
                  <a:pt x="169453" y="7271"/>
                </a:lnTo>
                <a:lnTo>
                  <a:pt x="170240" y="7878"/>
                </a:lnTo>
                <a:lnTo>
                  <a:pt x="171013" y="8487"/>
                </a:lnTo>
                <a:lnTo>
                  <a:pt x="171772" y="9099"/>
                </a:lnTo>
                <a:lnTo>
                  <a:pt x="172517" y="9714"/>
                </a:lnTo>
                <a:lnTo>
                  <a:pt x="173247" y="10330"/>
                </a:lnTo>
                <a:lnTo>
                  <a:pt x="173963" y="10950"/>
                </a:lnTo>
                <a:lnTo>
                  <a:pt x="174666" y="11572"/>
                </a:lnTo>
                <a:lnTo>
                  <a:pt x="175354" y="12196"/>
                </a:lnTo>
                <a:lnTo>
                  <a:pt x="176028" y="12823"/>
                </a:lnTo>
                <a:lnTo>
                  <a:pt x="176687" y="13452"/>
                </a:lnTo>
                <a:lnTo>
                  <a:pt x="177333" y="14084"/>
                </a:lnTo>
                <a:lnTo>
                  <a:pt x="177965" y="14718"/>
                </a:lnTo>
                <a:lnTo>
                  <a:pt x="178582" y="15355"/>
                </a:lnTo>
                <a:lnTo>
                  <a:pt x="179185" y="15994"/>
                </a:lnTo>
                <a:lnTo>
                  <a:pt x="179775" y="16635"/>
                </a:lnTo>
                <a:lnTo>
                  <a:pt x="180350" y="17280"/>
                </a:lnTo>
                <a:lnTo>
                  <a:pt x="180911" y="17926"/>
                </a:lnTo>
                <a:lnTo>
                  <a:pt x="181457" y="18575"/>
                </a:lnTo>
                <a:lnTo>
                  <a:pt x="181990" y="19227"/>
                </a:lnTo>
                <a:lnTo>
                  <a:pt x="182511" y="19881"/>
                </a:lnTo>
                <a:lnTo>
                  <a:pt x="183024" y="20536"/>
                </a:lnTo>
                <a:lnTo>
                  <a:pt x="183528" y="21195"/>
                </a:lnTo>
                <a:lnTo>
                  <a:pt x="184023" y="21855"/>
                </a:lnTo>
                <a:lnTo>
                  <a:pt x="184510" y="22517"/>
                </a:lnTo>
                <a:lnTo>
                  <a:pt x="184988" y="23181"/>
                </a:lnTo>
                <a:lnTo>
                  <a:pt x="185457" y="23848"/>
                </a:lnTo>
                <a:lnTo>
                  <a:pt x="185918" y="24517"/>
                </a:lnTo>
                <a:lnTo>
                  <a:pt x="186370" y="25187"/>
                </a:lnTo>
                <a:lnTo>
                  <a:pt x="186813" y="25860"/>
                </a:lnTo>
                <a:lnTo>
                  <a:pt x="187248" y="26535"/>
                </a:lnTo>
                <a:lnTo>
                  <a:pt x="187674" y="27212"/>
                </a:lnTo>
                <a:lnTo>
                  <a:pt x="188092" y="27892"/>
                </a:lnTo>
                <a:lnTo>
                  <a:pt x="188500" y="28573"/>
                </a:lnTo>
                <a:lnTo>
                  <a:pt x="188900" y="29257"/>
                </a:lnTo>
                <a:lnTo>
                  <a:pt x="189292" y="29942"/>
                </a:lnTo>
                <a:lnTo>
                  <a:pt x="189675" y="30630"/>
                </a:lnTo>
                <a:lnTo>
                  <a:pt x="190049" y="31320"/>
                </a:lnTo>
                <a:lnTo>
                  <a:pt x="190414" y="32012"/>
                </a:lnTo>
                <a:lnTo>
                  <a:pt x="190771" y="32706"/>
                </a:lnTo>
                <a:lnTo>
                  <a:pt x="191119" y="33402"/>
                </a:lnTo>
                <a:lnTo>
                  <a:pt x="191459" y="34100"/>
                </a:lnTo>
                <a:lnTo>
                  <a:pt x="191790" y="34801"/>
                </a:lnTo>
                <a:lnTo>
                  <a:pt x="192112" y="35503"/>
                </a:lnTo>
                <a:lnTo>
                  <a:pt x="192428" y="36217"/>
                </a:lnTo>
                <a:lnTo>
                  <a:pt x="192739" y="36949"/>
                </a:lnTo>
                <a:lnTo>
                  <a:pt x="193046" y="37702"/>
                </a:lnTo>
                <a:lnTo>
                  <a:pt x="193348" y="38473"/>
                </a:lnTo>
                <a:lnTo>
                  <a:pt x="193646" y="39264"/>
                </a:lnTo>
                <a:lnTo>
                  <a:pt x="193940" y="40075"/>
                </a:lnTo>
                <a:lnTo>
                  <a:pt x="194229" y="40905"/>
                </a:lnTo>
                <a:lnTo>
                  <a:pt x="194514" y="41754"/>
                </a:lnTo>
                <a:lnTo>
                  <a:pt x="194794" y="42623"/>
                </a:lnTo>
                <a:lnTo>
                  <a:pt x="195070" y="43511"/>
                </a:lnTo>
                <a:lnTo>
                  <a:pt x="195342" y="44419"/>
                </a:lnTo>
                <a:lnTo>
                  <a:pt x="195609" y="45346"/>
                </a:lnTo>
                <a:lnTo>
                  <a:pt x="195872" y="46292"/>
                </a:lnTo>
                <a:lnTo>
                  <a:pt x="196130" y="47258"/>
                </a:lnTo>
                <a:lnTo>
                  <a:pt x="196384" y="48243"/>
                </a:lnTo>
                <a:lnTo>
                  <a:pt x="196633" y="49248"/>
                </a:lnTo>
                <a:lnTo>
                  <a:pt x="196878" y="50272"/>
                </a:lnTo>
                <a:lnTo>
                  <a:pt x="197119" y="51316"/>
                </a:lnTo>
                <a:lnTo>
                  <a:pt x="197355" y="52379"/>
                </a:lnTo>
                <a:lnTo>
                  <a:pt x="197587" y="53461"/>
                </a:lnTo>
                <a:lnTo>
                  <a:pt x="197814" y="54563"/>
                </a:lnTo>
                <a:lnTo>
                  <a:pt x="198037" y="55684"/>
                </a:lnTo>
                <a:lnTo>
                  <a:pt x="198256" y="56825"/>
                </a:lnTo>
                <a:lnTo>
                  <a:pt x="198470" y="57985"/>
                </a:lnTo>
                <a:lnTo>
                  <a:pt x="198744" y="59484"/>
                </a:lnTo>
                <a:lnTo>
                  <a:pt x="199006" y="60996"/>
                </a:lnTo>
                <a:lnTo>
                  <a:pt x="199257" y="62520"/>
                </a:lnTo>
                <a:lnTo>
                  <a:pt x="199496" y="64058"/>
                </a:lnTo>
                <a:lnTo>
                  <a:pt x="199723" y="65609"/>
                </a:lnTo>
                <a:lnTo>
                  <a:pt x="199939" y="67173"/>
                </a:lnTo>
                <a:lnTo>
                  <a:pt x="200143" y="68750"/>
                </a:lnTo>
                <a:lnTo>
                  <a:pt x="200335" y="70340"/>
                </a:lnTo>
                <a:lnTo>
                  <a:pt x="200516" y="71943"/>
                </a:lnTo>
                <a:lnTo>
                  <a:pt x="200685" y="73559"/>
                </a:lnTo>
                <a:lnTo>
                  <a:pt x="200842" y="75188"/>
                </a:lnTo>
                <a:lnTo>
                  <a:pt x="200988" y="76831"/>
                </a:lnTo>
                <a:lnTo>
                  <a:pt x="201122" y="78486"/>
                </a:lnTo>
                <a:lnTo>
                  <a:pt x="201244" y="80154"/>
                </a:lnTo>
                <a:lnTo>
                  <a:pt x="201355" y="81836"/>
                </a:lnTo>
                <a:lnTo>
                  <a:pt x="201454" y="83531"/>
                </a:lnTo>
                <a:lnTo>
                  <a:pt x="201542" y="85238"/>
                </a:lnTo>
                <a:lnTo>
                  <a:pt x="201617" y="86959"/>
                </a:lnTo>
                <a:lnTo>
                  <a:pt x="201681" y="88693"/>
                </a:lnTo>
                <a:lnTo>
                  <a:pt x="201734" y="90440"/>
                </a:lnTo>
                <a:lnTo>
                  <a:pt x="201775" y="92200"/>
                </a:lnTo>
                <a:lnTo>
                  <a:pt x="201804" y="93973"/>
                </a:lnTo>
                <a:lnTo>
                  <a:pt x="201821" y="95759"/>
                </a:lnTo>
                <a:lnTo>
                  <a:pt x="201827" y="97558"/>
                </a:lnTo>
                <a:lnTo>
                  <a:pt x="201820" y="99225"/>
                </a:lnTo>
                <a:lnTo>
                  <a:pt x="201800" y="100887"/>
                </a:lnTo>
                <a:lnTo>
                  <a:pt x="201766" y="102543"/>
                </a:lnTo>
                <a:lnTo>
                  <a:pt x="201718" y="104194"/>
                </a:lnTo>
                <a:lnTo>
                  <a:pt x="201657" y="105840"/>
                </a:lnTo>
                <a:lnTo>
                  <a:pt x="201582" y="107480"/>
                </a:lnTo>
                <a:lnTo>
                  <a:pt x="201494" y="109114"/>
                </a:lnTo>
                <a:lnTo>
                  <a:pt x="201392" y="110743"/>
                </a:lnTo>
                <a:lnTo>
                  <a:pt x="201276" y="112366"/>
                </a:lnTo>
                <a:lnTo>
                  <a:pt x="201147" y="113985"/>
                </a:lnTo>
                <a:lnTo>
                  <a:pt x="201004" y="115597"/>
                </a:lnTo>
                <a:lnTo>
                  <a:pt x="200848" y="117204"/>
                </a:lnTo>
                <a:lnTo>
                  <a:pt x="200678" y="118806"/>
                </a:lnTo>
                <a:lnTo>
                  <a:pt x="200494" y="120402"/>
                </a:lnTo>
                <a:lnTo>
                  <a:pt x="200297" y="121993"/>
                </a:lnTo>
                <a:lnTo>
                  <a:pt x="200086" y="123578"/>
                </a:lnTo>
                <a:lnTo>
                  <a:pt x="199862" y="125157"/>
                </a:lnTo>
                <a:lnTo>
                  <a:pt x="199624" y="126732"/>
                </a:lnTo>
                <a:lnTo>
                  <a:pt x="199373" y="128300"/>
                </a:lnTo>
                <a:lnTo>
                  <a:pt x="199107" y="129864"/>
                </a:lnTo>
                <a:lnTo>
                  <a:pt x="198829" y="131422"/>
                </a:lnTo>
                <a:lnTo>
                  <a:pt x="198536" y="132974"/>
                </a:lnTo>
                <a:lnTo>
                  <a:pt x="198230" y="134521"/>
                </a:lnTo>
                <a:lnTo>
                  <a:pt x="197911" y="136062"/>
                </a:lnTo>
                <a:lnTo>
                  <a:pt x="197577" y="137589"/>
                </a:lnTo>
                <a:lnTo>
                  <a:pt x="197229" y="139094"/>
                </a:lnTo>
                <a:lnTo>
                  <a:pt x="196866" y="140576"/>
                </a:lnTo>
                <a:lnTo>
                  <a:pt x="196489" y="142036"/>
                </a:lnTo>
                <a:lnTo>
                  <a:pt x="196098" y="143473"/>
                </a:lnTo>
                <a:lnTo>
                  <a:pt x="195692" y="144887"/>
                </a:lnTo>
                <a:lnTo>
                  <a:pt x="195271" y="146279"/>
                </a:lnTo>
                <a:lnTo>
                  <a:pt x="194836" y="147648"/>
                </a:lnTo>
                <a:lnTo>
                  <a:pt x="194387" y="148994"/>
                </a:lnTo>
                <a:lnTo>
                  <a:pt x="193923" y="150318"/>
                </a:lnTo>
                <a:lnTo>
                  <a:pt x="193444" y="151620"/>
                </a:lnTo>
                <a:lnTo>
                  <a:pt x="192951" y="152898"/>
                </a:lnTo>
                <a:lnTo>
                  <a:pt x="192444" y="154154"/>
                </a:lnTo>
                <a:lnTo>
                  <a:pt x="191922" y="155388"/>
                </a:lnTo>
                <a:lnTo>
                  <a:pt x="191386" y="156599"/>
                </a:lnTo>
                <a:lnTo>
                  <a:pt x="190835" y="157787"/>
                </a:lnTo>
                <a:lnTo>
                  <a:pt x="190270" y="158952"/>
                </a:lnTo>
                <a:lnTo>
                  <a:pt x="189690" y="160095"/>
                </a:lnTo>
                <a:lnTo>
                  <a:pt x="189095" y="161216"/>
                </a:lnTo>
                <a:lnTo>
                  <a:pt x="188487" y="162314"/>
                </a:lnTo>
                <a:lnTo>
                  <a:pt x="187863" y="163389"/>
                </a:lnTo>
                <a:lnTo>
                  <a:pt x="187226" y="164442"/>
                </a:lnTo>
                <a:lnTo>
                  <a:pt x="186573" y="165472"/>
                </a:lnTo>
                <a:lnTo>
                  <a:pt x="185907" y="166479"/>
                </a:lnTo>
                <a:lnTo>
                  <a:pt x="185225" y="167466"/>
                </a:lnTo>
                <a:lnTo>
                  <a:pt x="184528" y="168437"/>
                </a:lnTo>
                <a:lnTo>
                  <a:pt x="183816" y="169390"/>
                </a:lnTo>
                <a:lnTo>
                  <a:pt x="183088" y="170326"/>
                </a:lnTo>
                <a:lnTo>
                  <a:pt x="182345" y="171245"/>
                </a:lnTo>
                <a:lnTo>
                  <a:pt x="181586" y="172147"/>
                </a:lnTo>
                <a:lnTo>
                  <a:pt x="180813" y="173032"/>
                </a:lnTo>
                <a:lnTo>
                  <a:pt x="180023" y="173900"/>
                </a:lnTo>
                <a:lnTo>
                  <a:pt x="179219" y="174750"/>
                </a:lnTo>
                <a:lnTo>
                  <a:pt x="178539" y="175441"/>
                </a:lnTo>
                <a:lnTo>
                  <a:pt x="186778" y="175441"/>
                </a:lnTo>
                <a:lnTo>
                  <a:pt x="188030" y="174325"/>
                </a:lnTo>
                <a:lnTo>
                  <a:pt x="189707" y="172750"/>
                </a:lnTo>
                <a:lnTo>
                  <a:pt x="191350" y="171124"/>
                </a:lnTo>
                <a:lnTo>
                  <a:pt x="192960" y="169446"/>
                </a:lnTo>
                <a:lnTo>
                  <a:pt x="194537" y="167717"/>
                </a:lnTo>
                <a:lnTo>
                  <a:pt x="196080" y="165936"/>
                </a:lnTo>
                <a:lnTo>
                  <a:pt x="197590" y="164104"/>
                </a:lnTo>
                <a:lnTo>
                  <a:pt x="199066" y="162221"/>
                </a:lnTo>
                <a:lnTo>
                  <a:pt x="200509" y="160286"/>
                </a:lnTo>
                <a:lnTo>
                  <a:pt x="201919" y="158300"/>
                </a:lnTo>
                <a:lnTo>
                  <a:pt x="203295" y="156263"/>
                </a:lnTo>
                <a:lnTo>
                  <a:pt x="204638" y="154174"/>
                </a:lnTo>
                <a:lnTo>
                  <a:pt x="205947" y="152033"/>
                </a:lnTo>
                <a:lnTo>
                  <a:pt x="207213" y="149858"/>
                </a:lnTo>
                <a:lnTo>
                  <a:pt x="208425" y="147663"/>
                </a:lnTo>
                <a:lnTo>
                  <a:pt x="209583" y="145449"/>
                </a:lnTo>
                <a:lnTo>
                  <a:pt x="210687" y="143216"/>
                </a:lnTo>
                <a:lnTo>
                  <a:pt x="211738" y="140963"/>
                </a:lnTo>
                <a:lnTo>
                  <a:pt x="212734" y="138691"/>
                </a:lnTo>
                <a:lnTo>
                  <a:pt x="213677" y="136400"/>
                </a:lnTo>
                <a:lnTo>
                  <a:pt x="214566" y="134090"/>
                </a:lnTo>
                <a:lnTo>
                  <a:pt x="215401" y="131760"/>
                </a:lnTo>
                <a:lnTo>
                  <a:pt x="216182" y="129411"/>
                </a:lnTo>
                <a:lnTo>
                  <a:pt x="216909" y="127043"/>
                </a:lnTo>
                <a:lnTo>
                  <a:pt x="217582" y="124656"/>
                </a:lnTo>
                <a:lnTo>
                  <a:pt x="218202" y="122249"/>
                </a:lnTo>
                <a:lnTo>
                  <a:pt x="218767" y="119823"/>
                </a:lnTo>
                <a:lnTo>
                  <a:pt x="219279" y="117378"/>
                </a:lnTo>
                <a:lnTo>
                  <a:pt x="219737" y="114914"/>
                </a:lnTo>
                <a:lnTo>
                  <a:pt x="220141" y="112430"/>
                </a:lnTo>
                <a:lnTo>
                  <a:pt x="220491" y="109927"/>
                </a:lnTo>
                <a:lnTo>
                  <a:pt x="220787" y="107405"/>
                </a:lnTo>
                <a:lnTo>
                  <a:pt x="221030" y="104864"/>
                </a:lnTo>
                <a:lnTo>
                  <a:pt x="221218" y="102303"/>
                </a:lnTo>
                <a:lnTo>
                  <a:pt x="221353" y="99723"/>
                </a:lnTo>
                <a:lnTo>
                  <a:pt x="221434" y="97124"/>
                </a:lnTo>
                <a:lnTo>
                  <a:pt x="221461" y="94506"/>
                </a:lnTo>
                <a:lnTo>
                  <a:pt x="221447" y="92703"/>
                </a:lnTo>
                <a:lnTo>
                  <a:pt x="221406" y="90906"/>
                </a:lnTo>
                <a:lnTo>
                  <a:pt x="221337" y="89115"/>
                </a:lnTo>
                <a:lnTo>
                  <a:pt x="221240" y="87330"/>
                </a:lnTo>
                <a:lnTo>
                  <a:pt x="221116" y="85550"/>
                </a:lnTo>
                <a:lnTo>
                  <a:pt x="220965" y="83777"/>
                </a:lnTo>
                <a:lnTo>
                  <a:pt x="220786" y="82009"/>
                </a:lnTo>
                <a:lnTo>
                  <a:pt x="220579" y="80247"/>
                </a:lnTo>
                <a:lnTo>
                  <a:pt x="220345" y="78491"/>
                </a:lnTo>
                <a:lnTo>
                  <a:pt x="220083" y="76741"/>
                </a:lnTo>
                <a:lnTo>
                  <a:pt x="219794" y="74996"/>
                </a:lnTo>
                <a:lnTo>
                  <a:pt x="219477" y="73257"/>
                </a:lnTo>
                <a:lnTo>
                  <a:pt x="219133" y="71525"/>
                </a:lnTo>
                <a:lnTo>
                  <a:pt x="218761" y="69798"/>
                </a:lnTo>
                <a:lnTo>
                  <a:pt x="218361" y="68076"/>
                </a:lnTo>
                <a:lnTo>
                  <a:pt x="217934" y="66361"/>
                </a:lnTo>
                <a:lnTo>
                  <a:pt x="217480" y="64651"/>
                </a:lnTo>
                <a:lnTo>
                  <a:pt x="216997" y="62948"/>
                </a:lnTo>
                <a:lnTo>
                  <a:pt x="216488" y="61250"/>
                </a:lnTo>
                <a:lnTo>
                  <a:pt x="215951" y="59558"/>
                </a:lnTo>
                <a:lnTo>
                  <a:pt x="215386" y="57872"/>
                </a:lnTo>
                <a:lnTo>
                  <a:pt x="214793" y="56191"/>
                </a:lnTo>
                <a:lnTo>
                  <a:pt x="214173" y="54517"/>
                </a:lnTo>
                <a:lnTo>
                  <a:pt x="213526" y="52848"/>
                </a:lnTo>
                <a:lnTo>
                  <a:pt x="212853" y="51191"/>
                </a:lnTo>
                <a:lnTo>
                  <a:pt x="212158" y="49552"/>
                </a:lnTo>
                <a:lnTo>
                  <a:pt x="211439" y="47931"/>
                </a:lnTo>
                <a:lnTo>
                  <a:pt x="210697" y="46328"/>
                </a:lnTo>
                <a:lnTo>
                  <a:pt x="209933" y="44742"/>
                </a:lnTo>
                <a:lnTo>
                  <a:pt x="209145" y="43174"/>
                </a:lnTo>
                <a:lnTo>
                  <a:pt x="208335" y="41624"/>
                </a:lnTo>
                <a:lnTo>
                  <a:pt x="207501" y="40092"/>
                </a:lnTo>
                <a:lnTo>
                  <a:pt x="206645" y="38578"/>
                </a:lnTo>
                <a:lnTo>
                  <a:pt x="205766" y="37082"/>
                </a:lnTo>
                <a:lnTo>
                  <a:pt x="204863" y="35603"/>
                </a:lnTo>
                <a:lnTo>
                  <a:pt x="203938" y="34143"/>
                </a:lnTo>
                <a:lnTo>
                  <a:pt x="202990" y="32700"/>
                </a:lnTo>
                <a:lnTo>
                  <a:pt x="202019" y="31275"/>
                </a:lnTo>
                <a:lnTo>
                  <a:pt x="201024" y="29868"/>
                </a:lnTo>
                <a:lnTo>
                  <a:pt x="200007" y="28478"/>
                </a:lnTo>
                <a:lnTo>
                  <a:pt x="198967" y="27107"/>
                </a:lnTo>
                <a:lnTo>
                  <a:pt x="197904" y="25753"/>
                </a:lnTo>
                <a:lnTo>
                  <a:pt x="196818" y="24417"/>
                </a:lnTo>
                <a:lnTo>
                  <a:pt x="195709" y="23099"/>
                </a:lnTo>
                <a:lnTo>
                  <a:pt x="194577" y="21799"/>
                </a:lnTo>
                <a:lnTo>
                  <a:pt x="193423" y="20517"/>
                </a:lnTo>
                <a:lnTo>
                  <a:pt x="192245" y="19253"/>
                </a:lnTo>
                <a:lnTo>
                  <a:pt x="191044" y="18006"/>
                </a:lnTo>
                <a:lnTo>
                  <a:pt x="190179" y="17146"/>
                </a:lnTo>
                <a:lnTo>
                  <a:pt x="189295" y="16296"/>
                </a:lnTo>
                <a:lnTo>
                  <a:pt x="188394" y="15455"/>
                </a:lnTo>
                <a:lnTo>
                  <a:pt x="187475" y="14623"/>
                </a:lnTo>
                <a:lnTo>
                  <a:pt x="186538" y="13802"/>
                </a:lnTo>
                <a:lnTo>
                  <a:pt x="185582" y="12989"/>
                </a:lnTo>
                <a:lnTo>
                  <a:pt x="184609" y="12187"/>
                </a:lnTo>
                <a:lnTo>
                  <a:pt x="183618" y="11394"/>
                </a:lnTo>
                <a:lnTo>
                  <a:pt x="182608" y="10610"/>
                </a:lnTo>
                <a:lnTo>
                  <a:pt x="181581" y="9836"/>
                </a:lnTo>
                <a:lnTo>
                  <a:pt x="180536" y="9071"/>
                </a:lnTo>
                <a:lnTo>
                  <a:pt x="179472" y="8316"/>
                </a:lnTo>
                <a:lnTo>
                  <a:pt x="178391" y="7571"/>
                </a:lnTo>
                <a:lnTo>
                  <a:pt x="177292" y="6835"/>
                </a:lnTo>
                <a:lnTo>
                  <a:pt x="176174" y="6108"/>
                </a:lnTo>
                <a:lnTo>
                  <a:pt x="175039" y="5392"/>
                </a:lnTo>
                <a:lnTo>
                  <a:pt x="173885" y="4684"/>
                </a:lnTo>
                <a:lnTo>
                  <a:pt x="172714" y="3986"/>
                </a:lnTo>
                <a:lnTo>
                  <a:pt x="171524" y="3298"/>
                </a:lnTo>
                <a:lnTo>
                  <a:pt x="170317" y="2620"/>
                </a:lnTo>
                <a:lnTo>
                  <a:pt x="169091" y="1950"/>
                </a:lnTo>
                <a:lnTo>
                  <a:pt x="167848" y="1291"/>
                </a:lnTo>
                <a:lnTo>
                  <a:pt x="166586" y="641"/>
                </a:lnTo>
                <a:lnTo>
                  <a:pt x="165307" y="0"/>
                </a:lnTo>
                <a:lnTo>
                  <a:pt x="165307" y="4273"/>
                </a:lnTo>
                <a:lnTo>
                  <a:pt x="166164" y="4867"/>
                </a:lnTo>
                <a:lnTo>
                  <a:pt x="167008" y="5464"/>
                </a:lnTo>
                <a:close/>
                <a:moveTo>
                  <a:pt x="363242" y="98473"/>
                </a:moveTo>
                <a:lnTo>
                  <a:pt x="309835" y="98473"/>
                </a:lnTo>
                <a:lnTo>
                  <a:pt x="300476" y="120243"/>
                </a:lnTo>
                <a:cubicBezTo>
                  <a:pt x="298170" y="125601"/>
                  <a:pt x="297017" y="129602"/>
                  <a:pt x="297017" y="132247"/>
                </a:cubicBezTo>
                <a:cubicBezTo>
                  <a:pt x="297017" y="134350"/>
                  <a:pt x="298017" y="136198"/>
                  <a:pt x="300018" y="137791"/>
                </a:cubicBezTo>
                <a:cubicBezTo>
                  <a:pt x="302019" y="139385"/>
                  <a:pt x="306342" y="140419"/>
                  <a:pt x="312988" y="140894"/>
                </a:cubicBezTo>
                <a:lnTo>
                  <a:pt x="312988" y="144658"/>
                </a:lnTo>
                <a:lnTo>
                  <a:pt x="269550" y="144658"/>
                </a:lnTo>
                <a:lnTo>
                  <a:pt x="269550" y="140894"/>
                </a:lnTo>
                <a:cubicBezTo>
                  <a:pt x="275315" y="139877"/>
                  <a:pt x="279045" y="138556"/>
                  <a:pt x="280740" y="136930"/>
                </a:cubicBezTo>
                <a:cubicBezTo>
                  <a:pt x="284199" y="133677"/>
                  <a:pt x="288031" y="127070"/>
                  <a:pt x="292236" y="117109"/>
                </a:cubicBezTo>
                <a:lnTo>
                  <a:pt x="340760" y="3662"/>
                </a:lnTo>
                <a:lnTo>
                  <a:pt x="344321" y="3662"/>
                </a:lnTo>
                <a:lnTo>
                  <a:pt x="392337" y="118326"/>
                </a:lnTo>
                <a:cubicBezTo>
                  <a:pt x="396202" y="127543"/>
                  <a:pt x="399712" y="133524"/>
                  <a:pt x="402866" y="136269"/>
                </a:cubicBezTo>
                <a:cubicBezTo>
                  <a:pt x="406019" y="139013"/>
                  <a:pt x="410410" y="140555"/>
                  <a:pt x="416039" y="140894"/>
                </a:cubicBezTo>
                <a:lnTo>
                  <a:pt x="416039" y="144658"/>
                </a:lnTo>
                <a:lnTo>
                  <a:pt x="361615" y="144658"/>
                </a:lnTo>
                <a:lnTo>
                  <a:pt x="361615" y="140894"/>
                </a:lnTo>
                <a:cubicBezTo>
                  <a:pt x="367108" y="140623"/>
                  <a:pt x="370821" y="139707"/>
                  <a:pt x="372754" y="138148"/>
                </a:cubicBezTo>
                <a:cubicBezTo>
                  <a:pt x="374687" y="136588"/>
                  <a:pt x="375653" y="134689"/>
                  <a:pt x="375653" y="132451"/>
                </a:cubicBezTo>
                <a:cubicBezTo>
                  <a:pt x="375653" y="129467"/>
                  <a:pt x="374297" y="124753"/>
                  <a:pt x="371584" y="118310"/>
                </a:cubicBezTo>
                <a:lnTo>
                  <a:pt x="363242" y="98473"/>
                </a:lnTo>
                <a:moveTo>
                  <a:pt x="360394" y="90945"/>
                </a:moveTo>
                <a:lnTo>
                  <a:pt x="336996" y="35278"/>
                </a:lnTo>
                <a:lnTo>
                  <a:pt x="312988" y="90945"/>
                </a:lnTo>
                <a:lnTo>
                  <a:pt x="360394" y="90945"/>
                </a:lnTo>
                <a:close/>
                <a:moveTo>
                  <a:pt x="505448" y="6714"/>
                </a:moveTo>
                <a:lnTo>
                  <a:pt x="497513" y="24211"/>
                </a:lnTo>
                <a:lnTo>
                  <a:pt x="456008" y="24211"/>
                </a:lnTo>
                <a:lnTo>
                  <a:pt x="446954" y="42523"/>
                </a:lnTo>
                <a:cubicBezTo>
                  <a:pt x="464926" y="45168"/>
                  <a:pt x="479168" y="51848"/>
                  <a:pt x="489680" y="62563"/>
                </a:cubicBezTo>
                <a:cubicBezTo>
                  <a:pt x="498700" y="71787"/>
                  <a:pt x="503210" y="82638"/>
                  <a:pt x="503210" y="95116"/>
                </a:cubicBezTo>
                <a:cubicBezTo>
                  <a:pt x="503210" y="102373"/>
                  <a:pt x="501735" y="109087"/>
                  <a:pt x="498784" y="115259"/>
                </a:cubicBezTo>
                <a:cubicBezTo>
                  <a:pt x="495834" y="121430"/>
                  <a:pt x="492121" y="126686"/>
                  <a:pt x="487645" y="131027"/>
                </a:cubicBezTo>
                <a:cubicBezTo>
                  <a:pt x="483169" y="135367"/>
                  <a:pt x="478184" y="138860"/>
                  <a:pt x="472691" y="141505"/>
                </a:cubicBezTo>
                <a:cubicBezTo>
                  <a:pt x="464892" y="145235"/>
                  <a:pt x="456889" y="147100"/>
                  <a:pt x="448683" y="147100"/>
                </a:cubicBezTo>
                <a:cubicBezTo>
                  <a:pt x="440409" y="147100"/>
                  <a:pt x="434390" y="145692"/>
                  <a:pt x="430626" y="142878"/>
                </a:cubicBezTo>
                <a:cubicBezTo>
                  <a:pt x="426862" y="140063"/>
                  <a:pt x="424980" y="136961"/>
                  <a:pt x="424980" y="133570"/>
                </a:cubicBezTo>
                <a:cubicBezTo>
                  <a:pt x="424980" y="131671"/>
                  <a:pt x="425760" y="129992"/>
                  <a:pt x="427320" y="128534"/>
                </a:cubicBezTo>
                <a:cubicBezTo>
                  <a:pt x="428880" y="127076"/>
                  <a:pt x="430847" y="126347"/>
                  <a:pt x="433220" y="126347"/>
                </a:cubicBezTo>
                <a:cubicBezTo>
                  <a:pt x="434984" y="126347"/>
                  <a:pt x="436526" y="126618"/>
                  <a:pt x="437849" y="127161"/>
                </a:cubicBezTo>
                <a:cubicBezTo>
                  <a:pt x="439171" y="127703"/>
                  <a:pt x="441426" y="129094"/>
                  <a:pt x="444614" y="131332"/>
                </a:cubicBezTo>
                <a:cubicBezTo>
                  <a:pt x="449700" y="134858"/>
                  <a:pt x="454855" y="136622"/>
                  <a:pt x="460077" y="136622"/>
                </a:cubicBezTo>
                <a:cubicBezTo>
                  <a:pt x="468012" y="136622"/>
                  <a:pt x="474980" y="133621"/>
                  <a:pt x="480982" y="127619"/>
                </a:cubicBezTo>
                <a:cubicBezTo>
                  <a:pt x="486984" y="121617"/>
                  <a:pt x="489985" y="114309"/>
                  <a:pt x="489985" y="105696"/>
                </a:cubicBezTo>
                <a:cubicBezTo>
                  <a:pt x="489985" y="97354"/>
                  <a:pt x="487306" y="89572"/>
                  <a:pt x="481948" y="82349"/>
                </a:cubicBezTo>
                <a:cubicBezTo>
                  <a:pt x="476591" y="75127"/>
                  <a:pt x="469198" y="69549"/>
                  <a:pt x="459771" y="65615"/>
                </a:cubicBezTo>
                <a:cubicBezTo>
                  <a:pt x="452379" y="62563"/>
                  <a:pt x="442308" y="60800"/>
                  <a:pt x="429558" y="60325"/>
                </a:cubicBezTo>
                <a:lnTo>
                  <a:pt x="456008" y="6714"/>
                </a:lnTo>
                <a:lnTo>
                  <a:pt x="505448" y="6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6261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2026-09-08T03:29:21.0200000Z</dcterms:created>
  <dcterms:modified xsi:type="dcterms:W3CDTF">2026-09-08T03:29:21.0200000Z</dcterms:modified>
</coreProperties>
</file>