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1e21026c01415f" /><Relationship Type="http://schemas.openxmlformats.org/officeDocument/2006/relationships/extended-properties" Target="/docProps/app.xml" Id="Ra20cde4315544ced" /><Relationship Type="http://schemas.openxmlformats.org/officeDocument/2006/relationships/officeDocument" Target="/ppt/presentation.xml" Id="Rbc32020888bd4d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276368c7d44789"/>
  </p:sldMasterIdLst>
  <p:notesMasterIdLst>
    <p:notesMasterId xmlns:r="http://schemas.openxmlformats.org/officeDocument/2006/relationships" r:id="R4a4e366d14db4773"/>
  </p:notesMasterIdLst>
  <p:sldIdLst>
    <p:sldId xmlns:r="http://schemas.openxmlformats.org/officeDocument/2006/relationships" id="256" r:id="Re97e5ba6940f4c11"/>
  </p:sldIdLst>
  <p:sldSz cx="5800725" cy="3143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a5c3801df84754" /><Relationship Type="http://schemas.openxmlformats.org/officeDocument/2006/relationships/slideMaster" Target="/ppt/slideMasters/slideMaster1.xml" Id="R6c276368c7d44789" /><Relationship Type="http://schemas.openxmlformats.org/officeDocument/2006/relationships/notesMaster" Target="/ppt/notesMasters/notesMaster1.xml" Id="R4a4e366d14db4773" /><Relationship Type="http://schemas.openxmlformats.org/officeDocument/2006/relationships/presProps" Target="/ppt/presProps.xml" Id="R3b00a0d78e024395" /><Relationship Type="http://schemas.openxmlformats.org/officeDocument/2006/relationships/tableStyles" Target="/ppt/tableStyles.xml" Id="R7f76df0750ef498c" /><Relationship Type="http://schemas.openxmlformats.org/officeDocument/2006/relationships/slide" Target="/ppt/slides/slide1.xml" Id="Re97e5ba6940f4c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899dee622c44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bbc89a17234779" /><Relationship Type="http://schemas.openxmlformats.org/officeDocument/2006/relationships/notesMaster" Target="/ppt/notesMasters/notesMaster1.xml" Id="R007f13f2adfd43eb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素材ID：SE-026</ns1:t>
            </ns1:r>
          </ns1:p>
          <ns1:p>
            <ns1:r>
              <ns1:t>论文：iKnow: an Intent-Guided Chatbot for Cloud Operations with Retrieval-Augmented Generation</ns1:t>
            </ns1:r>
          </ns1:p>
          <ns1:p>
            <ns1:r>
              <ns1:t>会议：ASE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1，PDF第1页</ns1:t>
            </ns1:r>
          </ns1:p>
          <ns1:p>
            <ns1:r>
              <ns1:t>类型：动机案例</ns1:t>
            </ns1:r>
          </ns1:p>
          <ns1:p>
            <ns1:r>
              <ns1:t>借鉴点：以用户为轴对照关键词检索和RAG问答；编号路径明确哪些工作由人做、哪些由系统完成。</ns1:t>
            </ns1:r>
          </ns1:p>
          <ns1:p>
            <ns1:r>
              <ns1:t>论文URL：https://jun-jie-huang.github.io/assets/papers/ase25_iknow.pdf</ns1:t>
            </ns1:r>
          </ns1:p>
          <ns1:p>
            <ns1:r>
              <ns1:t>官方获奖URL：https://www2.sigsoft.org/awards/distinguishedpaper/#the-ieeeacm-international-conference-on-automated-software-engineering-ase-2025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431c9003e947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2f9a75bcb347dd" /><Relationship Type="http://schemas.openxmlformats.org/officeDocument/2006/relationships/slideLayout" Target="/ppt/slideLayouts/slideLayout1.xml" Id="R145fadc2dfed41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5fadc2dfed41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e6593c43e49e6" /><Relationship Type="http://schemas.openxmlformats.org/officeDocument/2006/relationships/image" Target="/ppt/media/image.png" Id="R1dc78efcec9d44a5" /><Relationship Type="http://schemas.openxmlformats.org/officeDocument/2006/relationships/image" Target="/ppt/media/image2.png" Id="R4a6ad23d5cd94dd1" /><Relationship Type="http://schemas.openxmlformats.org/officeDocument/2006/relationships/image" Target="/ppt/media/image3.png" Id="Rb070ce1937da4457" /><Relationship Type="http://schemas.openxmlformats.org/officeDocument/2006/relationships/image" Target="/ppt/media/image4.png" Id="R7d83514c42814104" /><Relationship Type="http://schemas.openxmlformats.org/officeDocument/2006/relationships/image" Target="/ppt/media/image5.png" Id="Rfee5fe0e48d64074" /><Relationship Type="http://schemas.openxmlformats.org/officeDocument/2006/relationships/image" Target="/ppt/media/image6.png" Id="R7151209e301b47ff" /><Relationship Type="http://schemas.openxmlformats.org/officeDocument/2006/relationships/image" Target="/ppt/media/image7.png" Id="R9d86d1c9a82a42c8" /><Relationship Type="http://schemas.openxmlformats.org/officeDocument/2006/relationships/image" Target="/ppt/media/image8.png" Id="R4c6dbfe453a24539" /><Relationship Type="http://schemas.openxmlformats.org/officeDocument/2006/relationships/notesSlide" Target="/ppt/notesSlides/notesSlide1.xml" Id="R0e7baa1455784f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9A81CB-FFCB-4FD8-AC4F-0690C61D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" y="28678"/>
            <a:ext cx="5739263" cy="3114572"/>
          </a:xfrm>
          <a:custGeom xmlns:a="http://schemas.openxmlformats.org/drawingml/2006/main">
            <a:pathLst>
              <a:path w="5739263" h="3114572">
                <a:moveTo>
                  <a:pt x="0" y="0"/>
                </a:moveTo>
                <a:lnTo>
                  <a:pt x="0" y="3114572"/>
                </a:lnTo>
                <a:lnTo>
                  <a:pt x="5739263" y="3114572"/>
                </a:lnTo>
                <a:lnTo>
                  <a:pt x="573926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6AD36E-D266-454D-BAEF-8F648DE4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" y="28678"/>
            <a:ext cx="5739263" cy="3114572"/>
          </a:xfrm>
          <a:custGeom xmlns:a="http://schemas.openxmlformats.org/drawingml/2006/main">
            <a:pathLst>
              <a:path w="5739263" h="3114572">
                <a:moveTo>
                  <a:pt x="0" y="0"/>
                </a:moveTo>
                <a:lnTo>
                  <a:pt x="0" y="3114572"/>
                </a:lnTo>
                <a:lnTo>
                  <a:pt x="5739263" y="3114572"/>
                </a:lnTo>
                <a:lnTo>
                  <a:pt x="573926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F1998D-63A2-47D1-B5CE-85AACBD8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12" y="2071317"/>
            <a:ext cx="1709125" cy="277294"/>
          </a:xfrm>
          <a:custGeom xmlns:a="http://schemas.openxmlformats.org/drawingml/2006/main">
            <a:pathLst>
              <a:path w="1709125" h="277294">
                <a:moveTo>
                  <a:pt x="0" y="0"/>
                </a:moveTo>
                <a:lnTo>
                  <a:pt x="1709125" y="0"/>
                </a:lnTo>
                <a:lnTo>
                  <a:pt x="1709125" y="277294"/>
                </a:lnTo>
                <a:lnTo>
                  <a:pt x="0" y="2772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A4742F-5C57-4FCE-B818-1423D6C3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" y="307884"/>
            <a:ext cx="1718614" cy="277297"/>
          </a:xfrm>
          <a:custGeom xmlns:a="http://schemas.openxmlformats.org/drawingml/2006/main">
            <a:pathLst>
              <a:path w="1718614" h="277297">
                <a:moveTo>
                  <a:pt x="0" y="0"/>
                </a:moveTo>
                <a:lnTo>
                  <a:pt x="1718614" y="0"/>
                </a:lnTo>
                <a:lnTo>
                  <a:pt x="1718614" y="277297"/>
                </a:lnTo>
                <a:lnTo>
                  <a:pt x="0" y="2772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DD9BF2-F3E5-402B-AF6E-79638C7A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" y="307884"/>
            <a:ext cx="1718614" cy="277296"/>
          </a:xfrm>
          <a:custGeom xmlns:a="http://schemas.openxmlformats.org/drawingml/2006/main">
            <a:pathLst>
              <a:path w="1718614" h="277296" fill="none">
                <a:moveTo>
                  <a:pt x="0" y="0"/>
                </a:moveTo>
                <a:lnTo>
                  <a:pt x="1718614" y="0"/>
                </a:lnTo>
                <a:lnTo>
                  <a:pt x="1718614" y="277296"/>
                </a:lnTo>
                <a:lnTo>
                  <a:pt x="0" y="27729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639" cap="flat">
            <a:solidFill>
              <a:srgbClr val="FFFFFF"/>
            </a:solidFill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9DC2C4-5403-4C55-A4B3-41209683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0079" y="310116"/>
            <a:ext cx="1388245" cy="277297"/>
          </a:xfrm>
          <a:custGeom xmlns:a="http://schemas.openxmlformats.org/drawingml/2006/main">
            <a:pathLst>
              <a:path w="1388245" h="277297">
                <a:moveTo>
                  <a:pt x="0" y="0"/>
                </a:moveTo>
                <a:lnTo>
                  <a:pt x="1388245" y="0"/>
                </a:lnTo>
                <a:lnTo>
                  <a:pt x="1388245" y="277297"/>
                </a:lnTo>
                <a:lnTo>
                  <a:pt x="0" y="2772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1C5305-7BF4-4F7B-B252-3AF88407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0079" y="310117"/>
            <a:ext cx="1388246" cy="277296"/>
          </a:xfrm>
          <a:custGeom xmlns:a="http://schemas.openxmlformats.org/drawingml/2006/main">
            <a:pathLst>
              <a:path w="1388246" h="277296" fill="none">
                <a:moveTo>
                  <a:pt x="0" y="0"/>
                </a:moveTo>
                <a:lnTo>
                  <a:pt x="1388246" y="0"/>
                </a:lnTo>
                <a:lnTo>
                  <a:pt x="1388246" y="277296"/>
                </a:lnTo>
                <a:lnTo>
                  <a:pt x="0" y="27729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639" cap="flat">
            <a:solidFill>
              <a:srgbClr val="FFFFFF"/>
            </a:solidFill>
            <a:miter/>
          </a:ln>
        </p:spPr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c78efcec9d44a5"/>
          <a:stretch xmlns:a="http://schemas.openxmlformats.org/drawingml/2006/main"/>
        </p:blipFill>
        <p:spPr>
          <a:xfrm xmlns:a="http://schemas.openxmlformats.org/drawingml/2006/main">
            <a:off x="3867944" y="2302764"/>
            <a:ext cx="452386" cy="452386"/>
          </a:xfrm>
          <a:prstGeom xmlns:a="http://schemas.openxmlformats.org/drawingml/2006/main" prst="rect">
            <a:avLst/>
          </a:prstGeom>
        </p:spPr>
      </p:pic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ad23d5cd94dd1"/>
          <a:stretch xmlns:a="http://schemas.openxmlformats.org/drawingml/2006/main"/>
        </p:blipFill>
        <p:spPr>
          <a:xfrm xmlns:a="http://schemas.openxmlformats.org/drawingml/2006/main">
            <a:off x="3874501" y="571896"/>
            <a:ext cx="452386" cy="452386"/>
          </a:xfrm>
          <a:prstGeom xmlns:a="http://schemas.openxmlformats.org/drawingml/2006/main" prst="rect">
            <a:avLst/>
          </a:prstGeom>
        </p:spPr>
      </p:pic>
      <p:sp>
        <p:nvSpPr>
          <p:cNvPr id="10" name="Text Retriever">
            <a:extLst xmlns:a="http://schemas.openxmlformats.org/drawingml/2006/main">
              <a:ext uri="{FF2B5EF4-FFF2-40B4-BE49-F238E27FC236}">
                <a16:creationId xmlns:a16="http://schemas.microsoft.com/office/drawing/2014/main" id="{EBD7370B-5AED-42C3-87A6-1E1194CD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895" y="1050427"/>
            <a:ext cx="543341" cy="112979"/>
          </a:xfrm>
          <a:custGeom xmlns:a="http://schemas.openxmlformats.org/drawingml/2006/main">
            <a:pathLst>
              <a:path w="543341" h="112979">
                <a:moveTo>
                  <a:pt x="0" y="111536"/>
                </a:moveTo>
                <a:lnTo>
                  <a:pt x="0" y="3686"/>
                </a:lnTo>
                <a:lnTo>
                  <a:pt x="40737" y="3686"/>
                </a:lnTo>
                <a:cubicBezTo>
                  <a:pt x="46926" y="3686"/>
                  <a:pt x="52568" y="4674"/>
                  <a:pt x="57664" y="6651"/>
                </a:cubicBezTo>
                <a:cubicBezTo>
                  <a:pt x="62759" y="8627"/>
                  <a:pt x="66854" y="11725"/>
                  <a:pt x="69949" y="15945"/>
                </a:cubicBezTo>
                <a:cubicBezTo>
                  <a:pt x="73044" y="20165"/>
                  <a:pt x="74591" y="25641"/>
                  <a:pt x="74591" y="32371"/>
                </a:cubicBezTo>
                <a:cubicBezTo>
                  <a:pt x="74591" y="39209"/>
                  <a:pt x="72683" y="45031"/>
                  <a:pt x="68869" y="49839"/>
                </a:cubicBezTo>
                <a:cubicBezTo>
                  <a:pt x="65054" y="54646"/>
                  <a:pt x="59411" y="57905"/>
                  <a:pt x="51942" y="59614"/>
                </a:cubicBezTo>
                <a:cubicBezTo>
                  <a:pt x="55836" y="60202"/>
                  <a:pt x="59091" y="61444"/>
                  <a:pt x="61706" y="63340"/>
                </a:cubicBezTo>
                <a:cubicBezTo>
                  <a:pt x="64320" y="65237"/>
                  <a:pt x="66521" y="67921"/>
                  <a:pt x="68308" y="71393"/>
                </a:cubicBezTo>
                <a:cubicBezTo>
                  <a:pt x="70096" y="74865"/>
                  <a:pt x="71656" y="79245"/>
                  <a:pt x="72990" y="84534"/>
                </a:cubicBezTo>
                <a:lnTo>
                  <a:pt x="80033" y="111536"/>
                </a:lnTo>
                <a:lnTo>
                  <a:pt x="65387" y="111536"/>
                </a:lnTo>
                <a:lnTo>
                  <a:pt x="59145" y="86777"/>
                </a:lnTo>
                <a:cubicBezTo>
                  <a:pt x="57917" y="81809"/>
                  <a:pt x="56477" y="77790"/>
                  <a:pt x="54823" y="74718"/>
                </a:cubicBezTo>
                <a:cubicBezTo>
                  <a:pt x="53169" y="71647"/>
                  <a:pt x="51141" y="69403"/>
                  <a:pt x="48740" y="67988"/>
                </a:cubicBezTo>
                <a:cubicBezTo>
                  <a:pt x="46339" y="66572"/>
                  <a:pt x="43325" y="65864"/>
                  <a:pt x="39696" y="65864"/>
                </a:cubicBezTo>
                <a:lnTo>
                  <a:pt x="14406" y="65864"/>
                </a:lnTo>
                <a:lnTo>
                  <a:pt x="14406" y="111536"/>
                </a:lnTo>
                <a:lnTo>
                  <a:pt x="0" y="111536"/>
                </a:lnTo>
                <a:moveTo>
                  <a:pt x="14406" y="53845"/>
                </a:moveTo>
                <a:lnTo>
                  <a:pt x="38896" y="53845"/>
                </a:lnTo>
                <a:cubicBezTo>
                  <a:pt x="42844" y="53845"/>
                  <a:pt x="46419" y="53097"/>
                  <a:pt x="49621" y="51602"/>
                </a:cubicBezTo>
                <a:cubicBezTo>
                  <a:pt x="52822" y="50106"/>
                  <a:pt x="55370" y="47943"/>
                  <a:pt x="57264" y="45111"/>
                </a:cubicBezTo>
                <a:cubicBezTo>
                  <a:pt x="59158" y="42280"/>
                  <a:pt x="60105" y="38861"/>
                  <a:pt x="60105" y="34855"/>
                </a:cubicBezTo>
                <a:cubicBezTo>
                  <a:pt x="60105" y="28819"/>
                  <a:pt x="58331" y="24118"/>
                  <a:pt x="54783" y="20753"/>
                </a:cubicBezTo>
                <a:cubicBezTo>
                  <a:pt x="51235" y="17388"/>
                  <a:pt x="46099" y="15705"/>
                  <a:pt x="39376" y="15705"/>
                </a:cubicBezTo>
                <a:lnTo>
                  <a:pt x="14406" y="15705"/>
                </a:lnTo>
                <a:lnTo>
                  <a:pt x="14406" y="53845"/>
                </a:lnTo>
                <a:close/>
                <a:moveTo>
                  <a:pt x="119707" y="112979"/>
                </a:moveTo>
                <a:cubicBezTo>
                  <a:pt x="111597" y="112979"/>
                  <a:pt x="104901" y="111131"/>
                  <a:pt x="99619" y="107435"/>
                </a:cubicBezTo>
                <a:cubicBezTo>
                  <a:pt x="94337" y="103737"/>
                  <a:pt x="90402" y="98706"/>
                  <a:pt x="87814" y="92341"/>
                </a:cubicBezTo>
                <a:cubicBezTo>
                  <a:pt x="85227" y="85976"/>
                  <a:pt x="83933" y="78819"/>
                  <a:pt x="83933" y="70870"/>
                </a:cubicBezTo>
                <a:cubicBezTo>
                  <a:pt x="83933" y="62588"/>
                  <a:pt x="85187" y="55292"/>
                  <a:pt x="87694" y="48982"/>
                </a:cubicBezTo>
                <a:cubicBezTo>
                  <a:pt x="90202" y="42673"/>
                  <a:pt x="94004" y="37739"/>
                  <a:pt x="99099" y="34182"/>
                </a:cubicBezTo>
                <a:cubicBezTo>
                  <a:pt x="104194" y="30624"/>
                  <a:pt x="110584" y="28846"/>
                  <a:pt x="118267" y="28846"/>
                </a:cubicBezTo>
                <a:cubicBezTo>
                  <a:pt x="128565" y="28846"/>
                  <a:pt x="136621" y="32184"/>
                  <a:pt x="142437" y="38861"/>
                </a:cubicBezTo>
                <a:cubicBezTo>
                  <a:pt x="148253" y="45537"/>
                  <a:pt x="151161" y="55134"/>
                  <a:pt x="151161" y="67652"/>
                </a:cubicBezTo>
                <a:cubicBezTo>
                  <a:pt x="151161" y="68487"/>
                  <a:pt x="151147" y="69474"/>
                  <a:pt x="151121" y="70614"/>
                </a:cubicBezTo>
                <a:cubicBezTo>
                  <a:pt x="151094" y="71754"/>
                  <a:pt x="151027" y="72575"/>
                  <a:pt x="150920" y="73076"/>
                </a:cubicBezTo>
                <a:lnTo>
                  <a:pt x="97378" y="73076"/>
                </a:lnTo>
                <a:cubicBezTo>
                  <a:pt x="97432" y="78426"/>
                  <a:pt x="98205" y="83339"/>
                  <a:pt x="99699" y="87816"/>
                </a:cubicBezTo>
                <a:cubicBezTo>
                  <a:pt x="101193" y="92294"/>
                  <a:pt x="103581" y="95884"/>
                  <a:pt x="106862" y="98588"/>
                </a:cubicBezTo>
                <a:cubicBezTo>
                  <a:pt x="110144" y="101291"/>
                  <a:pt x="114425" y="102642"/>
                  <a:pt x="119707" y="102642"/>
                </a:cubicBezTo>
                <a:cubicBezTo>
                  <a:pt x="125417" y="102642"/>
                  <a:pt x="129858" y="101149"/>
                  <a:pt x="133033" y="98163"/>
                </a:cubicBezTo>
                <a:cubicBezTo>
                  <a:pt x="136208" y="95176"/>
                  <a:pt x="137875" y="90868"/>
                  <a:pt x="138035" y="85237"/>
                </a:cubicBezTo>
                <a:lnTo>
                  <a:pt x="151241" y="85237"/>
                </a:lnTo>
                <a:cubicBezTo>
                  <a:pt x="151080" y="90958"/>
                  <a:pt x="149707" y="95888"/>
                  <a:pt x="147119" y="100026"/>
                </a:cubicBezTo>
                <a:cubicBezTo>
                  <a:pt x="144531" y="104162"/>
                  <a:pt x="140916" y="107356"/>
                  <a:pt x="136274" y="109606"/>
                </a:cubicBezTo>
                <a:cubicBezTo>
                  <a:pt x="131632" y="111854"/>
                  <a:pt x="126110" y="112979"/>
                  <a:pt x="119707" y="112979"/>
                </a:cubicBezTo>
                <a:moveTo>
                  <a:pt x="97458" y="63300"/>
                </a:moveTo>
                <a:lnTo>
                  <a:pt x="137955" y="63300"/>
                </a:lnTo>
                <a:cubicBezTo>
                  <a:pt x="137795" y="55464"/>
                  <a:pt x="136008" y="49472"/>
                  <a:pt x="132593" y="45324"/>
                </a:cubicBezTo>
                <a:cubicBezTo>
                  <a:pt x="129178" y="41176"/>
                  <a:pt x="124403" y="39102"/>
                  <a:pt x="118267" y="39102"/>
                </a:cubicBezTo>
                <a:cubicBezTo>
                  <a:pt x="112024" y="39102"/>
                  <a:pt x="107156" y="41162"/>
                  <a:pt x="103661" y="45282"/>
                </a:cubicBezTo>
                <a:cubicBezTo>
                  <a:pt x="100166" y="49401"/>
                  <a:pt x="98099" y="55408"/>
                  <a:pt x="97458" y="63300"/>
                </a:cubicBezTo>
                <a:close/>
                <a:moveTo>
                  <a:pt x="190440" y="111536"/>
                </a:moveTo>
                <a:cubicBezTo>
                  <a:pt x="184197" y="111536"/>
                  <a:pt x="179382" y="110487"/>
                  <a:pt x="175994" y="108389"/>
                </a:cubicBezTo>
                <a:cubicBezTo>
                  <a:pt x="172606" y="106291"/>
                  <a:pt x="170285" y="103268"/>
                  <a:pt x="169031" y="99322"/>
                </a:cubicBezTo>
                <a:cubicBezTo>
                  <a:pt x="167777" y="95376"/>
                  <a:pt x="167150" y="90633"/>
                  <a:pt x="167150" y="85092"/>
                </a:cubicBezTo>
                <a:lnTo>
                  <a:pt x="167150" y="41105"/>
                </a:lnTo>
                <a:lnTo>
                  <a:pt x="154185" y="41105"/>
                </a:lnTo>
                <a:lnTo>
                  <a:pt x="154185" y="30288"/>
                </a:lnTo>
                <a:lnTo>
                  <a:pt x="167150" y="30288"/>
                </a:lnTo>
                <a:lnTo>
                  <a:pt x="167150" y="12420"/>
                </a:lnTo>
                <a:lnTo>
                  <a:pt x="180516" y="12420"/>
                </a:lnTo>
                <a:lnTo>
                  <a:pt x="180516" y="30288"/>
                </a:lnTo>
                <a:lnTo>
                  <a:pt x="199804" y="30288"/>
                </a:lnTo>
                <a:lnTo>
                  <a:pt x="199804" y="41105"/>
                </a:lnTo>
                <a:lnTo>
                  <a:pt x="180516" y="41105"/>
                </a:lnTo>
                <a:lnTo>
                  <a:pt x="180516" y="84804"/>
                </a:lnTo>
                <a:cubicBezTo>
                  <a:pt x="180516" y="89941"/>
                  <a:pt x="181143" y="93864"/>
                  <a:pt x="182396" y="96575"/>
                </a:cubicBezTo>
                <a:cubicBezTo>
                  <a:pt x="183650" y="99285"/>
                  <a:pt x="186625" y="100639"/>
                  <a:pt x="191320" y="100639"/>
                </a:cubicBezTo>
                <a:lnTo>
                  <a:pt x="199804" y="100639"/>
                </a:lnTo>
                <a:lnTo>
                  <a:pt x="199804" y="111536"/>
                </a:lnTo>
                <a:lnTo>
                  <a:pt x="190440" y="111536"/>
                </a:lnTo>
                <a:close/>
                <a:moveTo>
                  <a:pt x="209412" y="111536"/>
                </a:moveTo>
                <a:lnTo>
                  <a:pt x="209412" y="30288"/>
                </a:lnTo>
                <a:lnTo>
                  <a:pt x="221978" y="30288"/>
                </a:lnTo>
                <a:lnTo>
                  <a:pt x="222458" y="43028"/>
                </a:lnTo>
                <a:cubicBezTo>
                  <a:pt x="224699" y="39022"/>
                  <a:pt x="227767" y="35656"/>
                  <a:pt x="231662" y="32932"/>
                </a:cubicBezTo>
                <a:cubicBezTo>
                  <a:pt x="235556" y="30208"/>
                  <a:pt x="240599" y="28846"/>
                  <a:pt x="246788" y="28846"/>
                </a:cubicBezTo>
                <a:lnTo>
                  <a:pt x="248388" y="28846"/>
                </a:lnTo>
                <a:lnTo>
                  <a:pt x="248388" y="41105"/>
                </a:lnTo>
                <a:lnTo>
                  <a:pt x="246548" y="41105"/>
                </a:lnTo>
                <a:cubicBezTo>
                  <a:pt x="242653" y="41105"/>
                  <a:pt x="239238" y="41641"/>
                  <a:pt x="236303" y="42713"/>
                </a:cubicBezTo>
                <a:cubicBezTo>
                  <a:pt x="233369" y="43783"/>
                  <a:pt x="230821" y="45262"/>
                  <a:pt x="228660" y="47152"/>
                </a:cubicBezTo>
                <a:cubicBezTo>
                  <a:pt x="226499" y="49040"/>
                  <a:pt x="224539" y="51224"/>
                  <a:pt x="222778" y="53702"/>
                </a:cubicBezTo>
                <a:lnTo>
                  <a:pt x="222778" y="111536"/>
                </a:lnTo>
                <a:lnTo>
                  <a:pt x="209412" y="111536"/>
                </a:lnTo>
                <a:close/>
                <a:moveTo>
                  <a:pt x="255355" y="111536"/>
                </a:moveTo>
                <a:lnTo>
                  <a:pt x="255355" y="30288"/>
                </a:lnTo>
                <a:lnTo>
                  <a:pt x="268721" y="30288"/>
                </a:lnTo>
                <a:lnTo>
                  <a:pt x="268721" y="111536"/>
                </a:lnTo>
                <a:lnTo>
                  <a:pt x="255355" y="111536"/>
                </a:lnTo>
                <a:moveTo>
                  <a:pt x="262078" y="15545"/>
                </a:moveTo>
                <a:cubicBezTo>
                  <a:pt x="259517" y="15545"/>
                  <a:pt x="257490" y="14810"/>
                  <a:pt x="255996" y="13341"/>
                </a:cubicBezTo>
                <a:cubicBezTo>
                  <a:pt x="254502" y="11872"/>
                  <a:pt x="253755" y="10016"/>
                  <a:pt x="253755" y="7772"/>
                </a:cubicBezTo>
                <a:cubicBezTo>
                  <a:pt x="253755" y="5529"/>
                  <a:pt x="254502" y="3672"/>
                  <a:pt x="255996" y="2203"/>
                </a:cubicBezTo>
                <a:cubicBezTo>
                  <a:pt x="257490" y="734"/>
                  <a:pt x="259517" y="0"/>
                  <a:pt x="262078" y="0"/>
                </a:cubicBezTo>
                <a:cubicBezTo>
                  <a:pt x="264586" y="0"/>
                  <a:pt x="266613" y="734"/>
                  <a:pt x="268161" y="2203"/>
                </a:cubicBezTo>
                <a:cubicBezTo>
                  <a:pt x="269708" y="3672"/>
                  <a:pt x="270482" y="5529"/>
                  <a:pt x="270482" y="7772"/>
                </a:cubicBezTo>
                <a:cubicBezTo>
                  <a:pt x="270482" y="10016"/>
                  <a:pt x="269708" y="11872"/>
                  <a:pt x="268161" y="13341"/>
                </a:cubicBezTo>
                <a:cubicBezTo>
                  <a:pt x="266613" y="14810"/>
                  <a:pt x="264586" y="15545"/>
                  <a:pt x="262078" y="15545"/>
                </a:cubicBezTo>
                <a:close/>
                <a:moveTo>
                  <a:pt x="319872" y="112979"/>
                </a:moveTo>
                <a:cubicBezTo>
                  <a:pt x="311762" y="112979"/>
                  <a:pt x="305066" y="111131"/>
                  <a:pt x="299784" y="107435"/>
                </a:cubicBezTo>
                <a:cubicBezTo>
                  <a:pt x="294501" y="103737"/>
                  <a:pt x="290566" y="98706"/>
                  <a:pt x="287979" y="92341"/>
                </a:cubicBezTo>
                <a:cubicBezTo>
                  <a:pt x="285391" y="85976"/>
                  <a:pt x="284097" y="78819"/>
                  <a:pt x="284097" y="70870"/>
                </a:cubicBezTo>
                <a:cubicBezTo>
                  <a:pt x="284097" y="62588"/>
                  <a:pt x="285351" y="55292"/>
                  <a:pt x="287859" y="48982"/>
                </a:cubicBezTo>
                <a:cubicBezTo>
                  <a:pt x="290366" y="42673"/>
                  <a:pt x="294168" y="37739"/>
                  <a:pt x="299263" y="34182"/>
                </a:cubicBezTo>
                <a:cubicBezTo>
                  <a:pt x="304359" y="30624"/>
                  <a:pt x="310748" y="28846"/>
                  <a:pt x="318431" y="28846"/>
                </a:cubicBezTo>
                <a:cubicBezTo>
                  <a:pt x="328729" y="28846"/>
                  <a:pt x="336786" y="32184"/>
                  <a:pt x="342601" y="38861"/>
                </a:cubicBezTo>
                <a:cubicBezTo>
                  <a:pt x="348417" y="45537"/>
                  <a:pt x="351325" y="55134"/>
                  <a:pt x="351325" y="67652"/>
                </a:cubicBezTo>
                <a:cubicBezTo>
                  <a:pt x="351325" y="68487"/>
                  <a:pt x="351312" y="69474"/>
                  <a:pt x="351285" y="70614"/>
                </a:cubicBezTo>
                <a:cubicBezTo>
                  <a:pt x="351258" y="71754"/>
                  <a:pt x="351192" y="72575"/>
                  <a:pt x="351085" y="73076"/>
                </a:cubicBezTo>
                <a:lnTo>
                  <a:pt x="297543" y="73076"/>
                </a:lnTo>
                <a:cubicBezTo>
                  <a:pt x="297596" y="78426"/>
                  <a:pt x="298370" y="83339"/>
                  <a:pt x="299864" y="87816"/>
                </a:cubicBezTo>
                <a:cubicBezTo>
                  <a:pt x="301358" y="92294"/>
                  <a:pt x="303745" y="95884"/>
                  <a:pt x="307027" y="98588"/>
                </a:cubicBezTo>
                <a:cubicBezTo>
                  <a:pt x="310308" y="101291"/>
                  <a:pt x="314590" y="102642"/>
                  <a:pt x="319872" y="102642"/>
                </a:cubicBezTo>
                <a:cubicBezTo>
                  <a:pt x="325581" y="102642"/>
                  <a:pt x="330023" y="101149"/>
                  <a:pt x="333197" y="98163"/>
                </a:cubicBezTo>
                <a:cubicBezTo>
                  <a:pt x="336372" y="95176"/>
                  <a:pt x="338039" y="90868"/>
                  <a:pt x="338200" y="85237"/>
                </a:cubicBezTo>
                <a:lnTo>
                  <a:pt x="351405" y="85237"/>
                </a:lnTo>
                <a:cubicBezTo>
                  <a:pt x="351245" y="90958"/>
                  <a:pt x="349871" y="95888"/>
                  <a:pt x="347283" y="100026"/>
                </a:cubicBezTo>
                <a:cubicBezTo>
                  <a:pt x="344696" y="104162"/>
                  <a:pt x="341081" y="107356"/>
                  <a:pt x="336439" y="109606"/>
                </a:cubicBezTo>
                <a:cubicBezTo>
                  <a:pt x="331797" y="111854"/>
                  <a:pt x="326275" y="112979"/>
                  <a:pt x="319872" y="112979"/>
                </a:cubicBezTo>
                <a:moveTo>
                  <a:pt x="297623" y="63300"/>
                </a:moveTo>
                <a:lnTo>
                  <a:pt x="338120" y="63300"/>
                </a:lnTo>
                <a:cubicBezTo>
                  <a:pt x="337959" y="55464"/>
                  <a:pt x="336172" y="49472"/>
                  <a:pt x="332757" y="45324"/>
                </a:cubicBezTo>
                <a:cubicBezTo>
                  <a:pt x="329343" y="41176"/>
                  <a:pt x="324567" y="39102"/>
                  <a:pt x="318431" y="39102"/>
                </a:cubicBezTo>
                <a:cubicBezTo>
                  <a:pt x="312189" y="39102"/>
                  <a:pt x="307320" y="41162"/>
                  <a:pt x="303825" y="45282"/>
                </a:cubicBezTo>
                <a:cubicBezTo>
                  <a:pt x="300331" y="49401"/>
                  <a:pt x="298263" y="55408"/>
                  <a:pt x="297623" y="63300"/>
                </a:cubicBezTo>
                <a:close/>
                <a:moveTo>
                  <a:pt x="381321" y="111536"/>
                </a:moveTo>
                <a:lnTo>
                  <a:pt x="352749" y="30288"/>
                </a:lnTo>
                <a:lnTo>
                  <a:pt x="366835" y="30288"/>
                </a:lnTo>
                <a:lnTo>
                  <a:pt x="388684" y="97855"/>
                </a:lnTo>
                <a:lnTo>
                  <a:pt x="410693" y="30288"/>
                </a:lnTo>
                <a:lnTo>
                  <a:pt x="424298" y="30288"/>
                </a:lnTo>
                <a:lnTo>
                  <a:pt x="396047" y="111536"/>
                </a:lnTo>
                <a:lnTo>
                  <a:pt x="381321" y="111536"/>
                </a:lnTo>
                <a:close/>
                <a:moveTo>
                  <a:pt x="460603" y="112979"/>
                </a:moveTo>
                <a:cubicBezTo>
                  <a:pt x="452493" y="112979"/>
                  <a:pt x="445797" y="111131"/>
                  <a:pt x="440515" y="107435"/>
                </a:cubicBezTo>
                <a:cubicBezTo>
                  <a:pt x="435232" y="103737"/>
                  <a:pt x="431297" y="98706"/>
                  <a:pt x="428710" y="92341"/>
                </a:cubicBezTo>
                <a:cubicBezTo>
                  <a:pt x="426122" y="85976"/>
                  <a:pt x="424828" y="78819"/>
                  <a:pt x="424828" y="70870"/>
                </a:cubicBezTo>
                <a:cubicBezTo>
                  <a:pt x="424828" y="62588"/>
                  <a:pt x="426082" y="55292"/>
                  <a:pt x="428590" y="48982"/>
                </a:cubicBezTo>
                <a:cubicBezTo>
                  <a:pt x="431097" y="42673"/>
                  <a:pt x="434899" y="37739"/>
                  <a:pt x="439994" y="34182"/>
                </a:cubicBezTo>
                <a:cubicBezTo>
                  <a:pt x="445090" y="30624"/>
                  <a:pt x="451479" y="28846"/>
                  <a:pt x="459162" y="28846"/>
                </a:cubicBezTo>
                <a:cubicBezTo>
                  <a:pt x="469460" y="28846"/>
                  <a:pt x="477517" y="32184"/>
                  <a:pt x="483332" y="38861"/>
                </a:cubicBezTo>
                <a:cubicBezTo>
                  <a:pt x="489148" y="45537"/>
                  <a:pt x="492056" y="55134"/>
                  <a:pt x="492056" y="67652"/>
                </a:cubicBezTo>
                <a:cubicBezTo>
                  <a:pt x="492056" y="68487"/>
                  <a:pt x="492043" y="69474"/>
                  <a:pt x="492016" y="70614"/>
                </a:cubicBezTo>
                <a:cubicBezTo>
                  <a:pt x="491989" y="71754"/>
                  <a:pt x="491923" y="72575"/>
                  <a:pt x="491816" y="73076"/>
                </a:cubicBezTo>
                <a:lnTo>
                  <a:pt x="438274" y="73076"/>
                </a:lnTo>
                <a:cubicBezTo>
                  <a:pt x="438327" y="78426"/>
                  <a:pt x="439101" y="83339"/>
                  <a:pt x="440595" y="87816"/>
                </a:cubicBezTo>
                <a:cubicBezTo>
                  <a:pt x="442089" y="92294"/>
                  <a:pt x="444476" y="95884"/>
                  <a:pt x="447758" y="98588"/>
                </a:cubicBezTo>
                <a:cubicBezTo>
                  <a:pt x="451039" y="101291"/>
                  <a:pt x="455321" y="102642"/>
                  <a:pt x="460603" y="102642"/>
                </a:cubicBezTo>
                <a:cubicBezTo>
                  <a:pt x="466312" y="102642"/>
                  <a:pt x="470754" y="101149"/>
                  <a:pt x="473928" y="98163"/>
                </a:cubicBezTo>
                <a:cubicBezTo>
                  <a:pt x="477103" y="95176"/>
                  <a:pt x="478770" y="90868"/>
                  <a:pt x="478931" y="85237"/>
                </a:cubicBezTo>
                <a:lnTo>
                  <a:pt x="492136" y="85237"/>
                </a:lnTo>
                <a:cubicBezTo>
                  <a:pt x="491976" y="90958"/>
                  <a:pt x="490602" y="95888"/>
                  <a:pt x="488014" y="100026"/>
                </a:cubicBezTo>
                <a:cubicBezTo>
                  <a:pt x="485427" y="104162"/>
                  <a:pt x="481812" y="107356"/>
                  <a:pt x="477170" y="109606"/>
                </a:cubicBezTo>
                <a:cubicBezTo>
                  <a:pt x="472528" y="111854"/>
                  <a:pt x="467006" y="112979"/>
                  <a:pt x="460603" y="112979"/>
                </a:cubicBezTo>
                <a:moveTo>
                  <a:pt x="438354" y="63300"/>
                </a:moveTo>
                <a:lnTo>
                  <a:pt x="478851" y="63300"/>
                </a:lnTo>
                <a:cubicBezTo>
                  <a:pt x="478690" y="55464"/>
                  <a:pt x="476903" y="49472"/>
                  <a:pt x="473488" y="45324"/>
                </a:cubicBezTo>
                <a:cubicBezTo>
                  <a:pt x="470074" y="41176"/>
                  <a:pt x="465298" y="39102"/>
                  <a:pt x="459162" y="39102"/>
                </a:cubicBezTo>
                <a:cubicBezTo>
                  <a:pt x="452920" y="39102"/>
                  <a:pt x="448051" y="41162"/>
                  <a:pt x="444556" y="45282"/>
                </a:cubicBezTo>
                <a:cubicBezTo>
                  <a:pt x="441062" y="49401"/>
                  <a:pt x="438994" y="55408"/>
                  <a:pt x="438354" y="63300"/>
                </a:cubicBezTo>
                <a:close/>
                <a:moveTo>
                  <a:pt x="504365" y="111536"/>
                </a:moveTo>
                <a:lnTo>
                  <a:pt x="504365" y="30288"/>
                </a:lnTo>
                <a:lnTo>
                  <a:pt x="516930" y="30288"/>
                </a:lnTo>
                <a:lnTo>
                  <a:pt x="517410" y="43028"/>
                </a:lnTo>
                <a:cubicBezTo>
                  <a:pt x="519651" y="39022"/>
                  <a:pt x="522719" y="35656"/>
                  <a:pt x="526614" y="32932"/>
                </a:cubicBezTo>
                <a:cubicBezTo>
                  <a:pt x="530509" y="30208"/>
                  <a:pt x="535551" y="28846"/>
                  <a:pt x="541740" y="28846"/>
                </a:cubicBezTo>
                <a:lnTo>
                  <a:pt x="543341" y="28846"/>
                </a:lnTo>
                <a:lnTo>
                  <a:pt x="543341" y="41105"/>
                </a:lnTo>
                <a:lnTo>
                  <a:pt x="541500" y="41105"/>
                </a:lnTo>
                <a:cubicBezTo>
                  <a:pt x="537605" y="41105"/>
                  <a:pt x="534191" y="41641"/>
                  <a:pt x="531256" y="42713"/>
                </a:cubicBezTo>
                <a:cubicBezTo>
                  <a:pt x="528321" y="43783"/>
                  <a:pt x="525774" y="45262"/>
                  <a:pt x="523613" y="47152"/>
                </a:cubicBezTo>
                <a:cubicBezTo>
                  <a:pt x="521452" y="49040"/>
                  <a:pt x="519491" y="51224"/>
                  <a:pt x="517730" y="53702"/>
                </a:cubicBezTo>
                <a:lnTo>
                  <a:pt x="517730" y="111536"/>
                </a:lnTo>
                <a:lnTo>
                  <a:pt x="504365" y="111536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9FB0D4-2D20-4D9A-AF43-F68BEBF5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98" y="765253"/>
            <a:ext cx="657011" cy="86609"/>
          </a:xfrm>
          <a:custGeom xmlns:a="http://schemas.openxmlformats.org/drawingml/2006/main">
            <a:pathLst>
              <a:path w="657011" h="86609">
                <a:moveTo>
                  <a:pt x="86506" y="35183"/>
                </a:moveTo>
                <a:lnTo>
                  <a:pt x="86505" y="0"/>
                </a:lnTo>
                <a:lnTo>
                  <a:pt x="0" y="43304"/>
                </a:lnTo>
                <a:lnTo>
                  <a:pt x="86508" y="86609"/>
                </a:lnTo>
                <a:lnTo>
                  <a:pt x="86507" y="51423"/>
                </a:lnTo>
                <a:lnTo>
                  <a:pt x="657011" y="51421"/>
                </a:lnTo>
                <a:lnTo>
                  <a:pt x="657011" y="35183"/>
                </a:lnTo>
                <a:lnTo>
                  <a:pt x="86506" y="351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FA570A-F126-448D-80DF-F6A5CE57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2952" y="1185136"/>
            <a:ext cx="86505" cy="1095804"/>
          </a:xfrm>
          <a:custGeom xmlns:a="http://schemas.openxmlformats.org/drawingml/2006/main">
            <a:pathLst>
              <a:path w="86505" h="1095804">
                <a:moveTo>
                  <a:pt x="35143" y="1009171"/>
                </a:moveTo>
                <a:lnTo>
                  <a:pt x="0" y="1009061"/>
                </a:lnTo>
                <a:lnTo>
                  <a:pt x="42985" y="1095804"/>
                </a:lnTo>
                <a:lnTo>
                  <a:pt x="86505" y="1009331"/>
                </a:lnTo>
                <a:lnTo>
                  <a:pt x="51362" y="1009221"/>
                </a:lnTo>
                <a:lnTo>
                  <a:pt x="54488" y="49"/>
                </a:lnTo>
                <a:lnTo>
                  <a:pt x="38270" y="0"/>
                </a:lnTo>
                <a:lnTo>
                  <a:pt x="35143" y="10091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LLM">
            <a:extLst xmlns:a="http://schemas.openxmlformats.org/drawingml/2006/main">
              <a:ext uri="{FF2B5EF4-FFF2-40B4-BE49-F238E27FC236}">
                <a16:creationId xmlns:a16="http://schemas.microsoft.com/office/drawing/2014/main" id="{65A5FEB4-9C85-4C39-8B88-24919C73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241" y="2837431"/>
            <a:ext cx="247218" cy="107851"/>
          </a:xfrm>
          <a:custGeom xmlns:a="http://schemas.openxmlformats.org/drawingml/2006/main">
            <a:pathLst>
              <a:path w="247218" h="107851">
                <a:moveTo>
                  <a:pt x="14406" y="95431"/>
                </a:moveTo>
                <a:lnTo>
                  <a:pt x="14406" y="0"/>
                </a:lnTo>
                <a:lnTo>
                  <a:pt x="0" y="0"/>
                </a:lnTo>
                <a:lnTo>
                  <a:pt x="0" y="107851"/>
                </a:lnTo>
                <a:lnTo>
                  <a:pt x="64747" y="107851"/>
                </a:lnTo>
                <a:lnTo>
                  <a:pt x="64747" y="95431"/>
                </a:lnTo>
                <a:lnTo>
                  <a:pt x="14406" y="95431"/>
                </a:lnTo>
                <a:close/>
                <a:moveTo>
                  <a:pt x="137735" y="95431"/>
                </a:moveTo>
                <a:lnTo>
                  <a:pt x="87394" y="95431"/>
                </a:lnTo>
                <a:lnTo>
                  <a:pt x="87394" y="0"/>
                </a:lnTo>
                <a:lnTo>
                  <a:pt x="72988" y="0"/>
                </a:lnTo>
                <a:lnTo>
                  <a:pt x="72988" y="107851"/>
                </a:lnTo>
                <a:lnTo>
                  <a:pt x="137735" y="107851"/>
                </a:lnTo>
                <a:lnTo>
                  <a:pt x="137735" y="95431"/>
                </a:lnTo>
                <a:close/>
                <a:moveTo>
                  <a:pt x="145976" y="107851"/>
                </a:moveTo>
                <a:lnTo>
                  <a:pt x="159822" y="107851"/>
                </a:lnTo>
                <a:lnTo>
                  <a:pt x="159822" y="20407"/>
                </a:lnTo>
                <a:lnTo>
                  <a:pt x="191915" y="73877"/>
                </a:lnTo>
                <a:lnTo>
                  <a:pt x="201359" y="73877"/>
                </a:lnTo>
                <a:lnTo>
                  <a:pt x="232972" y="20400"/>
                </a:lnTo>
                <a:lnTo>
                  <a:pt x="232972" y="107851"/>
                </a:lnTo>
                <a:lnTo>
                  <a:pt x="247218" y="107851"/>
                </a:lnTo>
                <a:lnTo>
                  <a:pt x="247218" y="0"/>
                </a:lnTo>
                <a:lnTo>
                  <a:pt x="231772" y="0"/>
                </a:lnTo>
                <a:lnTo>
                  <a:pt x="197124" y="58590"/>
                </a:lnTo>
                <a:lnTo>
                  <a:pt x="161663" y="0"/>
                </a:lnTo>
                <a:lnTo>
                  <a:pt x="145976" y="0"/>
                </a:lnTo>
                <a:lnTo>
                  <a:pt x="145976" y="107851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Massive">
            <a:extLst xmlns:a="http://schemas.openxmlformats.org/drawingml/2006/main">
              <a:ext uri="{FF2B5EF4-FFF2-40B4-BE49-F238E27FC236}">
                <a16:creationId xmlns:a16="http://schemas.microsoft.com/office/drawing/2014/main" id="{B0FE70C5-3BDD-459F-87EE-E8B4BD6E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20" y="2761625"/>
            <a:ext cx="489366" cy="112979"/>
          </a:xfrm>
          <a:custGeom xmlns:a="http://schemas.openxmlformats.org/drawingml/2006/main">
            <a:pathLst>
              <a:path w="489366" h="112979">
                <a:moveTo>
                  <a:pt x="0" y="111536"/>
                </a:moveTo>
                <a:lnTo>
                  <a:pt x="13846" y="111536"/>
                </a:lnTo>
                <a:lnTo>
                  <a:pt x="13846" y="24093"/>
                </a:lnTo>
                <a:lnTo>
                  <a:pt x="45939" y="77563"/>
                </a:lnTo>
                <a:lnTo>
                  <a:pt x="55383" y="77563"/>
                </a:lnTo>
                <a:lnTo>
                  <a:pt x="86996" y="24086"/>
                </a:lnTo>
                <a:lnTo>
                  <a:pt x="86996" y="111536"/>
                </a:lnTo>
                <a:lnTo>
                  <a:pt x="101242" y="111536"/>
                </a:lnTo>
                <a:lnTo>
                  <a:pt x="101242" y="3686"/>
                </a:lnTo>
                <a:lnTo>
                  <a:pt x="85796" y="3686"/>
                </a:lnTo>
                <a:lnTo>
                  <a:pt x="51147" y="62276"/>
                </a:lnTo>
                <a:lnTo>
                  <a:pt x="15687" y="3686"/>
                </a:lnTo>
                <a:lnTo>
                  <a:pt x="0" y="3686"/>
                </a:lnTo>
                <a:lnTo>
                  <a:pt x="0" y="111536"/>
                </a:lnTo>
                <a:close/>
                <a:moveTo>
                  <a:pt x="136859" y="112883"/>
                </a:moveTo>
                <a:lnTo>
                  <a:pt x="137572" y="112829"/>
                </a:lnTo>
                <a:lnTo>
                  <a:pt x="138278" y="112763"/>
                </a:lnTo>
                <a:lnTo>
                  <a:pt x="138976" y="112686"/>
                </a:lnTo>
                <a:lnTo>
                  <a:pt x="139666" y="112596"/>
                </a:lnTo>
                <a:lnTo>
                  <a:pt x="140350" y="112494"/>
                </a:lnTo>
                <a:lnTo>
                  <a:pt x="141025" y="112381"/>
                </a:lnTo>
                <a:lnTo>
                  <a:pt x="141694" y="112255"/>
                </a:lnTo>
                <a:lnTo>
                  <a:pt x="142354" y="112117"/>
                </a:lnTo>
                <a:lnTo>
                  <a:pt x="143007" y="111968"/>
                </a:lnTo>
                <a:lnTo>
                  <a:pt x="143653" y="111806"/>
                </a:lnTo>
                <a:lnTo>
                  <a:pt x="144291" y="111633"/>
                </a:lnTo>
                <a:lnTo>
                  <a:pt x="144922" y="111447"/>
                </a:lnTo>
                <a:lnTo>
                  <a:pt x="145545" y="111250"/>
                </a:lnTo>
                <a:lnTo>
                  <a:pt x="146161" y="111041"/>
                </a:lnTo>
                <a:lnTo>
                  <a:pt x="146769" y="110819"/>
                </a:lnTo>
                <a:lnTo>
                  <a:pt x="147370" y="110586"/>
                </a:lnTo>
                <a:lnTo>
                  <a:pt x="147963" y="110341"/>
                </a:lnTo>
                <a:lnTo>
                  <a:pt x="148548" y="110084"/>
                </a:lnTo>
                <a:lnTo>
                  <a:pt x="149127" y="109814"/>
                </a:lnTo>
                <a:lnTo>
                  <a:pt x="149697" y="109533"/>
                </a:lnTo>
                <a:lnTo>
                  <a:pt x="150261" y="109242"/>
                </a:lnTo>
                <a:lnTo>
                  <a:pt x="150819" y="108942"/>
                </a:lnTo>
                <a:lnTo>
                  <a:pt x="151372" y="108633"/>
                </a:lnTo>
                <a:lnTo>
                  <a:pt x="151918" y="108316"/>
                </a:lnTo>
                <a:lnTo>
                  <a:pt x="152459" y="107990"/>
                </a:lnTo>
                <a:lnTo>
                  <a:pt x="152994" y="107655"/>
                </a:lnTo>
                <a:lnTo>
                  <a:pt x="153523" y="107312"/>
                </a:lnTo>
                <a:lnTo>
                  <a:pt x="154046" y="106960"/>
                </a:lnTo>
                <a:lnTo>
                  <a:pt x="154563" y="106600"/>
                </a:lnTo>
                <a:lnTo>
                  <a:pt x="155074" y="106231"/>
                </a:lnTo>
                <a:lnTo>
                  <a:pt x="155580" y="105853"/>
                </a:lnTo>
                <a:lnTo>
                  <a:pt x="156080" y="105467"/>
                </a:lnTo>
                <a:lnTo>
                  <a:pt x="156574" y="105072"/>
                </a:lnTo>
                <a:lnTo>
                  <a:pt x="157062" y="104668"/>
                </a:lnTo>
                <a:lnTo>
                  <a:pt x="157544" y="104256"/>
                </a:lnTo>
                <a:lnTo>
                  <a:pt x="158021" y="103835"/>
                </a:lnTo>
                <a:lnTo>
                  <a:pt x="158491" y="103406"/>
                </a:lnTo>
                <a:lnTo>
                  <a:pt x="158956" y="102968"/>
                </a:lnTo>
                <a:lnTo>
                  <a:pt x="159415" y="102521"/>
                </a:lnTo>
                <a:lnTo>
                  <a:pt x="159868" y="102066"/>
                </a:lnTo>
                <a:lnTo>
                  <a:pt x="160315" y="101602"/>
                </a:lnTo>
                <a:lnTo>
                  <a:pt x="160757" y="101129"/>
                </a:lnTo>
                <a:lnTo>
                  <a:pt x="161192" y="100648"/>
                </a:lnTo>
                <a:lnTo>
                  <a:pt x="161622" y="100158"/>
                </a:lnTo>
                <a:lnTo>
                  <a:pt x="162102" y="111536"/>
                </a:lnTo>
                <a:lnTo>
                  <a:pt x="174427" y="111536"/>
                </a:lnTo>
                <a:lnTo>
                  <a:pt x="174427" y="57216"/>
                </a:lnTo>
                <a:lnTo>
                  <a:pt x="174423" y="56491"/>
                </a:lnTo>
                <a:lnTo>
                  <a:pt x="174411" y="55778"/>
                </a:lnTo>
                <a:lnTo>
                  <a:pt x="174390" y="55075"/>
                </a:lnTo>
                <a:lnTo>
                  <a:pt x="174361" y="54384"/>
                </a:lnTo>
                <a:lnTo>
                  <a:pt x="174323" y="53704"/>
                </a:lnTo>
                <a:lnTo>
                  <a:pt x="174277" y="53036"/>
                </a:lnTo>
                <a:lnTo>
                  <a:pt x="174223" y="52378"/>
                </a:lnTo>
                <a:lnTo>
                  <a:pt x="174161" y="51732"/>
                </a:lnTo>
                <a:lnTo>
                  <a:pt x="174090" y="51096"/>
                </a:lnTo>
                <a:lnTo>
                  <a:pt x="174011" y="50472"/>
                </a:lnTo>
                <a:lnTo>
                  <a:pt x="173923" y="49859"/>
                </a:lnTo>
                <a:lnTo>
                  <a:pt x="173827" y="49257"/>
                </a:lnTo>
                <a:lnTo>
                  <a:pt x="173723" y="48667"/>
                </a:lnTo>
                <a:lnTo>
                  <a:pt x="173610" y="48087"/>
                </a:lnTo>
                <a:lnTo>
                  <a:pt x="173490" y="47519"/>
                </a:lnTo>
                <a:lnTo>
                  <a:pt x="173360" y="46962"/>
                </a:lnTo>
                <a:lnTo>
                  <a:pt x="173223" y="46415"/>
                </a:lnTo>
                <a:lnTo>
                  <a:pt x="173077" y="45881"/>
                </a:lnTo>
                <a:lnTo>
                  <a:pt x="172923" y="45357"/>
                </a:lnTo>
                <a:lnTo>
                  <a:pt x="172760" y="44844"/>
                </a:lnTo>
                <a:lnTo>
                  <a:pt x="172589" y="44343"/>
                </a:lnTo>
                <a:lnTo>
                  <a:pt x="172410" y="43852"/>
                </a:lnTo>
                <a:lnTo>
                  <a:pt x="172222" y="43373"/>
                </a:lnTo>
                <a:lnTo>
                  <a:pt x="172026" y="42905"/>
                </a:lnTo>
                <a:lnTo>
                  <a:pt x="171823" y="42447"/>
                </a:lnTo>
                <a:lnTo>
                  <a:pt x="171614" y="41998"/>
                </a:lnTo>
                <a:lnTo>
                  <a:pt x="171399" y="41557"/>
                </a:lnTo>
                <a:lnTo>
                  <a:pt x="171177" y="41124"/>
                </a:lnTo>
                <a:lnTo>
                  <a:pt x="170950" y="40700"/>
                </a:lnTo>
                <a:lnTo>
                  <a:pt x="170716" y="40285"/>
                </a:lnTo>
                <a:lnTo>
                  <a:pt x="170476" y="39878"/>
                </a:lnTo>
                <a:lnTo>
                  <a:pt x="170230" y="39480"/>
                </a:lnTo>
                <a:lnTo>
                  <a:pt x="169978" y="39090"/>
                </a:lnTo>
                <a:lnTo>
                  <a:pt x="169720" y="38709"/>
                </a:lnTo>
                <a:lnTo>
                  <a:pt x="169456" y="38336"/>
                </a:lnTo>
                <a:lnTo>
                  <a:pt x="169185" y="37972"/>
                </a:lnTo>
                <a:lnTo>
                  <a:pt x="168909" y="37616"/>
                </a:lnTo>
                <a:lnTo>
                  <a:pt x="168626" y="37269"/>
                </a:lnTo>
                <a:lnTo>
                  <a:pt x="168337" y="36931"/>
                </a:lnTo>
                <a:lnTo>
                  <a:pt x="168043" y="36601"/>
                </a:lnTo>
                <a:lnTo>
                  <a:pt x="167742" y="36280"/>
                </a:lnTo>
                <a:lnTo>
                  <a:pt x="167435" y="35967"/>
                </a:lnTo>
                <a:lnTo>
                  <a:pt x="167121" y="35662"/>
                </a:lnTo>
                <a:lnTo>
                  <a:pt x="166802" y="35367"/>
                </a:lnTo>
                <a:lnTo>
                  <a:pt x="166477" y="35080"/>
                </a:lnTo>
                <a:lnTo>
                  <a:pt x="166145" y="34801"/>
                </a:lnTo>
                <a:lnTo>
                  <a:pt x="165808" y="34531"/>
                </a:lnTo>
                <a:lnTo>
                  <a:pt x="165464" y="34269"/>
                </a:lnTo>
                <a:lnTo>
                  <a:pt x="165115" y="34015"/>
                </a:lnTo>
                <a:lnTo>
                  <a:pt x="164763" y="33768"/>
                </a:lnTo>
                <a:lnTo>
                  <a:pt x="164407" y="33527"/>
                </a:lnTo>
                <a:lnTo>
                  <a:pt x="164048" y="33293"/>
                </a:lnTo>
                <a:lnTo>
                  <a:pt x="163685" y="33066"/>
                </a:lnTo>
                <a:lnTo>
                  <a:pt x="163318" y="32846"/>
                </a:lnTo>
                <a:lnTo>
                  <a:pt x="162948" y="32632"/>
                </a:lnTo>
                <a:lnTo>
                  <a:pt x="162574" y="32424"/>
                </a:lnTo>
                <a:lnTo>
                  <a:pt x="162196" y="32224"/>
                </a:lnTo>
                <a:lnTo>
                  <a:pt x="161815" y="32030"/>
                </a:lnTo>
                <a:lnTo>
                  <a:pt x="161430" y="31843"/>
                </a:lnTo>
                <a:lnTo>
                  <a:pt x="161042" y="31662"/>
                </a:lnTo>
                <a:lnTo>
                  <a:pt x="160650" y="31488"/>
                </a:lnTo>
                <a:lnTo>
                  <a:pt x="160254" y="31321"/>
                </a:lnTo>
                <a:lnTo>
                  <a:pt x="159855" y="31160"/>
                </a:lnTo>
                <a:lnTo>
                  <a:pt x="159452" y="31006"/>
                </a:lnTo>
                <a:lnTo>
                  <a:pt x="159046" y="30859"/>
                </a:lnTo>
                <a:lnTo>
                  <a:pt x="158636" y="30718"/>
                </a:lnTo>
                <a:lnTo>
                  <a:pt x="158222" y="30585"/>
                </a:lnTo>
                <a:lnTo>
                  <a:pt x="157805" y="30457"/>
                </a:lnTo>
                <a:lnTo>
                  <a:pt x="157384" y="30337"/>
                </a:lnTo>
                <a:lnTo>
                  <a:pt x="156960" y="30223"/>
                </a:lnTo>
                <a:lnTo>
                  <a:pt x="156532" y="30116"/>
                </a:lnTo>
                <a:lnTo>
                  <a:pt x="156100" y="30015"/>
                </a:lnTo>
                <a:lnTo>
                  <a:pt x="155666" y="29920"/>
                </a:lnTo>
                <a:lnTo>
                  <a:pt x="155230" y="29828"/>
                </a:lnTo>
                <a:lnTo>
                  <a:pt x="154793" y="29741"/>
                </a:lnTo>
                <a:lnTo>
                  <a:pt x="154355" y="29658"/>
                </a:lnTo>
                <a:lnTo>
                  <a:pt x="153915" y="29579"/>
                </a:lnTo>
                <a:lnTo>
                  <a:pt x="153474" y="29503"/>
                </a:lnTo>
                <a:lnTo>
                  <a:pt x="153031" y="29432"/>
                </a:lnTo>
                <a:lnTo>
                  <a:pt x="152587" y="29365"/>
                </a:lnTo>
                <a:lnTo>
                  <a:pt x="152142" y="29302"/>
                </a:lnTo>
                <a:lnTo>
                  <a:pt x="151695" y="29244"/>
                </a:lnTo>
                <a:lnTo>
                  <a:pt x="151247" y="29189"/>
                </a:lnTo>
                <a:lnTo>
                  <a:pt x="150798" y="29138"/>
                </a:lnTo>
                <a:lnTo>
                  <a:pt x="150347" y="29091"/>
                </a:lnTo>
                <a:lnTo>
                  <a:pt x="149895" y="29049"/>
                </a:lnTo>
                <a:lnTo>
                  <a:pt x="149441" y="29010"/>
                </a:lnTo>
                <a:lnTo>
                  <a:pt x="148986" y="28976"/>
                </a:lnTo>
                <a:lnTo>
                  <a:pt x="148529" y="28945"/>
                </a:lnTo>
                <a:lnTo>
                  <a:pt x="148072" y="28919"/>
                </a:lnTo>
                <a:lnTo>
                  <a:pt x="147612" y="28896"/>
                </a:lnTo>
                <a:lnTo>
                  <a:pt x="147152" y="28878"/>
                </a:lnTo>
                <a:lnTo>
                  <a:pt x="146690" y="28864"/>
                </a:lnTo>
                <a:lnTo>
                  <a:pt x="146226" y="28854"/>
                </a:lnTo>
                <a:lnTo>
                  <a:pt x="145762" y="28848"/>
                </a:lnTo>
                <a:lnTo>
                  <a:pt x="145295" y="28846"/>
                </a:lnTo>
                <a:lnTo>
                  <a:pt x="144558" y="28850"/>
                </a:lnTo>
                <a:lnTo>
                  <a:pt x="143828" y="28865"/>
                </a:lnTo>
                <a:lnTo>
                  <a:pt x="143105" y="28889"/>
                </a:lnTo>
                <a:lnTo>
                  <a:pt x="142388" y="28923"/>
                </a:lnTo>
                <a:lnTo>
                  <a:pt x="141677" y="28967"/>
                </a:lnTo>
                <a:lnTo>
                  <a:pt x="140974" y="29020"/>
                </a:lnTo>
                <a:lnTo>
                  <a:pt x="140277" y="29083"/>
                </a:lnTo>
                <a:lnTo>
                  <a:pt x="139586" y="29156"/>
                </a:lnTo>
                <a:lnTo>
                  <a:pt x="138903" y="29239"/>
                </a:lnTo>
                <a:lnTo>
                  <a:pt x="138226" y="29331"/>
                </a:lnTo>
                <a:lnTo>
                  <a:pt x="137556" y="29433"/>
                </a:lnTo>
                <a:lnTo>
                  <a:pt x="136892" y="29544"/>
                </a:lnTo>
                <a:lnTo>
                  <a:pt x="136235" y="29666"/>
                </a:lnTo>
                <a:lnTo>
                  <a:pt x="135585" y="29797"/>
                </a:lnTo>
                <a:lnTo>
                  <a:pt x="134941" y="29937"/>
                </a:lnTo>
                <a:lnTo>
                  <a:pt x="134304" y="30088"/>
                </a:lnTo>
                <a:lnTo>
                  <a:pt x="133674" y="30248"/>
                </a:lnTo>
                <a:lnTo>
                  <a:pt x="133050" y="30417"/>
                </a:lnTo>
                <a:lnTo>
                  <a:pt x="132433" y="30597"/>
                </a:lnTo>
                <a:lnTo>
                  <a:pt x="131823" y="30786"/>
                </a:lnTo>
                <a:lnTo>
                  <a:pt x="131220" y="30985"/>
                </a:lnTo>
                <a:lnTo>
                  <a:pt x="130623" y="31194"/>
                </a:lnTo>
                <a:lnTo>
                  <a:pt x="130032" y="31412"/>
                </a:lnTo>
                <a:lnTo>
                  <a:pt x="129449" y="31640"/>
                </a:lnTo>
                <a:lnTo>
                  <a:pt x="128874" y="31879"/>
                </a:lnTo>
                <a:lnTo>
                  <a:pt x="128309" y="32129"/>
                </a:lnTo>
                <a:lnTo>
                  <a:pt x="127755" y="32390"/>
                </a:lnTo>
                <a:lnTo>
                  <a:pt x="127211" y="32663"/>
                </a:lnTo>
                <a:lnTo>
                  <a:pt x="126678" y="32948"/>
                </a:lnTo>
                <a:lnTo>
                  <a:pt x="126155" y="33245"/>
                </a:lnTo>
                <a:lnTo>
                  <a:pt x="125642" y="33553"/>
                </a:lnTo>
                <a:lnTo>
                  <a:pt x="125140" y="33872"/>
                </a:lnTo>
                <a:lnTo>
                  <a:pt x="124649" y="34203"/>
                </a:lnTo>
                <a:lnTo>
                  <a:pt x="124168" y="34546"/>
                </a:lnTo>
                <a:lnTo>
                  <a:pt x="123697" y="34900"/>
                </a:lnTo>
                <a:lnTo>
                  <a:pt x="123236" y="35266"/>
                </a:lnTo>
                <a:lnTo>
                  <a:pt x="122786" y="35644"/>
                </a:lnTo>
                <a:lnTo>
                  <a:pt x="122347" y="36033"/>
                </a:lnTo>
                <a:lnTo>
                  <a:pt x="121918" y="36434"/>
                </a:lnTo>
                <a:lnTo>
                  <a:pt x="121499" y="36846"/>
                </a:lnTo>
                <a:lnTo>
                  <a:pt x="121091" y="37270"/>
                </a:lnTo>
                <a:lnTo>
                  <a:pt x="120693" y="37705"/>
                </a:lnTo>
                <a:lnTo>
                  <a:pt x="120305" y="38152"/>
                </a:lnTo>
                <a:lnTo>
                  <a:pt x="119928" y="38611"/>
                </a:lnTo>
                <a:lnTo>
                  <a:pt x="119562" y="39081"/>
                </a:lnTo>
                <a:lnTo>
                  <a:pt x="119205" y="39563"/>
                </a:lnTo>
                <a:lnTo>
                  <a:pt x="118860" y="40057"/>
                </a:lnTo>
                <a:lnTo>
                  <a:pt x="118524" y="40562"/>
                </a:lnTo>
                <a:lnTo>
                  <a:pt x="118201" y="41079"/>
                </a:lnTo>
                <a:lnTo>
                  <a:pt x="117892" y="41609"/>
                </a:lnTo>
                <a:lnTo>
                  <a:pt x="117596" y="42151"/>
                </a:lnTo>
                <a:lnTo>
                  <a:pt x="117314" y="42707"/>
                </a:lnTo>
                <a:lnTo>
                  <a:pt x="117046" y="43276"/>
                </a:lnTo>
                <a:lnTo>
                  <a:pt x="116791" y="43857"/>
                </a:lnTo>
                <a:lnTo>
                  <a:pt x="116550" y="44452"/>
                </a:lnTo>
                <a:lnTo>
                  <a:pt x="116323" y="45059"/>
                </a:lnTo>
                <a:lnTo>
                  <a:pt x="116110" y="45679"/>
                </a:lnTo>
                <a:lnTo>
                  <a:pt x="115911" y="46312"/>
                </a:lnTo>
                <a:lnTo>
                  <a:pt x="115725" y="46958"/>
                </a:lnTo>
                <a:lnTo>
                  <a:pt x="115553" y="47617"/>
                </a:lnTo>
                <a:lnTo>
                  <a:pt x="115395" y="48289"/>
                </a:lnTo>
                <a:lnTo>
                  <a:pt x="115250" y="48974"/>
                </a:lnTo>
                <a:lnTo>
                  <a:pt x="115120" y="49671"/>
                </a:lnTo>
                <a:lnTo>
                  <a:pt x="115003" y="50382"/>
                </a:lnTo>
                <a:lnTo>
                  <a:pt x="114900" y="51105"/>
                </a:lnTo>
                <a:lnTo>
                  <a:pt x="114810" y="51841"/>
                </a:lnTo>
                <a:lnTo>
                  <a:pt x="114735" y="52590"/>
                </a:lnTo>
                <a:lnTo>
                  <a:pt x="114673" y="53352"/>
                </a:lnTo>
                <a:lnTo>
                  <a:pt x="114625" y="54127"/>
                </a:lnTo>
                <a:lnTo>
                  <a:pt x="114590" y="54915"/>
                </a:lnTo>
                <a:lnTo>
                  <a:pt x="114570" y="55716"/>
                </a:lnTo>
                <a:lnTo>
                  <a:pt x="114563" y="56529"/>
                </a:lnTo>
                <a:lnTo>
                  <a:pt x="127528" y="56529"/>
                </a:lnTo>
                <a:lnTo>
                  <a:pt x="127537" y="55763"/>
                </a:lnTo>
                <a:lnTo>
                  <a:pt x="127564" y="55015"/>
                </a:lnTo>
                <a:lnTo>
                  <a:pt x="127608" y="54284"/>
                </a:lnTo>
                <a:lnTo>
                  <a:pt x="127670" y="53571"/>
                </a:lnTo>
                <a:lnTo>
                  <a:pt x="127750" y="52875"/>
                </a:lnTo>
                <a:lnTo>
                  <a:pt x="127848" y="52197"/>
                </a:lnTo>
                <a:lnTo>
                  <a:pt x="127964" y="51536"/>
                </a:lnTo>
                <a:lnTo>
                  <a:pt x="128097" y="50894"/>
                </a:lnTo>
                <a:lnTo>
                  <a:pt x="128248" y="50268"/>
                </a:lnTo>
                <a:lnTo>
                  <a:pt x="128417" y="49661"/>
                </a:lnTo>
                <a:lnTo>
                  <a:pt x="128604" y="49071"/>
                </a:lnTo>
                <a:lnTo>
                  <a:pt x="128809" y="48499"/>
                </a:lnTo>
                <a:lnTo>
                  <a:pt x="129031" y="47944"/>
                </a:lnTo>
                <a:lnTo>
                  <a:pt x="129271" y="47407"/>
                </a:lnTo>
                <a:lnTo>
                  <a:pt x="129529" y="46887"/>
                </a:lnTo>
                <a:lnTo>
                  <a:pt x="129805" y="46386"/>
                </a:lnTo>
                <a:lnTo>
                  <a:pt x="130098" y="45901"/>
                </a:lnTo>
                <a:lnTo>
                  <a:pt x="130409" y="45435"/>
                </a:lnTo>
                <a:lnTo>
                  <a:pt x="130738" y="44986"/>
                </a:lnTo>
                <a:lnTo>
                  <a:pt x="131085" y="44555"/>
                </a:lnTo>
                <a:lnTo>
                  <a:pt x="131450" y="44141"/>
                </a:lnTo>
                <a:lnTo>
                  <a:pt x="131832" y="43745"/>
                </a:lnTo>
                <a:lnTo>
                  <a:pt x="132232" y="43366"/>
                </a:lnTo>
                <a:lnTo>
                  <a:pt x="132650" y="43006"/>
                </a:lnTo>
                <a:lnTo>
                  <a:pt x="133081" y="42661"/>
                </a:lnTo>
                <a:lnTo>
                  <a:pt x="133521" y="42331"/>
                </a:lnTo>
                <a:lnTo>
                  <a:pt x="133968" y="42015"/>
                </a:lnTo>
                <a:lnTo>
                  <a:pt x="134424" y="41715"/>
                </a:lnTo>
                <a:lnTo>
                  <a:pt x="134889" y="41429"/>
                </a:lnTo>
                <a:lnTo>
                  <a:pt x="135361" y="41157"/>
                </a:lnTo>
                <a:lnTo>
                  <a:pt x="135842" y="40901"/>
                </a:lnTo>
                <a:lnTo>
                  <a:pt x="136332" y="40659"/>
                </a:lnTo>
                <a:lnTo>
                  <a:pt x="136829" y="40431"/>
                </a:lnTo>
                <a:lnTo>
                  <a:pt x="137335" y="40219"/>
                </a:lnTo>
                <a:lnTo>
                  <a:pt x="137850" y="40021"/>
                </a:lnTo>
                <a:lnTo>
                  <a:pt x="138373" y="39837"/>
                </a:lnTo>
                <a:lnTo>
                  <a:pt x="138904" y="39669"/>
                </a:lnTo>
                <a:lnTo>
                  <a:pt x="139443" y="39515"/>
                </a:lnTo>
                <a:lnTo>
                  <a:pt x="139991" y="39375"/>
                </a:lnTo>
                <a:lnTo>
                  <a:pt x="140547" y="39251"/>
                </a:lnTo>
                <a:lnTo>
                  <a:pt x="141111" y="39141"/>
                </a:lnTo>
                <a:lnTo>
                  <a:pt x="141684" y="39045"/>
                </a:lnTo>
                <a:lnTo>
                  <a:pt x="142265" y="38965"/>
                </a:lnTo>
                <a:lnTo>
                  <a:pt x="142854" y="38899"/>
                </a:lnTo>
                <a:lnTo>
                  <a:pt x="143452" y="38847"/>
                </a:lnTo>
                <a:lnTo>
                  <a:pt x="144058" y="38811"/>
                </a:lnTo>
                <a:lnTo>
                  <a:pt x="144673" y="38789"/>
                </a:lnTo>
                <a:lnTo>
                  <a:pt x="145295" y="38781"/>
                </a:lnTo>
                <a:lnTo>
                  <a:pt x="145865" y="38788"/>
                </a:lnTo>
                <a:lnTo>
                  <a:pt x="146426" y="38809"/>
                </a:lnTo>
                <a:lnTo>
                  <a:pt x="146980" y="38844"/>
                </a:lnTo>
                <a:lnTo>
                  <a:pt x="147525" y="38892"/>
                </a:lnTo>
                <a:lnTo>
                  <a:pt x="148063" y="38955"/>
                </a:lnTo>
                <a:lnTo>
                  <a:pt x="148592" y="39031"/>
                </a:lnTo>
                <a:lnTo>
                  <a:pt x="149113" y="39121"/>
                </a:lnTo>
                <a:lnTo>
                  <a:pt x="149626" y="39225"/>
                </a:lnTo>
                <a:lnTo>
                  <a:pt x="150131" y="39343"/>
                </a:lnTo>
                <a:lnTo>
                  <a:pt x="150628" y="39475"/>
                </a:lnTo>
                <a:lnTo>
                  <a:pt x="151117" y="39621"/>
                </a:lnTo>
                <a:lnTo>
                  <a:pt x="151598" y="39780"/>
                </a:lnTo>
                <a:lnTo>
                  <a:pt x="152071" y="39954"/>
                </a:lnTo>
                <a:lnTo>
                  <a:pt x="152536" y="40141"/>
                </a:lnTo>
                <a:lnTo>
                  <a:pt x="152992" y="40342"/>
                </a:lnTo>
                <a:lnTo>
                  <a:pt x="153441" y="40557"/>
                </a:lnTo>
                <a:lnTo>
                  <a:pt x="153882" y="40786"/>
                </a:lnTo>
                <a:lnTo>
                  <a:pt x="154314" y="41029"/>
                </a:lnTo>
                <a:lnTo>
                  <a:pt x="154739" y="41286"/>
                </a:lnTo>
                <a:lnTo>
                  <a:pt x="155155" y="41557"/>
                </a:lnTo>
                <a:lnTo>
                  <a:pt x="155563" y="41841"/>
                </a:lnTo>
                <a:lnTo>
                  <a:pt x="155964" y="42139"/>
                </a:lnTo>
                <a:lnTo>
                  <a:pt x="156356" y="42452"/>
                </a:lnTo>
                <a:lnTo>
                  <a:pt x="156740" y="42778"/>
                </a:lnTo>
                <a:lnTo>
                  <a:pt x="157112" y="43122"/>
                </a:lnTo>
                <a:lnTo>
                  <a:pt x="157469" y="43491"/>
                </a:lnTo>
                <a:lnTo>
                  <a:pt x="157809" y="43882"/>
                </a:lnTo>
                <a:lnTo>
                  <a:pt x="158134" y="44297"/>
                </a:lnTo>
                <a:lnTo>
                  <a:pt x="158443" y="44736"/>
                </a:lnTo>
                <a:lnTo>
                  <a:pt x="158736" y="45198"/>
                </a:lnTo>
                <a:lnTo>
                  <a:pt x="159013" y="45683"/>
                </a:lnTo>
                <a:lnTo>
                  <a:pt x="159275" y="46192"/>
                </a:lnTo>
                <a:lnTo>
                  <a:pt x="159520" y="46724"/>
                </a:lnTo>
                <a:lnTo>
                  <a:pt x="159750" y="47280"/>
                </a:lnTo>
                <a:lnTo>
                  <a:pt x="159964" y="47859"/>
                </a:lnTo>
                <a:lnTo>
                  <a:pt x="160162" y="48461"/>
                </a:lnTo>
                <a:lnTo>
                  <a:pt x="160344" y="49087"/>
                </a:lnTo>
                <a:lnTo>
                  <a:pt x="160510" y="49736"/>
                </a:lnTo>
                <a:lnTo>
                  <a:pt x="160661" y="50409"/>
                </a:lnTo>
                <a:lnTo>
                  <a:pt x="160795" y="51105"/>
                </a:lnTo>
                <a:lnTo>
                  <a:pt x="160914" y="51825"/>
                </a:lnTo>
                <a:lnTo>
                  <a:pt x="161017" y="52568"/>
                </a:lnTo>
                <a:lnTo>
                  <a:pt x="161104" y="53335"/>
                </a:lnTo>
                <a:lnTo>
                  <a:pt x="161175" y="54124"/>
                </a:lnTo>
                <a:lnTo>
                  <a:pt x="161231" y="54938"/>
                </a:lnTo>
                <a:lnTo>
                  <a:pt x="161270" y="55775"/>
                </a:lnTo>
                <a:lnTo>
                  <a:pt x="161294" y="56635"/>
                </a:lnTo>
                <a:lnTo>
                  <a:pt x="161302" y="57518"/>
                </a:lnTo>
                <a:lnTo>
                  <a:pt x="161302" y="63621"/>
                </a:lnTo>
                <a:lnTo>
                  <a:pt x="160042" y="63638"/>
                </a:lnTo>
                <a:lnTo>
                  <a:pt x="158794" y="63661"/>
                </a:lnTo>
                <a:lnTo>
                  <a:pt x="157561" y="63690"/>
                </a:lnTo>
                <a:lnTo>
                  <a:pt x="156340" y="63726"/>
                </a:lnTo>
                <a:lnTo>
                  <a:pt x="155133" y="63769"/>
                </a:lnTo>
                <a:lnTo>
                  <a:pt x="153939" y="63817"/>
                </a:lnTo>
                <a:lnTo>
                  <a:pt x="152759" y="63872"/>
                </a:lnTo>
                <a:lnTo>
                  <a:pt x="151591" y="63933"/>
                </a:lnTo>
                <a:lnTo>
                  <a:pt x="150438" y="64001"/>
                </a:lnTo>
                <a:lnTo>
                  <a:pt x="149297" y="64075"/>
                </a:lnTo>
                <a:lnTo>
                  <a:pt x="148170" y="64155"/>
                </a:lnTo>
                <a:lnTo>
                  <a:pt x="147056" y="64242"/>
                </a:lnTo>
                <a:lnTo>
                  <a:pt x="145956" y="64335"/>
                </a:lnTo>
                <a:lnTo>
                  <a:pt x="144869" y="64434"/>
                </a:lnTo>
                <a:lnTo>
                  <a:pt x="143795" y="64539"/>
                </a:lnTo>
                <a:lnTo>
                  <a:pt x="142734" y="64651"/>
                </a:lnTo>
                <a:lnTo>
                  <a:pt x="141687" y="64769"/>
                </a:lnTo>
                <a:lnTo>
                  <a:pt x="140653" y="64894"/>
                </a:lnTo>
                <a:lnTo>
                  <a:pt x="139633" y="65025"/>
                </a:lnTo>
                <a:lnTo>
                  <a:pt x="138626" y="65162"/>
                </a:lnTo>
                <a:lnTo>
                  <a:pt x="137632" y="65306"/>
                </a:lnTo>
                <a:lnTo>
                  <a:pt x="136652" y="65455"/>
                </a:lnTo>
                <a:lnTo>
                  <a:pt x="135685" y="65612"/>
                </a:lnTo>
                <a:lnTo>
                  <a:pt x="134731" y="65774"/>
                </a:lnTo>
                <a:lnTo>
                  <a:pt x="133793" y="65946"/>
                </a:lnTo>
                <a:lnTo>
                  <a:pt x="132873" y="66131"/>
                </a:lnTo>
                <a:lnTo>
                  <a:pt x="131971" y="66328"/>
                </a:lnTo>
                <a:lnTo>
                  <a:pt x="131086" y="66538"/>
                </a:lnTo>
                <a:lnTo>
                  <a:pt x="130220" y="66761"/>
                </a:lnTo>
                <a:lnTo>
                  <a:pt x="129371" y="66996"/>
                </a:lnTo>
                <a:lnTo>
                  <a:pt x="128541" y="67244"/>
                </a:lnTo>
                <a:lnTo>
                  <a:pt x="127728" y="67504"/>
                </a:lnTo>
                <a:lnTo>
                  <a:pt x="126933" y="67778"/>
                </a:lnTo>
                <a:lnTo>
                  <a:pt x="126157" y="68063"/>
                </a:lnTo>
                <a:lnTo>
                  <a:pt x="125398" y="68362"/>
                </a:lnTo>
                <a:lnTo>
                  <a:pt x="124657" y="68673"/>
                </a:lnTo>
                <a:lnTo>
                  <a:pt x="123934" y="68997"/>
                </a:lnTo>
                <a:lnTo>
                  <a:pt x="123229" y="69333"/>
                </a:lnTo>
                <a:lnTo>
                  <a:pt x="122542" y="69682"/>
                </a:lnTo>
                <a:lnTo>
                  <a:pt x="121872" y="70044"/>
                </a:lnTo>
                <a:lnTo>
                  <a:pt x="121221" y="70419"/>
                </a:lnTo>
                <a:lnTo>
                  <a:pt x="120588" y="70806"/>
                </a:lnTo>
                <a:lnTo>
                  <a:pt x="119972" y="71205"/>
                </a:lnTo>
                <a:lnTo>
                  <a:pt x="119375" y="71618"/>
                </a:lnTo>
                <a:lnTo>
                  <a:pt x="118795" y="72043"/>
                </a:lnTo>
                <a:lnTo>
                  <a:pt x="118233" y="72480"/>
                </a:lnTo>
                <a:lnTo>
                  <a:pt x="117690" y="72931"/>
                </a:lnTo>
                <a:lnTo>
                  <a:pt x="117164" y="73394"/>
                </a:lnTo>
                <a:lnTo>
                  <a:pt x="116658" y="73872"/>
                </a:lnTo>
                <a:lnTo>
                  <a:pt x="116173" y="74369"/>
                </a:lnTo>
                <a:lnTo>
                  <a:pt x="115710" y="74884"/>
                </a:lnTo>
                <a:lnTo>
                  <a:pt x="115269" y="75418"/>
                </a:lnTo>
                <a:lnTo>
                  <a:pt x="114849" y="75970"/>
                </a:lnTo>
                <a:lnTo>
                  <a:pt x="114450" y="76540"/>
                </a:lnTo>
                <a:lnTo>
                  <a:pt x="114073" y="77129"/>
                </a:lnTo>
                <a:lnTo>
                  <a:pt x="113718" y="77737"/>
                </a:lnTo>
                <a:lnTo>
                  <a:pt x="113384" y="78362"/>
                </a:lnTo>
                <a:lnTo>
                  <a:pt x="113072" y="79006"/>
                </a:lnTo>
                <a:lnTo>
                  <a:pt x="112781" y="79669"/>
                </a:lnTo>
                <a:lnTo>
                  <a:pt x="112512" y="80350"/>
                </a:lnTo>
                <a:lnTo>
                  <a:pt x="112264" y="81049"/>
                </a:lnTo>
                <a:lnTo>
                  <a:pt x="112038" y="81767"/>
                </a:lnTo>
                <a:lnTo>
                  <a:pt x="111833" y="82503"/>
                </a:lnTo>
                <a:lnTo>
                  <a:pt x="111650" y="83257"/>
                </a:lnTo>
                <a:lnTo>
                  <a:pt x="111489" y="84030"/>
                </a:lnTo>
                <a:lnTo>
                  <a:pt x="111349" y="84821"/>
                </a:lnTo>
                <a:lnTo>
                  <a:pt x="111230" y="85631"/>
                </a:lnTo>
                <a:lnTo>
                  <a:pt x="111133" y="86459"/>
                </a:lnTo>
                <a:lnTo>
                  <a:pt x="111058" y="87305"/>
                </a:lnTo>
                <a:lnTo>
                  <a:pt x="111004" y="88170"/>
                </a:lnTo>
                <a:lnTo>
                  <a:pt x="110972" y="89053"/>
                </a:lnTo>
                <a:lnTo>
                  <a:pt x="110961" y="89955"/>
                </a:lnTo>
                <a:lnTo>
                  <a:pt x="110967" y="90585"/>
                </a:lnTo>
                <a:lnTo>
                  <a:pt x="110983" y="91207"/>
                </a:lnTo>
                <a:lnTo>
                  <a:pt x="111010" y="91821"/>
                </a:lnTo>
                <a:lnTo>
                  <a:pt x="111048" y="92426"/>
                </a:lnTo>
                <a:lnTo>
                  <a:pt x="111097" y="93022"/>
                </a:lnTo>
                <a:lnTo>
                  <a:pt x="111156" y="93609"/>
                </a:lnTo>
                <a:lnTo>
                  <a:pt x="111227" y="94188"/>
                </a:lnTo>
                <a:lnTo>
                  <a:pt x="111308" y="94759"/>
                </a:lnTo>
                <a:lnTo>
                  <a:pt x="111400" y="95320"/>
                </a:lnTo>
                <a:lnTo>
                  <a:pt x="111503" y="95873"/>
                </a:lnTo>
                <a:lnTo>
                  <a:pt x="111617" y="96418"/>
                </a:lnTo>
                <a:lnTo>
                  <a:pt x="111742" y="96953"/>
                </a:lnTo>
                <a:lnTo>
                  <a:pt x="111877" y="97481"/>
                </a:lnTo>
                <a:lnTo>
                  <a:pt x="112023" y="97999"/>
                </a:lnTo>
                <a:lnTo>
                  <a:pt x="112180" y="98509"/>
                </a:lnTo>
                <a:lnTo>
                  <a:pt x="112348" y="99010"/>
                </a:lnTo>
                <a:lnTo>
                  <a:pt x="112527" y="99503"/>
                </a:lnTo>
                <a:lnTo>
                  <a:pt x="112717" y="99987"/>
                </a:lnTo>
                <a:lnTo>
                  <a:pt x="112917" y="100462"/>
                </a:lnTo>
                <a:lnTo>
                  <a:pt x="113129" y="100929"/>
                </a:lnTo>
                <a:lnTo>
                  <a:pt x="113351" y="101387"/>
                </a:lnTo>
                <a:lnTo>
                  <a:pt x="113584" y="101837"/>
                </a:lnTo>
                <a:lnTo>
                  <a:pt x="113828" y="102278"/>
                </a:lnTo>
                <a:lnTo>
                  <a:pt x="114082" y="102710"/>
                </a:lnTo>
                <a:lnTo>
                  <a:pt x="114346" y="103133"/>
                </a:lnTo>
                <a:lnTo>
                  <a:pt x="114617" y="103548"/>
                </a:lnTo>
                <a:lnTo>
                  <a:pt x="114895" y="103953"/>
                </a:lnTo>
                <a:lnTo>
                  <a:pt x="115181" y="104350"/>
                </a:lnTo>
                <a:lnTo>
                  <a:pt x="115473" y="104738"/>
                </a:lnTo>
                <a:lnTo>
                  <a:pt x="115773" y="105116"/>
                </a:lnTo>
                <a:lnTo>
                  <a:pt x="116080" y="105486"/>
                </a:lnTo>
                <a:lnTo>
                  <a:pt x="116395" y="105847"/>
                </a:lnTo>
                <a:lnTo>
                  <a:pt x="116716" y="106199"/>
                </a:lnTo>
                <a:lnTo>
                  <a:pt x="117045" y="106542"/>
                </a:lnTo>
                <a:lnTo>
                  <a:pt x="117381" y="106877"/>
                </a:lnTo>
                <a:lnTo>
                  <a:pt x="117724" y="107202"/>
                </a:lnTo>
                <a:lnTo>
                  <a:pt x="118074" y="107519"/>
                </a:lnTo>
                <a:lnTo>
                  <a:pt x="118432" y="107826"/>
                </a:lnTo>
                <a:lnTo>
                  <a:pt x="118797" y="108125"/>
                </a:lnTo>
                <a:lnTo>
                  <a:pt x="119169" y="108415"/>
                </a:lnTo>
                <a:lnTo>
                  <a:pt x="119548" y="108695"/>
                </a:lnTo>
                <a:lnTo>
                  <a:pt x="119935" y="108967"/>
                </a:lnTo>
                <a:lnTo>
                  <a:pt x="120329" y="109230"/>
                </a:lnTo>
                <a:lnTo>
                  <a:pt x="120730" y="109485"/>
                </a:lnTo>
                <a:lnTo>
                  <a:pt x="121138" y="109730"/>
                </a:lnTo>
                <a:lnTo>
                  <a:pt x="121553" y="109966"/>
                </a:lnTo>
                <a:lnTo>
                  <a:pt x="121976" y="110194"/>
                </a:lnTo>
                <a:lnTo>
                  <a:pt x="122406" y="110412"/>
                </a:lnTo>
                <a:lnTo>
                  <a:pt x="122841" y="110622"/>
                </a:lnTo>
                <a:lnTo>
                  <a:pt x="123281" y="110822"/>
                </a:lnTo>
                <a:lnTo>
                  <a:pt x="123724" y="111014"/>
                </a:lnTo>
                <a:lnTo>
                  <a:pt x="124171" y="111196"/>
                </a:lnTo>
                <a:lnTo>
                  <a:pt x="124622" y="111370"/>
                </a:lnTo>
                <a:lnTo>
                  <a:pt x="125077" y="111535"/>
                </a:lnTo>
                <a:lnTo>
                  <a:pt x="125536" y="111691"/>
                </a:lnTo>
                <a:lnTo>
                  <a:pt x="125999" y="111838"/>
                </a:lnTo>
                <a:lnTo>
                  <a:pt x="126465" y="111976"/>
                </a:lnTo>
                <a:lnTo>
                  <a:pt x="126936" y="112105"/>
                </a:lnTo>
                <a:lnTo>
                  <a:pt x="127410" y="112226"/>
                </a:lnTo>
                <a:lnTo>
                  <a:pt x="127888" y="112337"/>
                </a:lnTo>
                <a:lnTo>
                  <a:pt x="128370" y="112440"/>
                </a:lnTo>
                <a:lnTo>
                  <a:pt x="128856" y="112533"/>
                </a:lnTo>
                <a:lnTo>
                  <a:pt x="129346" y="112618"/>
                </a:lnTo>
                <a:lnTo>
                  <a:pt x="129840" y="112694"/>
                </a:lnTo>
                <a:lnTo>
                  <a:pt x="130338" y="112760"/>
                </a:lnTo>
                <a:lnTo>
                  <a:pt x="130839" y="112818"/>
                </a:lnTo>
                <a:lnTo>
                  <a:pt x="131345" y="112867"/>
                </a:lnTo>
                <a:lnTo>
                  <a:pt x="131854" y="112907"/>
                </a:lnTo>
                <a:lnTo>
                  <a:pt x="132368" y="112939"/>
                </a:lnTo>
                <a:lnTo>
                  <a:pt x="132885" y="112961"/>
                </a:lnTo>
                <a:lnTo>
                  <a:pt x="133406" y="112974"/>
                </a:lnTo>
                <a:lnTo>
                  <a:pt x="133931" y="112979"/>
                </a:lnTo>
                <a:lnTo>
                  <a:pt x="134674" y="112973"/>
                </a:lnTo>
                <a:lnTo>
                  <a:pt x="135410" y="112955"/>
                </a:lnTo>
                <a:lnTo>
                  <a:pt x="136138" y="112925"/>
                </a:lnTo>
                <a:lnTo>
                  <a:pt x="136859" y="112883"/>
                </a:lnTo>
                <a:close/>
                <a:moveTo>
                  <a:pt x="135356" y="102623"/>
                </a:moveTo>
                <a:lnTo>
                  <a:pt x="134860" y="102567"/>
                </a:lnTo>
                <a:lnTo>
                  <a:pt x="134376" y="102498"/>
                </a:lnTo>
                <a:lnTo>
                  <a:pt x="133903" y="102417"/>
                </a:lnTo>
                <a:lnTo>
                  <a:pt x="133442" y="102324"/>
                </a:lnTo>
                <a:lnTo>
                  <a:pt x="132992" y="102218"/>
                </a:lnTo>
                <a:lnTo>
                  <a:pt x="132553" y="102099"/>
                </a:lnTo>
                <a:lnTo>
                  <a:pt x="132126" y="101968"/>
                </a:lnTo>
                <a:lnTo>
                  <a:pt x="131710" y="101825"/>
                </a:lnTo>
                <a:lnTo>
                  <a:pt x="131305" y="101669"/>
                </a:lnTo>
                <a:lnTo>
                  <a:pt x="130912" y="101501"/>
                </a:lnTo>
                <a:lnTo>
                  <a:pt x="130531" y="101320"/>
                </a:lnTo>
                <a:lnTo>
                  <a:pt x="130160" y="101127"/>
                </a:lnTo>
                <a:lnTo>
                  <a:pt x="129801" y="100921"/>
                </a:lnTo>
                <a:lnTo>
                  <a:pt x="129454" y="100703"/>
                </a:lnTo>
                <a:lnTo>
                  <a:pt x="129118" y="100472"/>
                </a:lnTo>
                <a:lnTo>
                  <a:pt x="128793" y="100229"/>
                </a:lnTo>
                <a:lnTo>
                  <a:pt x="128480" y="99973"/>
                </a:lnTo>
                <a:lnTo>
                  <a:pt x="128178" y="99705"/>
                </a:lnTo>
                <a:lnTo>
                  <a:pt x="127887" y="99425"/>
                </a:lnTo>
                <a:lnTo>
                  <a:pt x="127608" y="99132"/>
                </a:lnTo>
                <a:lnTo>
                  <a:pt x="127340" y="98828"/>
                </a:lnTo>
                <a:lnTo>
                  <a:pt x="127084" y="98516"/>
                </a:lnTo>
                <a:lnTo>
                  <a:pt x="126839" y="98195"/>
                </a:lnTo>
                <a:lnTo>
                  <a:pt x="126605" y="97865"/>
                </a:lnTo>
                <a:lnTo>
                  <a:pt x="126383" y="97526"/>
                </a:lnTo>
                <a:lnTo>
                  <a:pt x="126172" y="97179"/>
                </a:lnTo>
                <a:lnTo>
                  <a:pt x="125973" y="96824"/>
                </a:lnTo>
                <a:lnTo>
                  <a:pt x="125785" y="96459"/>
                </a:lnTo>
                <a:lnTo>
                  <a:pt x="125609" y="96086"/>
                </a:lnTo>
                <a:lnTo>
                  <a:pt x="125443" y="95705"/>
                </a:lnTo>
                <a:lnTo>
                  <a:pt x="125289" y="95314"/>
                </a:lnTo>
                <a:lnTo>
                  <a:pt x="125147" y="94915"/>
                </a:lnTo>
                <a:lnTo>
                  <a:pt x="125016" y="94507"/>
                </a:lnTo>
                <a:lnTo>
                  <a:pt x="124896" y="94091"/>
                </a:lnTo>
                <a:lnTo>
                  <a:pt x="124788" y="93666"/>
                </a:lnTo>
                <a:lnTo>
                  <a:pt x="124691" y="93233"/>
                </a:lnTo>
                <a:lnTo>
                  <a:pt x="124606" y="92790"/>
                </a:lnTo>
                <a:lnTo>
                  <a:pt x="124532" y="92339"/>
                </a:lnTo>
                <a:lnTo>
                  <a:pt x="124469" y="91880"/>
                </a:lnTo>
                <a:lnTo>
                  <a:pt x="124418" y="91411"/>
                </a:lnTo>
                <a:lnTo>
                  <a:pt x="124378" y="90934"/>
                </a:lnTo>
                <a:lnTo>
                  <a:pt x="124350" y="90449"/>
                </a:lnTo>
                <a:lnTo>
                  <a:pt x="124332" y="89954"/>
                </a:lnTo>
                <a:lnTo>
                  <a:pt x="124327" y="89452"/>
                </a:lnTo>
                <a:lnTo>
                  <a:pt x="124342" y="88693"/>
                </a:lnTo>
                <a:lnTo>
                  <a:pt x="124386" y="87952"/>
                </a:lnTo>
                <a:lnTo>
                  <a:pt x="124461" y="87229"/>
                </a:lnTo>
                <a:lnTo>
                  <a:pt x="124565" y="86524"/>
                </a:lnTo>
                <a:lnTo>
                  <a:pt x="124698" y="85838"/>
                </a:lnTo>
                <a:lnTo>
                  <a:pt x="124862" y="85169"/>
                </a:lnTo>
                <a:lnTo>
                  <a:pt x="125055" y="84519"/>
                </a:lnTo>
                <a:lnTo>
                  <a:pt x="125278" y="83886"/>
                </a:lnTo>
                <a:lnTo>
                  <a:pt x="125531" y="83272"/>
                </a:lnTo>
                <a:lnTo>
                  <a:pt x="125813" y="82676"/>
                </a:lnTo>
                <a:lnTo>
                  <a:pt x="126126" y="82097"/>
                </a:lnTo>
                <a:lnTo>
                  <a:pt x="126468" y="81537"/>
                </a:lnTo>
                <a:lnTo>
                  <a:pt x="126839" y="80995"/>
                </a:lnTo>
                <a:lnTo>
                  <a:pt x="127241" y="80471"/>
                </a:lnTo>
                <a:lnTo>
                  <a:pt x="127672" y="79965"/>
                </a:lnTo>
                <a:lnTo>
                  <a:pt x="128133" y="79477"/>
                </a:lnTo>
                <a:lnTo>
                  <a:pt x="128623" y="79007"/>
                </a:lnTo>
                <a:lnTo>
                  <a:pt x="129144" y="78555"/>
                </a:lnTo>
                <a:lnTo>
                  <a:pt x="129694" y="78121"/>
                </a:lnTo>
                <a:lnTo>
                  <a:pt x="130274" y="77706"/>
                </a:lnTo>
                <a:lnTo>
                  <a:pt x="130883" y="77308"/>
                </a:lnTo>
                <a:lnTo>
                  <a:pt x="131522" y="76928"/>
                </a:lnTo>
                <a:lnTo>
                  <a:pt x="132192" y="76567"/>
                </a:lnTo>
                <a:lnTo>
                  <a:pt x="132890" y="76223"/>
                </a:lnTo>
                <a:lnTo>
                  <a:pt x="133623" y="75895"/>
                </a:lnTo>
                <a:lnTo>
                  <a:pt x="134395" y="75580"/>
                </a:lnTo>
                <a:lnTo>
                  <a:pt x="135206" y="75278"/>
                </a:lnTo>
                <a:lnTo>
                  <a:pt x="136056" y="74989"/>
                </a:lnTo>
                <a:lnTo>
                  <a:pt x="136945" y="74713"/>
                </a:lnTo>
                <a:lnTo>
                  <a:pt x="137872" y="74450"/>
                </a:lnTo>
                <a:lnTo>
                  <a:pt x="138839" y="74200"/>
                </a:lnTo>
                <a:lnTo>
                  <a:pt x="139844" y="73964"/>
                </a:lnTo>
                <a:lnTo>
                  <a:pt x="140889" y="73740"/>
                </a:lnTo>
                <a:lnTo>
                  <a:pt x="141972" y="73530"/>
                </a:lnTo>
                <a:lnTo>
                  <a:pt x="143094" y="73332"/>
                </a:lnTo>
                <a:lnTo>
                  <a:pt x="144255" y="73148"/>
                </a:lnTo>
                <a:lnTo>
                  <a:pt x="145455" y="72976"/>
                </a:lnTo>
                <a:lnTo>
                  <a:pt x="146694" y="72818"/>
                </a:lnTo>
                <a:lnTo>
                  <a:pt x="147972" y="72673"/>
                </a:lnTo>
                <a:lnTo>
                  <a:pt x="149288" y="72541"/>
                </a:lnTo>
                <a:lnTo>
                  <a:pt x="150644" y="72422"/>
                </a:lnTo>
                <a:lnTo>
                  <a:pt x="152038" y="72316"/>
                </a:lnTo>
                <a:lnTo>
                  <a:pt x="153472" y="72223"/>
                </a:lnTo>
                <a:lnTo>
                  <a:pt x="154944" y="72143"/>
                </a:lnTo>
                <a:lnTo>
                  <a:pt x="156455" y="72076"/>
                </a:lnTo>
                <a:lnTo>
                  <a:pt x="158005" y="72022"/>
                </a:lnTo>
                <a:lnTo>
                  <a:pt x="159594" y="71981"/>
                </a:lnTo>
                <a:lnTo>
                  <a:pt x="161222" y="71954"/>
                </a:lnTo>
                <a:lnTo>
                  <a:pt x="161222" y="89113"/>
                </a:lnTo>
                <a:lnTo>
                  <a:pt x="160872" y="89617"/>
                </a:lnTo>
                <a:lnTo>
                  <a:pt x="160516" y="90112"/>
                </a:lnTo>
                <a:lnTo>
                  <a:pt x="160153" y="90599"/>
                </a:lnTo>
                <a:lnTo>
                  <a:pt x="159784" y="91078"/>
                </a:lnTo>
                <a:lnTo>
                  <a:pt x="159408" y="91549"/>
                </a:lnTo>
                <a:lnTo>
                  <a:pt x="159026" y="92012"/>
                </a:lnTo>
                <a:lnTo>
                  <a:pt x="158638" y="92466"/>
                </a:lnTo>
                <a:lnTo>
                  <a:pt x="158243" y="92913"/>
                </a:lnTo>
                <a:lnTo>
                  <a:pt x="157842" y="93352"/>
                </a:lnTo>
                <a:lnTo>
                  <a:pt x="157434" y="93782"/>
                </a:lnTo>
                <a:lnTo>
                  <a:pt x="157020" y="94205"/>
                </a:lnTo>
                <a:lnTo>
                  <a:pt x="156600" y="94619"/>
                </a:lnTo>
                <a:lnTo>
                  <a:pt x="156173" y="95025"/>
                </a:lnTo>
                <a:lnTo>
                  <a:pt x="155740" y="95424"/>
                </a:lnTo>
                <a:lnTo>
                  <a:pt x="155301" y="95814"/>
                </a:lnTo>
                <a:lnTo>
                  <a:pt x="154855" y="96196"/>
                </a:lnTo>
                <a:lnTo>
                  <a:pt x="154403" y="96570"/>
                </a:lnTo>
                <a:lnTo>
                  <a:pt x="153944" y="96936"/>
                </a:lnTo>
                <a:lnTo>
                  <a:pt x="153479" y="97294"/>
                </a:lnTo>
                <a:lnTo>
                  <a:pt x="153008" y="97643"/>
                </a:lnTo>
                <a:lnTo>
                  <a:pt x="152530" y="97985"/>
                </a:lnTo>
                <a:lnTo>
                  <a:pt x="152045" y="98319"/>
                </a:lnTo>
                <a:lnTo>
                  <a:pt x="151555" y="98644"/>
                </a:lnTo>
                <a:lnTo>
                  <a:pt x="151058" y="98962"/>
                </a:lnTo>
                <a:lnTo>
                  <a:pt x="150555" y="99268"/>
                </a:lnTo>
                <a:lnTo>
                  <a:pt x="150046" y="99562"/>
                </a:lnTo>
                <a:lnTo>
                  <a:pt x="149532" y="99843"/>
                </a:lnTo>
                <a:lnTo>
                  <a:pt x="149013" y="100111"/>
                </a:lnTo>
                <a:lnTo>
                  <a:pt x="148487" y="100365"/>
                </a:lnTo>
                <a:lnTo>
                  <a:pt x="147957" y="100607"/>
                </a:lnTo>
                <a:lnTo>
                  <a:pt x="147420" y="100836"/>
                </a:lnTo>
                <a:lnTo>
                  <a:pt x="146878" y="101051"/>
                </a:lnTo>
                <a:lnTo>
                  <a:pt x="146331" y="101253"/>
                </a:lnTo>
                <a:lnTo>
                  <a:pt x="145778" y="101443"/>
                </a:lnTo>
                <a:lnTo>
                  <a:pt x="145219" y="101619"/>
                </a:lnTo>
                <a:lnTo>
                  <a:pt x="144655" y="101782"/>
                </a:lnTo>
                <a:lnTo>
                  <a:pt x="144085" y="101932"/>
                </a:lnTo>
                <a:lnTo>
                  <a:pt x="143510" y="102070"/>
                </a:lnTo>
                <a:lnTo>
                  <a:pt x="142929" y="102194"/>
                </a:lnTo>
                <a:lnTo>
                  <a:pt x="142343" y="102305"/>
                </a:lnTo>
                <a:lnTo>
                  <a:pt x="141751" y="102403"/>
                </a:lnTo>
                <a:lnTo>
                  <a:pt x="141154" y="102487"/>
                </a:lnTo>
                <a:lnTo>
                  <a:pt x="140551" y="102559"/>
                </a:lnTo>
                <a:lnTo>
                  <a:pt x="139942" y="102618"/>
                </a:lnTo>
                <a:lnTo>
                  <a:pt x="139328" y="102664"/>
                </a:lnTo>
                <a:lnTo>
                  <a:pt x="138708" y="102696"/>
                </a:lnTo>
                <a:lnTo>
                  <a:pt x="138083" y="102716"/>
                </a:lnTo>
                <a:lnTo>
                  <a:pt x="137452" y="102723"/>
                </a:lnTo>
                <a:lnTo>
                  <a:pt x="136911" y="102716"/>
                </a:lnTo>
                <a:lnTo>
                  <a:pt x="136381" y="102698"/>
                </a:lnTo>
                <a:lnTo>
                  <a:pt x="135863" y="102666"/>
                </a:lnTo>
                <a:lnTo>
                  <a:pt x="135356" y="102623"/>
                </a:lnTo>
                <a:close/>
                <a:moveTo>
                  <a:pt x="217333" y="112957"/>
                </a:moveTo>
                <a:lnTo>
                  <a:pt x="217868" y="112940"/>
                </a:lnTo>
                <a:lnTo>
                  <a:pt x="218401" y="112918"/>
                </a:lnTo>
                <a:lnTo>
                  <a:pt x="218930" y="112892"/>
                </a:lnTo>
                <a:lnTo>
                  <a:pt x="219456" y="112861"/>
                </a:lnTo>
                <a:lnTo>
                  <a:pt x="219979" y="112824"/>
                </a:lnTo>
                <a:lnTo>
                  <a:pt x="220499" y="112783"/>
                </a:lnTo>
                <a:lnTo>
                  <a:pt x="221015" y="112737"/>
                </a:lnTo>
                <a:lnTo>
                  <a:pt x="221529" y="112687"/>
                </a:lnTo>
                <a:lnTo>
                  <a:pt x="222039" y="112631"/>
                </a:lnTo>
                <a:lnTo>
                  <a:pt x="222546" y="112571"/>
                </a:lnTo>
                <a:lnTo>
                  <a:pt x="223050" y="112506"/>
                </a:lnTo>
                <a:lnTo>
                  <a:pt x="223550" y="112436"/>
                </a:lnTo>
                <a:lnTo>
                  <a:pt x="224048" y="112361"/>
                </a:lnTo>
                <a:lnTo>
                  <a:pt x="224542" y="112281"/>
                </a:lnTo>
                <a:lnTo>
                  <a:pt x="225033" y="112197"/>
                </a:lnTo>
                <a:lnTo>
                  <a:pt x="225520" y="112108"/>
                </a:lnTo>
                <a:lnTo>
                  <a:pt x="226005" y="112014"/>
                </a:lnTo>
                <a:lnTo>
                  <a:pt x="226486" y="111915"/>
                </a:lnTo>
                <a:lnTo>
                  <a:pt x="226965" y="111811"/>
                </a:lnTo>
                <a:lnTo>
                  <a:pt x="227440" y="111702"/>
                </a:lnTo>
                <a:lnTo>
                  <a:pt x="227911" y="111589"/>
                </a:lnTo>
                <a:lnTo>
                  <a:pt x="228379" y="111471"/>
                </a:lnTo>
                <a:lnTo>
                  <a:pt x="228842" y="111347"/>
                </a:lnTo>
                <a:lnTo>
                  <a:pt x="229299" y="111219"/>
                </a:lnTo>
                <a:lnTo>
                  <a:pt x="229752" y="111085"/>
                </a:lnTo>
                <a:lnTo>
                  <a:pt x="230200" y="110945"/>
                </a:lnTo>
                <a:lnTo>
                  <a:pt x="230643" y="110801"/>
                </a:lnTo>
                <a:lnTo>
                  <a:pt x="231080" y="110651"/>
                </a:lnTo>
                <a:lnTo>
                  <a:pt x="231513" y="110496"/>
                </a:lnTo>
                <a:lnTo>
                  <a:pt x="231941" y="110336"/>
                </a:lnTo>
                <a:lnTo>
                  <a:pt x="232363" y="110170"/>
                </a:lnTo>
                <a:lnTo>
                  <a:pt x="232781" y="109999"/>
                </a:lnTo>
                <a:lnTo>
                  <a:pt x="233194" y="109823"/>
                </a:lnTo>
                <a:lnTo>
                  <a:pt x="233601" y="109642"/>
                </a:lnTo>
                <a:lnTo>
                  <a:pt x="234004" y="109455"/>
                </a:lnTo>
                <a:lnTo>
                  <a:pt x="234402" y="109263"/>
                </a:lnTo>
                <a:lnTo>
                  <a:pt x="234794" y="109066"/>
                </a:lnTo>
                <a:lnTo>
                  <a:pt x="235182" y="108864"/>
                </a:lnTo>
                <a:lnTo>
                  <a:pt x="235565" y="108656"/>
                </a:lnTo>
                <a:lnTo>
                  <a:pt x="235942" y="108443"/>
                </a:lnTo>
                <a:lnTo>
                  <a:pt x="236315" y="108225"/>
                </a:lnTo>
                <a:lnTo>
                  <a:pt x="236683" y="108002"/>
                </a:lnTo>
                <a:lnTo>
                  <a:pt x="237045" y="107773"/>
                </a:lnTo>
                <a:lnTo>
                  <a:pt x="237403" y="107539"/>
                </a:lnTo>
                <a:lnTo>
                  <a:pt x="237755" y="107300"/>
                </a:lnTo>
                <a:lnTo>
                  <a:pt x="238102" y="107055"/>
                </a:lnTo>
                <a:lnTo>
                  <a:pt x="238443" y="106805"/>
                </a:lnTo>
                <a:lnTo>
                  <a:pt x="238777" y="106549"/>
                </a:lnTo>
                <a:lnTo>
                  <a:pt x="239104" y="106287"/>
                </a:lnTo>
                <a:lnTo>
                  <a:pt x="239425" y="106019"/>
                </a:lnTo>
                <a:lnTo>
                  <a:pt x="239739" y="105746"/>
                </a:lnTo>
                <a:lnTo>
                  <a:pt x="240046" y="105467"/>
                </a:lnTo>
                <a:lnTo>
                  <a:pt x="240348" y="105183"/>
                </a:lnTo>
                <a:lnTo>
                  <a:pt x="240642" y="104893"/>
                </a:lnTo>
                <a:lnTo>
                  <a:pt x="240930" y="104597"/>
                </a:lnTo>
                <a:lnTo>
                  <a:pt x="241212" y="104295"/>
                </a:lnTo>
                <a:lnTo>
                  <a:pt x="241487" y="103988"/>
                </a:lnTo>
                <a:lnTo>
                  <a:pt x="241756" y="103675"/>
                </a:lnTo>
                <a:lnTo>
                  <a:pt x="242018" y="103356"/>
                </a:lnTo>
                <a:lnTo>
                  <a:pt x="242273" y="103031"/>
                </a:lnTo>
                <a:lnTo>
                  <a:pt x="242522" y="102701"/>
                </a:lnTo>
                <a:lnTo>
                  <a:pt x="242764" y="102366"/>
                </a:lnTo>
                <a:lnTo>
                  <a:pt x="243000" y="102024"/>
                </a:lnTo>
                <a:lnTo>
                  <a:pt x="243229" y="101677"/>
                </a:lnTo>
                <a:lnTo>
                  <a:pt x="243452" y="101324"/>
                </a:lnTo>
                <a:lnTo>
                  <a:pt x="243669" y="100965"/>
                </a:lnTo>
                <a:lnTo>
                  <a:pt x="243878" y="100601"/>
                </a:lnTo>
                <a:lnTo>
                  <a:pt x="244082" y="100231"/>
                </a:lnTo>
                <a:lnTo>
                  <a:pt x="244278" y="99855"/>
                </a:lnTo>
                <a:lnTo>
                  <a:pt x="244468" y="99474"/>
                </a:lnTo>
                <a:lnTo>
                  <a:pt x="244649" y="99086"/>
                </a:lnTo>
                <a:lnTo>
                  <a:pt x="244822" y="98693"/>
                </a:lnTo>
                <a:lnTo>
                  <a:pt x="244987" y="98294"/>
                </a:lnTo>
                <a:lnTo>
                  <a:pt x="245145" y="97889"/>
                </a:lnTo>
                <a:lnTo>
                  <a:pt x="245294" y="97478"/>
                </a:lnTo>
                <a:lnTo>
                  <a:pt x="245435" y="97061"/>
                </a:lnTo>
                <a:lnTo>
                  <a:pt x="245568" y="96639"/>
                </a:lnTo>
                <a:lnTo>
                  <a:pt x="245693" y="96211"/>
                </a:lnTo>
                <a:lnTo>
                  <a:pt x="245809" y="95777"/>
                </a:lnTo>
                <a:lnTo>
                  <a:pt x="245918" y="95337"/>
                </a:lnTo>
                <a:lnTo>
                  <a:pt x="246019" y="94891"/>
                </a:lnTo>
                <a:lnTo>
                  <a:pt x="246112" y="94439"/>
                </a:lnTo>
                <a:lnTo>
                  <a:pt x="246196" y="93982"/>
                </a:lnTo>
                <a:lnTo>
                  <a:pt x="246273" y="93518"/>
                </a:lnTo>
                <a:lnTo>
                  <a:pt x="246341" y="93049"/>
                </a:lnTo>
                <a:lnTo>
                  <a:pt x="246402" y="92574"/>
                </a:lnTo>
                <a:lnTo>
                  <a:pt x="246454" y="92093"/>
                </a:lnTo>
                <a:lnTo>
                  <a:pt x="246498" y="91607"/>
                </a:lnTo>
                <a:lnTo>
                  <a:pt x="246535" y="91114"/>
                </a:lnTo>
                <a:lnTo>
                  <a:pt x="246563" y="90616"/>
                </a:lnTo>
                <a:lnTo>
                  <a:pt x="246583" y="90112"/>
                </a:lnTo>
                <a:lnTo>
                  <a:pt x="246595" y="89602"/>
                </a:lnTo>
                <a:lnTo>
                  <a:pt x="246599" y="89086"/>
                </a:lnTo>
                <a:lnTo>
                  <a:pt x="246594" y="88460"/>
                </a:lnTo>
                <a:lnTo>
                  <a:pt x="246578" y="87843"/>
                </a:lnTo>
                <a:lnTo>
                  <a:pt x="246552" y="87236"/>
                </a:lnTo>
                <a:lnTo>
                  <a:pt x="246516" y="86639"/>
                </a:lnTo>
                <a:lnTo>
                  <a:pt x="246469" y="86051"/>
                </a:lnTo>
                <a:lnTo>
                  <a:pt x="246412" y="85474"/>
                </a:lnTo>
                <a:lnTo>
                  <a:pt x="246344" y="84905"/>
                </a:lnTo>
                <a:lnTo>
                  <a:pt x="246266" y="84347"/>
                </a:lnTo>
                <a:lnTo>
                  <a:pt x="246177" y="83797"/>
                </a:lnTo>
                <a:lnTo>
                  <a:pt x="246078" y="83258"/>
                </a:lnTo>
                <a:lnTo>
                  <a:pt x="245969" y="82728"/>
                </a:lnTo>
                <a:lnTo>
                  <a:pt x="245849" y="82208"/>
                </a:lnTo>
                <a:lnTo>
                  <a:pt x="245719" y="81698"/>
                </a:lnTo>
                <a:lnTo>
                  <a:pt x="245578" y="81197"/>
                </a:lnTo>
                <a:lnTo>
                  <a:pt x="245427" y="80706"/>
                </a:lnTo>
                <a:lnTo>
                  <a:pt x="245265" y="80224"/>
                </a:lnTo>
                <a:lnTo>
                  <a:pt x="245093" y="79752"/>
                </a:lnTo>
                <a:lnTo>
                  <a:pt x="244911" y="79290"/>
                </a:lnTo>
                <a:lnTo>
                  <a:pt x="244718" y="78837"/>
                </a:lnTo>
                <a:lnTo>
                  <a:pt x="244515" y="78394"/>
                </a:lnTo>
                <a:lnTo>
                  <a:pt x="244301" y="77961"/>
                </a:lnTo>
                <a:lnTo>
                  <a:pt x="244077" y="77537"/>
                </a:lnTo>
                <a:lnTo>
                  <a:pt x="243843" y="77123"/>
                </a:lnTo>
                <a:lnTo>
                  <a:pt x="243598" y="76719"/>
                </a:lnTo>
                <a:lnTo>
                  <a:pt x="243343" y="76322"/>
                </a:lnTo>
                <a:lnTo>
                  <a:pt x="243078" y="75932"/>
                </a:lnTo>
                <a:lnTo>
                  <a:pt x="242803" y="75547"/>
                </a:lnTo>
                <a:lnTo>
                  <a:pt x="242517" y="75169"/>
                </a:lnTo>
                <a:lnTo>
                  <a:pt x="242222" y="74797"/>
                </a:lnTo>
                <a:lnTo>
                  <a:pt x="241917" y="74431"/>
                </a:lnTo>
                <a:lnTo>
                  <a:pt x="241602" y="74071"/>
                </a:lnTo>
                <a:lnTo>
                  <a:pt x="241277" y="73717"/>
                </a:lnTo>
                <a:lnTo>
                  <a:pt x="240942" y="73370"/>
                </a:lnTo>
                <a:lnTo>
                  <a:pt x="240597" y="73028"/>
                </a:lnTo>
                <a:lnTo>
                  <a:pt x="240242" y="72693"/>
                </a:lnTo>
                <a:lnTo>
                  <a:pt x="239876" y="72364"/>
                </a:lnTo>
                <a:lnTo>
                  <a:pt x="239501" y="72041"/>
                </a:lnTo>
                <a:lnTo>
                  <a:pt x="239116" y="71724"/>
                </a:lnTo>
                <a:lnTo>
                  <a:pt x="238721" y="71413"/>
                </a:lnTo>
                <a:lnTo>
                  <a:pt x="238316" y="71109"/>
                </a:lnTo>
                <a:lnTo>
                  <a:pt x="237901" y="70811"/>
                </a:lnTo>
                <a:lnTo>
                  <a:pt x="237475" y="70518"/>
                </a:lnTo>
                <a:lnTo>
                  <a:pt x="237040" y="70232"/>
                </a:lnTo>
                <a:lnTo>
                  <a:pt x="236595" y="69952"/>
                </a:lnTo>
                <a:lnTo>
                  <a:pt x="236140" y="69678"/>
                </a:lnTo>
                <a:lnTo>
                  <a:pt x="235675" y="69411"/>
                </a:lnTo>
                <a:lnTo>
                  <a:pt x="235199" y="69149"/>
                </a:lnTo>
                <a:lnTo>
                  <a:pt x="234714" y="68894"/>
                </a:lnTo>
                <a:lnTo>
                  <a:pt x="234219" y="68643"/>
                </a:lnTo>
                <a:lnTo>
                  <a:pt x="233714" y="68395"/>
                </a:lnTo>
                <a:lnTo>
                  <a:pt x="233198" y="68150"/>
                </a:lnTo>
                <a:lnTo>
                  <a:pt x="232672" y="67907"/>
                </a:lnTo>
                <a:lnTo>
                  <a:pt x="232136" y="67668"/>
                </a:lnTo>
                <a:lnTo>
                  <a:pt x="231590" y="67432"/>
                </a:lnTo>
                <a:lnTo>
                  <a:pt x="231034" y="67198"/>
                </a:lnTo>
                <a:lnTo>
                  <a:pt x="230468" y="66968"/>
                </a:lnTo>
                <a:lnTo>
                  <a:pt x="229892" y="66740"/>
                </a:lnTo>
                <a:lnTo>
                  <a:pt x="229305" y="66515"/>
                </a:lnTo>
                <a:lnTo>
                  <a:pt x="228708" y="66293"/>
                </a:lnTo>
                <a:lnTo>
                  <a:pt x="228101" y="66075"/>
                </a:lnTo>
                <a:lnTo>
                  <a:pt x="227484" y="65859"/>
                </a:lnTo>
                <a:lnTo>
                  <a:pt x="226857" y="65646"/>
                </a:lnTo>
                <a:lnTo>
                  <a:pt x="226220" y="65435"/>
                </a:lnTo>
                <a:lnTo>
                  <a:pt x="225573" y="65228"/>
                </a:lnTo>
                <a:lnTo>
                  <a:pt x="224915" y="65024"/>
                </a:lnTo>
                <a:lnTo>
                  <a:pt x="224247" y="64823"/>
                </a:lnTo>
                <a:lnTo>
                  <a:pt x="223570" y="64624"/>
                </a:lnTo>
                <a:lnTo>
                  <a:pt x="222882" y="64429"/>
                </a:lnTo>
                <a:lnTo>
                  <a:pt x="222183" y="64236"/>
                </a:lnTo>
                <a:lnTo>
                  <a:pt x="221475" y="64046"/>
                </a:lnTo>
                <a:lnTo>
                  <a:pt x="220757" y="63860"/>
                </a:lnTo>
                <a:lnTo>
                  <a:pt x="220028" y="63676"/>
                </a:lnTo>
                <a:lnTo>
                  <a:pt x="219373" y="63508"/>
                </a:lnTo>
                <a:lnTo>
                  <a:pt x="218730" y="63341"/>
                </a:lnTo>
                <a:lnTo>
                  <a:pt x="218097" y="63174"/>
                </a:lnTo>
                <a:lnTo>
                  <a:pt x="217476" y="63009"/>
                </a:lnTo>
                <a:lnTo>
                  <a:pt x="216866" y="62844"/>
                </a:lnTo>
                <a:lnTo>
                  <a:pt x="216267" y="62680"/>
                </a:lnTo>
                <a:lnTo>
                  <a:pt x="215679" y="62516"/>
                </a:lnTo>
                <a:lnTo>
                  <a:pt x="215102" y="62354"/>
                </a:lnTo>
                <a:lnTo>
                  <a:pt x="214536" y="62192"/>
                </a:lnTo>
                <a:lnTo>
                  <a:pt x="213981" y="62030"/>
                </a:lnTo>
                <a:lnTo>
                  <a:pt x="213438" y="61870"/>
                </a:lnTo>
                <a:lnTo>
                  <a:pt x="212905" y="61710"/>
                </a:lnTo>
                <a:lnTo>
                  <a:pt x="212384" y="61551"/>
                </a:lnTo>
                <a:lnTo>
                  <a:pt x="211874" y="61393"/>
                </a:lnTo>
                <a:lnTo>
                  <a:pt x="211375" y="61235"/>
                </a:lnTo>
                <a:lnTo>
                  <a:pt x="210887" y="61078"/>
                </a:lnTo>
                <a:lnTo>
                  <a:pt x="210410" y="60922"/>
                </a:lnTo>
                <a:lnTo>
                  <a:pt x="209944" y="60767"/>
                </a:lnTo>
                <a:lnTo>
                  <a:pt x="209489" y="60612"/>
                </a:lnTo>
                <a:lnTo>
                  <a:pt x="209046" y="60458"/>
                </a:lnTo>
                <a:lnTo>
                  <a:pt x="208613" y="60305"/>
                </a:lnTo>
                <a:lnTo>
                  <a:pt x="208192" y="60152"/>
                </a:lnTo>
                <a:lnTo>
                  <a:pt x="207782" y="60001"/>
                </a:lnTo>
                <a:lnTo>
                  <a:pt x="207383" y="59850"/>
                </a:lnTo>
                <a:lnTo>
                  <a:pt x="206994" y="59698"/>
                </a:lnTo>
                <a:lnTo>
                  <a:pt x="206615" y="59545"/>
                </a:lnTo>
                <a:lnTo>
                  <a:pt x="206245" y="59390"/>
                </a:lnTo>
                <a:lnTo>
                  <a:pt x="205884" y="59233"/>
                </a:lnTo>
                <a:lnTo>
                  <a:pt x="205534" y="59075"/>
                </a:lnTo>
                <a:lnTo>
                  <a:pt x="205192" y="58916"/>
                </a:lnTo>
                <a:lnTo>
                  <a:pt x="204860" y="58754"/>
                </a:lnTo>
                <a:lnTo>
                  <a:pt x="204537" y="58592"/>
                </a:lnTo>
                <a:lnTo>
                  <a:pt x="204224" y="58427"/>
                </a:lnTo>
                <a:lnTo>
                  <a:pt x="203920" y="58261"/>
                </a:lnTo>
                <a:lnTo>
                  <a:pt x="203626" y="58093"/>
                </a:lnTo>
                <a:lnTo>
                  <a:pt x="203341" y="57924"/>
                </a:lnTo>
                <a:lnTo>
                  <a:pt x="203066" y="57753"/>
                </a:lnTo>
                <a:lnTo>
                  <a:pt x="202800" y="57581"/>
                </a:lnTo>
                <a:lnTo>
                  <a:pt x="202543" y="57407"/>
                </a:lnTo>
                <a:lnTo>
                  <a:pt x="202296" y="57231"/>
                </a:lnTo>
                <a:lnTo>
                  <a:pt x="202059" y="57054"/>
                </a:lnTo>
                <a:lnTo>
                  <a:pt x="201831" y="56875"/>
                </a:lnTo>
                <a:lnTo>
                  <a:pt x="201612" y="56695"/>
                </a:lnTo>
                <a:lnTo>
                  <a:pt x="201403" y="56512"/>
                </a:lnTo>
                <a:lnTo>
                  <a:pt x="201203" y="56329"/>
                </a:lnTo>
                <a:lnTo>
                  <a:pt x="201012" y="56144"/>
                </a:lnTo>
                <a:lnTo>
                  <a:pt x="200832" y="55957"/>
                </a:lnTo>
                <a:lnTo>
                  <a:pt x="200660" y="55768"/>
                </a:lnTo>
                <a:lnTo>
                  <a:pt x="200497" y="55577"/>
                </a:lnTo>
                <a:lnTo>
                  <a:pt x="200341" y="55382"/>
                </a:lnTo>
                <a:lnTo>
                  <a:pt x="200191" y="55184"/>
                </a:lnTo>
                <a:lnTo>
                  <a:pt x="200049" y="54982"/>
                </a:lnTo>
                <a:lnTo>
                  <a:pt x="199913" y="54777"/>
                </a:lnTo>
                <a:lnTo>
                  <a:pt x="199785" y="54569"/>
                </a:lnTo>
                <a:lnTo>
                  <a:pt x="199663" y="54356"/>
                </a:lnTo>
                <a:lnTo>
                  <a:pt x="199549" y="54141"/>
                </a:lnTo>
                <a:lnTo>
                  <a:pt x="199441" y="53921"/>
                </a:lnTo>
                <a:lnTo>
                  <a:pt x="199340" y="53699"/>
                </a:lnTo>
                <a:lnTo>
                  <a:pt x="199246" y="53473"/>
                </a:lnTo>
                <a:lnTo>
                  <a:pt x="199159" y="53243"/>
                </a:lnTo>
                <a:lnTo>
                  <a:pt x="199080" y="53010"/>
                </a:lnTo>
                <a:lnTo>
                  <a:pt x="199007" y="52773"/>
                </a:lnTo>
                <a:lnTo>
                  <a:pt x="198941" y="52533"/>
                </a:lnTo>
                <a:lnTo>
                  <a:pt x="198882" y="52289"/>
                </a:lnTo>
                <a:lnTo>
                  <a:pt x="198829" y="52042"/>
                </a:lnTo>
                <a:lnTo>
                  <a:pt x="198784" y="51792"/>
                </a:lnTo>
                <a:lnTo>
                  <a:pt x="198746" y="51538"/>
                </a:lnTo>
                <a:lnTo>
                  <a:pt x="198715" y="51280"/>
                </a:lnTo>
                <a:lnTo>
                  <a:pt x="198691" y="51019"/>
                </a:lnTo>
                <a:lnTo>
                  <a:pt x="198673" y="50754"/>
                </a:lnTo>
                <a:lnTo>
                  <a:pt x="198663" y="50486"/>
                </a:lnTo>
                <a:lnTo>
                  <a:pt x="198659" y="50214"/>
                </a:lnTo>
                <a:lnTo>
                  <a:pt x="198667" y="49735"/>
                </a:lnTo>
                <a:lnTo>
                  <a:pt x="198690" y="49267"/>
                </a:lnTo>
                <a:lnTo>
                  <a:pt x="198729" y="48810"/>
                </a:lnTo>
                <a:lnTo>
                  <a:pt x="198784" y="48363"/>
                </a:lnTo>
                <a:lnTo>
                  <a:pt x="198854" y="47927"/>
                </a:lnTo>
                <a:lnTo>
                  <a:pt x="198939" y="47501"/>
                </a:lnTo>
                <a:lnTo>
                  <a:pt x="199041" y="47087"/>
                </a:lnTo>
                <a:lnTo>
                  <a:pt x="199157" y="46682"/>
                </a:lnTo>
                <a:lnTo>
                  <a:pt x="199290" y="46289"/>
                </a:lnTo>
                <a:lnTo>
                  <a:pt x="199437" y="45906"/>
                </a:lnTo>
                <a:lnTo>
                  <a:pt x="199601" y="45535"/>
                </a:lnTo>
                <a:lnTo>
                  <a:pt x="199780" y="45173"/>
                </a:lnTo>
                <a:lnTo>
                  <a:pt x="199974" y="44823"/>
                </a:lnTo>
                <a:lnTo>
                  <a:pt x="200184" y="44483"/>
                </a:lnTo>
                <a:lnTo>
                  <a:pt x="200410" y="44154"/>
                </a:lnTo>
                <a:lnTo>
                  <a:pt x="200651" y="43835"/>
                </a:lnTo>
                <a:lnTo>
                  <a:pt x="200908" y="43528"/>
                </a:lnTo>
                <a:lnTo>
                  <a:pt x="201180" y="43231"/>
                </a:lnTo>
                <a:lnTo>
                  <a:pt x="201468" y="42944"/>
                </a:lnTo>
                <a:lnTo>
                  <a:pt x="201772" y="42669"/>
                </a:lnTo>
                <a:lnTo>
                  <a:pt x="202091" y="42404"/>
                </a:lnTo>
                <a:lnTo>
                  <a:pt x="202425" y="42150"/>
                </a:lnTo>
                <a:lnTo>
                  <a:pt x="202775" y="41906"/>
                </a:lnTo>
                <a:lnTo>
                  <a:pt x="203141" y="41673"/>
                </a:lnTo>
                <a:lnTo>
                  <a:pt x="203519" y="41451"/>
                </a:lnTo>
                <a:lnTo>
                  <a:pt x="203907" y="41237"/>
                </a:lnTo>
                <a:lnTo>
                  <a:pt x="204304" y="41033"/>
                </a:lnTo>
                <a:lnTo>
                  <a:pt x="204711" y="40839"/>
                </a:lnTo>
                <a:lnTo>
                  <a:pt x="205127" y="40654"/>
                </a:lnTo>
                <a:lnTo>
                  <a:pt x="205552" y="40478"/>
                </a:lnTo>
                <a:lnTo>
                  <a:pt x="205987" y="40312"/>
                </a:lnTo>
                <a:lnTo>
                  <a:pt x="206431" y="40156"/>
                </a:lnTo>
                <a:lnTo>
                  <a:pt x="206885" y="40009"/>
                </a:lnTo>
                <a:lnTo>
                  <a:pt x="207348" y="39871"/>
                </a:lnTo>
                <a:lnTo>
                  <a:pt x="207821" y="39743"/>
                </a:lnTo>
                <a:lnTo>
                  <a:pt x="208303" y="39625"/>
                </a:lnTo>
                <a:lnTo>
                  <a:pt x="208795" y="39515"/>
                </a:lnTo>
                <a:lnTo>
                  <a:pt x="209296" y="39416"/>
                </a:lnTo>
                <a:lnTo>
                  <a:pt x="209806" y="39326"/>
                </a:lnTo>
                <a:lnTo>
                  <a:pt x="210326" y="39245"/>
                </a:lnTo>
                <a:lnTo>
                  <a:pt x="210856" y="39174"/>
                </a:lnTo>
                <a:lnTo>
                  <a:pt x="211395" y="39112"/>
                </a:lnTo>
                <a:lnTo>
                  <a:pt x="211943" y="39060"/>
                </a:lnTo>
                <a:lnTo>
                  <a:pt x="212501" y="39017"/>
                </a:lnTo>
                <a:lnTo>
                  <a:pt x="213068" y="38984"/>
                </a:lnTo>
                <a:lnTo>
                  <a:pt x="213644" y="38961"/>
                </a:lnTo>
                <a:lnTo>
                  <a:pt x="214230" y="38946"/>
                </a:lnTo>
                <a:lnTo>
                  <a:pt x="214826" y="38942"/>
                </a:lnTo>
                <a:lnTo>
                  <a:pt x="215422" y="38948"/>
                </a:lnTo>
                <a:lnTo>
                  <a:pt x="216011" y="38967"/>
                </a:lnTo>
                <a:lnTo>
                  <a:pt x="216591" y="38999"/>
                </a:lnTo>
                <a:lnTo>
                  <a:pt x="217164" y="39044"/>
                </a:lnTo>
                <a:lnTo>
                  <a:pt x="217728" y="39102"/>
                </a:lnTo>
                <a:lnTo>
                  <a:pt x="218285" y="39172"/>
                </a:lnTo>
                <a:lnTo>
                  <a:pt x="218834" y="39256"/>
                </a:lnTo>
                <a:lnTo>
                  <a:pt x="219375" y="39352"/>
                </a:lnTo>
                <a:lnTo>
                  <a:pt x="219907" y="39461"/>
                </a:lnTo>
                <a:lnTo>
                  <a:pt x="220432" y="39582"/>
                </a:lnTo>
                <a:lnTo>
                  <a:pt x="220950" y="39717"/>
                </a:lnTo>
                <a:lnTo>
                  <a:pt x="221459" y="39864"/>
                </a:lnTo>
                <a:lnTo>
                  <a:pt x="221960" y="40025"/>
                </a:lnTo>
                <a:lnTo>
                  <a:pt x="222453" y="40198"/>
                </a:lnTo>
                <a:lnTo>
                  <a:pt x="222939" y="40383"/>
                </a:lnTo>
                <a:lnTo>
                  <a:pt x="223416" y="40582"/>
                </a:lnTo>
                <a:lnTo>
                  <a:pt x="223886" y="40793"/>
                </a:lnTo>
                <a:lnTo>
                  <a:pt x="224347" y="41018"/>
                </a:lnTo>
                <a:lnTo>
                  <a:pt x="224801" y="41255"/>
                </a:lnTo>
                <a:lnTo>
                  <a:pt x="225247" y="41505"/>
                </a:lnTo>
                <a:lnTo>
                  <a:pt x="225685" y="41767"/>
                </a:lnTo>
                <a:lnTo>
                  <a:pt x="226115" y="42043"/>
                </a:lnTo>
                <a:lnTo>
                  <a:pt x="226537" y="42331"/>
                </a:lnTo>
                <a:lnTo>
                  <a:pt x="226951" y="42632"/>
                </a:lnTo>
                <a:lnTo>
                  <a:pt x="227353" y="42949"/>
                </a:lnTo>
                <a:lnTo>
                  <a:pt x="227737" y="43283"/>
                </a:lnTo>
                <a:lnTo>
                  <a:pt x="228105" y="43635"/>
                </a:lnTo>
                <a:lnTo>
                  <a:pt x="228455" y="44004"/>
                </a:lnTo>
                <a:lnTo>
                  <a:pt x="228788" y="44391"/>
                </a:lnTo>
                <a:lnTo>
                  <a:pt x="229104" y="44795"/>
                </a:lnTo>
                <a:lnTo>
                  <a:pt x="229403" y="45218"/>
                </a:lnTo>
                <a:lnTo>
                  <a:pt x="229685" y="45658"/>
                </a:lnTo>
                <a:lnTo>
                  <a:pt x="229950" y="46115"/>
                </a:lnTo>
                <a:lnTo>
                  <a:pt x="230198" y="46590"/>
                </a:lnTo>
                <a:lnTo>
                  <a:pt x="230429" y="47083"/>
                </a:lnTo>
                <a:lnTo>
                  <a:pt x="230643" y="47593"/>
                </a:lnTo>
                <a:lnTo>
                  <a:pt x="230839" y="48122"/>
                </a:lnTo>
                <a:lnTo>
                  <a:pt x="231019" y="48667"/>
                </a:lnTo>
                <a:lnTo>
                  <a:pt x="231181" y="49231"/>
                </a:lnTo>
                <a:lnTo>
                  <a:pt x="231326" y="49812"/>
                </a:lnTo>
                <a:lnTo>
                  <a:pt x="231454" y="50410"/>
                </a:lnTo>
                <a:lnTo>
                  <a:pt x="231565" y="51027"/>
                </a:lnTo>
                <a:lnTo>
                  <a:pt x="231659" y="51660"/>
                </a:lnTo>
                <a:lnTo>
                  <a:pt x="231736" y="52312"/>
                </a:lnTo>
                <a:lnTo>
                  <a:pt x="231796" y="52981"/>
                </a:lnTo>
                <a:lnTo>
                  <a:pt x="231839" y="53668"/>
                </a:lnTo>
                <a:lnTo>
                  <a:pt x="231864" y="54373"/>
                </a:lnTo>
                <a:lnTo>
                  <a:pt x="231873" y="55095"/>
                </a:lnTo>
                <a:lnTo>
                  <a:pt x="244838" y="55095"/>
                </a:lnTo>
                <a:lnTo>
                  <a:pt x="244834" y="54523"/>
                </a:lnTo>
                <a:lnTo>
                  <a:pt x="244822" y="53958"/>
                </a:lnTo>
                <a:lnTo>
                  <a:pt x="244802" y="53400"/>
                </a:lnTo>
                <a:lnTo>
                  <a:pt x="244773" y="52848"/>
                </a:lnTo>
                <a:lnTo>
                  <a:pt x="244736" y="52302"/>
                </a:lnTo>
                <a:lnTo>
                  <a:pt x="244691" y="51764"/>
                </a:lnTo>
                <a:lnTo>
                  <a:pt x="244638" y="51232"/>
                </a:lnTo>
                <a:lnTo>
                  <a:pt x="244576" y="50706"/>
                </a:lnTo>
                <a:lnTo>
                  <a:pt x="244506" y="50187"/>
                </a:lnTo>
                <a:lnTo>
                  <a:pt x="244429" y="49675"/>
                </a:lnTo>
                <a:lnTo>
                  <a:pt x="244342" y="49169"/>
                </a:lnTo>
                <a:lnTo>
                  <a:pt x="244248" y="48669"/>
                </a:lnTo>
                <a:lnTo>
                  <a:pt x="244146" y="48177"/>
                </a:lnTo>
                <a:lnTo>
                  <a:pt x="244035" y="47691"/>
                </a:lnTo>
                <a:lnTo>
                  <a:pt x="243916" y="47211"/>
                </a:lnTo>
                <a:lnTo>
                  <a:pt x="243789" y="46738"/>
                </a:lnTo>
                <a:lnTo>
                  <a:pt x="243654" y="46272"/>
                </a:lnTo>
                <a:lnTo>
                  <a:pt x="243510" y="45812"/>
                </a:lnTo>
                <a:lnTo>
                  <a:pt x="243359" y="45359"/>
                </a:lnTo>
                <a:lnTo>
                  <a:pt x="243199" y="44912"/>
                </a:lnTo>
                <a:lnTo>
                  <a:pt x="243031" y="44472"/>
                </a:lnTo>
                <a:lnTo>
                  <a:pt x="242855" y="44038"/>
                </a:lnTo>
                <a:lnTo>
                  <a:pt x="242670" y="43611"/>
                </a:lnTo>
                <a:lnTo>
                  <a:pt x="242477" y="43191"/>
                </a:lnTo>
                <a:lnTo>
                  <a:pt x="242278" y="42777"/>
                </a:lnTo>
                <a:lnTo>
                  <a:pt x="242071" y="42369"/>
                </a:lnTo>
                <a:lnTo>
                  <a:pt x="241859" y="41968"/>
                </a:lnTo>
                <a:lnTo>
                  <a:pt x="241640" y="41574"/>
                </a:lnTo>
                <a:lnTo>
                  <a:pt x="241416" y="41186"/>
                </a:lnTo>
                <a:lnTo>
                  <a:pt x="241184" y="40804"/>
                </a:lnTo>
                <a:lnTo>
                  <a:pt x="240947" y="40428"/>
                </a:lnTo>
                <a:lnTo>
                  <a:pt x="240703" y="40059"/>
                </a:lnTo>
                <a:lnTo>
                  <a:pt x="240453" y="39697"/>
                </a:lnTo>
                <a:lnTo>
                  <a:pt x="240197" y="39341"/>
                </a:lnTo>
                <a:lnTo>
                  <a:pt x="239935" y="38991"/>
                </a:lnTo>
                <a:lnTo>
                  <a:pt x="239666" y="38648"/>
                </a:lnTo>
                <a:lnTo>
                  <a:pt x="239391" y="38311"/>
                </a:lnTo>
                <a:lnTo>
                  <a:pt x="239110" y="37981"/>
                </a:lnTo>
                <a:lnTo>
                  <a:pt x="238823" y="37657"/>
                </a:lnTo>
                <a:lnTo>
                  <a:pt x="238529" y="37339"/>
                </a:lnTo>
                <a:lnTo>
                  <a:pt x="238229" y="37028"/>
                </a:lnTo>
                <a:lnTo>
                  <a:pt x="237923" y="36724"/>
                </a:lnTo>
                <a:lnTo>
                  <a:pt x="237611" y="36425"/>
                </a:lnTo>
                <a:lnTo>
                  <a:pt x="237292" y="36133"/>
                </a:lnTo>
                <a:lnTo>
                  <a:pt x="236967" y="35848"/>
                </a:lnTo>
                <a:lnTo>
                  <a:pt x="236636" y="35569"/>
                </a:lnTo>
                <a:lnTo>
                  <a:pt x="236298" y="35297"/>
                </a:lnTo>
                <a:lnTo>
                  <a:pt x="235955" y="35030"/>
                </a:lnTo>
                <a:lnTo>
                  <a:pt x="235606" y="34770"/>
                </a:lnTo>
                <a:lnTo>
                  <a:pt x="235252" y="34516"/>
                </a:lnTo>
                <a:lnTo>
                  <a:pt x="234895" y="34267"/>
                </a:lnTo>
                <a:lnTo>
                  <a:pt x="234533" y="34024"/>
                </a:lnTo>
                <a:lnTo>
                  <a:pt x="234167" y="33787"/>
                </a:lnTo>
                <a:lnTo>
                  <a:pt x="233796" y="33555"/>
                </a:lnTo>
                <a:lnTo>
                  <a:pt x="233422" y="33330"/>
                </a:lnTo>
                <a:lnTo>
                  <a:pt x="233042" y="33109"/>
                </a:lnTo>
                <a:lnTo>
                  <a:pt x="232659" y="32895"/>
                </a:lnTo>
                <a:lnTo>
                  <a:pt x="232271" y="32686"/>
                </a:lnTo>
                <a:lnTo>
                  <a:pt x="231879" y="32483"/>
                </a:lnTo>
                <a:lnTo>
                  <a:pt x="231483" y="32285"/>
                </a:lnTo>
                <a:lnTo>
                  <a:pt x="231082" y="32094"/>
                </a:lnTo>
                <a:lnTo>
                  <a:pt x="230677" y="31908"/>
                </a:lnTo>
                <a:lnTo>
                  <a:pt x="230268" y="31727"/>
                </a:lnTo>
                <a:lnTo>
                  <a:pt x="229854" y="31553"/>
                </a:lnTo>
                <a:lnTo>
                  <a:pt x="229437" y="31384"/>
                </a:lnTo>
                <a:lnTo>
                  <a:pt x="229014" y="31220"/>
                </a:lnTo>
                <a:lnTo>
                  <a:pt x="228588" y="31063"/>
                </a:lnTo>
                <a:lnTo>
                  <a:pt x="228157" y="30911"/>
                </a:lnTo>
                <a:lnTo>
                  <a:pt x="227722" y="30765"/>
                </a:lnTo>
                <a:lnTo>
                  <a:pt x="227283" y="30624"/>
                </a:lnTo>
                <a:lnTo>
                  <a:pt x="226839" y="30490"/>
                </a:lnTo>
                <a:lnTo>
                  <a:pt x="226391" y="30361"/>
                </a:lnTo>
                <a:lnTo>
                  <a:pt x="225939" y="30237"/>
                </a:lnTo>
                <a:lnTo>
                  <a:pt x="225485" y="30119"/>
                </a:lnTo>
                <a:lnTo>
                  <a:pt x="225028" y="30005"/>
                </a:lnTo>
                <a:lnTo>
                  <a:pt x="224569" y="29898"/>
                </a:lnTo>
                <a:lnTo>
                  <a:pt x="224107" y="29795"/>
                </a:lnTo>
                <a:lnTo>
                  <a:pt x="223642" y="29698"/>
                </a:lnTo>
                <a:lnTo>
                  <a:pt x="223175" y="29606"/>
                </a:lnTo>
                <a:lnTo>
                  <a:pt x="222705" y="29519"/>
                </a:lnTo>
                <a:lnTo>
                  <a:pt x="222232" y="29437"/>
                </a:lnTo>
                <a:lnTo>
                  <a:pt x="221757" y="29361"/>
                </a:lnTo>
                <a:lnTo>
                  <a:pt x="221279" y="29290"/>
                </a:lnTo>
                <a:lnTo>
                  <a:pt x="220798" y="29224"/>
                </a:lnTo>
                <a:lnTo>
                  <a:pt x="220315" y="29164"/>
                </a:lnTo>
                <a:lnTo>
                  <a:pt x="219829" y="29109"/>
                </a:lnTo>
                <a:lnTo>
                  <a:pt x="219341" y="29059"/>
                </a:lnTo>
                <a:lnTo>
                  <a:pt x="218850" y="29014"/>
                </a:lnTo>
                <a:lnTo>
                  <a:pt x="218356" y="28975"/>
                </a:lnTo>
                <a:lnTo>
                  <a:pt x="217860" y="28940"/>
                </a:lnTo>
                <a:lnTo>
                  <a:pt x="217361" y="28911"/>
                </a:lnTo>
                <a:lnTo>
                  <a:pt x="216859" y="28888"/>
                </a:lnTo>
                <a:lnTo>
                  <a:pt x="216355" y="28869"/>
                </a:lnTo>
                <a:lnTo>
                  <a:pt x="215848" y="28856"/>
                </a:lnTo>
                <a:lnTo>
                  <a:pt x="215338" y="28848"/>
                </a:lnTo>
                <a:lnTo>
                  <a:pt x="214826" y="28846"/>
                </a:lnTo>
                <a:lnTo>
                  <a:pt x="214307" y="28848"/>
                </a:lnTo>
                <a:lnTo>
                  <a:pt x="213792" y="28855"/>
                </a:lnTo>
                <a:lnTo>
                  <a:pt x="213280" y="28867"/>
                </a:lnTo>
                <a:lnTo>
                  <a:pt x="212771" y="28884"/>
                </a:lnTo>
                <a:lnTo>
                  <a:pt x="212265" y="28906"/>
                </a:lnTo>
                <a:lnTo>
                  <a:pt x="211762" y="28932"/>
                </a:lnTo>
                <a:lnTo>
                  <a:pt x="211263" y="28964"/>
                </a:lnTo>
                <a:lnTo>
                  <a:pt x="210767" y="29000"/>
                </a:lnTo>
                <a:lnTo>
                  <a:pt x="210273" y="29041"/>
                </a:lnTo>
                <a:lnTo>
                  <a:pt x="209784" y="29087"/>
                </a:lnTo>
                <a:lnTo>
                  <a:pt x="209297" y="29138"/>
                </a:lnTo>
                <a:lnTo>
                  <a:pt x="208813" y="29193"/>
                </a:lnTo>
                <a:lnTo>
                  <a:pt x="208333" y="29253"/>
                </a:lnTo>
                <a:lnTo>
                  <a:pt x="207856" y="29319"/>
                </a:lnTo>
                <a:lnTo>
                  <a:pt x="207382" y="29388"/>
                </a:lnTo>
                <a:lnTo>
                  <a:pt x="206912" y="29463"/>
                </a:lnTo>
                <a:lnTo>
                  <a:pt x="206444" y="29543"/>
                </a:lnTo>
                <a:lnTo>
                  <a:pt x="205980" y="29627"/>
                </a:lnTo>
                <a:lnTo>
                  <a:pt x="205519" y="29717"/>
                </a:lnTo>
                <a:lnTo>
                  <a:pt x="205061" y="29811"/>
                </a:lnTo>
                <a:lnTo>
                  <a:pt x="204606" y="29910"/>
                </a:lnTo>
                <a:lnTo>
                  <a:pt x="204155" y="30013"/>
                </a:lnTo>
                <a:lnTo>
                  <a:pt x="203706" y="30122"/>
                </a:lnTo>
                <a:lnTo>
                  <a:pt x="203261" y="30235"/>
                </a:lnTo>
                <a:lnTo>
                  <a:pt x="202820" y="30353"/>
                </a:lnTo>
                <a:lnTo>
                  <a:pt x="202384" y="30476"/>
                </a:lnTo>
                <a:lnTo>
                  <a:pt x="201952" y="30603"/>
                </a:lnTo>
                <a:lnTo>
                  <a:pt x="201525" y="30735"/>
                </a:lnTo>
                <a:lnTo>
                  <a:pt x="201103" y="30872"/>
                </a:lnTo>
                <a:lnTo>
                  <a:pt x="200685" y="31013"/>
                </a:lnTo>
                <a:lnTo>
                  <a:pt x="200272" y="31159"/>
                </a:lnTo>
                <a:lnTo>
                  <a:pt x="199864" y="31310"/>
                </a:lnTo>
                <a:lnTo>
                  <a:pt x="199461" y="31465"/>
                </a:lnTo>
                <a:lnTo>
                  <a:pt x="199062" y="31625"/>
                </a:lnTo>
                <a:lnTo>
                  <a:pt x="198668" y="31790"/>
                </a:lnTo>
                <a:lnTo>
                  <a:pt x="198279" y="31959"/>
                </a:lnTo>
                <a:lnTo>
                  <a:pt x="197895" y="32133"/>
                </a:lnTo>
                <a:lnTo>
                  <a:pt x="197515" y="32312"/>
                </a:lnTo>
                <a:lnTo>
                  <a:pt x="197140" y="32496"/>
                </a:lnTo>
                <a:lnTo>
                  <a:pt x="196770" y="32684"/>
                </a:lnTo>
                <a:lnTo>
                  <a:pt x="196404" y="32876"/>
                </a:lnTo>
                <a:lnTo>
                  <a:pt x="196043" y="33074"/>
                </a:lnTo>
                <a:lnTo>
                  <a:pt x="195687" y="33276"/>
                </a:lnTo>
                <a:lnTo>
                  <a:pt x="195336" y="33483"/>
                </a:lnTo>
                <a:lnTo>
                  <a:pt x="194989" y="33694"/>
                </a:lnTo>
                <a:lnTo>
                  <a:pt x="194647" y="33910"/>
                </a:lnTo>
                <a:lnTo>
                  <a:pt x="194310" y="34131"/>
                </a:lnTo>
                <a:lnTo>
                  <a:pt x="193977" y="34357"/>
                </a:lnTo>
                <a:lnTo>
                  <a:pt x="193650" y="34587"/>
                </a:lnTo>
                <a:lnTo>
                  <a:pt x="193329" y="34822"/>
                </a:lnTo>
                <a:lnTo>
                  <a:pt x="193014" y="35061"/>
                </a:lnTo>
                <a:lnTo>
                  <a:pt x="192706" y="35306"/>
                </a:lnTo>
                <a:lnTo>
                  <a:pt x="192403" y="35555"/>
                </a:lnTo>
                <a:lnTo>
                  <a:pt x="192107" y="35808"/>
                </a:lnTo>
                <a:lnTo>
                  <a:pt x="191816" y="36066"/>
                </a:lnTo>
                <a:lnTo>
                  <a:pt x="191532" y="36329"/>
                </a:lnTo>
                <a:lnTo>
                  <a:pt x="191254" y="36597"/>
                </a:lnTo>
                <a:lnTo>
                  <a:pt x="190982" y="36869"/>
                </a:lnTo>
                <a:lnTo>
                  <a:pt x="190716" y="37146"/>
                </a:lnTo>
                <a:lnTo>
                  <a:pt x="190456" y="37428"/>
                </a:lnTo>
                <a:lnTo>
                  <a:pt x="190202" y="37714"/>
                </a:lnTo>
                <a:lnTo>
                  <a:pt x="189955" y="38005"/>
                </a:lnTo>
                <a:lnTo>
                  <a:pt x="189713" y="38301"/>
                </a:lnTo>
                <a:lnTo>
                  <a:pt x="189478" y="38601"/>
                </a:lnTo>
                <a:lnTo>
                  <a:pt x="189248" y="38906"/>
                </a:lnTo>
                <a:lnTo>
                  <a:pt x="189025" y="39216"/>
                </a:lnTo>
                <a:lnTo>
                  <a:pt x="188808" y="39531"/>
                </a:lnTo>
                <a:lnTo>
                  <a:pt x="188597" y="39850"/>
                </a:lnTo>
                <a:lnTo>
                  <a:pt x="188393" y="40173"/>
                </a:lnTo>
                <a:lnTo>
                  <a:pt x="188194" y="40502"/>
                </a:lnTo>
                <a:lnTo>
                  <a:pt x="188001" y="40835"/>
                </a:lnTo>
                <a:lnTo>
                  <a:pt x="187815" y="41173"/>
                </a:lnTo>
                <a:lnTo>
                  <a:pt x="187635" y="41515"/>
                </a:lnTo>
                <a:lnTo>
                  <a:pt x="187463" y="41862"/>
                </a:lnTo>
                <a:lnTo>
                  <a:pt x="187299" y="42213"/>
                </a:lnTo>
                <a:lnTo>
                  <a:pt x="187142" y="42569"/>
                </a:lnTo>
                <a:lnTo>
                  <a:pt x="186993" y="42929"/>
                </a:lnTo>
                <a:lnTo>
                  <a:pt x="186852" y="43294"/>
                </a:lnTo>
                <a:lnTo>
                  <a:pt x="186718" y="43663"/>
                </a:lnTo>
                <a:lnTo>
                  <a:pt x="186592" y="44037"/>
                </a:lnTo>
                <a:lnTo>
                  <a:pt x="186474" y="44415"/>
                </a:lnTo>
                <a:lnTo>
                  <a:pt x="186363" y="44798"/>
                </a:lnTo>
                <a:lnTo>
                  <a:pt x="186260" y="45186"/>
                </a:lnTo>
                <a:lnTo>
                  <a:pt x="186164" y="45578"/>
                </a:lnTo>
                <a:lnTo>
                  <a:pt x="186076" y="45974"/>
                </a:lnTo>
                <a:lnTo>
                  <a:pt x="185996" y="46375"/>
                </a:lnTo>
                <a:lnTo>
                  <a:pt x="185923" y="46781"/>
                </a:lnTo>
                <a:lnTo>
                  <a:pt x="185858" y="47191"/>
                </a:lnTo>
                <a:lnTo>
                  <a:pt x="185801" y="47606"/>
                </a:lnTo>
                <a:lnTo>
                  <a:pt x="185751" y="48025"/>
                </a:lnTo>
                <a:lnTo>
                  <a:pt x="185709" y="48449"/>
                </a:lnTo>
                <a:lnTo>
                  <a:pt x="185675" y="48877"/>
                </a:lnTo>
                <a:lnTo>
                  <a:pt x="185648" y="49310"/>
                </a:lnTo>
                <a:lnTo>
                  <a:pt x="185629" y="49747"/>
                </a:lnTo>
                <a:lnTo>
                  <a:pt x="185618" y="50189"/>
                </a:lnTo>
                <a:lnTo>
                  <a:pt x="185614" y="50635"/>
                </a:lnTo>
                <a:lnTo>
                  <a:pt x="185619" y="51213"/>
                </a:lnTo>
                <a:lnTo>
                  <a:pt x="185636" y="51782"/>
                </a:lnTo>
                <a:lnTo>
                  <a:pt x="185663" y="52344"/>
                </a:lnTo>
                <a:lnTo>
                  <a:pt x="185701" y="52896"/>
                </a:lnTo>
                <a:lnTo>
                  <a:pt x="185749" y="53441"/>
                </a:lnTo>
                <a:lnTo>
                  <a:pt x="185809" y="53977"/>
                </a:lnTo>
                <a:lnTo>
                  <a:pt x="185879" y="54505"/>
                </a:lnTo>
                <a:lnTo>
                  <a:pt x="185961" y="55024"/>
                </a:lnTo>
                <a:lnTo>
                  <a:pt x="186053" y="55535"/>
                </a:lnTo>
                <a:lnTo>
                  <a:pt x="186156" y="56038"/>
                </a:lnTo>
                <a:lnTo>
                  <a:pt x="186270" y="56533"/>
                </a:lnTo>
                <a:lnTo>
                  <a:pt x="186394" y="57019"/>
                </a:lnTo>
                <a:lnTo>
                  <a:pt x="186530" y="57497"/>
                </a:lnTo>
                <a:lnTo>
                  <a:pt x="186676" y="57966"/>
                </a:lnTo>
                <a:lnTo>
                  <a:pt x="186833" y="58428"/>
                </a:lnTo>
                <a:lnTo>
                  <a:pt x="187001" y="58880"/>
                </a:lnTo>
                <a:lnTo>
                  <a:pt x="187180" y="59325"/>
                </a:lnTo>
                <a:lnTo>
                  <a:pt x="187370" y="59761"/>
                </a:lnTo>
                <a:lnTo>
                  <a:pt x="187570" y="60189"/>
                </a:lnTo>
                <a:lnTo>
                  <a:pt x="187781" y="60609"/>
                </a:lnTo>
                <a:lnTo>
                  <a:pt x="188004" y="61020"/>
                </a:lnTo>
                <a:lnTo>
                  <a:pt x="188237" y="61423"/>
                </a:lnTo>
                <a:lnTo>
                  <a:pt x="188480" y="61817"/>
                </a:lnTo>
                <a:lnTo>
                  <a:pt x="188735" y="62203"/>
                </a:lnTo>
                <a:lnTo>
                  <a:pt x="189001" y="62583"/>
                </a:lnTo>
                <a:lnTo>
                  <a:pt x="189276" y="62956"/>
                </a:lnTo>
                <a:lnTo>
                  <a:pt x="189563" y="63325"/>
                </a:lnTo>
                <a:lnTo>
                  <a:pt x="189860" y="63687"/>
                </a:lnTo>
                <a:lnTo>
                  <a:pt x="190168" y="64044"/>
                </a:lnTo>
                <a:lnTo>
                  <a:pt x="190486" y="64396"/>
                </a:lnTo>
                <a:lnTo>
                  <a:pt x="190815" y="64742"/>
                </a:lnTo>
                <a:lnTo>
                  <a:pt x="191154" y="65082"/>
                </a:lnTo>
                <a:lnTo>
                  <a:pt x="191504" y="65417"/>
                </a:lnTo>
                <a:lnTo>
                  <a:pt x="191864" y="65747"/>
                </a:lnTo>
                <a:lnTo>
                  <a:pt x="192235" y="66071"/>
                </a:lnTo>
                <a:lnTo>
                  <a:pt x="192617" y="66389"/>
                </a:lnTo>
                <a:lnTo>
                  <a:pt x="193009" y="66702"/>
                </a:lnTo>
                <a:lnTo>
                  <a:pt x="193412" y="67009"/>
                </a:lnTo>
                <a:lnTo>
                  <a:pt x="193825" y="67310"/>
                </a:lnTo>
                <a:lnTo>
                  <a:pt x="194249" y="67606"/>
                </a:lnTo>
                <a:lnTo>
                  <a:pt x="194683" y="67897"/>
                </a:lnTo>
                <a:lnTo>
                  <a:pt x="195128" y="68182"/>
                </a:lnTo>
                <a:lnTo>
                  <a:pt x="195583" y="68461"/>
                </a:lnTo>
                <a:lnTo>
                  <a:pt x="196049" y="68735"/>
                </a:lnTo>
                <a:lnTo>
                  <a:pt x="196526" y="69004"/>
                </a:lnTo>
                <a:lnTo>
                  <a:pt x="197013" y="69266"/>
                </a:lnTo>
                <a:lnTo>
                  <a:pt x="197511" y="69524"/>
                </a:lnTo>
                <a:lnTo>
                  <a:pt x="198019" y="69775"/>
                </a:lnTo>
                <a:lnTo>
                  <a:pt x="198538" y="70023"/>
                </a:lnTo>
                <a:lnTo>
                  <a:pt x="199067" y="70268"/>
                </a:lnTo>
                <a:lnTo>
                  <a:pt x="199606" y="70511"/>
                </a:lnTo>
                <a:lnTo>
                  <a:pt x="200155" y="70751"/>
                </a:lnTo>
                <a:lnTo>
                  <a:pt x="200715" y="70989"/>
                </a:lnTo>
                <a:lnTo>
                  <a:pt x="201285" y="71224"/>
                </a:lnTo>
                <a:lnTo>
                  <a:pt x="201866" y="71457"/>
                </a:lnTo>
                <a:lnTo>
                  <a:pt x="202456" y="71687"/>
                </a:lnTo>
                <a:lnTo>
                  <a:pt x="203057" y="71915"/>
                </a:lnTo>
                <a:lnTo>
                  <a:pt x="203669" y="72140"/>
                </a:lnTo>
                <a:lnTo>
                  <a:pt x="204290" y="72363"/>
                </a:lnTo>
                <a:lnTo>
                  <a:pt x="204922" y="72584"/>
                </a:lnTo>
                <a:lnTo>
                  <a:pt x="205564" y="72801"/>
                </a:lnTo>
                <a:lnTo>
                  <a:pt x="206216" y="73017"/>
                </a:lnTo>
                <a:lnTo>
                  <a:pt x="206879" y="73230"/>
                </a:lnTo>
                <a:lnTo>
                  <a:pt x="207552" y="73440"/>
                </a:lnTo>
                <a:lnTo>
                  <a:pt x="208235" y="73648"/>
                </a:lnTo>
                <a:lnTo>
                  <a:pt x="208929" y="73853"/>
                </a:lnTo>
                <a:lnTo>
                  <a:pt x="209632" y="74056"/>
                </a:lnTo>
                <a:lnTo>
                  <a:pt x="210346" y="74257"/>
                </a:lnTo>
                <a:lnTo>
                  <a:pt x="211071" y="74455"/>
                </a:lnTo>
                <a:lnTo>
                  <a:pt x="211805" y="74650"/>
                </a:lnTo>
                <a:lnTo>
                  <a:pt x="212550" y="74843"/>
                </a:lnTo>
                <a:lnTo>
                  <a:pt x="213305" y="75034"/>
                </a:lnTo>
                <a:lnTo>
                  <a:pt x="214234" y="75279"/>
                </a:lnTo>
                <a:lnTo>
                  <a:pt x="215139" y="75524"/>
                </a:lnTo>
                <a:lnTo>
                  <a:pt x="216020" y="75769"/>
                </a:lnTo>
                <a:lnTo>
                  <a:pt x="216877" y="76013"/>
                </a:lnTo>
                <a:lnTo>
                  <a:pt x="217710" y="76257"/>
                </a:lnTo>
                <a:lnTo>
                  <a:pt x="218520" y="76501"/>
                </a:lnTo>
                <a:lnTo>
                  <a:pt x="219306" y="76744"/>
                </a:lnTo>
                <a:lnTo>
                  <a:pt x="220068" y="76988"/>
                </a:lnTo>
                <a:lnTo>
                  <a:pt x="220807" y="77231"/>
                </a:lnTo>
                <a:lnTo>
                  <a:pt x="221521" y="77473"/>
                </a:lnTo>
                <a:lnTo>
                  <a:pt x="222212" y="77716"/>
                </a:lnTo>
                <a:lnTo>
                  <a:pt x="222879" y="77958"/>
                </a:lnTo>
                <a:lnTo>
                  <a:pt x="223523" y="78200"/>
                </a:lnTo>
                <a:lnTo>
                  <a:pt x="224142" y="78441"/>
                </a:lnTo>
                <a:lnTo>
                  <a:pt x="224738" y="78682"/>
                </a:lnTo>
                <a:lnTo>
                  <a:pt x="225310" y="78923"/>
                </a:lnTo>
                <a:lnTo>
                  <a:pt x="225859" y="79164"/>
                </a:lnTo>
                <a:lnTo>
                  <a:pt x="226383" y="79404"/>
                </a:lnTo>
                <a:lnTo>
                  <a:pt x="226884" y="79644"/>
                </a:lnTo>
                <a:lnTo>
                  <a:pt x="227361" y="79884"/>
                </a:lnTo>
                <a:lnTo>
                  <a:pt x="227814" y="80124"/>
                </a:lnTo>
                <a:lnTo>
                  <a:pt x="228244" y="80363"/>
                </a:lnTo>
                <a:lnTo>
                  <a:pt x="228650" y="80602"/>
                </a:lnTo>
                <a:lnTo>
                  <a:pt x="229032" y="80840"/>
                </a:lnTo>
                <a:lnTo>
                  <a:pt x="229394" y="81084"/>
                </a:lnTo>
                <a:lnTo>
                  <a:pt x="229741" y="81339"/>
                </a:lnTo>
                <a:lnTo>
                  <a:pt x="230073" y="81605"/>
                </a:lnTo>
                <a:lnTo>
                  <a:pt x="230389" y="81882"/>
                </a:lnTo>
                <a:lnTo>
                  <a:pt x="230690" y="82171"/>
                </a:lnTo>
                <a:lnTo>
                  <a:pt x="230975" y="82470"/>
                </a:lnTo>
                <a:lnTo>
                  <a:pt x="231245" y="82780"/>
                </a:lnTo>
                <a:lnTo>
                  <a:pt x="231500" y="83102"/>
                </a:lnTo>
                <a:lnTo>
                  <a:pt x="231739" y="83435"/>
                </a:lnTo>
                <a:lnTo>
                  <a:pt x="231962" y="83778"/>
                </a:lnTo>
                <a:lnTo>
                  <a:pt x="232170" y="84133"/>
                </a:lnTo>
                <a:lnTo>
                  <a:pt x="232363" y="84499"/>
                </a:lnTo>
                <a:lnTo>
                  <a:pt x="232541" y="84876"/>
                </a:lnTo>
                <a:lnTo>
                  <a:pt x="232703" y="85265"/>
                </a:lnTo>
                <a:lnTo>
                  <a:pt x="232849" y="85664"/>
                </a:lnTo>
                <a:lnTo>
                  <a:pt x="232980" y="86074"/>
                </a:lnTo>
                <a:lnTo>
                  <a:pt x="233096" y="86496"/>
                </a:lnTo>
                <a:lnTo>
                  <a:pt x="233196" y="86928"/>
                </a:lnTo>
                <a:lnTo>
                  <a:pt x="233281" y="87372"/>
                </a:lnTo>
                <a:lnTo>
                  <a:pt x="233350" y="87827"/>
                </a:lnTo>
                <a:lnTo>
                  <a:pt x="233404" y="88293"/>
                </a:lnTo>
                <a:lnTo>
                  <a:pt x="233443" y="88770"/>
                </a:lnTo>
                <a:lnTo>
                  <a:pt x="233466" y="89258"/>
                </a:lnTo>
                <a:lnTo>
                  <a:pt x="233474" y="89757"/>
                </a:lnTo>
                <a:lnTo>
                  <a:pt x="233465" y="90340"/>
                </a:lnTo>
                <a:lnTo>
                  <a:pt x="233440" y="90910"/>
                </a:lnTo>
                <a:lnTo>
                  <a:pt x="233397" y="91465"/>
                </a:lnTo>
                <a:lnTo>
                  <a:pt x="233337" y="92007"/>
                </a:lnTo>
                <a:lnTo>
                  <a:pt x="233260" y="92535"/>
                </a:lnTo>
                <a:lnTo>
                  <a:pt x="233166" y="93049"/>
                </a:lnTo>
                <a:lnTo>
                  <a:pt x="233055" y="93549"/>
                </a:lnTo>
                <a:lnTo>
                  <a:pt x="232927" y="94036"/>
                </a:lnTo>
                <a:lnTo>
                  <a:pt x="232782" y="94508"/>
                </a:lnTo>
                <a:lnTo>
                  <a:pt x="232619" y="94967"/>
                </a:lnTo>
                <a:lnTo>
                  <a:pt x="232440" y="95412"/>
                </a:lnTo>
                <a:lnTo>
                  <a:pt x="232243" y="95844"/>
                </a:lnTo>
                <a:lnTo>
                  <a:pt x="232030" y="96261"/>
                </a:lnTo>
                <a:lnTo>
                  <a:pt x="231799" y="96665"/>
                </a:lnTo>
                <a:lnTo>
                  <a:pt x="231551" y="97054"/>
                </a:lnTo>
                <a:lnTo>
                  <a:pt x="231286" y="97430"/>
                </a:lnTo>
                <a:lnTo>
                  <a:pt x="231004" y="97792"/>
                </a:lnTo>
                <a:lnTo>
                  <a:pt x="230705" y="98141"/>
                </a:lnTo>
                <a:lnTo>
                  <a:pt x="230389" y="98475"/>
                </a:lnTo>
                <a:lnTo>
                  <a:pt x="230056" y="98796"/>
                </a:lnTo>
                <a:lnTo>
                  <a:pt x="229705" y="99103"/>
                </a:lnTo>
                <a:lnTo>
                  <a:pt x="229338" y="99396"/>
                </a:lnTo>
                <a:lnTo>
                  <a:pt x="228953" y="99675"/>
                </a:lnTo>
                <a:lnTo>
                  <a:pt x="228552" y="99941"/>
                </a:lnTo>
                <a:lnTo>
                  <a:pt x="228137" y="100194"/>
                </a:lnTo>
                <a:lnTo>
                  <a:pt x="227713" y="100436"/>
                </a:lnTo>
                <a:lnTo>
                  <a:pt x="227279" y="100668"/>
                </a:lnTo>
                <a:lnTo>
                  <a:pt x="226837" y="100889"/>
                </a:lnTo>
                <a:lnTo>
                  <a:pt x="226384" y="101099"/>
                </a:lnTo>
                <a:lnTo>
                  <a:pt x="225923" y="101298"/>
                </a:lnTo>
                <a:lnTo>
                  <a:pt x="225452" y="101486"/>
                </a:lnTo>
                <a:lnTo>
                  <a:pt x="224972" y="101664"/>
                </a:lnTo>
                <a:lnTo>
                  <a:pt x="224483" y="101831"/>
                </a:lnTo>
                <a:lnTo>
                  <a:pt x="223984" y="101987"/>
                </a:lnTo>
                <a:lnTo>
                  <a:pt x="223477" y="102133"/>
                </a:lnTo>
                <a:lnTo>
                  <a:pt x="222959" y="102267"/>
                </a:lnTo>
                <a:lnTo>
                  <a:pt x="222433" y="102391"/>
                </a:lnTo>
                <a:lnTo>
                  <a:pt x="221897" y="102504"/>
                </a:lnTo>
                <a:lnTo>
                  <a:pt x="221352" y="102607"/>
                </a:lnTo>
                <a:lnTo>
                  <a:pt x="220797" y="102698"/>
                </a:lnTo>
                <a:lnTo>
                  <a:pt x="220234" y="102779"/>
                </a:lnTo>
                <a:lnTo>
                  <a:pt x="219660" y="102849"/>
                </a:lnTo>
                <a:lnTo>
                  <a:pt x="219078" y="102908"/>
                </a:lnTo>
                <a:lnTo>
                  <a:pt x="218486" y="102957"/>
                </a:lnTo>
                <a:lnTo>
                  <a:pt x="217885" y="102995"/>
                </a:lnTo>
                <a:lnTo>
                  <a:pt x="217275" y="103021"/>
                </a:lnTo>
                <a:lnTo>
                  <a:pt x="216655" y="103038"/>
                </a:lnTo>
                <a:lnTo>
                  <a:pt x="216026" y="103043"/>
                </a:lnTo>
                <a:lnTo>
                  <a:pt x="215324" y="103036"/>
                </a:lnTo>
                <a:lnTo>
                  <a:pt x="214632" y="103016"/>
                </a:lnTo>
                <a:lnTo>
                  <a:pt x="213949" y="102982"/>
                </a:lnTo>
                <a:lnTo>
                  <a:pt x="213276" y="102935"/>
                </a:lnTo>
                <a:lnTo>
                  <a:pt x="212613" y="102874"/>
                </a:lnTo>
                <a:lnTo>
                  <a:pt x="211960" y="102800"/>
                </a:lnTo>
                <a:lnTo>
                  <a:pt x="211316" y="102712"/>
                </a:lnTo>
                <a:lnTo>
                  <a:pt x="210682" y="102610"/>
                </a:lnTo>
                <a:lnTo>
                  <a:pt x="210058" y="102495"/>
                </a:lnTo>
                <a:lnTo>
                  <a:pt x="209443" y="102367"/>
                </a:lnTo>
                <a:lnTo>
                  <a:pt x="208838" y="102225"/>
                </a:lnTo>
                <a:lnTo>
                  <a:pt x="208243" y="102069"/>
                </a:lnTo>
                <a:lnTo>
                  <a:pt x="207658" y="101900"/>
                </a:lnTo>
                <a:lnTo>
                  <a:pt x="207082" y="101717"/>
                </a:lnTo>
                <a:lnTo>
                  <a:pt x="206516" y="101521"/>
                </a:lnTo>
                <a:lnTo>
                  <a:pt x="205960" y="101311"/>
                </a:lnTo>
                <a:lnTo>
                  <a:pt x="205414" y="101088"/>
                </a:lnTo>
                <a:lnTo>
                  <a:pt x="204877" y="100851"/>
                </a:lnTo>
                <a:lnTo>
                  <a:pt x="204350" y="100601"/>
                </a:lnTo>
                <a:lnTo>
                  <a:pt x="203833" y="100337"/>
                </a:lnTo>
                <a:lnTo>
                  <a:pt x="203325" y="100060"/>
                </a:lnTo>
                <a:lnTo>
                  <a:pt x="202827" y="99769"/>
                </a:lnTo>
                <a:lnTo>
                  <a:pt x="202339" y="99465"/>
                </a:lnTo>
                <a:lnTo>
                  <a:pt x="201861" y="99147"/>
                </a:lnTo>
                <a:lnTo>
                  <a:pt x="201397" y="98812"/>
                </a:lnTo>
                <a:lnTo>
                  <a:pt x="200953" y="98457"/>
                </a:lnTo>
                <a:lnTo>
                  <a:pt x="200529" y="98082"/>
                </a:lnTo>
                <a:lnTo>
                  <a:pt x="200124" y="97686"/>
                </a:lnTo>
                <a:lnTo>
                  <a:pt x="199740" y="97271"/>
                </a:lnTo>
                <a:lnTo>
                  <a:pt x="199375" y="96835"/>
                </a:lnTo>
                <a:lnTo>
                  <a:pt x="199029" y="96379"/>
                </a:lnTo>
                <a:lnTo>
                  <a:pt x="198704" y="95903"/>
                </a:lnTo>
                <a:lnTo>
                  <a:pt x="198398" y="95407"/>
                </a:lnTo>
                <a:lnTo>
                  <a:pt x="198112" y="94891"/>
                </a:lnTo>
                <a:lnTo>
                  <a:pt x="197845" y="94355"/>
                </a:lnTo>
                <a:lnTo>
                  <a:pt x="197599" y="93798"/>
                </a:lnTo>
                <a:lnTo>
                  <a:pt x="197372" y="93222"/>
                </a:lnTo>
                <a:lnTo>
                  <a:pt x="197165" y="92625"/>
                </a:lnTo>
                <a:lnTo>
                  <a:pt x="196977" y="92008"/>
                </a:lnTo>
                <a:lnTo>
                  <a:pt x="196810" y="91371"/>
                </a:lnTo>
                <a:lnTo>
                  <a:pt x="196662" y="90714"/>
                </a:lnTo>
                <a:lnTo>
                  <a:pt x="196533" y="90037"/>
                </a:lnTo>
                <a:lnTo>
                  <a:pt x="196425" y="89339"/>
                </a:lnTo>
                <a:lnTo>
                  <a:pt x="196336" y="88622"/>
                </a:lnTo>
                <a:lnTo>
                  <a:pt x="196267" y="87884"/>
                </a:lnTo>
                <a:lnTo>
                  <a:pt x="196218" y="87126"/>
                </a:lnTo>
                <a:lnTo>
                  <a:pt x="196188" y="86348"/>
                </a:lnTo>
                <a:lnTo>
                  <a:pt x="196178" y="85550"/>
                </a:lnTo>
                <a:lnTo>
                  <a:pt x="183293" y="85550"/>
                </a:lnTo>
                <a:lnTo>
                  <a:pt x="183297" y="86171"/>
                </a:lnTo>
                <a:lnTo>
                  <a:pt x="183310" y="86783"/>
                </a:lnTo>
                <a:lnTo>
                  <a:pt x="183332" y="87387"/>
                </a:lnTo>
                <a:lnTo>
                  <a:pt x="183363" y="87984"/>
                </a:lnTo>
                <a:lnTo>
                  <a:pt x="183402" y="88572"/>
                </a:lnTo>
                <a:lnTo>
                  <a:pt x="183450" y="89153"/>
                </a:lnTo>
                <a:lnTo>
                  <a:pt x="183507" y="89726"/>
                </a:lnTo>
                <a:lnTo>
                  <a:pt x="183573" y="90291"/>
                </a:lnTo>
                <a:lnTo>
                  <a:pt x="183647" y="90848"/>
                </a:lnTo>
                <a:lnTo>
                  <a:pt x="183731" y="91397"/>
                </a:lnTo>
                <a:lnTo>
                  <a:pt x="183823" y="91938"/>
                </a:lnTo>
                <a:lnTo>
                  <a:pt x="183923" y="92471"/>
                </a:lnTo>
                <a:lnTo>
                  <a:pt x="184033" y="92997"/>
                </a:lnTo>
                <a:lnTo>
                  <a:pt x="184151" y="93514"/>
                </a:lnTo>
                <a:lnTo>
                  <a:pt x="184278" y="94024"/>
                </a:lnTo>
                <a:lnTo>
                  <a:pt x="184413" y="94526"/>
                </a:lnTo>
                <a:lnTo>
                  <a:pt x="184558" y="95020"/>
                </a:lnTo>
                <a:lnTo>
                  <a:pt x="184711" y="95505"/>
                </a:lnTo>
                <a:lnTo>
                  <a:pt x="184873" y="95984"/>
                </a:lnTo>
                <a:lnTo>
                  <a:pt x="185044" y="96454"/>
                </a:lnTo>
                <a:lnTo>
                  <a:pt x="185223" y="96916"/>
                </a:lnTo>
                <a:lnTo>
                  <a:pt x="185411" y="97370"/>
                </a:lnTo>
                <a:lnTo>
                  <a:pt x="185608" y="97817"/>
                </a:lnTo>
                <a:lnTo>
                  <a:pt x="185814" y="98255"/>
                </a:lnTo>
                <a:lnTo>
                  <a:pt x="186027" y="98687"/>
                </a:lnTo>
                <a:lnTo>
                  <a:pt x="186248" y="99111"/>
                </a:lnTo>
                <a:lnTo>
                  <a:pt x="186475" y="99529"/>
                </a:lnTo>
                <a:lnTo>
                  <a:pt x="186709" y="99940"/>
                </a:lnTo>
                <a:lnTo>
                  <a:pt x="186949" y="100345"/>
                </a:lnTo>
                <a:lnTo>
                  <a:pt x="187197" y="100743"/>
                </a:lnTo>
                <a:lnTo>
                  <a:pt x="187451" y="101134"/>
                </a:lnTo>
                <a:lnTo>
                  <a:pt x="187713" y="101518"/>
                </a:lnTo>
                <a:lnTo>
                  <a:pt x="187980" y="101895"/>
                </a:lnTo>
                <a:lnTo>
                  <a:pt x="188255" y="102266"/>
                </a:lnTo>
                <a:lnTo>
                  <a:pt x="188537" y="102630"/>
                </a:lnTo>
                <a:lnTo>
                  <a:pt x="188825" y="102988"/>
                </a:lnTo>
                <a:lnTo>
                  <a:pt x="189120" y="103339"/>
                </a:lnTo>
                <a:lnTo>
                  <a:pt x="189422" y="103683"/>
                </a:lnTo>
                <a:lnTo>
                  <a:pt x="189731" y="104020"/>
                </a:lnTo>
                <a:lnTo>
                  <a:pt x="190047" y="104351"/>
                </a:lnTo>
                <a:lnTo>
                  <a:pt x="190369" y="104675"/>
                </a:lnTo>
                <a:lnTo>
                  <a:pt x="190698" y="104992"/>
                </a:lnTo>
                <a:lnTo>
                  <a:pt x="191035" y="105302"/>
                </a:lnTo>
                <a:lnTo>
                  <a:pt x="191377" y="105606"/>
                </a:lnTo>
                <a:lnTo>
                  <a:pt x="191727" y="105903"/>
                </a:lnTo>
                <a:lnTo>
                  <a:pt x="192083" y="106193"/>
                </a:lnTo>
                <a:lnTo>
                  <a:pt x="192447" y="106477"/>
                </a:lnTo>
                <a:lnTo>
                  <a:pt x="192817" y="106754"/>
                </a:lnTo>
                <a:lnTo>
                  <a:pt x="193193" y="107024"/>
                </a:lnTo>
                <a:lnTo>
                  <a:pt x="193574" y="107288"/>
                </a:lnTo>
                <a:lnTo>
                  <a:pt x="193959" y="107546"/>
                </a:lnTo>
                <a:lnTo>
                  <a:pt x="194350" y="107797"/>
                </a:lnTo>
                <a:lnTo>
                  <a:pt x="194745" y="108042"/>
                </a:lnTo>
                <a:lnTo>
                  <a:pt x="195145" y="108281"/>
                </a:lnTo>
                <a:lnTo>
                  <a:pt x="195550" y="108514"/>
                </a:lnTo>
                <a:lnTo>
                  <a:pt x="195960" y="108740"/>
                </a:lnTo>
                <a:lnTo>
                  <a:pt x="196375" y="108960"/>
                </a:lnTo>
                <a:lnTo>
                  <a:pt x="196795" y="109174"/>
                </a:lnTo>
                <a:lnTo>
                  <a:pt x="197219" y="109381"/>
                </a:lnTo>
                <a:lnTo>
                  <a:pt x="197649" y="109582"/>
                </a:lnTo>
                <a:lnTo>
                  <a:pt x="198083" y="109777"/>
                </a:lnTo>
                <a:lnTo>
                  <a:pt x="198522" y="109966"/>
                </a:lnTo>
                <a:lnTo>
                  <a:pt x="198966" y="110148"/>
                </a:lnTo>
                <a:lnTo>
                  <a:pt x="199415" y="110324"/>
                </a:lnTo>
                <a:lnTo>
                  <a:pt x="199869" y="110494"/>
                </a:lnTo>
                <a:lnTo>
                  <a:pt x="200327" y="110657"/>
                </a:lnTo>
                <a:lnTo>
                  <a:pt x="200791" y="110814"/>
                </a:lnTo>
                <a:lnTo>
                  <a:pt x="201259" y="110965"/>
                </a:lnTo>
                <a:lnTo>
                  <a:pt x="201732" y="111110"/>
                </a:lnTo>
                <a:lnTo>
                  <a:pt x="202210" y="111248"/>
                </a:lnTo>
                <a:lnTo>
                  <a:pt x="202693" y="111381"/>
                </a:lnTo>
                <a:lnTo>
                  <a:pt x="203181" y="111506"/>
                </a:lnTo>
                <a:lnTo>
                  <a:pt x="203673" y="111627"/>
                </a:lnTo>
                <a:lnTo>
                  <a:pt x="204167" y="111742"/>
                </a:lnTo>
                <a:lnTo>
                  <a:pt x="204664" y="111851"/>
                </a:lnTo>
                <a:lnTo>
                  <a:pt x="205163" y="111956"/>
                </a:lnTo>
                <a:lnTo>
                  <a:pt x="205665" y="112056"/>
                </a:lnTo>
                <a:lnTo>
                  <a:pt x="206170" y="112151"/>
                </a:lnTo>
                <a:lnTo>
                  <a:pt x="206677" y="112240"/>
                </a:lnTo>
                <a:lnTo>
                  <a:pt x="207187" y="112324"/>
                </a:lnTo>
                <a:lnTo>
                  <a:pt x="207700" y="112404"/>
                </a:lnTo>
                <a:lnTo>
                  <a:pt x="208215" y="112478"/>
                </a:lnTo>
                <a:lnTo>
                  <a:pt x="208733" y="112547"/>
                </a:lnTo>
                <a:lnTo>
                  <a:pt x="209254" y="112611"/>
                </a:lnTo>
                <a:lnTo>
                  <a:pt x="209777" y="112669"/>
                </a:lnTo>
                <a:lnTo>
                  <a:pt x="210303" y="112723"/>
                </a:lnTo>
                <a:lnTo>
                  <a:pt x="210831" y="112772"/>
                </a:lnTo>
                <a:lnTo>
                  <a:pt x="211362" y="112815"/>
                </a:lnTo>
                <a:lnTo>
                  <a:pt x="211896" y="112853"/>
                </a:lnTo>
                <a:lnTo>
                  <a:pt x="212432" y="112887"/>
                </a:lnTo>
                <a:lnTo>
                  <a:pt x="212972" y="112915"/>
                </a:lnTo>
                <a:lnTo>
                  <a:pt x="213513" y="112938"/>
                </a:lnTo>
                <a:lnTo>
                  <a:pt x="214058" y="112956"/>
                </a:lnTo>
                <a:lnTo>
                  <a:pt x="214604" y="112969"/>
                </a:lnTo>
                <a:lnTo>
                  <a:pt x="215154" y="112976"/>
                </a:lnTo>
                <a:lnTo>
                  <a:pt x="215706" y="112979"/>
                </a:lnTo>
                <a:lnTo>
                  <a:pt x="216252" y="112976"/>
                </a:lnTo>
                <a:lnTo>
                  <a:pt x="216794" y="112969"/>
                </a:lnTo>
                <a:lnTo>
                  <a:pt x="217333" y="112957"/>
                </a:lnTo>
                <a:close/>
                <a:moveTo>
                  <a:pt x="336330" y="15483"/>
                </a:moveTo>
                <a:lnTo>
                  <a:pt x="336621" y="15449"/>
                </a:lnTo>
                <a:lnTo>
                  <a:pt x="336907" y="15407"/>
                </a:lnTo>
                <a:lnTo>
                  <a:pt x="337188" y="15357"/>
                </a:lnTo>
                <a:lnTo>
                  <a:pt x="337464" y="15300"/>
                </a:lnTo>
                <a:lnTo>
                  <a:pt x="337735" y="15235"/>
                </a:lnTo>
                <a:lnTo>
                  <a:pt x="338001" y="15162"/>
                </a:lnTo>
                <a:lnTo>
                  <a:pt x="338262" y="15082"/>
                </a:lnTo>
                <a:lnTo>
                  <a:pt x="338518" y="14994"/>
                </a:lnTo>
                <a:lnTo>
                  <a:pt x="338769" y="14898"/>
                </a:lnTo>
                <a:lnTo>
                  <a:pt x="339015" y="14795"/>
                </a:lnTo>
                <a:lnTo>
                  <a:pt x="339255" y="14684"/>
                </a:lnTo>
                <a:lnTo>
                  <a:pt x="339491" y="14565"/>
                </a:lnTo>
                <a:lnTo>
                  <a:pt x="339722" y="14439"/>
                </a:lnTo>
                <a:lnTo>
                  <a:pt x="339948" y="14305"/>
                </a:lnTo>
                <a:lnTo>
                  <a:pt x="340169" y="14164"/>
                </a:lnTo>
                <a:lnTo>
                  <a:pt x="340385" y="14014"/>
                </a:lnTo>
                <a:lnTo>
                  <a:pt x="340596" y="13858"/>
                </a:lnTo>
                <a:lnTo>
                  <a:pt x="340802" y="13693"/>
                </a:lnTo>
                <a:lnTo>
                  <a:pt x="341003" y="13521"/>
                </a:lnTo>
                <a:lnTo>
                  <a:pt x="341199" y="13341"/>
                </a:lnTo>
                <a:lnTo>
                  <a:pt x="341388" y="13155"/>
                </a:lnTo>
                <a:lnTo>
                  <a:pt x="341569" y="12966"/>
                </a:lnTo>
                <a:lnTo>
                  <a:pt x="341743" y="12772"/>
                </a:lnTo>
                <a:lnTo>
                  <a:pt x="341908" y="12574"/>
                </a:lnTo>
                <a:lnTo>
                  <a:pt x="342065" y="12373"/>
                </a:lnTo>
                <a:lnTo>
                  <a:pt x="342214" y="12167"/>
                </a:lnTo>
                <a:lnTo>
                  <a:pt x="342355" y="11957"/>
                </a:lnTo>
                <a:lnTo>
                  <a:pt x="342488" y="11743"/>
                </a:lnTo>
                <a:lnTo>
                  <a:pt x="342613" y="11525"/>
                </a:lnTo>
                <a:lnTo>
                  <a:pt x="342730" y="11303"/>
                </a:lnTo>
                <a:lnTo>
                  <a:pt x="342839" y="11077"/>
                </a:lnTo>
                <a:lnTo>
                  <a:pt x="342939" y="10847"/>
                </a:lnTo>
                <a:lnTo>
                  <a:pt x="343032" y="10613"/>
                </a:lnTo>
                <a:lnTo>
                  <a:pt x="343117" y="10375"/>
                </a:lnTo>
                <a:lnTo>
                  <a:pt x="343193" y="10133"/>
                </a:lnTo>
                <a:lnTo>
                  <a:pt x="343262" y="9887"/>
                </a:lnTo>
                <a:lnTo>
                  <a:pt x="343322" y="9637"/>
                </a:lnTo>
                <a:lnTo>
                  <a:pt x="343375" y="9382"/>
                </a:lnTo>
                <a:lnTo>
                  <a:pt x="343419" y="9124"/>
                </a:lnTo>
                <a:lnTo>
                  <a:pt x="343455" y="8862"/>
                </a:lnTo>
                <a:lnTo>
                  <a:pt x="343483" y="8595"/>
                </a:lnTo>
                <a:lnTo>
                  <a:pt x="343504" y="8325"/>
                </a:lnTo>
                <a:lnTo>
                  <a:pt x="343516" y="8051"/>
                </a:lnTo>
                <a:lnTo>
                  <a:pt x="343520" y="7772"/>
                </a:lnTo>
                <a:lnTo>
                  <a:pt x="343516" y="7494"/>
                </a:lnTo>
                <a:lnTo>
                  <a:pt x="343504" y="7219"/>
                </a:lnTo>
                <a:lnTo>
                  <a:pt x="343483" y="6949"/>
                </a:lnTo>
                <a:lnTo>
                  <a:pt x="343455" y="6683"/>
                </a:lnTo>
                <a:lnTo>
                  <a:pt x="343419" y="6421"/>
                </a:lnTo>
                <a:lnTo>
                  <a:pt x="343375" y="6162"/>
                </a:lnTo>
                <a:lnTo>
                  <a:pt x="343322" y="5908"/>
                </a:lnTo>
                <a:lnTo>
                  <a:pt x="343262" y="5658"/>
                </a:lnTo>
                <a:lnTo>
                  <a:pt x="343193" y="5412"/>
                </a:lnTo>
                <a:lnTo>
                  <a:pt x="343117" y="5170"/>
                </a:lnTo>
                <a:lnTo>
                  <a:pt x="343032" y="4931"/>
                </a:lnTo>
                <a:lnTo>
                  <a:pt x="342939" y="4697"/>
                </a:lnTo>
                <a:lnTo>
                  <a:pt x="342839" y="4467"/>
                </a:lnTo>
                <a:lnTo>
                  <a:pt x="342730" y="4241"/>
                </a:lnTo>
                <a:lnTo>
                  <a:pt x="342613" y="4019"/>
                </a:lnTo>
                <a:lnTo>
                  <a:pt x="342488" y="3802"/>
                </a:lnTo>
                <a:lnTo>
                  <a:pt x="342355" y="3588"/>
                </a:lnTo>
                <a:lnTo>
                  <a:pt x="342214" y="3378"/>
                </a:lnTo>
                <a:lnTo>
                  <a:pt x="342065" y="3172"/>
                </a:lnTo>
                <a:lnTo>
                  <a:pt x="341908" y="2970"/>
                </a:lnTo>
                <a:lnTo>
                  <a:pt x="341743" y="2773"/>
                </a:lnTo>
                <a:lnTo>
                  <a:pt x="341569" y="2579"/>
                </a:lnTo>
                <a:lnTo>
                  <a:pt x="341388" y="2389"/>
                </a:lnTo>
                <a:lnTo>
                  <a:pt x="341199" y="2203"/>
                </a:lnTo>
                <a:lnTo>
                  <a:pt x="341003" y="2024"/>
                </a:lnTo>
                <a:lnTo>
                  <a:pt x="340802" y="1852"/>
                </a:lnTo>
                <a:lnTo>
                  <a:pt x="340596" y="1687"/>
                </a:lnTo>
                <a:lnTo>
                  <a:pt x="340385" y="1530"/>
                </a:lnTo>
                <a:lnTo>
                  <a:pt x="340169" y="1381"/>
                </a:lnTo>
                <a:lnTo>
                  <a:pt x="339948" y="1239"/>
                </a:lnTo>
                <a:lnTo>
                  <a:pt x="339722" y="1106"/>
                </a:lnTo>
                <a:lnTo>
                  <a:pt x="339491" y="979"/>
                </a:lnTo>
                <a:lnTo>
                  <a:pt x="339255" y="861"/>
                </a:lnTo>
                <a:lnTo>
                  <a:pt x="339015" y="750"/>
                </a:lnTo>
                <a:lnTo>
                  <a:pt x="338769" y="647"/>
                </a:lnTo>
                <a:lnTo>
                  <a:pt x="338518" y="551"/>
                </a:lnTo>
                <a:lnTo>
                  <a:pt x="338262" y="463"/>
                </a:lnTo>
                <a:lnTo>
                  <a:pt x="338001" y="383"/>
                </a:lnTo>
                <a:lnTo>
                  <a:pt x="337735" y="310"/>
                </a:lnTo>
                <a:lnTo>
                  <a:pt x="337464" y="245"/>
                </a:lnTo>
                <a:lnTo>
                  <a:pt x="337188" y="187"/>
                </a:lnTo>
                <a:lnTo>
                  <a:pt x="336907" y="138"/>
                </a:lnTo>
                <a:lnTo>
                  <a:pt x="336621" y="96"/>
                </a:lnTo>
                <a:lnTo>
                  <a:pt x="336330" y="61"/>
                </a:lnTo>
                <a:lnTo>
                  <a:pt x="336034" y="34"/>
                </a:lnTo>
                <a:lnTo>
                  <a:pt x="335733" y="15"/>
                </a:lnTo>
                <a:lnTo>
                  <a:pt x="335427" y="4"/>
                </a:lnTo>
                <a:lnTo>
                  <a:pt x="335116" y="0"/>
                </a:lnTo>
                <a:lnTo>
                  <a:pt x="334799" y="4"/>
                </a:lnTo>
                <a:lnTo>
                  <a:pt x="334487" y="15"/>
                </a:lnTo>
                <a:lnTo>
                  <a:pt x="334181" y="34"/>
                </a:lnTo>
                <a:lnTo>
                  <a:pt x="333880" y="61"/>
                </a:lnTo>
                <a:lnTo>
                  <a:pt x="333585" y="96"/>
                </a:lnTo>
                <a:lnTo>
                  <a:pt x="333295" y="138"/>
                </a:lnTo>
                <a:lnTo>
                  <a:pt x="333011" y="187"/>
                </a:lnTo>
                <a:lnTo>
                  <a:pt x="332733" y="245"/>
                </a:lnTo>
                <a:lnTo>
                  <a:pt x="332460" y="310"/>
                </a:lnTo>
                <a:lnTo>
                  <a:pt x="332193" y="383"/>
                </a:lnTo>
                <a:lnTo>
                  <a:pt x="331931" y="463"/>
                </a:lnTo>
                <a:lnTo>
                  <a:pt x="331675" y="551"/>
                </a:lnTo>
                <a:lnTo>
                  <a:pt x="331424" y="647"/>
                </a:lnTo>
                <a:lnTo>
                  <a:pt x="331179" y="750"/>
                </a:lnTo>
                <a:lnTo>
                  <a:pt x="330940" y="861"/>
                </a:lnTo>
                <a:lnTo>
                  <a:pt x="330706" y="979"/>
                </a:lnTo>
                <a:lnTo>
                  <a:pt x="330477" y="1106"/>
                </a:lnTo>
                <a:lnTo>
                  <a:pt x="330254" y="1239"/>
                </a:lnTo>
                <a:lnTo>
                  <a:pt x="330037" y="1381"/>
                </a:lnTo>
                <a:lnTo>
                  <a:pt x="329825" y="1530"/>
                </a:lnTo>
                <a:lnTo>
                  <a:pt x="329619" y="1687"/>
                </a:lnTo>
                <a:lnTo>
                  <a:pt x="329418" y="1852"/>
                </a:lnTo>
                <a:lnTo>
                  <a:pt x="329223" y="2024"/>
                </a:lnTo>
                <a:lnTo>
                  <a:pt x="329034" y="2203"/>
                </a:lnTo>
                <a:lnTo>
                  <a:pt x="328851" y="2389"/>
                </a:lnTo>
                <a:lnTo>
                  <a:pt x="328676" y="2579"/>
                </a:lnTo>
                <a:lnTo>
                  <a:pt x="328509" y="2773"/>
                </a:lnTo>
                <a:lnTo>
                  <a:pt x="328349" y="2970"/>
                </a:lnTo>
                <a:lnTo>
                  <a:pt x="328197" y="3172"/>
                </a:lnTo>
                <a:lnTo>
                  <a:pt x="328053" y="3378"/>
                </a:lnTo>
                <a:lnTo>
                  <a:pt x="327917" y="3588"/>
                </a:lnTo>
                <a:lnTo>
                  <a:pt x="327789" y="3802"/>
                </a:lnTo>
                <a:lnTo>
                  <a:pt x="327668" y="4019"/>
                </a:lnTo>
                <a:lnTo>
                  <a:pt x="327555" y="4241"/>
                </a:lnTo>
                <a:lnTo>
                  <a:pt x="327450" y="4467"/>
                </a:lnTo>
                <a:lnTo>
                  <a:pt x="327353" y="4697"/>
                </a:lnTo>
                <a:lnTo>
                  <a:pt x="327264" y="4931"/>
                </a:lnTo>
                <a:lnTo>
                  <a:pt x="327182" y="5170"/>
                </a:lnTo>
                <a:lnTo>
                  <a:pt x="327108" y="5412"/>
                </a:lnTo>
                <a:lnTo>
                  <a:pt x="327042" y="5658"/>
                </a:lnTo>
                <a:lnTo>
                  <a:pt x="326983" y="5908"/>
                </a:lnTo>
                <a:lnTo>
                  <a:pt x="326933" y="6162"/>
                </a:lnTo>
                <a:lnTo>
                  <a:pt x="326890" y="6421"/>
                </a:lnTo>
                <a:lnTo>
                  <a:pt x="326855" y="6683"/>
                </a:lnTo>
                <a:lnTo>
                  <a:pt x="326828" y="6949"/>
                </a:lnTo>
                <a:lnTo>
                  <a:pt x="326808" y="7219"/>
                </a:lnTo>
                <a:lnTo>
                  <a:pt x="326797" y="7494"/>
                </a:lnTo>
                <a:lnTo>
                  <a:pt x="326793" y="7772"/>
                </a:lnTo>
                <a:lnTo>
                  <a:pt x="326797" y="8051"/>
                </a:lnTo>
                <a:lnTo>
                  <a:pt x="326808" y="8325"/>
                </a:lnTo>
                <a:lnTo>
                  <a:pt x="326828" y="8595"/>
                </a:lnTo>
                <a:lnTo>
                  <a:pt x="326855" y="8862"/>
                </a:lnTo>
                <a:lnTo>
                  <a:pt x="326890" y="9124"/>
                </a:lnTo>
                <a:lnTo>
                  <a:pt x="326933" y="9382"/>
                </a:lnTo>
                <a:lnTo>
                  <a:pt x="326983" y="9637"/>
                </a:lnTo>
                <a:lnTo>
                  <a:pt x="327042" y="9887"/>
                </a:lnTo>
                <a:lnTo>
                  <a:pt x="327108" y="10133"/>
                </a:lnTo>
                <a:lnTo>
                  <a:pt x="327182" y="10375"/>
                </a:lnTo>
                <a:lnTo>
                  <a:pt x="327264" y="10613"/>
                </a:lnTo>
                <a:lnTo>
                  <a:pt x="327353" y="10847"/>
                </a:lnTo>
                <a:lnTo>
                  <a:pt x="327450" y="11077"/>
                </a:lnTo>
                <a:lnTo>
                  <a:pt x="327555" y="11303"/>
                </a:lnTo>
                <a:lnTo>
                  <a:pt x="327668" y="11525"/>
                </a:lnTo>
                <a:lnTo>
                  <a:pt x="327789" y="11743"/>
                </a:lnTo>
                <a:lnTo>
                  <a:pt x="327917" y="11957"/>
                </a:lnTo>
                <a:lnTo>
                  <a:pt x="328053" y="12167"/>
                </a:lnTo>
                <a:lnTo>
                  <a:pt x="328197" y="12373"/>
                </a:lnTo>
                <a:lnTo>
                  <a:pt x="328349" y="12574"/>
                </a:lnTo>
                <a:lnTo>
                  <a:pt x="328509" y="12772"/>
                </a:lnTo>
                <a:lnTo>
                  <a:pt x="328676" y="12966"/>
                </a:lnTo>
                <a:lnTo>
                  <a:pt x="328851" y="13155"/>
                </a:lnTo>
                <a:lnTo>
                  <a:pt x="329034" y="13341"/>
                </a:lnTo>
                <a:lnTo>
                  <a:pt x="329223" y="13521"/>
                </a:lnTo>
                <a:lnTo>
                  <a:pt x="329418" y="13693"/>
                </a:lnTo>
                <a:lnTo>
                  <a:pt x="329619" y="13858"/>
                </a:lnTo>
                <a:lnTo>
                  <a:pt x="329825" y="14014"/>
                </a:lnTo>
                <a:lnTo>
                  <a:pt x="330037" y="14164"/>
                </a:lnTo>
                <a:lnTo>
                  <a:pt x="330254" y="14305"/>
                </a:lnTo>
                <a:lnTo>
                  <a:pt x="330477" y="14439"/>
                </a:lnTo>
                <a:lnTo>
                  <a:pt x="330706" y="14565"/>
                </a:lnTo>
                <a:lnTo>
                  <a:pt x="330940" y="14684"/>
                </a:lnTo>
                <a:lnTo>
                  <a:pt x="331179" y="14795"/>
                </a:lnTo>
                <a:lnTo>
                  <a:pt x="331424" y="14898"/>
                </a:lnTo>
                <a:lnTo>
                  <a:pt x="331675" y="14994"/>
                </a:lnTo>
                <a:lnTo>
                  <a:pt x="331931" y="15082"/>
                </a:lnTo>
                <a:lnTo>
                  <a:pt x="332193" y="15162"/>
                </a:lnTo>
                <a:lnTo>
                  <a:pt x="332460" y="15235"/>
                </a:lnTo>
                <a:lnTo>
                  <a:pt x="332733" y="15300"/>
                </a:lnTo>
                <a:lnTo>
                  <a:pt x="333011" y="15357"/>
                </a:lnTo>
                <a:lnTo>
                  <a:pt x="333295" y="15407"/>
                </a:lnTo>
                <a:lnTo>
                  <a:pt x="333585" y="15449"/>
                </a:lnTo>
                <a:lnTo>
                  <a:pt x="333880" y="15483"/>
                </a:lnTo>
                <a:lnTo>
                  <a:pt x="334181" y="15510"/>
                </a:lnTo>
                <a:lnTo>
                  <a:pt x="334487" y="15529"/>
                </a:lnTo>
                <a:lnTo>
                  <a:pt x="334799" y="15541"/>
                </a:lnTo>
                <a:lnTo>
                  <a:pt x="335116" y="15545"/>
                </a:lnTo>
                <a:lnTo>
                  <a:pt x="335427" y="15541"/>
                </a:lnTo>
                <a:lnTo>
                  <a:pt x="335733" y="15529"/>
                </a:lnTo>
                <a:lnTo>
                  <a:pt x="336034" y="15510"/>
                </a:lnTo>
                <a:lnTo>
                  <a:pt x="336330" y="15483"/>
                </a:lnTo>
                <a:close/>
                <a:moveTo>
                  <a:pt x="288217" y="112940"/>
                </a:moveTo>
                <a:lnTo>
                  <a:pt x="288750" y="112918"/>
                </a:lnTo>
                <a:lnTo>
                  <a:pt x="289279" y="112892"/>
                </a:lnTo>
                <a:lnTo>
                  <a:pt x="289805" y="112861"/>
                </a:lnTo>
                <a:lnTo>
                  <a:pt x="290328" y="112824"/>
                </a:lnTo>
                <a:lnTo>
                  <a:pt x="290848" y="112783"/>
                </a:lnTo>
                <a:lnTo>
                  <a:pt x="291365" y="112737"/>
                </a:lnTo>
                <a:lnTo>
                  <a:pt x="291878" y="112687"/>
                </a:lnTo>
                <a:lnTo>
                  <a:pt x="292388" y="112631"/>
                </a:lnTo>
                <a:lnTo>
                  <a:pt x="292895" y="112571"/>
                </a:lnTo>
                <a:lnTo>
                  <a:pt x="293399" y="112506"/>
                </a:lnTo>
                <a:lnTo>
                  <a:pt x="293899" y="112436"/>
                </a:lnTo>
                <a:lnTo>
                  <a:pt x="294397" y="112361"/>
                </a:lnTo>
                <a:lnTo>
                  <a:pt x="294891" y="112281"/>
                </a:lnTo>
                <a:lnTo>
                  <a:pt x="295382" y="112197"/>
                </a:lnTo>
                <a:lnTo>
                  <a:pt x="295870" y="112108"/>
                </a:lnTo>
                <a:lnTo>
                  <a:pt x="296354" y="112014"/>
                </a:lnTo>
                <a:lnTo>
                  <a:pt x="296836" y="111915"/>
                </a:lnTo>
                <a:lnTo>
                  <a:pt x="297314" y="111811"/>
                </a:lnTo>
                <a:lnTo>
                  <a:pt x="297789" y="111702"/>
                </a:lnTo>
                <a:lnTo>
                  <a:pt x="298260" y="111589"/>
                </a:lnTo>
                <a:lnTo>
                  <a:pt x="298728" y="111471"/>
                </a:lnTo>
                <a:lnTo>
                  <a:pt x="299191" y="111347"/>
                </a:lnTo>
                <a:lnTo>
                  <a:pt x="299649" y="111219"/>
                </a:lnTo>
                <a:lnTo>
                  <a:pt x="300101" y="111085"/>
                </a:lnTo>
                <a:lnTo>
                  <a:pt x="300549" y="110945"/>
                </a:lnTo>
                <a:lnTo>
                  <a:pt x="300992" y="110801"/>
                </a:lnTo>
                <a:lnTo>
                  <a:pt x="301429" y="110651"/>
                </a:lnTo>
                <a:lnTo>
                  <a:pt x="301862" y="110496"/>
                </a:lnTo>
                <a:lnTo>
                  <a:pt x="302290" y="110336"/>
                </a:lnTo>
                <a:lnTo>
                  <a:pt x="302712" y="110170"/>
                </a:lnTo>
                <a:lnTo>
                  <a:pt x="303130" y="109999"/>
                </a:lnTo>
                <a:lnTo>
                  <a:pt x="303543" y="109823"/>
                </a:lnTo>
                <a:lnTo>
                  <a:pt x="303950" y="109642"/>
                </a:lnTo>
                <a:lnTo>
                  <a:pt x="304353" y="109455"/>
                </a:lnTo>
                <a:lnTo>
                  <a:pt x="304751" y="109263"/>
                </a:lnTo>
                <a:lnTo>
                  <a:pt x="305143" y="109066"/>
                </a:lnTo>
                <a:lnTo>
                  <a:pt x="305531" y="108864"/>
                </a:lnTo>
                <a:lnTo>
                  <a:pt x="305914" y="108656"/>
                </a:lnTo>
                <a:lnTo>
                  <a:pt x="306291" y="108443"/>
                </a:lnTo>
                <a:lnTo>
                  <a:pt x="306664" y="108225"/>
                </a:lnTo>
                <a:lnTo>
                  <a:pt x="307032" y="108002"/>
                </a:lnTo>
                <a:lnTo>
                  <a:pt x="307394" y="107773"/>
                </a:lnTo>
                <a:lnTo>
                  <a:pt x="307752" y="107539"/>
                </a:lnTo>
                <a:lnTo>
                  <a:pt x="308105" y="107300"/>
                </a:lnTo>
                <a:lnTo>
                  <a:pt x="308451" y="107055"/>
                </a:lnTo>
                <a:lnTo>
                  <a:pt x="308792" y="106805"/>
                </a:lnTo>
                <a:lnTo>
                  <a:pt x="309126" y="106549"/>
                </a:lnTo>
                <a:lnTo>
                  <a:pt x="309453" y="106287"/>
                </a:lnTo>
                <a:lnTo>
                  <a:pt x="309774" y="106019"/>
                </a:lnTo>
                <a:lnTo>
                  <a:pt x="310088" y="105746"/>
                </a:lnTo>
                <a:lnTo>
                  <a:pt x="310396" y="105467"/>
                </a:lnTo>
                <a:lnTo>
                  <a:pt x="310697" y="105183"/>
                </a:lnTo>
                <a:lnTo>
                  <a:pt x="310991" y="104893"/>
                </a:lnTo>
                <a:lnTo>
                  <a:pt x="311279" y="104597"/>
                </a:lnTo>
                <a:lnTo>
                  <a:pt x="311561" y="104295"/>
                </a:lnTo>
                <a:lnTo>
                  <a:pt x="311836" y="103988"/>
                </a:lnTo>
                <a:lnTo>
                  <a:pt x="312105" y="103675"/>
                </a:lnTo>
                <a:lnTo>
                  <a:pt x="312367" y="103356"/>
                </a:lnTo>
                <a:lnTo>
                  <a:pt x="312622" y="103031"/>
                </a:lnTo>
                <a:lnTo>
                  <a:pt x="312871" y="102701"/>
                </a:lnTo>
                <a:lnTo>
                  <a:pt x="313113" y="102366"/>
                </a:lnTo>
                <a:lnTo>
                  <a:pt x="313349" y="102024"/>
                </a:lnTo>
                <a:lnTo>
                  <a:pt x="313579" y="101677"/>
                </a:lnTo>
                <a:lnTo>
                  <a:pt x="313801" y="101324"/>
                </a:lnTo>
                <a:lnTo>
                  <a:pt x="314018" y="100965"/>
                </a:lnTo>
                <a:lnTo>
                  <a:pt x="314227" y="100601"/>
                </a:lnTo>
                <a:lnTo>
                  <a:pt x="314431" y="100231"/>
                </a:lnTo>
                <a:lnTo>
                  <a:pt x="314627" y="99855"/>
                </a:lnTo>
                <a:lnTo>
                  <a:pt x="314817" y="99474"/>
                </a:lnTo>
                <a:lnTo>
                  <a:pt x="314998" y="99086"/>
                </a:lnTo>
                <a:lnTo>
                  <a:pt x="315171" y="98693"/>
                </a:lnTo>
                <a:lnTo>
                  <a:pt x="315336" y="98294"/>
                </a:lnTo>
                <a:lnTo>
                  <a:pt x="315494" y="97889"/>
                </a:lnTo>
                <a:lnTo>
                  <a:pt x="315643" y="97478"/>
                </a:lnTo>
                <a:lnTo>
                  <a:pt x="315784" y="97061"/>
                </a:lnTo>
                <a:lnTo>
                  <a:pt x="315917" y="96639"/>
                </a:lnTo>
                <a:lnTo>
                  <a:pt x="316042" y="96211"/>
                </a:lnTo>
                <a:lnTo>
                  <a:pt x="316158" y="95777"/>
                </a:lnTo>
                <a:lnTo>
                  <a:pt x="316267" y="95337"/>
                </a:lnTo>
                <a:lnTo>
                  <a:pt x="316368" y="94891"/>
                </a:lnTo>
                <a:lnTo>
                  <a:pt x="316461" y="94439"/>
                </a:lnTo>
                <a:lnTo>
                  <a:pt x="316545" y="93982"/>
                </a:lnTo>
                <a:lnTo>
                  <a:pt x="316622" y="93518"/>
                </a:lnTo>
                <a:lnTo>
                  <a:pt x="316690" y="93049"/>
                </a:lnTo>
                <a:lnTo>
                  <a:pt x="316751" y="92574"/>
                </a:lnTo>
                <a:lnTo>
                  <a:pt x="316803" y="92093"/>
                </a:lnTo>
                <a:lnTo>
                  <a:pt x="316847" y="91607"/>
                </a:lnTo>
                <a:lnTo>
                  <a:pt x="316884" y="91114"/>
                </a:lnTo>
                <a:lnTo>
                  <a:pt x="316912" y="90616"/>
                </a:lnTo>
                <a:lnTo>
                  <a:pt x="316932" y="90112"/>
                </a:lnTo>
                <a:lnTo>
                  <a:pt x="316944" y="89602"/>
                </a:lnTo>
                <a:lnTo>
                  <a:pt x="316948" y="89086"/>
                </a:lnTo>
                <a:lnTo>
                  <a:pt x="316943" y="88460"/>
                </a:lnTo>
                <a:lnTo>
                  <a:pt x="316927" y="87843"/>
                </a:lnTo>
                <a:lnTo>
                  <a:pt x="316901" y="87236"/>
                </a:lnTo>
                <a:lnTo>
                  <a:pt x="316865" y="86639"/>
                </a:lnTo>
                <a:lnTo>
                  <a:pt x="316818" y="86051"/>
                </a:lnTo>
                <a:lnTo>
                  <a:pt x="316761" y="85474"/>
                </a:lnTo>
                <a:lnTo>
                  <a:pt x="316693" y="84905"/>
                </a:lnTo>
                <a:lnTo>
                  <a:pt x="316615" y="84347"/>
                </a:lnTo>
                <a:lnTo>
                  <a:pt x="316526" y="83797"/>
                </a:lnTo>
                <a:lnTo>
                  <a:pt x="316427" y="83258"/>
                </a:lnTo>
                <a:lnTo>
                  <a:pt x="316318" y="82728"/>
                </a:lnTo>
                <a:lnTo>
                  <a:pt x="316198" y="82208"/>
                </a:lnTo>
                <a:lnTo>
                  <a:pt x="316068" y="81698"/>
                </a:lnTo>
                <a:lnTo>
                  <a:pt x="315927" y="81197"/>
                </a:lnTo>
                <a:lnTo>
                  <a:pt x="315776" y="80706"/>
                </a:lnTo>
                <a:lnTo>
                  <a:pt x="315614" y="80224"/>
                </a:lnTo>
                <a:lnTo>
                  <a:pt x="315442" y="79752"/>
                </a:lnTo>
                <a:lnTo>
                  <a:pt x="315260" y="79290"/>
                </a:lnTo>
                <a:lnTo>
                  <a:pt x="315067" y="78837"/>
                </a:lnTo>
                <a:lnTo>
                  <a:pt x="314864" y="78394"/>
                </a:lnTo>
                <a:lnTo>
                  <a:pt x="314650" y="77961"/>
                </a:lnTo>
                <a:lnTo>
                  <a:pt x="314426" y="77537"/>
                </a:lnTo>
                <a:lnTo>
                  <a:pt x="314192" y="77123"/>
                </a:lnTo>
                <a:lnTo>
                  <a:pt x="313947" y="76719"/>
                </a:lnTo>
                <a:lnTo>
                  <a:pt x="313692" y="76322"/>
                </a:lnTo>
                <a:lnTo>
                  <a:pt x="313427" y="75932"/>
                </a:lnTo>
                <a:lnTo>
                  <a:pt x="313152" y="75547"/>
                </a:lnTo>
                <a:lnTo>
                  <a:pt x="312867" y="75169"/>
                </a:lnTo>
                <a:lnTo>
                  <a:pt x="312571" y="74797"/>
                </a:lnTo>
                <a:lnTo>
                  <a:pt x="312266" y="74431"/>
                </a:lnTo>
                <a:lnTo>
                  <a:pt x="311951" y="74071"/>
                </a:lnTo>
                <a:lnTo>
                  <a:pt x="311626" y="73717"/>
                </a:lnTo>
                <a:lnTo>
                  <a:pt x="311291" y="73370"/>
                </a:lnTo>
                <a:lnTo>
                  <a:pt x="310946" y="73028"/>
                </a:lnTo>
                <a:lnTo>
                  <a:pt x="310591" y="72693"/>
                </a:lnTo>
                <a:lnTo>
                  <a:pt x="310225" y="72364"/>
                </a:lnTo>
                <a:lnTo>
                  <a:pt x="309850" y="72041"/>
                </a:lnTo>
                <a:lnTo>
                  <a:pt x="309465" y="71724"/>
                </a:lnTo>
                <a:lnTo>
                  <a:pt x="309070" y="71413"/>
                </a:lnTo>
                <a:lnTo>
                  <a:pt x="308665" y="71109"/>
                </a:lnTo>
                <a:lnTo>
                  <a:pt x="308250" y="70811"/>
                </a:lnTo>
                <a:lnTo>
                  <a:pt x="307824" y="70518"/>
                </a:lnTo>
                <a:lnTo>
                  <a:pt x="307389" y="70232"/>
                </a:lnTo>
                <a:lnTo>
                  <a:pt x="306944" y="69952"/>
                </a:lnTo>
                <a:lnTo>
                  <a:pt x="306489" y="69678"/>
                </a:lnTo>
                <a:lnTo>
                  <a:pt x="306024" y="69411"/>
                </a:lnTo>
                <a:lnTo>
                  <a:pt x="305548" y="69149"/>
                </a:lnTo>
                <a:lnTo>
                  <a:pt x="305063" y="68894"/>
                </a:lnTo>
                <a:lnTo>
                  <a:pt x="304568" y="68643"/>
                </a:lnTo>
                <a:lnTo>
                  <a:pt x="304063" y="68395"/>
                </a:lnTo>
                <a:lnTo>
                  <a:pt x="303547" y="68150"/>
                </a:lnTo>
                <a:lnTo>
                  <a:pt x="303021" y="67907"/>
                </a:lnTo>
                <a:lnTo>
                  <a:pt x="302485" y="67668"/>
                </a:lnTo>
                <a:lnTo>
                  <a:pt x="301940" y="67432"/>
                </a:lnTo>
                <a:lnTo>
                  <a:pt x="301383" y="67198"/>
                </a:lnTo>
                <a:lnTo>
                  <a:pt x="300817" y="66968"/>
                </a:lnTo>
                <a:lnTo>
                  <a:pt x="300241" y="66740"/>
                </a:lnTo>
                <a:lnTo>
                  <a:pt x="299654" y="66515"/>
                </a:lnTo>
                <a:lnTo>
                  <a:pt x="299057" y="66293"/>
                </a:lnTo>
                <a:lnTo>
                  <a:pt x="298451" y="66075"/>
                </a:lnTo>
                <a:lnTo>
                  <a:pt x="297834" y="65859"/>
                </a:lnTo>
                <a:lnTo>
                  <a:pt x="297206" y="65646"/>
                </a:lnTo>
                <a:lnTo>
                  <a:pt x="296569" y="65435"/>
                </a:lnTo>
                <a:lnTo>
                  <a:pt x="295922" y="65228"/>
                </a:lnTo>
                <a:lnTo>
                  <a:pt x="295264" y="65024"/>
                </a:lnTo>
                <a:lnTo>
                  <a:pt x="294596" y="64823"/>
                </a:lnTo>
                <a:lnTo>
                  <a:pt x="293919" y="64624"/>
                </a:lnTo>
                <a:lnTo>
                  <a:pt x="293231" y="64429"/>
                </a:lnTo>
                <a:lnTo>
                  <a:pt x="292532" y="64236"/>
                </a:lnTo>
                <a:lnTo>
                  <a:pt x="291824" y="64046"/>
                </a:lnTo>
                <a:lnTo>
                  <a:pt x="291106" y="63860"/>
                </a:lnTo>
                <a:lnTo>
                  <a:pt x="290377" y="63676"/>
                </a:lnTo>
                <a:lnTo>
                  <a:pt x="289722" y="63508"/>
                </a:lnTo>
                <a:lnTo>
                  <a:pt x="289079" y="63341"/>
                </a:lnTo>
                <a:lnTo>
                  <a:pt x="288446" y="63174"/>
                </a:lnTo>
                <a:lnTo>
                  <a:pt x="287825" y="63009"/>
                </a:lnTo>
                <a:lnTo>
                  <a:pt x="287215" y="62844"/>
                </a:lnTo>
                <a:lnTo>
                  <a:pt x="286616" y="62680"/>
                </a:lnTo>
                <a:lnTo>
                  <a:pt x="286028" y="62516"/>
                </a:lnTo>
                <a:lnTo>
                  <a:pt x="285451" y="62354"/>
                </a:lnTo>
                <a:lnTo>
                  <a:pt x="284885" y="62192"/>
                </a:lnTo>
                <a:lnTo>
                  <a:pt x="284330" y="62030"/>
                </a:lnTo>
                <a:lnTo>
                  <a:pt x="283787" y="61870"/>
                </a:lnTo>
                <a:lnTo>
                  <a:pt x="283254" y="61710"/>
                </a:lnTo>
                <a:lnTo>
                  <a:pt x="282733" y="61551"/>
                </a:lnTo>
                <a:lnTo>
                  <a:pt x="282223" y="61393"/>
                </a:lnTo>
                <a:lnTo>
                  <a:pt x="281724" y="61235"/>
                </a:lnTo>
                <a:lnTo>
                  <a:pt x="281236" y="61078"/>
                </a:lnTo>
                <a:lnTo>
                  <a:pt x="280759" y="60922"/>
                </a:lnTo>
                <a:lnTo>
                  <a:pt x="280293" y="60767"/>
                </a:lnTo>
                <a:lnTo>
                  <a:pt x="279838" y="60612"/>
                </a:lnTo>
                <a:lnTo>
                  <a:pt x="279395" y="60458"/>
                </a:lnTo>
                <a:lnTo>
                  <a:pt x="278962" y="60305"/>
                </a:lnTo>
                <a:lnTo>
                  <a:pt x="278541" y="60152"/>
                </a:lnTo>
                <a:lnTo>
                  <a:pt x="278131" y="60001"/>
                </a:lnTo>
                <a:lnTo>
                  <a:pt x="277732" y="59850"/>
                </a:lnTo>
                <a:lnTo>
                  <a:pt x="277343" y="59698"/>
                </a:lnTo>
                <a:lnTo>
                  <a:pt x="276964" y="59545"/>
                </a:lnTo>
                <a:lnTo>
                  <a:pt x="276594" y="59390"/>
                </a:lnTo>
                <a:lnTo>
                  <a:pt x="276234" y="59233"/>
                </a:lnTo>
                <a:lnTo>
                  <a:pt x="275883" y="59075"/>
                </a:lnTo>
                <a:lnTo>
                  <a:pt x="275541" y="58916"/>
                </a:lnTo>
                <a:lnTo>
                  <a:pt x="275209" y="58754"/>
                </a:lnTo>
                <a:lnTo>
                  <a:pt x="274886" y="58592"/>
                </a:lnTo>
                <a:lnTo>
                  <a:pt x="274573" y="58427"/>
                </a:lnTo>
                <a:lnTo>
                  <a:pt x="274269" y="58261"/>
                </a:lnTo>
                <a:lnTo>
                  <a:pt x="273975" y="58093"/>
                </a:lnTo>
                <a:lnTo>
                  <a:pt x="273690" y="57924"/>
                </a:lnTo>
                <a:lnTo>
                  <a:pt x="273415" y="57753"/>
                </a:lnTo>
                <a:lnTo>
                  <a:pt x="273149" y="57581"/>
                </a:lnTo>
                <a:lnTo>
                  <a:pt x="272892" y="57407"/>
                </a:lnTo>
                <a:lnTo>
                  <a:pt x="272645" y="57231"/>
                </a:lnTo>
                <a:lnTo>
                  <a:pt x="272408" y="57054"/>
                </a:lnTo>
                <a:lnTo>
                  <a:pt x="272180" y="56875"/>
                </a:lnTo>
                <a:lnTo>
                  <a:pt x="271961" y="56695"/>
                </a:lnTo>
                <a:lnTo>
                  <a:pt x="271752" y="56512"/>
                </a:lnTo>
                <a:lnTo>
                  <a:pt x="271552" y="56329"/>
                </a:lnTo>
                <a:lnTo>
                  <a:pt x="271362" y="56144"/>
                </a:lnTo>
                <a:lnTo>
                  <a:pt x="271181" y="55957"/>
                </a:lnTo>
                <a:lnTo>
                  <a:pt x="271009" y="55768"/>
                </a:lnTo>
                <a:lnTo>
                  <a:pt x="270846" y="55577"/>
                </a:lnTo>
                <a:lnTo>
                  <a:pt x="270690" y="55382"/>
                </a:lnTo>
                <a:lnTo>
                  <a:pt x="270540" y="55184"/>
                </a:lnTo>
                <a:lnTo>
                  <a:pt x="270398" y="54982"/>
                </a:lnTo>
                <a:lnTo>
                  <a:pt x="270262" y="54777"/>
                </a:lnTo>
                <a:lnTo>
                  <a:pt x="270134" y="54569"/>
                </a:lnTo>
                <a:lnTo>
                  <a:pt x="270012" y="54356"/>
                </a:lnTo>
                <a:lnTo>
                  <a:pt x="269898" y="54141"/>
                </a:lnTo>
                <a:lnTo>
                  <a:pt x="269790" y="53921"/>
                </a:lnTo>
                <a:lnTo>
                  <a:pt x="269689" y="53699"/>
                </a:lnTo>
                <a:lnTo>
                  <a:pt x="269595" y="53473"/>
                </a:lnTo>
                <a:lnTo>
                  <a:pt x="269509" y="53243"/>
                </a:lnTo>
                <a:lnTo>
                  <a:pt x="269429" y="53010"/>
                </a:lnTo>
                <a:lnTo>
                  <a:pt x="269356" y="52773"/>
                </a:lnTo>
                <a:lnTo>
                  <a:pt x="269290" y="52533"/>
                </a:lnTo>
                <a:lnTo>
                  <a:pt x="269231" y="52289"/>
                </a:lnTo>
                <a:lnTo>
                  <a:pt x="269179" y="52042"/>
                </a:lnTo>
                <a:lnTo>
                  <a:pt x="269133" y="51792"/>
                </a:lnTo>
                <a:lnTo>
                  <a:pt x="269095" y="51538"/>
                </a:lnTo>
                <a:lnTo>
                  <a:pt x="269064" y="51280"/>
                </a:lnTo>
                <a:lnTo>
                  <a:pt x="269040" y="51019"/>
                </a:lnTo>
                <a:lnTo>
                  <a:pt x="269022" y="50754"/>
                </a:lnTo>
                <a:lnTo>
                  <a:pt x="269012" y="50486"/>
                </a:lnTo>
                <a:lnTo>
                  <a:pt x="269008" y="50214"/>
                </a:lnTo>
                <a:lnTo>
                  <a:pt x="269016" y="49735"/>
                </a:lnTo>
                <a:lnTo>
                  <a:pt x="269039" y="49267"/>
                </a:lnTo>
                <a:lnTo>
                  <a:pt x="269078" y="48810"/>
                </a:lnTo>
                <a:lnTo>
                  <a:pt x="269133" y="48363"/>
                </a:lnTo>
                <a:lnTo>
                  <a:pt x="269203" y="47927"/>
                </a:lnTo>
                <a:lnTo>
                  <a:pt x="269288" y="47501"/>
                </a:lnTo>
                <a:lnTo>
                  <a:pt x="269390" y="47087"/>
                </a:lnTo>
                <a:lnTo>
                  <a:pt x="269506" y="46682"/>
                </a:lnTo>
                <a:lnTo>
                  <a:pt x="269639" y="46289"/>
                </a:lnTo>
                <a:lnTo>
                  <a:pt x="269786" y="45906"/>
                </a:lnTo>
                <a:lnTo>
                  <a:pt x="269950" y="45535"/>
                </a:lnTo>
                <a:lnTo>
                  <a:pt x="270129" y="45173"/>
                </a:lnTo>
                <a:lnTo>
                  <a:pt x="270323" y="44823"/>
                </a:lnTo>
                <a:lnTo>
                  <a:pt x="270533" y="44483"/>
                </a:lnTo>
                <a:lnTo>
                  <a:pt x="270759" y="44154"/>
                </a:lnTo>
                <a:lnTo>
                  <a:pt x="271000" y="43835"/>
                </a:lnTo>
                <a:lnTo>
                  <a:pt x="271257" y="43528"/>
                </a:lnTo>
                <a:lnTo>
                  <a:pt x="271529" y="43231"/>
                </a:lnTo>
                <a:lnTo>
                  <a:pt x="271817" y="42944"/>
                </a:lnTo>
                <a:lnTo>
                  <a:pt x="272121" y="42669"/>
                </a:lnTo>
                <a:lnTo>
                  <a:pt x="272440" y="42404"/>
                </a:lnTo>
                <a:lnTo>
                  <a:pt x="272774" y="42150"/>
                </a:lnTo>
                <a:lnTo>
                  <a:pt x="273125" y="41906"/>
                </a:lnTo>
                <a:lnTo>
                  <a:pt x="273490" y="41673"/>
                </a:lnTo>
                <a:lnTo>
                  <a:pt x="273868" y="41451"/>
                </a:lnTo>
                <a:lnTo>
                  <a:pt x="274256" y="41237"/>
                </a:lnTo>
                <a:lnTo>
                  <a:pt x="274653" y="41033"/>
                </a:lnTo>
                <a:lnTo>
                  <a:pt x="275060" y="40839"/>
                </a:lnTo>
                <a:lnTo>
                  <a:pt x="275476" y="40654"/>
                </a:lnTo>
                <a:lnTo>
                  <a:pt x="275901" y="40478"/>
                </a:lnTo>
                <a:lnTo>
                  <a:pt x="276336" y="40312"/>
                </a:lnTo>
                <a:lnTo>
                  <a:pt x="276780" y="40156"/>
                </a:lnTo>
                <a:lnTo>
                  <a:pt x="277234" y="40009"/>
                </a:lnTo>
                <a:lnTo>
                  <a:pt x="277698" y="39871"/>
                </a:lnTo>
                <a:lnTo>
                  <a:pt x="278170" y="39743"/>
                </a:lnTo>
                <a:lnTo>
                  <a:pt x="278652" y="39625"/>
                </a:lnTo>
                <a:lnTo>
                  <a:pt x="279144" y="39515"/>
                </a:lnTo>
                <a:lnTo>
                  <a:pt x="279645" y="39416"/>
                </a:lnTo>
                <a:lnTo>
                  <a:pt x="280155" y="39326"/>
                </a:lnTo>
                <a:lnTo>
                  <a:pt x="280675" y="39245"/>
                </a:lnTo>
                <a:lnTo>
                  <a:pt x="281205" y="39174"/>
                </a:lnTo>
                <a:lnTo>
                  <a:pt x="281744" y="39112"/>
                </a:lnTo>
                <a:lnTo>
                  <a:pt x="282292" y="39060"/>
                </a:lnTo>
                <a:lnTo>
                  <a:pt x="282850" y="39017"/>
                </a:lnTo>
                <a:lnTo>
                  <a:pt x="283417" y="38984"/>
                </a:lnTo>
                <a:lnTo>
                  <a:pt x="283993" y="38961"/>
                </a:lnTo>
                <a:lnTo>
                  <a:pt x="284580" y="38946"/>
                </a:lnTo>
                <a:lnTo>
                  <a:pt x="285175" y="38942"/>
                </a:lnTo>
                <a:lnTo>
                  <a:pt x="285771" y="38948"/>
                </a:lnTo>
                <a:lnTo>
                  <a:pt x="286360" y="38967"/>
                </a:lnTo>
                <a:lnTo>
                  <a:pt x="286940" y="38999"/>
                </a:lnTo>
                <a:lnTo>
                  <a:pt x="287513" y="39044"/>
                </a:lnTo>
                <a:lnTo>
                  <a:pt x="288077" y="39102"/>
                </a:lnTo>
                <a:lnTo>
                  <a:pt x="288634" y="39172"/>
                </a:lnTo>
                <a:lnTo>
                  <a:pt x="289183" y="39256"/>
                </a:lnTo>
                <a:lnTo>
                  <a:pt x="289724" y="39352"/>
                </a:lnTo>
                <a:lnTo>
                  <a:pt x="290257" y="39461"/>
                </a:lnTo>
                <a:lnTo>
                  <a:pt x="290782" y="39582"/>
                </a:lnTo>
                <a:lnTo>
                  <a:pt x="291299" y="39717"/>
                </a:lnTo>
                <a:lnTo>
                  <a:pt x="291808" y="39864"/>
                </a:lnTo>
                <a:lnTo>
                  <a:pt x="292309" y="40025"/>
                </a:lnTo>
                <a:lnTo>
                  <a:pt x="292802" y="40198"/>
                </a:lnTo>
                <a:lnTo>
                  <a:pt x="293288" y="40383"/>
                </a:lnTo>
                <a:lnTo>
                  <a:pt x="293765" y="40582"/>
                </a:lnTo>
                <a:lnTo>
                  <a:pt x="294235" y="40793"/>
                </a:lnTo>
                <a:lnTo>
                  <a:pt x="294696" y="41018"/>
                </a:lnTo>
                <a:lnTo>
                  <a:pt x="295150" y="41255"/>
                </a:lnTo>
                <a:lnTo>
                  <a:pt x="295596" y="41505"/>
                </a:lnTo>
                <a:lnTo>
                  <a:pt x="296034" y="41767"/>
                </a:lnTo>
                <a:lnTo>
                  <a:pt x="296464" y="42043"/>
                </a:lnTo>
                <a:lnTo>
                  <a:pt x="296886" y="42331"/>
                </a:lnTo>
                <a:lnTo>
                  <a:pt x="297300" y="42632"/>
                </a:lnTo>
                <a:lnTo>
                  <a:pt x="297702" y="42949"/>
                </a:lnTo>
                <a:lnTo>
                  <a:pt x="298086" y="43283"/>
                </a:lnTo>
                <a:lnTo>
                  <a:pt x="298454" y="43635"/>
                </a:lnTo>
                <a:lnTo>
                  <a:pt x="298804" y="44004"/>
                </a:lnTo>
                <a:lnTo>
                  <a:pt x="299137" y="44391"/>
                </a:lnTo>
                <a:lnTo>
                  <a:pt x="299453" y="44795"/>
                </a:lnTo>
                <a:lnTo>
                  <a:pt x="299753" y="45218"/>
                </a:lnTo>
                <a:lnTo>
                  <a:pt x="300035" y="45658"/>
                </a:lnTo>
                <a:lnTo>
                  <a:pt x="300299" y="46115"/>
                </a:lnTo>
                <a:lnTo>
                  <a:pt x="300547" y="46590"/>
                </a:lnTo>
                <a:lnTo>
                  <a:pt x="300778" y="47083"/>
                </a:lnTo>
                <a:lnTo>
                  <a:pt x="300992" y="47593"/>
                </a:lnTo>
                <a:lnTo>
                  <a:pt x="301188" y="48122"/>
                </a:lnTo>
                <a:lnTo>
                  <a:pt x="301368" y="48667"/>
                </a:lnTo>
                <a:lnTo>
                  <a:pt x="301530" y="49231"/>
                </a:lnTo>
                <a:lnTo>
                  <a:pt x="301675" y="49812"/>
                </a:lnTo>
                <a:lnTo>
                  <a:pt x="301803" y="50410"/>
                </a:lnTo>
                <a:lnTo>
                  <a:pt x="301914" y="51027"/>
                </a:lnTo>
                <a:lnTo>
                  <a:pt x="302008" y="51660"/>
                </a:lnTo>
                <a:lnTo>
                  <a:pt x="302085" y="52312"/>
                </a:lnTo>
                <a:lnTo>
                  <a:pt x="302145" y="52981"/>
                </a:lnTo>
                <a:lnTo>
                  <a:pt x="302188" y="53668"/>
                </a:lnTo>
                <a:lnTo>
                  <a:pt x="302214" y="54373"/>
                </a:lnTo>
                <a:lnTo>
                  <a:pt x="302222" y="55095"/>
                </a:lnTo>
                <a:lnTo>
                  <a:pt x="315187" y="55095"/>
                </a:lnTo>
                <a:lnTo>
                  <a:pt x="315183" y="54523"/>
                </a:lnTo>
                <a:lnTo>
                  <a:pt x="315171" y="53958"/>
                </a:lnTo>
                <a:lnTo>
                  <a:pt x="315151" y="53400"/>
                </a:lnTo>
                <a:lnTo>
                  <a:pt x="315122" y="52848"/>
                </a:lnTo>
                <a:lnTo>
                  <a:pt x="315085" y="52302"/>
                </a:lnTo>
                <a:lnTo>
                  <a:pt x="315040" y="51764"/>
                </a:lnTo>
                <a:lnTo>
                  <a:pt x="314987" y="51232"/>
                </a:lnTo>
                <a:lnTo>
                  <a:pt x="314925" y="50706"/>
                </a:lnTo>
                <a:lnTo>
                  <a:pt x="314855" y="50187"/>
                </a:lnTo>
                <a:lnTo>
                  <a:pt x="314778" y="49675"/>
                </a:lnTo>
                <a:lnTo>
                  <a:pt x="314692" y="49169"/>
                </a:lnTo>
                <a:lnTo>
                  <a:pt x="314597" y="48669"/>
                </a:lnTo>
                <a:lnTo>
                  <a:pt x="314495" y="48177"/>
                </a:lnTo>
                <a:lnTo>
                  <a:pt x="314384" y="47691"/>
                </a:lnTo>
                <a:lnTo>
                  <a:pt x="314265" y="47211"/>
                </a:lnTo>
                <a:lnTo>
                  <a:pt x="314138" y="46738"/>
                </a:lnTo>
                <a:lnTo>
                  <a:pt x="314003" y="46272"/>
                </a:lnTo>
                <a:lnTo>
                  <a:pt x="313859" y="45812"/>
                </a:lnTo>
                <a:lnTo>
                  <a:pt x="313708" y="45359"/>
                </a:lnTo>
                <a:lnTo>
                  <a:pt x="313548" y="44912"/>
                </a:lnTo>
                <a:lnTo>
                  <a:pt x="313380" y="44472"/>
                </a:lnTo>
                <a:lnTo>
                  <a:pt x="313204" y="44038"/>
                </a:lnTo>
                <a:lnTo>
                  <a:pt x="313019" y="43611"/>
                </a:lnTo>
                <a:lnTo>
                  <a:pt x="312827" y="43191"/>
                </a:lnTo>
                <a:lnTo>
                  <a:pt x="312627" y="42777"/>
                </a:lnTo>
                <a:lnTo>
                  <a:pt x="312421" y="42369"/>
                </a:lnTo>
                <a:lnTo>
                  <a:pt x="312208" y="41968"/>
                </a:lnTo>
                <a:lnTo>
                  <a:pt x="311989" y="41574"/>
                </a:lnTo>
                <a:lnTo>
                  <a:pt x="311765" y="41186"/>
                </a:lnTo>
                <a:lnTo>
                  <a:pt x="311533" y="40804"/>
                </a:lnTo>
                <a:lnTo>
                  <a:pt x="311296" y="40428"/>
                </a:lnTo>
                <a:lnTo>
                  <a:pt x="311052" y="40059"/>
                </a:lnTo>
                <a:lnTo>
                  <a:pt x="310803" y="39697"/>
                </a:lnTo>
                <a:lnTo>
                  <a:pt x="310546" y="39341"/>
                </a:lnTo>
                <a:lnTo>
                  <a:pt x="310284" y="38991"/>
                </a:lnTo>
                <a:lnTo>
                  <a:pt x="310015" y="38648"/>
                </a:lnTo>
                <a:lnTo>
                  <a:pt x="309740" y="38311"/>
                </a:lnTo>
                <a:lnTo>
                  <a:pt x="309459" y="37981"/>
                </a:lnTo>
                <a:lnTo>
                  <a:pt x="309172" y="37657"/>
                </a:lnTo>
                <a:lnTo>
                  <a:pt x="308878" y="37339"/>
                </a:lnTo>
                <a:lnTo>
                  <a:pt x="308578" y="37028"/>
                </a:lnTo>
                <a:lnTo>
                  <a:pt x="308272" y="36724"/>
                </a:lnTo>
                <a:lnTo>
                  <a:pt x="307960" y="36425"/>
                </a:lnTo>
                <a:lnTo>
                  <a:pt x="307641" y="36133"/>
                </a:lnTo>
                <a:lnTo>
                  <a:pt x="307316" y="35848"/>
                </a:lnTo>
                <a:lnTo>
                  <a:pt x="306985" y="35569"/>
                </a:lnTo>
                <a:lnTo>
                  <a:pt x="306647" y="35297"/>
                </a:lnTo>
                <a:lnTo>
                  <a:pt x="306304" y="35030"/>
                </a:lnTo>
                <a:lnTo>
                  <a:pt x="305955" y="34770"/>
                </a:lnTo>
                <a:lnTo>
                  <a:pt x="305602" y="34516"/>
                </a:lnTo>
                <a:lnTo>
                  <a:pt x="305244" y="34267"/>
                </a:lnTo>
                <a:lnTo>
                  <a:pt x="304882" y="34024"/>
                </a:lnTo>
                <a:lnTo>
                  <a:pt x="304516" y="33787"/>
                </a:lnTo>
                <a:lnTo>
                  <a:pt x="304145" y="33555"/>
                </a:lnTo>
                <a:lnTo>
                  <a:pt x="303771" y="33330"/>
                </a:lnTo>
                <a:lnTo>
                  <a:pt x="303391" y="33109"/>
                </a:lnTo>
                <a:lnTo>
                  <a:pt x="303008" y="32895"/>
                </a:lnTo>
                <a:lnTo>
                  <a:pt x="302620" y="32686"/>
                </a:lnTo>
                <a:lnTo>
                  <a:pt x="302228" y="32483"/>
                </a:lnTo>
                <a:lnTo>
                  <a:pt x="301832" y="32285"/>
                </a:lnTo>
                <a:lnTo>
                  <a:pt x="301431" y="32094"/>
                </a:lnTo>
                <a:lnTo>
                  <a:pt x="301026" y="31908"/>
                </a:lnTo>
                <a:lnTo>
                  <a:pt x="300617" y="31727"/>
                </a:lnTo>
                <a:lnTo>
                  <a:pt x="300204" y="31553"/>
                </a:lnTo>
                <a:lnTo>
                  <a:pt x="299786" y="31384"/>
                </a:lnTo>
                <a:lnTo>
                  <a:pt x="299363" y="31220"/>
                </a:lnTo>
                <a:lnTo>
                  <a:pt x="298937" y="31063"/>
                </a:lnTo>
                <a:lnTo>
                  <a:pt x="298506" y="30911"/>
                </a:lnTo>
                <a:lnTo>
                  <a:pt x="298071" y="30765"/>
                </a:lnTo>
                <a:lnTo>
                  <a:pt x="297632" y="30624"/>
                </a:lnTo>
                <a:lnTo>
                  <a:pt x="297188" y="30490"/>
                </a:lnTo>
                <a:lnTo>
                  <a:pt x="296740" y="30361"/>
                </a:lnTo>
                <a:lnTo>
                  <a:pt x="296288" y="30237"/>
                </a:lnTo>
                <a:lnTo>
                  <a:pt x="295834" y="30119"/>
                </a:lnTo>
                <a:lnTo>
                  <a:pt x="295377" y="30005"/>
                </a:lnTo>
                <a:lnTo>
                  <a:pt x="294918" y="29898"/>
                </a:lnTo>
                <a:lnTo>
                  <a:pt x="294456" y="29795"/>
                </a:lnTo>
                <a:lnTo>
                  <a:pt x="293991" y="29698"/>
                </a:lnTo>
                <a:lnTo>
                  <a:pt x="293524" y="29606"/>
                </a:lnTo>
                <a:lnTo>
                  <a:pt x="293054" y="29519"/>
                </a:lnTo>
                <a:lnTo>
                  <a:pt x="292581" y="29437"/>
                </a:lnTo>
                <a:lnTo>
                  <a:pt x="292106" y="29361"/>
                </a:lnTo>
                <a:lnTo>
                  <a:pt x="291628" y="29290"/>
                </a:lnTo>
                <a:lnTo>
                  <a:pt x="291148" y="29224"/>
                </a:lnTo>
                <a:lnTo>
                  <a:pt x="290664" y="29164"/>
                </a:lnTo>
                <a:lnTo>
                  <a:pt x="290179" y="29109"/>
                </a:lnTo>
                <a:lnTo>
                  <a:pt x="289690" y="29059"/>
                </a:lnTo>
                <a:lnTo>
                  <a:pt x="289199" y="29014"/>
                </a:lnTo>
                <a:lnTo>
                  <a:pt x="288705" y="28975"/>
                </a:lnTo>
                <a:lnTo>
                  <a:pt x="288209" y="28940"/>
                </a:lnTo>
                <a:lnTo>
                  <a:pt x="287710" y="28911"/>
                </a:lnTo>
                <a:lnTo>
                  <a:pt x="287208" y="28888"/>
                </a:lnTo>
                <a:lnTo>
                  <a:pt x="286704" y="28869"/>
                </a:lnTo>
                <a:lnTo>
                  <a:pt x="286197" y="28856"/>
                </a:lnTo>
                <a:lnTo>
                  <a:pt x="285687" y="28848"/>
                </a:lnTo>
                <a:lnTo>
                  <a:pt x="285175" y="28846"/>
                </a:lnTo>
                <a:lnTo>
                  <a:pt x="284656" y="28848"/>
                </a:lnTo>
                <a:lnTo>
                  <a:pt x="284141" y="28855"/>
                </a:lnTo>
                <a:lnTo>
                  <a:pt x="283629" y="28867"/>
                </a:lnTo>
                <a:lnTo>
                  <a:pt x="283120" y="28884"/>
                </a:lnTo>
                <a:lnTo>
                  <a:pt x="282614" y="28906"/>
                </a:lnTo>
                <a:lnTo>
                  <a:pt x="282111" y="28932"/>
                </a:lnTo>
                <a:lnTo>
                  <a:pt x="281612" y="28964"/>
                </a:lnTo>
                <a:lnTo>
                  <a:pt x="281116" y="29000"/>
                </a:lnTo>
                <a:lnTo>
                  <a:pt x="280623" y="29041"/>
                </a:lnTo>
                <a:lnTo>
                  <a:pt x="280133" y="29087"/>
                </a:lnTo>
                <a:lnTo>
                  <a:pt x="279646" y="29138"/>
                </a:lnTo>
                <a:lnTo>
                  <a:pt x="279163" y="29193"/>
                </a:lnTo>
                <a:lnTo>
                  <a:pt x="278682" y="29253"/>
                </a:lnTo>
                <a:lnTo>
                  <a:pt x="278205" y="29319"/>
                </a:lnTo>
                <a:lnTo>
                  <a:pt x="277731" y="29388"/>
                </a:lnTo>
                <a:lnTo>
                  <a:pt x="277261" y="29463"/>
                </a:lnTo>
                <a:lnTo>
                  <a:pt x="276793" y="29543"/>
                </a:lnTo>
                <a:lnTo>
                  <a:pt x="276329" y="29627"/>
                </a:lnTo>
                <a:lnTo>
                  <a:pt x="275868" y="29717"/>
                </a:lnTo>
                <a:lnTo>
                  <a:pt x="275410" y="29811"/>
                </a:lnTo>
                <a:lnTo>
                  <a:pt x="274955" y="29910"/>
                </a:lnTo>
                <a:lnTo>
                  <a:pt x="274504" y="30013"/>
                </a:lnTo>
                <a:lnTo>
                  <a:pt x="274055" y="30122"/>
                </a:lnTo>
                <a:lnTo>
                  <a:pt x="273610" y="30235"/>
                </a:lnTo>
                <a:lnTo>
                  <a:pt x="273169" y="30353"/>
                </a:lnTo>
                <a:lnTo>
                  <a:pt x="272733" y="30476"/>
                </a:lnTo>
                <a:lnTo>
                  <a:pt x="272301" y="30603"/>
                </a:lnTo>
                <a:lnTo>
                  <a:pt x="271874" y="30735"/>
                </a:lnTo>
                <a:lnTo>
                  <a:pt x="271452" y="30872"/>
                </a:lnTo>
                <a:lnTo>
                  <a:pt x="271034" y="31013"/>
                </a:lnTo>
                <a:lnTo>
                  <a:pt x="270621" y="31159"/>
                </a:lnTo>
                <a:lnTo>
                  <a:pt x="270213" y="31310"/>
                </a:lnTo>
                <a:lnTo>
                  <a:pt x="269810" y="31465"/>
                </a:lnTo>
                <a:lnTo>
                  <a:pt x="269411" y="31625"/>
                </a:lnTo>
                <a:lnTo>
                  <a:pt x="269017" y="31790"/>
                </a:lnTo>
                <a:lnTo>
                  <a:pt x="268628" y="31959"/>
                </a:lnTo>
                <a:lnTo>
                  <a:pt x="268244" y="32133"/>
                </a:lnTo>
                <a:lnTo>
                  <a:pt x="267864" y="32312"/>
                </a:lnTo>
                <a:lnTo>
                  <a:pt x="267489" y="32496"/>
                </a:lnTo>
                <a:lnTo>
                  <a:pt x="267119" y="32684"/>
                </a:lnTo>
                <a:lnTo>
                  <a:pt x="266753" y="32876"/>
                </a:lnTo>
                <a:lnTo>
                  <a:pt x="266392" y="33074"/>
                </a:lnTo>
                <a:lnTo>
                  <a:pt x="266036" y="33276"/>
                </a:lnTo>
                <a:lnTo>
                  <a:pt x="265685" y="33483"/>
                </a:lnTo>
                <a:lnTo>
                  <a:pt x="265338" y="33694"/>
                </a:lnTo>
                <a:lnTo>
                  <a:pt x="264996" y="33910"/>
                </a:lnTo>
                <a:lnTo>
                  <a:pt x="264659" y="34131"/>
                </a:lnTo>
                <a:lnTo>
                  <a:pt x="264326" y="34357"/>
                </a:lnTo>
                <a:lnTo>
                  <a:pt x="263999" y="34587"/>
                </a:lnTo>
                <a:lnTo>
                  <a:pt x="263678" y="34822"/>
                </a:lnTo>
                <a:lnTo>
                  <a:pt x="263364" y="35061"/>
                </a:lnTo>
                <a:lnTo>
                  <a:pt x="263055" y="35306"/>
                </a:lnTo>
                <a:lnTo>
                  <a:pt x="262752" y="35555"/>
                </a:lnTo>
                <a:lnTo>
                  <a:pt x="262456" y="35808"/>
                </a:lnTo>
                <a:lnTo>
                  <a:pt x="262165" y="36066"/>
                </a:lnTo>
                <a:lnTo>
                  <a:pt x="261881" y="36329"/>
                </a:lnTo>
                <a:lnTo>
                  <a:pt x="261603" y="36597"/>
                </a:lnTo>
                <a:lnTo>
                  <a:pt x="261331" y="36869"/>
                </a:lnTo>
                <a:lnTo>
                  <a:pt x="261065" y="37146"/>
                </a:lnTo>
                <a:lnTo>
                  <a:pt x="260805" y="37428"/>
                </a:lnTo>
                <a:lnTo>
                  <a:pt x="260551" y="37714"/>
                </a:lnTo>
                <a:lnTo>
                  <a:pt x="260304" y="38005"/>
                </a:lnTo>
                <a:lnTo>
                  <a:pt x="260062" y="38301"/>
                </a:lnTo>
                <a:lnTo>
                  <a:pt x="259827" y="38601"/>
                </a:lnTo>
                <a:lnTo>
                  <a:pt x="259598" y="38906"/>
                </a:lnTo>
                <a:lnTo>
                  <a:pt x="259374" y="39216"/>
                </a:lnTo>
                <a:lnTo>
                  <a:pt x="259157" y="39531"/>
                </a:lnTo>
                <a:lnTo>
                  <a:pt x="258946" y="39850"/>
                </a:lnTo>
                <a:lnTo>
                  <a:pt x="258742" y="40173"/>
                </a:lnTo>
                <a:lnTo>
                  <a:pt x="258543" y="40502"/>
                </a:lnTo>
                <a:lnTo>
                  <a:pt x="258350" y="40835"/>
                </a:lnTo>
                <a:lnTo>
                  <a:pt x="258164" y="41173"/>
                </a:lnTo>
                <a:lnTo>
                  <a:pt x="257984" y="41515"/>
                </a:lnTo>
                <a:lnTo>
                  <a:pt x="257812" y="41862"/>
                </a:lnTo>
                <a:lnTo>
                  <a:pt x="257648" y="42213"/>
                </a:lnTo>
                <a:lnTo>
                  <a:pt x="257491" y="42569"/>
                </a:lnTo>
                <a:lnTo>
                  <a:pt x="257342" y="42929"/>
                </a:lnTo>
                <a:lnTo>
                  <a:pt x="257201" y="43294"/>
                </a:lnTo>
                <a:lnTo>
                  <a:pt x="257067" y="43663"/>
                </a:lnTo>
                <a:lnTo>
                  <a:pt x="256941" y="44037"/>
                </a:lnTo>
                <a:lnTo>
                  <a:pt x="256823" y="44415"/>
                </a:lnTo>
                <a:lnTo>
                  <a:pt x="256712" y="44798"/>
                </a:lnTo>
                <a:lnTo>
                  <a:pt x="256609" y="45186"/>
                </a:lnTo>
                <a:lnTo>
                  <a:pt x="256513" y="45578"/>
                </a:lnTo>
                <a:lnTo>
                  <a:pt x="256425" y="45974"/>
                </a:lnTo>
                <a:lnTo>
                  <a:pt x="256345" y="46375"/>
                </a:lnTo>
                <a:lnTo>
                  <a:pt x="256272" y="46781"/>
                </a:lnTo>
                <a:lnTo>
                  <a:pt x="256207" y="47191"/>
                </a:lnTo>
                <a:lnTo>
                  <a:pt x="256150" y="47606"/>
                </a:lnTo>
                <a:lnTo>
                  <a:pt x="256101" y="48025"/>
                </a:lnTo>
                <a:lnTo>
                  <a:pt x="256058" y="48449"/>
                </a:lnTo>
                <a:lnTo>
                  <a:pt x="256024" y="48877"/>
                </a:lnTo>
                <a:lnTo>
                  <a:pt x="255997" y="49310"/>
                </a:lnTo>
                <a:lnTo>
                  <a:pt x="255978" y="49747"/>
                </a:lnTo>
                <a:lnTo>
                  <a:pt x="255967" y="50189"/>
                </a:lnTo>
                <a:lnTo>
                  <a:pt x="255963" y="50635"/>
                </a:lnTo>
                <a:lnTo>
                  <a:pt x="255968" y="51213"/>
                </a:lnTo>
                <a:lnTo>
                  <a:pt x="255985" y="51782"/>
                </a:lnTo>
                <a:lnTo>
                  <a:pt x="256012" y="52344"/>
                </a:lnTo>
                <a:lnTo>
                  <a:pt x="256050" y="52896"/>
                </a:lnTo>
                <a:lnTo>
                  <a:pt x="256098" y="53441"/>
                </a:lnTo>
                <a:lnTo>
                  <a:pt x="256158" y="53977"/>
                </a:lnTo>
                <a:lnTo>
                  <a:pt x="256228" y="54505"/>
                </a:lnTo>
                <a:lnTo>
                  <a:pt x="256310" y="55024"/>
                </a:lnTo>
                <a:lnTo>
                  <a:pt x="256402" y="55535"/>
                </a:lnTo>
                <a:lnTo>
                  <a:pt x="256505" y="56038"/>
                </a:lnTo>
                <a:lnTo>
                  <a:pt x="256619" y="56533"/>
                </a:lnTo>
                <a:lnTo>
                  <a:pt x="256743" y="57019"/>
                </a:lnTo>
                <a:lnTo>
                  <a:pt x="256879" y="57497"/>
                </a:lnTo>
                <a:lnTo>
                  <a:pt x="257025" y="57966"/>
                </a:lnTo>
                <a:lnTo>
                  <a:pt x="257182" y="58428"/>
                </a:lnTo>
                <a:lnTo>
                  <a:pt x="257350" y="58880"/>
                </a:lnTo>
                <a:lnTo>
                  <a:pt x="257529" y="59325"/>
                </a:lnTo>
                <a:lnTo>
                  <a:pt x="257719" y="59761"/>
                </a:lnTo>
                <a:lnTo>
                  <a:pt x="257919" y="60189"/>
                </a:lnTo>
                <a:lnTo>
                  <a:pt x="258131" y="60609"/>
                </a:lnTo>
                <a:lnTo>
                  <a:pt x="258353" y="61020"/>
                </a:lnTo>
                <a:lnTo>
                  <a:pt x="258586" y="61423"/>
                </a:lnTo>
                <a:lnTo>
                  <a:pt x="258830" y="61817"/>
                </a:lnTo>
                <a:lnTo>
                  <a:pt x="259084" y="62203"/>
                </a:lnTo>
                <a:lnTo>
                  <a:pt x="259350" y="62583"/>
                </a:lnTo>
                <a:lnTo>
                  <a:pt x="259626" y="62956"/>
                </a:lnTo>
                <a:lnTo>
                  <a:pt x="259912" y="63325"/>
                </a:lnTo>
                <a:lnTo>
                  <a:pt x="260209" y="63687"/>
                </a:lnTo>
                <a:lnTo>
                  <a:pt x="260517" y="64044"/>
                </a:lnTo>
                <a:lnTo>
                  <a:pt x="260835" y="64396"/>
                </a:lnTo>
                <a:lnTo>
                  <a:pt x="261164" y="64742"/>
                </a:lnTo>
                <a:lnTo>
                  <a:pt x="261503" y="65082"/>
                </a:lnTo>
                <a:lnTo>
                  <a:pt x="261853" y="65417"/>
                </a:lnTo>
                <a:lnTo>
                  <a:pt x="262213" y="65747"/>
                </a:lnTo>
                <a:lnTo>
                  <a:pt x="262584" y="66071"/>
                </a:lnTo>
                <a:lnTo>
                  <a:pt x="262966" y="66389"/>
                </a:lnTo>
                <a:lnTo>
                  <a:pt x="263358" y="66702"/>
                </a:lnTo>
                <a:lnTo>
                  <a:pt x="263761" y="67009"/>
                </a:lnTo>
                <a:lnTo>
                  <a:pt x="264174" y="67310"/>
                </a:lnTo>
                <a:lnTo>
                  <a:pt x="264598" y="67606"/>
                </a:lnTo>
                <a:lnTo>
                  <a:pt x="265032" y="67897"/>
                </a:lnTo>
                <a:lnTo>
                  <a:pt x="265477" y="68182"/>
                </a:lnTo>
                <a:lnTo>
                  <a:pt x="265932" y="68461"/>
                </a:lnTo>
                <a:lnTo>
                  <a:pt x="266398" y="68735"/>
                </a:lnTo>
                <a:lnTo>
                  <a:pt x="266875" y="69004"/>
                </a:lnTo>
                <a:lnTo>
                  <a:pt x="267362" y="69266"/>
                </a:lnTo>
                <a:lnTo>
                  <a:pt x="267860" y="69524"/>
                </a:lnTo>
                <a:lnTo>
                  <a:pt x="268368" y="69775"/>
                </a:lnTo>
                <a:lnTo>
                  <a:pt x="268887" y="70023"/>
                </a:lnTo>
                <a:lnTo>
                  <a:pt x="269416" y="70268"/>
                </a:lnTo>
                <a:lnTo>
                  <a:pt x="269955" y="70511"/>
                </a:lnTo>
                <a:lnTo>
                  <a:pt x="270505" y="70751"/>
                </a:lnTo>
                <a:lnTo>
                  <a:pt x="271064" y="70989"/>
                </a:lnTo>
                <a:lnTo>
                  <a:pt x="271634" y="71224"/>
                </a:lnTo>
                <a:lnTo>
                  <a:pt x="272215" y="71457"/>
                </a:lnTo>
                <a:lnTo>
                  <a:pt x="272805" y="71687"/>
                </a:lnTo>
                <a:lnTo>
                  <a:pt x="273406" y="71915"/>
                </a:lnTo>
                <a:lnTo>
                  <a:pt x="274018" y="72140"/>
                </a:lnTo>
                <a:lnTo>
                  <a:pt x="274639" y="72363"/>
                </a:lnTo>
                <a:lnTo>
                  <a:pt x="275271" y="72584"/>
                </a:lnTo>
                <a:lnTo>
                  <a:pt x="275913" y="72801"/>
                </a:lnTo>
                <a:lnTo>
                  <a:pt x="276565" y="73017"/>
                </a:lnTo>
                <a:lnTo>
                  <a:pt x="277228" y="73230"/>
                </a:lnTo>
                <a:lnTo>
                  <a:pt x="277901" y="73440"/>
                </a:lnTo>
                <a:lnTo>
                  <a:pt x="278584" y="73648"/>
                </a:lnTo>
                <a:lnTo>
                  <a:pt x="279278" y="73853"/>
                </a:lnTo>
                <a:lnTo>
                  <a:pt x="279981" y="74056"/>
                </a:lnTo>
                <a:lnTo>
                  <a:pt x="280695" y="74257"/>
                </a:lnTo>
                <a:lnTo>
                  <a:pt x="281420" y="74455"/>
                </a:lnTo>
                <a:lnTo>
                  <a:pt x="282154" y="74650"/>
                </a:lnTo>
                <a:lnTo>
                  <a:pt x="282899" y="74843"/>
                </a:lnTo>
                <a:lnTo>
                  <a:pt x="283654" y="75034"/>
                </a:lnTo>
                <a:lnTo>
                  <a:pt x="284583" y="75279"/>
                </a:lnTo>
                <a:lnTo>
                  <a:pt x="285488" y="75524"/>
                </a:lnTo>
                <a:lnTo>
                  <a:pt x="286369" y="75769"/>
                </a:lnTo>
                <a:lnTo>
                  <a:pt x="287226" y="76013"/>
                </a:lnTo>
                <a:lnTo>
                  <a:pt x="288059" y="76257"/>
                </a:lnTo>
                <a:lnTo>
                  <a:pt x="288869" y="76501"/>
                </a:lnTo>
                <a:lnTo>
                  <a:pt x="289655" y="76744"/>
                </a:lnTo>
                <a:lnTo>
                  <a:pt x="290417" y="76988"/>
                </a:lnTo>
                <a:lnTo>
                  <a:pt x="291156" y="77231"/>
                </a:lnTo>
                <a:lnTo>
                  <a:pt x="291870" y="77473"/>
                </a:lnTo>
                <a:lnTo>
                  <a:pt x="292561" y="77716"/>
                </a:lnTo>
                <a:lnTo>
                  <a:pt x="293228" y="77958"/>
                </a:lnTo>
                <a:lnTo>
                  <a:pt x="293872" y="78200"/>
                </a:lnTo>
                <a:lnTo>
                  <a:pt x="294491" y="78441"/>
                </a:lnTo>
                <a:lnTo>
                  <a:pt x="295087" y="78682"/>
                </a:lnTo>
                <a:lnTo>
                  <a:pt x="295659" y="78923"/>
                </a:lnTo>
                <a:lnTo>
                  <a:pt x="296208" y="79164"/>
                </a:lnTo>
                <a:lnTo>
                  <a:pt x="296732" y="79404"/>
                </a:lnTo>
                <a:lnTo>
                  <a:pt x="297233" y="79644"/>
                </a:lnTo>
                <a:lnTo>
                  <a:pt x="297710" y="79884"/>
                </a:lnTo>
                <a:lnTo>
                  <a:pt x="298164" y="80124"/>
                </a:lnTo>
                <a:lnTo>
                  <a:pt x="298593" y="80363"/>
                </a:lnTo>
                <a:lnTo>
                  <a:pt x="298999" y="80602"/>
                </a:lnTo>
                <a:lnTo>
                  <a:pt x="299381" y="80840"/>
                </a:lnTo>
                <a:lnTo>
                  <a:pt x="299743" y="81084"/>
                </a:lnTo>
                <a:lnTo>
                  <a:pt x="300090" y="81339"/>
                </a:lnTo>
                <a:lnTo>
                  <a:pt x="300422" y="81605"/>
                </a:lnTo>
                <a:lnTo>
                  <a:pt x="300738" y="81882"/>
                </a:lnTo>
                <a:lnTo>
                  <a:pt x="301039" y="82171"/>
                </a:lnTo>
                <a:lnTo>
                  <a:pt x="301324" y="82470"/>
                </a:lnTo>
                <a:lnTo>
                  <a:pt x="301594" y="82780"/>
                </a:lnTo>
                <a:lnTo>
                  <a:pt x="301849" y="83102"/>
                </a:lnTo>
                <a:lnTo>
                  <a:pt x="302088" y="83435"/>
                </a:lnTo>
                <a:lnTo>
                  <a:pt x="302311" y="83778"/>
                </a:lnTo>
                <a:lnTo>
                  <a:pt x="302520" y="84133"/>
                </a:lnTo>
                <a:lnTo>
                  <a:pt x="302712" y="84499"/>
                </a:lnTo>
                <a:lnTo>
                  <a:pt x="302890" y="84876"/>
                </a:lnTo>
                <a:lnTo>
                  <a:pt x="303052" y="85265"/>
                </a:lnTo>
                <a:lnTo>
                  <a:pt x="303198" y="85664"/>
                </a:lnTo>
                <a:lnTo>
                  <a:pt x="303329" y="86074"/>
                </a:lnTo>
                <a:lnTo>
                  <a:pt x="303445" y="86496"/>
                </a:lnTo>
                <a:lnTo>
                  <a:pt x="303545" y="86928"/>
                </a:lnTo>
                <a:lnTo>
                  <a:pt x="303630" y="87372"/>
                </a:lnTo>
                <a:lnTo>
                  <a:pt x="303699" y="87827"/>
                </a:lnTo>
                <a:lnTo>
                  <a:pt x="303753" y="88293"/>
                </a:lnTo>
                <a:lnTo>
                  <a:pt x="303792" y="88770"/>
                </a:lnTo>
                <a:lnTo>
                  <a:pt x="303815" y="89258"/>
                </a:lnTo>
                <a:lnTo>
                  <a:pt x="303823" y="89757"/>
                </a:lnTo>
                <a:lnTo>
                  <a:pt x="303814" y="90340"/>
                </a:lnTo>
                <a:lnTo>
                  <a:pt x="303789" y="90910"/>
                </a:lnTo>
                <a:lnTo>
                  <a:pt x="303746" y="91465"/>
                </a:lnTo>
                <a:lnTo>
                  <a:pt x="303686" y="92007"/>
                </a:lnTo>
                <a:lnTo>
                  <a:pt x="303609" y="92535"/>
                </a:lnTo>
                <a:lnTo>
                  <a:pt x="303515" y="93049"/>
                </a:lnTo>
                <a:lnTo>
                  <a:pt x="303404" y="93549"/>
                </a:lnTo>
                <a:lnTo>
                  <a:pt x="303276" y="94036"/>
                </a:lnTo>
                <a:lnTo>
                  <a:pt x="303131" y="94508"/>
                </a:lnTo>
                <a:lnTo>
                  <a:pt x="302968" y="94967"/>
                </a:lnTo>
                <a:lnTo>
                  <a:pt x="302789" y="95412"/>
                </a:lnTo>
                <a:lnTo>
                  <a:pt x="302592" y="95844"/>
                </a:lnTo>
                <a:lnTo>
                  <a:pt x="302379" y="96261"/>
                </a:lnTo>
                <a:lnTo>
                  <a:pt x="302148" y="96665"/>
                </a:lnTo>
                <a:lnTo>
                  <a:pt x="301900" y="97054"/>
                </a:lnTo>
                <a:lnTo>
                  <a:pt x="301635" y="97430"/>
                </a:lnTo>
                <a:lnTo>
                  <a:pt x="301353" y="97792"/>
                </a:lnTo>
                <a:lnTo>
                  <a:pt x="301054" y="98141"/>
                </a:lnTo>
                <a:lnTo>
                  <a:pt x="300738" y="98475"/>
                </a:lnTo>
                <a:lnTo>
                  <a:pt x="300405" y="98796"/>
                </a:lnTo>
                <a:lnTo>
                  <a:pt x="300054" y="99103"/>
                </a:lnTo>
                <a:lnTo>
                  <a:pt x="299687" y="99396"/>
                </a:lnTo>
                <a:lnTo>
                  <a:pt x="299302" y="99675"/>
                </a:lnTo>
                <a:lnTo>
                  <a:pt x="298901" y="99941"/>
                </a:lnTo>
                <a:lnTo>
                  <a:pt x="298486" y="100194"/>
                </a:lnTo>
                <a:lnTo>
                  <a:pt x="298062" y="100436"/>
                </a:lnTo>
                <a:lnTo>
                  <a:pt x="297628" y="100668"/>
                </a:lnTo>
                <a:lnTo>
                  <a:pt x="297186" y="100889"/>
                </a:lnTo>
                <a:lnTo>
                  <a:pt x="296734" y="101099"/>
                </a:lnTo>
                <a:lnTo>
                  <a:pt x="296272" y="101298"/>
                </a:lnTo>
                <a:lnTo>
                  <a:pt x="295801" y="101486"/>
                </a:lnTo>
                <a:lnTo>
                  <a:pt x="295321" y="101664"/>
                </a:lnTo>
                <a:lnTo>
                  <a:pt x="294832" y="101831"/>
                </a:lnTo>
                <a:lnTo>
                  <a:pt x="294334" y="101987"/>
                </a:lnTo>
                <a:lnTo>
                  <a:pt x="293826" y="102133"/>
                </a:lnTo>
                <a:lnTo>
                  <a:pt x="293308" y="102267"/>
                </a:lnTo>
                <a:lnTo>
                  <a:pt x="292782" y="102391"/>
                </a:lnTo>
                <a:lnTo>
                  <a:pt x="292246" y="102504"/>
                </a:lnTo>
                <a:lnTo>
                  <a:pt x="291701" y="102607"/>
                </a:lnTo>
                <a:lnTo>
                  <a:pt x="291146" y="102698"/>
                </a:lnTo>
                <a:lnTo>
                  <a:pt x="290583" y="102779"/>
                </a:lnTo>
                <a:lnTo>
                  <a:pt x="290010" y="102849"/>
                </a:lnTo>
                <a:lnTo>
                  <a:pt x="289427" y="102908"/>
                </a:lnTo>
                <a:lnTo>
                  <a:pt x="288835" y="102957"/>
                </a:lnTo>
                <a:lnTo>
                  <a:pt x="288234" y="102995"/>
                </a:lnTo>
                <a:lnTo>
                  <a:pt x="287624" y="103021"/>
                </a:lnTo>
                <a:lnTo>
                  <a:pt x="287004" y="103038"/>
                </a:lnTo>
                <a:lnTo>
                  <a:pt x="286376" y="103043"/>
                </a:lnTo>
                <a:lnTo>
                  <a:pt x="285673" y="103036"/>
                </a:lnTo>
                <a:lnTo>
                  <a:pt x="284981" y="103016"/>
                </a:lnTo>
                <a:lnTo>
                  <a:pt x="284298" y="102982"/>
                </a:lnTo>
                <a:lnTo>
                  <a:pt x="283626" y="102935"/>
                </a:lnTo>
                <a:lnTo>
                  <a:pt x="282962" y="102874"/>
                </a:lnTo>
                <a:lnTo>
                  <a:pt x="282309" y="102800"/>
                </a:lnTo>
                <a:lnTo>
                  <a:pt x="281665" y="102712"/>
                </a:lnTo>
                <a:lnTo>
                  <a:pt x="281031" y="102610"/>
                </a:lnTo>
                <a:lnTo>
                  <a:pt x="280407" y="102495"/>
                </a:lnTo>
                <a:lnTo>
                  <a:pt x="279792" y="102367"/>
                </a:lnTo>
                <a:lnTo>
                  <a:pt x="279187" y="102225"/>
                </a:lnTo>
                <a:lnTo>
                  <a:pt x="278592" y="102069"/>
                </a:lnTo>
                <a:lnTo>
                  <a:pt x="278007" y="101900"/>
                </a:lnTo>
                <a:lnTo>
                  <a:pt x="277431" y="101717"/>
                </a:lnTo>
                <a:lnTo>
                  <a:pt x="276865" y="101521"/>
                </a:lnTo>
                <a:lnTo>
                  <a:pt x="276309" y="101311"/>
                </a:lnTo>
                <a:lnTo>
                  <a:pt x="275763" y="101088"/>
                </a:lnTo>
                <a:lnTo>
                  <a:pt x="275226" y="100851"/>
                </a:lnTo>
                <a:lnTo>
                  <a:pt x="274699" y="100601"/>
                </a:lnTo>
                <a:lnTo>
                  <a:pt x="274182" y="100337"/>
                </a:lnTo>
                <a:lnTo>
                  <a:pt x="273674" y="100060"/>
                </a:lnTo>
                <a:lnTo>
                  <a:pt x="273176" y="99769"/>
                </a:lnTo>
                <a:lnTo>
                  <a:pt x="272688" y="99465"/>
                </a:lnTo>
                <a:lnTo>
                  <a:pt x="272210" y="99147"/>
                </a:lnTo>
                <a:lnTo>
                  <a:pt x="271746" y="98812"/>
                </a:lnTo>
                <a:lnTo>
                  <a:pt x="271302" y="98457"/>
                </a:lnTo>
                <a:lnTo>
                  <a:pt x="270878" y="98082"/>
                </a:lnTo>
                <a:lnTo>
                  <a:pt x="270473" y="97686"/>
                </a:lnTo>
                <a:lnTo>
                  <a:pt x="270089" y="97271"/>
                </a:lnTo>
                <a:lnTo>
                  <a:pt x="269724" y="96835"/>
                </a:lnTo>
                <a:lnTo>
                  <a:pt x="269378" y="96379"/>
                </a:lnTo>
                <a:lnTo>
                  <a:pt x="269053" y="95903"/>
                </a:lnTo>
                <a:lnTo>
                  <a:pt x="268747" y="95407"/>
                </a:lnTo>
                <a:lnTo>
                  <a:pt x="268461" y="94891"/>
                </a:lnTo>
                <a:lnTo>
                  <a:pt x="268195" y="94355"/>
                </a:lnTo>
                <a:lnTo>
                  <a:pt x="267948" y="93798"/>
                </a:lnTo>
                <a:lnTo>
                  <a:pt x="267721" y="93222"/>
                </a:lnTo>
                <a:lnTo>
                  <a:pt x="267514" y="92625"/>
                </a:lnTo>
                <a:lnTo>
                  <a:pt x="267326" y="92008"/>
                </a:lnTo>
                <a:lnTo>
                  <a:pt x="267159" y="91371"/>
                </a:lnTo>
                <a:lnTo>
                  <a:pt x="267011" y="90714"/>
                </a:lnTo>
                <a:lnTo>
                  <a:pt x="266882" y="90037"/>
                </a:lnTo>
                <a:lnTo>
                  <a:pt x="266774" y="89339"/>
                </a:lnTo>
                <a:lnTo>
                  <a:pt x="266685" y="88622"/>
                </a:lnTo>
                <a:lnTo>
                  <a:pt x="266616" y="87884"/>
                </a:lnTo>
                <a:lnTo>
                  <a:pt x="266567" y="87126"/>
                </a:lnTo>
                <a:lnTo>
                  <a:pt x="266537" y="86348"/>
                </a:lnTo>
                <a:lnTo>
                  <a:pt x="266527" y="85550"/>
                </a:lnTo>
                <a:lnTo>
                  <a:pt x="253642" y="85550"/>
                </a:lnTo>
                <a:lnTo>
                  <a:pt x="253646" y="86171"/>
                </a:lnTo>
                <a:lnTo>
                  <a:pt x="253659" y="86783"/>
                </a:lnTo>
                <a:lnTo>
                  <a:pt x="253681" y="87387"/>
                </a:lnTo>
                <a:lnTo>
                  <a:pt x="253712" y="87984"/>
                </a:lnTo>
                <a:lnTo>
                  <a:pt x="253751" y="88572"/>
                </a:lnTo>
                <a:lnTo>
                  <a:pt x="253800" y="89153"/>
                </a:lnTo>
                <a:lnTo>
                  <a:pt x="253856" y="89726"/>
                </a:lnTo>
                <a:lnTo>
                  <a:pt x="253922" y="90291"/>
                </a:lnTo>
                <a:lnTo>
                  <a:pt x="253997" y="90848"/>
                </a:lnTo>
                <a:lnTo>
                  <a:pt x="254080" y="91397"/>
                </a:lnTo>
                <a:lnTo>
                  <a:pt x="254172" y="91938"/>
                </a:lnTo>
                <a:lnTo>
                  <a:pt x="254272" y="92471"/>
                </a:lnTo>
                <a:lnTo>
                  <a:pt x="254382" y="92997"/>
                </a:lnTo>
                <a:lnTo>
                  <a:pt x="254500" y="93514"/>
                </a:lnTo>
                <a:lnTo>
                  <a:pt x="254627" y="94024"/>
                </a:lnTo>
                <a:lnTo>
                  <a:pt x="254762" y="94526"/>
                </a:lnTo>
                <a:lnTo>
                  <a:pt x="254907" y="95020"/>
                </a:lnTo>
                <a:lnTo>
                  <a:pt x="255060" y="95505"/>
                </a:lnTo>
                <a:lnTo>
                  <a:pt x="255222" y="95984"/>
                </a:lnTo>
                <a:lnTo>
                  <a:pt x="255393" y="96454"/>
                </a:lnTo>
                <a:lnTo>
                  <a:pt x="255572" y="96916"/>
                </a:lnTo>
                <a:lnTo>
                  <a:pt x="255760" y="97370"/>
                </a:lnTo>
                <a:lnTo>
                  <a:pt x="255957" y="97817"/>
                </a:lnTo>
                <a:lnTo>
                  <a:pt x="256163" y="98255"/>
                </a:lnTo>
                <a:lnTo>
                  <a:pt x="256377" y="98687"/>
                </a:lnTo>
                <a:lnTo>
                  <a:pt x="256597" y="99111"/>
                </a:lnTo>
                <a:lnTo>
                  <a:pt x="256824" y="99529"/>
                </a:lnTo>
                <a:lnTo>
                  <a:pt x="257058" y="99940"/>
                </a:lnTo>
                <a:lnTo>
                  <a:pt x="257299" y="100345"/>
                </a:lnTo>
                <a:lnTo>
                  <a:pt x="257546" y="100743"/>
                </a:lnTo>
                <a:lnTo>
                  <a:pt x="257800" y="101134"/>
                </a:lnTo>
                <a:lnTo>
                  <a:pt x="258062" y="101518"/>
                </a:lnTo>
                <a:lnTo>
                  <a:pt x="258330" y="101895"/>
                </a:lnTo>
                <a:lnTo>
                  <a:pt x="258604" y="102266"/>
                </a:lnTo>
                <a:lnTo>
                  <a:pt x="258886" y="102630"/>
                </a:lnTo>
                <a:lnTo>
                  <a:pt x="259174" y="102988"/>
                </a:lnTo>
                <a:lnTo>
                  <a:pt x="259469" y="103339"/>
                </a:lnTo>
                <a:lnTo>
                  <a:pt x="259771" y="103683"/>
                </a:lnTo>
                <a:lnTo>
                  <a:pt x="260080" y="104020"/>
                </a:lnTo>
                <a:lnTo>
                  <a:pt x="260396" y="104351"/>
                </a:lnTo>
                <a:lnTo>
                  <a:pt x="260718" y="104675"/>
                </a:lnTo>
                <a:lnTo>
                  <a:pt x="261048" y="104992"/>
                </a:lnTo>
                <a:lnTo>
                  <a:pt x="261384" y="105302"/>
                </a:lnTo>
                <a:lnTo>
                  <a:pt x="261726" y="105606"/>
                </a:lnTo>
                <a:lnTo>
                  <a:pt x="262076" y="105903"/>
                </a:lnTo>
                <a:lnTo>
                  <a:pt x="262433" y="106193"/>
                </a:lnTo>
                <a:lnTo>
                  <a:pt x="262796" y="106477"/>
                </a:lnTo>
                <a:lnTo>
                  <a:pt x="263166" y="106754"/>
                </a:lnTo>
                <a:lnTo>
                  <a:pt x="263542" y="107024"/>
                </a:lnTo>
                <a:lnTo>
                  <a:pt x="263923" y="107288"/>
                </a:lnTo>
                <a:lnTo>
                  <a:pt x="264308" y="107546"/>
                </a:lnTo>
                <a:lnTo>
                  <a:pt x="264699" y="107797"/>
                </a:lnTo>
                <a:lnTo>
                  <a:pt x="265094" y="108042"/>
                </a:lnTo>
                <a:lnTo>
                  <a:pt x="265494" y="108281"/>
                </a:lnTo>
                <a:lnTo>
                  <a:pt x="265899" y="108514"/>
                </a:lnTo>
                <a:lnTo>
                  <a:pt x="266309" y="108740"/>
                </a:lnTo>
                <a:lnTo>
                  <a:pt x="266724" y="108960"/>
                </a:lnTo>
                <a:lnTo>
                  <a:pt x="267144" y="109174"/>
                </a:lnTo>
                <a:lnTo>
                  <a:pt x="267569" y="109381"/>
                </a:lnTo>
                <a:lnTo>
                  <a:pt x="267998" y="109582"/>
                </a:lnTo>
                <a:lnTo>
                  <a:pt x="268432" y="109777"/>
                </a:lnTo>
                <a:lnTo>
                  <a:pt x="268871" y="109966"/>
                </a:lnTo>
                <a:lnTo>
                  <a:pt x="269315" y="110148"/>
                </a:lnTo>
                <a:lnTo>
                  <a:pt x="269764" y="110324"/>
                </a:lnTo>
                <a:lnTo>
                  <a:pt x="270218" y="110494"/>
                </a:lnTo>
                <a:lnTo>
                  <a:pt x="270677" y="110657"/>
                </a:lnTo>
                <a:lnTo>
                  <a:pt x="271140" y="110814"/>
                </a:lnTo>
                <a:lnTo>
                  <a:pt x="271608" y="110965"/>
                </a:lnTo>
                <a:lnTo>
                  <a:pt x="272082" y="111110"/>
                </a:lnTo>
                <a:lnTo>
                  <a:pt x="272560" y="111248"/>
                </a:lnTo>
                <a:lnTo>
                  <a:pt x="273042" y="111381"/>
                </a:lnTo>
                <a:lnTo>
                  <a:pt x="273530" y="111506"/>
                </a:lnTo>
                <a:lnTo>
                  <a:pt x="274022" y="111627"/>
                </a:lnTo>
                <a:lnTo>
                  <a:pt x="274516" y="111742"/>
                </a:lnTo>
                <a:lnTo>
                  <a:pt x="275013" y="111851"/>
                </a:lnTo>
                <a:lnTo>
                  <a:pt x="275512" y="111956"/>
                </a:lnTo>
                <a:lnTo>
                  <a:pt x="276014" y="112056"/>
                </a:lnTo>
                <a:lnTo>
                  <a:pt x="276519" y="112151"/>
                </a:lnTo>
                <a:lnTo>
                  <a:pt x="277026" y="112240"/>
                </a:lnTo>
                <a:lnTo>
                  <a:pt x="277536" y="112324"/>
                </a:lnTo>
                <a:lnTo>
                  <a:pt x="278049" y="112404"/>
                </a:lnTo>
                <a:lnTo>
                  <a:pt x="278564" y="112478"/>
                </a:lnTo>
                <a:lnTo>
                  <a:pt x="279082" y="112547"/>
                </a:lnTo>
                <a:lnTo>
                  <a:pt x="279603" y="112611"/>
                </a:lnTo>
                <a:lnTo>
                  <a:pt x="280126" y="112669"/>
                </a:lnTo>
                <a:lnTo>
                  <a:pt x="280652" y="112723"/>
                </a:lnTo>
                <a:lnTo>
                  <a:pt x="281180" y="112772"/>
                </a:lnTo>
                <a:lnTo>
                  <a:pt x="281711" y="112815"/>
                </a:lnTo>
                <a:lnTo>
                  <a:pt x="282245" y="112853"/>
                </a:lnTo>
                <a:lnTo>
                  <a:pt x="282782" y="112887"/>
                </a:lnTo>
                <a:lnTo>
                  <a:pt x="283321" y="112915"/>
                </a:lnTo>
                <a:lnTo>
                  <a:pt x="283862" y="112938"/>
                </a:lnTo>
                <a:lnTo>
                  <a:pt x="284407" y="112956"/>
                </a:lnTo>
                <a:lnTo>
                  <a:pt x="284954" y="112969"/>
                </a:lnTo>
                <a:lnTo>
                  <a:pt x="285503" y="112976"/>
                </a:lnTo>
                <a:lnTo>
                  <a:pt x="286055" y="112979"/>
                </a:lnTo>
                <a:lnTo>
                  <a:pt x="286601" y="112976"/>
                </a:lnTo>
                <a:lnTo>
                  <a:pt x="287143" y="112969"/>
                </a:lnTo>
                <a:lnTo>
                  <a:pt x="287682" y="112957"/>
                </a:lnTo>
                <a:lnTo>
                  <a:pt x="288217" y="112940"/>
                </a:lnTo>
                <a:close/>
                <a:moveTo>
                  <a:pt x="460193" y="112926"/>
                </a:moveTo>
                <a:lnTo>
                  <a:pt x="460961" y="112885"/>
                </a:lnTo>
                <a:lnTo>
                  <a:pt x="461720" y="112832"/>
                </a:lnTo>
                <a:lnTo>
                  <a:pt x="462470" y="112768"/>
                </a:lnTo>
                <a:lnTo>
                  <a:pt x="463211" y="112692"/>
                </a:lnTo>
                <a:lnTo>
                  <a:pt x="463942" y="112604"/>
                </a:lnTo>
                <a:lnTo>
                  <a:pt x="464665" y="112504"/>
                </a:lnTo>
                <a:lnTo>
                  <a:pt x="465378" y="112393"/>
                </a:lnTo>
                <a:lnTo>
                  <a:pt x="466082" y="112270"/>
                </a:lnTo>
                <a:lnTo>
                  <a:pt x="466777" y="112136"/>
                </a:lnTo>
                <a:lnTo>
                  <a:pt x="467463" y="111989"/>
                </a:lnTo>
                <a:lnTo>
                  <a:pt x="468139" y="111831"/>
                </a:lnTo>
                <a:lnTo>
                  <a:pt x="468806" y="111661"/>
                </a:lnTo>
                <a:lnTo>
                  <a:pt x="469465" y="111480"/>
                </a:lnTo>
                <a:lnTo>
                  <a:pt x="470114" y="111286"/>
                </a:lnTo>
                <a:lnTo>
                  <a:pt x="470754" y="111082"/>
                </a:lnTo>
                <a:lnTo>
                  <a:pt x="471384" y="110865"/>
                </a:lnTo>
                <a:lnTo>
                  <a:pt x="472006" y="110636"/>
                </a:lnTo>
                <a:lnTo>
                  <a:pt x="472618" y="110396"/>
                </a:lnTo>
                <a:lnTo>
                  <a:pt x="473221" y="110145"/>
                </a:lnTo>
                <a:lnTo>
                  <a:pt x="473815" y="109881"/>
                </a:lnTo>
                <a:lnTo>
                  <a:pt x="474400" y="109606"/>
                </a:lnTo>
                <a:lnTo>
                  <a:pt x="474975" y="109320"/>
                </a:lnTo>
                <a:lnTo>
                  <a:pt x="475539" y="109024"/>
                </a:lnTo>
                <a:lnTo>
                  <a:pt x="476093" y="108718"/>
                </a:lnTo>
                <a:lnTo>
                  <a:pt x="476635" y="108402"/>
                </a:lnTo>
                <a:lnTo>
                  <a:pt x="477168" y="108077"/>
                </a:lnTo>
                <a:lnTo>
                  <a:pt x="477689" y="107741"/>
                </a:lnTo>
                <a:lnTo>
                  <a:pt x="478200" y="107396"/>
                </a:lnTo>
                <a:lnTo>
                  <a:pt x="478700" y="107041"/>
                </a:lnTo>
                <a:lnTo>
                  <a:pt x="479189" y="106677"/>
                </a:lnTo>
                <a:lnTo>
                  <a:pt x="479668" y="106302"/>
                </a:lnTo>
                <a:lnTo>
                  <a:pt x="480135" y="105917"/>
                </a:lnTo>
                <a:lnTo>
                  <a:pt x="480593" y="105523"/>
                </a:lnTo>
                <a:lnTo>
                  <a:pt x="481039" y="105119"/>
                </a:lnTo>
                <a:lnTo>
                  <a:pt x="481475" y="104705"/>
                </a:lnTo>
                <a:lnTo>
                  <a:pt x="481900" y="104281"/>
                </a:lnTo>
                <a:lnTo>
                  <a:pt x="482314" y="103848"/>
                </a:lnTo>
                <a:lnTo>
                  <a:pt x="482718" y="103405"/>
                </a:lnTo>
                <a:lnTo>
                  <a:pt x="483111" y="102951"/>
                </a:lnTo>
                <a:lnTo>
                  <a:pt x="483493" y="102488"/>
                </a:lnTo>
                <a:lnTo>
                  <a:pt x="483865" y="102015"/>
                </a:lnTo>
                <a:lnTo>
                  <a:pt x="484226" y="101533"/>
                </a:lnTo>
                <a:lnTo>
                  <a:pt x="484576" y="101040"/>
                </a:lnTo>
                <a:lnTo>
                  <a:pt x="484916" y="100538"/>
                </a:lnTo>
                <a:lnTo>
                  <a:pt x="485245" y="100026"/>
                </a:lnTo>
                <a:lnTo>
                  <a:pt x="485562" y="99504"/>
                </a:lnTo>
                <a:lnTo>
                  <a:pt x="485866" y="98975"/>
                </a:lnTo>
                <a:lnTo>
                  <a:pt x="486158" y="98437"/>
                </a:lnTo>
                <a:lnTo>
                  <a:pt x="486437" y="97891"/>
                </a:lnTo>
                <a:lnTo>
                  <a:pt x="486704" y="97336"/>
                </a:lnTo>
                <a:lnTo>
                  <a:pt x="486958" y="96774"/>
                </a:lnTo>
                <a:lnTo>
                  <a:pt x="487199" y="96203"/>
                </a:lnTo>
                <a:lnTo>
                  <a:pt x="487428" y="95624"/>
                </a:lnTo>
                <a:lnTo>
                  <a:pt x="487644" y="95036"/>
                </a:lnTo>
                <a:lnTo>
                  <a:pt x="487847" y="94441"/>
                </a:lnTo>
                <a:lnTo>
                  <a:pt x="488038" y="93837"/>
                </a:lnTo>
                <a:lnTo>
                  <a:pt x="488216" y="93225"/>
                </a:lnTo>
                <a:lnTo>
                  <a:pt x="488381" y="92605"/>
                </a:lnTo>
                <a:lnTo>
                  <a:pt x="488534" y="91976"/>
                </a:lnTo>
                <a:lnTo>
                  <a:pt x="488674" y="91339"/>
                </a:lnTo>
                <a:lnTo>
                  <a:pt x="488802" y="90694"/>
                </a:lnTo>
                <a:lnTo>
                  <a:pt x="488916" y="90041"/>
                </a:lnTo>
                <a:lnTo>
                  <a:pt x="489019" y="89380"/>
                </a:lnTo>
                <a:lnTo>
                  <a:pt x="489108" y="88710"/>
                </a:lnTo>
                <a:lnTo>
                  <a:pt x="489185" y="88032"/>
                </a:lnTo>
                <a:lnTo>
                  <a:pt x="489249" y="87346"/>
                </a:lnTo>
                <a:lnTo>
                  <a:pt x="489301" y="86651"/>
                </a:lnTo>
                <a:lnTo>
                  <a:pt x="489340" y="85948"/>
                </a:lnTo>
                <a:lnTo>
                  <a:pt x="489366" y="85237"/>
                </a:lnTo>
                <a:lnTo>
                  <a:pt x="476161" y="85237"/>
                </a:lnTo>
                <a:lnTo>
                  <a:pt x="476133" y="85934"/>
                </a:lnTo>
                <a:lnTo>
                  <a:pt x="476089" y="86617"/>
                </a:lnTo>
                <a:lnTo>
                  <a:pt x="476030" y="87287"/>
                </a:lnTo>
                <a:lnTo>
                  <a:pt x="475955" y="87942"/>
                </a:lnTo>
                <a:lnTo>
                  <a:pt x="475864" y="88584"/>
                </a:lnTo>
                <a:lnTo>
                  <a:pt x="475758" y="89212"/>
                </a:lnTo>
                <a:lnTo>
                  <a:pt x="475636" y="89827"/>
                </a:lnTo>
                <a:lnTo>
                  <a:pt x="475498" y="90427"/>
                </a:lnTo>
                <a:lnTo>
                  <a:pt x="475345" y="91014"/>
                </a:lnTo>
                <a:lnTo>
                  <a:pt x="475176" y="91587"/>
                </a:lnTo>
                <a:lnTo>
                  <a:pt x="474991" y="92146"/>
                </a:lnTo>
                <a:lnTo>
                  <a:pt x="474790" y="92692"/>
                </a:lnTo>
                <a:lnTo>
                  <a:pt x="474574" y="93223"/>
                </a:lnTo>
                <a:lnTo>
                  <a:pt x="474342" y="93741"/>
                </a:lnTo>
                <a:lnTo>
                  <a:pt x="474094" y="94245"/>
                </a:lnTo>
                <a:lnTo>
                  <a:pt x="473831" y="94736"/>
                </a:lnTo>
                <a:lnTo>
                  <a:pt x="473552" y="95212"/>
                </a:lnTo>
                <a:lnTo>
                  <a:pt x="473257" y="95675"/>
                </a:lnTo>
                <a:lnTo>
                  <a:pt x="472947" y="96124"/>
                </a:lnTo>
                <a:lnTo>
                  <a:pt x="472620" y="96559"/>
                </a:lnTo>
                <a:lnTo>
                  <a:pt x="472279" y="96981"/>
                </a:lnTo>
                <a:lnTo>
                  <a:pt x="471921" y="97389"/>
                </a:lnTo>
                <a:lnTo>
                  <a:pt x="471548" y="97783"/>
                </a:lnTo>
                <a:lnTo>
                  <a:pt x="471159" y="98163"/>
                </a:lnTo>
                <a:lnTo>
                  <a:pt x="470755" y="98528"/>
                </a:lnTo>
                <a:lnTo>
                  <a:pt x="470339" y="98878"/>
                </a:lnTo>
                <a:lnTo>
                  <a:pt x="469909" y="99213"/>
                </a:lnTo>
                <a:lnTo>
                  <a:pt x="469466" y="99532"/>
                </a:lnTo>
                <a:lnTo>
                  <a:pt x="469010" y="99835"/>
                </a:lnTo>
                <a:lnTo>
                  <a:pt x="468540" y="100123"/>
                </a:lnTo>
                <a:lnTo>
                  <a:pt x="468057" y="100395"/>
                </a:lnTo>
                <a:lnTo>
                  <a:pt x="467562" y="100651"/>
                </a:lnTo>
                <a:lnTo>
                  <a:pt x="467053" y="100893"/>
                </a:lnTo>
                <a:lnTo>
                  <a:pt x="466530" y="101118"/>
                </a:lnTo>
                <a:lnTo>
                  <a:pt x="465995" y="101328"/>
                </a:lnTo>
                <a:lnTo>
                  <a:pt x="465446" y="101522"/>
                </a:lnTo>
                <a:lnTo>
                  <a:pt x="464885" y="101701"/>
                </a:lnTo>
                <a:lnTo>
                  <a:pt x="464309" y="101865"/>
                </a:lnTo>
                <a:lnTo>
                  <a:pt x="463721" y="102012"/>
                </a:lnTo>
                <a:lnTo>
                  <a:pt x="463120" y="102145"/>
                </a:lnTo>
                <a:lnTo>
                  <a:pt x="462505" y="102261"/>
                </a:lnTo>
                <a:lnTo>
                  <a:pt x="461877" y="102362"/>
                </a:lnTo>
                <a:lnTo>
                  <a:pt x="461236" y="102448"/>
                </a:lnTo>
                <a:lnTo>
                  <a:pt x="460582" y="102518"/>
                </a:lnTo>
                <a:lnTo>
                  <a:pt x="459915" y="102572"/>
                </a:lnTo>
                <a:lnTo>
                  <a:pt x="459234" y="102611"/>
                </a:lnTo>
                <a:lnTo>
                  <a:pt x="458540" y="102635"/>
                </a:lnTo>
                <a:lnTo>
                  <a:pt x="457833" y="102642"/>
                </a:lnTo>
                <a:lnTo>
                  <a:pt x="457178" y="102635"/>
                </a:lnTo>
                <a:lnTo>
                  <a:pt x="456533" y="102614"/>
                </a:lnTo>
                <a:lnTo>
                  <a:pt x="455899" y="102579"/>
                </a:lnTo>
                <a:lnTo>
                  <a:pt x="455275" y="102530"/>
                </a:lnTo>
                <a:lnTo>
                  <a:pt x="454662" y="102466"/>
                </a:lnTo>
                <a:lnTo>
                  <a:pt x="454059" y="102389"/>
                </a:lnTo>
                <a:lnTo>
                  <a:pt x="453467" y="102298"/>
                </a:lnTo>
                <a:lnTo>
                  <a:pt x="452884" y="102192"/>
                </a:lnTo>
                <a:lnTo>
                  <a:pt x="452313" y="102072"/>
                </a:lnTo>
                <a:lnTo>
                  <a:pt x="451752" y="101939"/>
                </a:lnTo>
                <a:lnTo>
                  <a:pt x="451201" y="101791"/>
                </a:lnTo>
                <a:lnTo>
                  <a:pt x="450660" y="101629"/>
                </a:lnTo>
                <a:lnTo>
                  <a:pt x="450130" y="101453"/>
                </a:lnTo>
                <a:lnTo>
                  <a:pt x="449611" y="101263"/>
                </a:lnTo>
                <a:lnTo>
                  <a:pt x="449101" y="101059"/>
                </a:lnTo>
                <a:lnTo>
                  <a:pt x="448603" y="100841"/>
                </a:lnTo>
                <a:lnTo>
                  <a:pt x="448114" y="100608"/>
                </a:lnTo>
                <a:lnTo>
                  <a:pt x="447636" y="100362"/>
                </a:lnTo>
                <a:lnTo>
                  <a:pt x="447169" y="100102"/>
                </a:lnTo>
                <a:lnTo>
                  <a:pt x="446712" y="99827"/>
                </a:lnTo>
                <a:lnTo>
                  <a:pt x="446265" y="99539"/>
                </a:lnTo>
                <a:lnTo>
                  <a:pt x="445829" y="99236"/>
                </a:lnTo>
                <a:lnTo>
                  <a:pt x="445403" y="98919"/>
                </a:lnTo>
                <a:lnTo>
                  <a:pt x="444988" y="98588"/>
                </a:lnTo>
                <a:lnTo>
                  <a:pt x="444582" y="98246"/>
                </a:lnTo>
                <a:lnTo>
                  <a:pt x="444186" y="97894"/>
                </a:lnTo>
                <a:lnTo>
                  <a:pt x="443799" y="97533"/>
                </a:lnTo>
                <a:lnTo>
                  <a:pt x="443422" y="97162"/>
                </a:lnTo>
                <a:lnTo>
                  <a:pt x="443053" y="96783"/>
                </a:lnTo>
                <a:lnTo>
                  <a:pt x="442694" y="96394"/>
                </a:lnTo>
                <a:lnTo>
                  <a:pt x="442345" y="95996"/>
                </a:lnTo>
                <a:lnTo>
                  <a:pt x="442004" y="95589"/>
                </a:lnTo>
                <a:lnTo>
                  <a:pt x="441673" y="95172"/>
                </a:lnTo>
                <a:lnTo>
                  <a:pt x="441352" y="94746"/>
                </a:lnTo>
                <a:lnTo>
                  <a:pt x="441039" y="94311"/>
                </a:lnTo>
                <a:lnTo>
                  <a:pt x="440736" y="93867"/>
                </a:lnTo>
                <a:lnTo>
                  <a:pt x="440442" y="93414"/>
                </a:lnTo>
                <a:lnTo>
                  <a:pt x="440158" y="92951"/>
                </a:lnTo>
                <a:lnTo>
                  <a:pt x="439883" y="92479"/>
                </a:lnTo>
                <a:lnTo>
                  <a:pt x="439617" y="91998"/>
                </a:lnTo>
                <a:lnTo>
                  <a:pt x="439360" y="91508"/>
                </a:lnTo>
                <a:lnTo>
                  <a:pt x="439113" y="91008"/>
                </a:lnTo>
                <a:lnTo>
                  <a:pt x="438875" y="90499"/>
                </a:lnTo>
                <a:lnTo>
                  <a:pt x="438646" y="89981"/>
                </a:lnTo>
                <a:lnTo>
                  <a:pt x="438427" y="89454"/>
                </a:lnTo>
                <a:lnTo>
                  <a:pt x="438217" y="88917"/>
                </a:lnTo>
                <a:lnTo>
                  <a:pt x="438016" y="88371"/>
                </a:lnTo>
                <a:lnTo>
                  <a:pt x="437825" y="87816"/>
                </a:lnTo>
                <a:lnTo>
                  <a:pt x="437642" y="87255"/>
                </a:lnTo>
                <a:lnTo>
                  <a:pt x="437466" y="86688"/>
                </a:lnTo>
                <a:lnTo>
                  <a:pt x="437298" y="86117"/>
                </a:lnTo>
                <a:lnTo>
                  <a:pt x="437138" y="85542"/>
                </a:lnTo>
                <a:lnTo>
                  <a:pt x="436985" y="84961"/>
                </a:lnTo>
                <a:lnTo>
                  <a:pt x="436839" y="84377"/>
                </a:lnTo>
                <a:lnTo>
                  <a:pt x="436702" y="83788"/>
                </a:lnTo>
                <a:lnTo>
                  <a:pt x="436571" y="83194"/>
                </a:lnTo>
                <a:lnTo>
                  <a:pt x="436448" y="82596"/>
                </a:lnTo>
                <a:lnTo>
                  <a:pt x="436333" y="81993"/>
                </a:lnTo>
                <a:lnTo>
                  <a:pt x="436225" y="81385"/>
                </a:lnTo>
                <a:lnTo>
                  <a:pt x="436124" y="80773"/>
                </a:lnTo>
                <a:lnTo>
                  <a:pt x="436031" y="80157"/>
                </a:lnTo>
                <a:lnTo>
                  <a:pt x="435946" y="79536"/>
                </a:lnTo>
                <a:lnTo>
                  <a:pt x="435868" y="78910"/>
                </a:lnTo>
                <a:lnTo>
                  <a:pt x="435797" y="78280"/>
                </a:lnTo>
                <a:lnTo>
                  <a:pt x="435734" y="77646"/>
                </a:lnTo>
                <a:lnTo>
                  <a:pt x="435679" y="77006"/>
                </a:lnTo>
                <a:lnTo>
                  <a:pt x="435631" y="76363"/>
                </a:lnTo>
                <a:lnTo>
                  <a:pt x="435591" y="75714"/>
                </a:lnTo>
                <a:lnTo>
                  <a:pt x="435558" y="75061"/>
                </a:lnTo>
                <a:lnTo>
                  <a:pt x="435532" y="74404"/>
                </a:lnTo>
                <a:lnTo>
                  <a:pt x="435514" y="73742"/>
                </a:lnTo>
                <a:lnTo>
                  <a:pt x="435504" y="73076"/>
                </a:lnTo>
                <a:lnTo>
                  <a:pt x="489046" y="73076"/>
                </a:lnTo>
                <a:lnTo>
                  <a:pt x="489059" y="73011"/>
                </a:lnTo>
                <a:lnTo>
                  <a:pt x="489072" y="72944"/>
                </a:lnTo>
                <a:lnTo>
                  <a:pt x="489084" y="72873"/>
                </a:lnTo>
                <a:lnTo>
                  <a:pt x="489096" y="72799"/>
                </a:lnTo>
                <a:lnTo>
                  <a:pt x="489108" y="72721"/>
                </a:lnTo>
                <a:lnTo>
                  <a:pt x="489119" y="72640"/>
                </a:lnTo>
                <a:lnTo>
                  <a:pt x="489129" y="72556"/>
                </a:lnTo>
                <a:lnTo>
                  <a:pt x="489139" y="72468"/>
                </a:lnTo>
                <a:lnTo>
                  <a:pt x="489149" y="72377"/>
                </a:lnTo>
                <a:lnTo>
                  <a:pt x="489159" y="72283"/>
                </a:lnTo>
                <a:lnTo>
                  <a:pt x="489168" y="72186"/>
                </a:lnTo>
                <a:lnTo>
                  <a:pt x="489176" y="72085"/>
                </a:lnTo>
                <a:lnTo>
                  <a:pt x="489184" y="71980"/>
                </a:lnTo>
                <a:lnTo>
                  <a:pt x="489192" y="71873"/>
                </a:lnTo>
                <a:lnTo>
                  <a:pt x="489199" y="71762"/>
                </a:lnTo>
                <a:lnTo>
                  <a:pt x="489206" y="71648"/>
                </a:lnTo>
                <a:lnTo>
                  <a:pt x="489213" y="71530"/>
                </a:lnTo>
                <a:lnTo>
                  <a:pt x="489219" y="71409"/>
                </a:lnTo>
                <a:lnTo>
                  <a:pt x="489224" y="71285"/>
                </a:lnTo>
                <a:lnTo>
                  <a:pt x="489230" y="71158"/>
                </a:lnTo>
                <a:lnTo>
                  <a:pt x="489234" y="71027"/>
                </a:lnTo>
                <a:lnTo>
                  <a:pt x="489239" y="70893"/>
                </a:lnTo>
                <a:lnTo>
                  <a:pt x="489243" y="70755"/>
                </a:lnTo>
                <a:lnTo>
                  <a:pt x="489246" y="70614"/>
                </a:lnTo>
                <a:lnTo>
                  <a:pt x="489249" y="70472"/>
                </a:lnTo>
                <a:lnTo>
                  <a:pt x="489253" y="70332"/>
                </a:lnTo>
                <a:lnTo>
                  <a:pt x="489256" y="70194"/>
                </a:lnTo>
                <a:lnTo>
                  <a:pt x="489258" y="70057"/>
                </a:lnTo>
                <a:lnTo>
                  <a:pt x="489261" y="69922"/>
                </a:lnTo>
                <a:lnTo>
                  <a:pt x="489264" y="69788"/>
                </a:lnTo>
                <a:lnTo>
                  <a:pt x="489266" y="69656"/>
                </a:lnTo>
                <a:lnTo>
                  <a:pt x="489268" y="69525"/>
                </a:lnTo>
                <a:lnTo>
                  <a:pt x="489271" y="69396"/>
                </a:lnTo>
                <a:lnTo>
                  <a:pt x="489273" y="69269"/>
                </a:lnTo>
                <a:lnTo>
                  <a:pt x="489274" y="69143"/>
                </a:lnTo>
                <a:lnTo>
                  <a:pt x="489276" y="69019"/>
                </a:lnTo>
                <a:lnTo>
                  <a:pt x="489278" y="68896"/>
                </a:lnTo>
                <a:lnTo>
                  <a:pt x="489279" y="68775"/>
                </a:lnTo>
                <a:lnTo>
                  <a:pt x="489281" y="68655"/>
                </a:lnTo>
                <a:lnTo>
                  <a:pt x="489282" y="68538"/>
                </a:lnTo>
                <a:lnTo>
                  <a:pt x="489283" y="68421"/>
                </a:lnTo>
                <a:lnTo>
                  <a:pt x="489284" y="68307"/>
                </a:lnTo>
                <a:lnTo>
                  <a:pt x="489284" y="68194"/>
                </a:lnTo>
                <a:lnTo>
                  <a:pt x="489285" y="68082"/>
                </a:lnTo>
                <a:lnTo>
                  <a:pt x="489286" y="67972"/>
                </a:lnTo>
                <a:lnTo>
                  <a:pt x="489286" y="67864"/>
                </a:lnTo>
                <a:lnTo>
                  <a:pt x="489286" y="67757"/>
                </a:lnTo>
                <a:lnTo>
                  <a:pt x="489286" y="67652"/>
                </a:lnTo>
                <a:lnTo>
                  <a:pt x="489271" y="66102"/>
                </a:lnTo>
                <a:lnTo>
                  <a:pt x="489226" y="64583"/>
                </a:lnTo>
                <a:lnTo>
                  <a:pt x="489150" y="63095"/>
                </a:lnTo>
                <a:lnTo>
                  <a:pt x="489044" y="61636"/>
                </a:lnTo>
                <a:lnTo>
                  <a:pt x="488908" y="60209"/>
                </a:lnTo>
                <a:lnTo>
                  <a:pt x="488741" y="58811"/>
                </a:lnTo>
                <a:lnTo>
                  <a:pt x="488544" y="57444"/>
                </a:lnTo>
                <a:lnTo>
                  <a:pt x="488317" y="56108"/>
                </a:lnTo>
                <a:lnTo>
                  <a:pt x="488059" y="54802"/>
                </a:lnTo>
                <a:lnTo>
                  <a:pt x="487772" y="53526"/>
                </a:lnTo>
                <a:lnTo>
                  <a:pt x="487454" y="52281"/>
                </a:lnTo>
                <a:lnTo>
                  <a:pt x="487105" y="51066"/>
                </a:lnTo>
                <a:lnTo>
                  <a:pt x="486727" y="49881"/>
                </a:lnTo>
                <a:lnTo>
                  <a:pt x="486318" y="48727"/>
                </a:lnTo>
                <a:lnTo>
                  <a:pt x="485879" y="47604"/>
                </a:lnTo>
                <a:lnTo>
                  <a:pt x="485409" y="46511"/>
                </a:lnTo>
                <a:lnTo>
                  <a:pt x="484909" y="45448"/>
                </a:lnTo>
                <a:lnTo>
                  <a:pt x="484379" y="44416"/>
                </a:lnTo>
                <a:lnTo>
                  <a:pt x="483819" y="43414"/>
                </a:lnTo>
                <a:lnTo>
                  <a:pt x="483228" y="42443"/>
                </a:lnTo>
                <a:lnTo>
                  <a:pt x="482607" y="41502"/>
                </a:lnTo>
                <a:lnTo>
                  <a:pt x="481956" y="40591"/>
                </a:lnTo>
                <a:lnTo>
                  <a:pt x="481274" y="39711"/>
                </a:lnTo>
                <a:lnTo>
                  <a:pt x="480563" y="38861"/>
                </a:lnTo>
                <a:lnTo>
                  <a:pt x="479824" y="38044"/>
                </a:lnTo>
                <a:lnTo>
                  <a:pt x="479062" y="37262"/>
                </a:lnTo>
                <a:lnTo>
                  <a:pt x="478277" y="36514"/>
                </a:lnTo>
                <a:lnTo>
                  <a:pt x="477468" y="35801"/>
                </a:lnTo>
                <a:lnTo>
                  <a:pt x="476636" y="35123"/>
                </a:lnTo>
                <a:lnTo>
                  <a:pt x="475781" y="34480"/>
                </a:lnTo>
                <a:lnTo>
                  <a:pt x="474902" y="33871"/>
                </a:lnTo>
                <a:lnTo>
                  <a:pt x="474000" y="33297"/>
                </a:lnTo>
                <a:lnTo>
                  <a:pt x="473075" y="32758"/>
                </a:lnTo>
                <a:lnTo>
                  <a:pt x="472126" y="32254"/>
                </a:lnTo>
                <a:lnTo>
                  <a:pt x="471154" y="31784"/>
                </a:lnTo>
                <a:lnTo>
                  <a:pt x="470158" y="31350"/>
                </a:lnTo>
                <a:lnTo>
                  <a:pt x="469140" y="30950"/>
                </a:lnTo>
                <a:lnTo>
                  <a:pt x="468097" y="30584"/>
                </a:lnTo>
                <a:lnTo>
                  <a:pt x="467032" y="30254"/>
                </a:lnTo>
                <a:lnTo>
                  <a:pt x="465943" y="29959"/>
                </a:lnTo>
                <a:lnTo>
                  <a:pt x="464831" y="29698"/>
                </a:lnTo>
                <a:lnTo>
                  <a:pt x="463696" y="29472"/>
                </a:lnTo>
                <a:lnTo>
                  <a:pt x="462537" y="29280"/>
                </a:lnTo>
                <a:lnTo>
                  <a:pt x="461355" y="29124"/>
                </a:lnTo>
                <a:lnTo>
                  <a:pt x="460149" y="29002"/>
                </a:lnTo>
                <a:lnTo>
                  <a:pt x="458920" y="28915"/>
                </a:lnTo>
                <a:lnTo>
                  <a:pt x="457668" y="28863"/>
                </a:lnTo>
                <a:lnTo>
                  <a:pt x="456393" y="28846"/>
                </a:lnTo>
                <a:lnTo>
                  <a:pt x="455439" y="28855"/>
                </a:lnTo>
                <a:lnTo>
                  <a:pt x="454499" y="28883"/>
                </a:lnTo>
                <a:lnTo>
                  <a:pt x="453572" y="28929"/>
                </a:lnTo>
                <a:lnTo>
                  <a:pt x="452659" y="28994"/>
                </a:lnTo>
                <a:lnTo>
                  <a:pt x="451759" y="29077"/>
                </a:lnTo>
                <a:lnTo>
                  <a:pt x="450873" y="29179"/>
                </a:lnTo>
                <a:lnTo>
                  <a:pt x="450000" y="29300"/>
                </a:lnTo>
                <a:lnTo>
                  <a:pt x="449141" y="29439"/>
                </a:lnTo>
                <a:lnTo>
                  <a:pt x="448295" y="29596"/>
                </a:lnTo>
                <a:lnTo>
                  <a:pt x="447463" y="29772"/>
                </a:lnTo>
                <a:lnTo>
                  <a:pt x="446644" y="29967"/>
                </a:lnTo>
                <a:lnTo>
                  <a:pt x="445838" y="30180"/>
                </a:lnTo>
                <a:lnTo>
                  <a:pt x="445046" y="30411"/>
                </a:lnTo>
                <a:lnTo>
                  <a:pt x="444268" y="30661"/>
                </a:lnTo>
                <a:lnTo>
                  <a:pt x="443503" y="30930"/>
                </a:lnTo>
                <a:lnTo>
                  <a:pt x="442751" y="31217"/>
                </a:lnTo>
                <a:lnTo>
                  <a:pt x="442013" y="31523"/>
                </a:lnTo>
                <a:lnTo>
                  <a:pt x="441289" y="31847"/>
                </a:lnTo>
                <a:lnTo>
                  <a:pt x="440578" y="32190"/>
                </a:lnTo>
                <a:lnTo>
                  <a:pt x="439880" y="32551"/>
                </a:lnTo>
                <a:lnTo>
                  <a:pt x="439196" y="32931"/>
                </a:lnTo>
                <a:lnTo>
                  <a:pt x="438525" y="33329"/>
                </a:lnTo>
                <a:lnTo>
                  <a:pt x="437868" y="33746"/>
                </a:lnTo>
                <a:lnTo>
                  <a:pt x="437225" y="34182"/>
                </a:lnTo>
                <a:lnTo>
                  <a:pt x="436594" y="34633"/>
                </a:lnTo>
                <a:lnTo>
                  <a:pt x="435978" y="35100"/>
                </a:lnTo>
                <a:lnTo>
                  <a:pt x="435375" y="35580"/>
                </a:lnTo>
                <a:lnTo>
                  <a:pt x="434785" y="36075"/>
                </a:lnTo>
                <a:lnTo>
                  <a:pt x="434208" y="36584"/>
                </a:lnTo>
                <a:lnTo>
                  <a:pt x="433646" y="37108"/>
                </a:lnTo>
                <a:lnTo>
                  <a:pt x="433096" y="37645"/>
                </a:lnTo>
                <a:lnTo>
                  <a:pt x="432560" y="38198"/>
                </a:lnTo>
                <a:lnTo>
                  <a:pt x="432038" y="38764"/>
                </a:lnTo>
                <a:lnTo>
                  <a:pt x="431529" y="39345"/>
                </a:lnTo>
                <a:lnTo>
                  <a:pt x="431034" y="39940"/>
                </a:lnTo>
                <a:lnTo>
                  <a:pt x="430552" y="40550"/>
                </a:lnTo>
                <a:lnTo>
                  <a:pt x="430083" y="41174"/>
                </a:lnTo>
                <a:lnTo>
                  <a:pt x="429628" y="41812"/>
                </a:lnTo>
                <a:lnTo>
                  <a:pt x="429187" y="42464"/>
                </a:lnTo>
                <a:lnTo>
                  <a:pt x="428759" y="43131"/>
                </a:lnTo>
                <a:lnTo>
                  <a:pt x="428344" y="43813"/>
                </a:lnTo>
                <a:lnTo>
                  <a:pt x="427943" y="44508"/>
                </a:lnTo>
                <a:lnTo>
                  <a:pt x="427556" y="45218"/>
                </a:lnTo>
                <a:lnTo>
                  <a:pt x="427182" y="45942"/>
                </a:lnTo>
                <a:lnTo>
                  <a:pt x="426821" y="46681"/>
                </a:lnTo>
                <a:lnTo>
                  <a:pt x="426474" y="47434"/>
                </a:lnTo>
                <a:lnTo>
                  <a:pt x="426140" y="48201"/>
                </a:lnTo>
                <a:lnTo>
                  <a:pt x="425820" y="48982"/>
                </a:lnTo>
                <a:lnTo>
                  <a:pt x="425513" y="49776"/>
                </a:lnTo>
                <a:lnTo>
                  <a:pt x="425219" y="50581"/>
                </a:lnTo>
                <a:lnTo>
                  <a:pt x="424938" y="51395"/>
                </a:lnTo>
                <a:lnTo>
                  <a:pt x="424671" y="52220"/>
                </a:lnTo>
                <a:lnTo>
                  <a:pt x="424416" y="53055"/>
                </a:lnTo>
                <a:lnTo>
                  <a:pt x="424174" y="53900"/>
                </a:lnTo>
                <a:lnTo>
                  <a:pt x="423946" y="54755"/>
                </a:lnTo>
                <a:lnTo>
                  <a:pt x="423730" y="55621"/>
                </a:lnTo>
                <a:lnTo>
                  <a:pt x="423528" y="56497"/>
                </a:lnTo>
                <a:lnTo>
                  <a:pt x="423338" y="57383"/>
                </a:lnTo>
                <a:lnTo>
                  <a:pt x="423162" y="58280"/>
                </a:lnTo>
                <a:lnTo>
                  <a:pt x="422999" y="59187"/>
                </a:lnTo>
                <a:lnTo>
                  <a:pt x="422849" y="60104"/>
                </a:lnTo>
                <a:lnTo>
                  <a:pt x="422711" y="61031"/>
                </a:lnTo>
                <a:lnTo>
                  <a:pt x="422587" y="61969"/>
                </a:lnTo>
                <a:lnTo>
                  <a:pt x="422476" y="62917"/>
                </a:lnTo>
                <a:lnTo>
                  <a:pt x="422378" y="63875"/>
                </a:lnTo>
                <a:lnTo>
                  <a:pt x="422293" y="64843"/>
                </a:lnTo>
                <a:lnTo>
                  <a:pt x="422222" y="65822"/>
                </a:lnTo>
                <a:lnTo>
                  <a:pt x="422163" y="66811"/>
                </a:lnTo>
                <a:lnTo>
                  <a:pt x="422117" y="67810"/>
                </a:lnTo>
                <a:lnTo>
                  <a:pt x="422084" y="68820"/>
                </a:lnTo>
                <a:lnTo>
                  <a:pt x="422065" y="69840"/>
                </a:lnTo>
                <a:lnTo>
                  <a:pt x="422058" y="70870"/>
                </a:lnTo>
                <a:lnTo>
                  <a:pt x="422065" y="71859"/>
                </a:lnTo>
                <a:lnTo>
                  <a:pt x="422085" y="72840"/>
                </a:lnTo>
                <a:lnTo>
                  <a:pt x="422119" y="73813"/>
                </a:lnTo>
                <a:lnTo>
                  <a:pt x="422166" y="74778"/>
                </a:lnTo>
                <a:lnTo>
                  <a:pt x="422227" y="75735"/>
                </a:lnTo>
                <a:lnTo>
                  <a:pt x="422301" y="76683"/>
                </a:lnTo>
                <a:lnTo>
                  <a:pt x="422389" y="77623"/>
                </a:lnTo>
                <a:lnTo>
                  <a:pt x="422490" y="78555"/>
                </a:lnTo>
                <a:lnTo>
                  <a:pt x="422604" y="79478"/>
                </a:lnTo>
                <a:lnTo>
                  <a:pt x="422732" y="80394"/>
                </a:lnTo>
                <a:lnTo>
                  <a:pt x="422874" y="81301"/>
                </a:lnTo>
                <a:lnTo>
                  <a:pt x="423029" y="82199"/>
                </a:lnTo>
                <a:lnTo>
                  <a:pt x="423197" y="83090"/>
                </a:lnTo>
                <a:lnTo>
                  <a:pt x="423379" y="83972"/>
                </a:lnTo>
                <a:lnTo>
                  <a:pt x="423575" y="84846"/>
                </a:lnTo>
                <a:lnTo>
                  <a:pt x="423784" y="85712"/>
                </a:lnTo>
                <a:lnTo>
                  <a:pt x="424006" y="86570"/>
                </a:lnTo>
                <a:lnTo>
                  <a:pt x="424242" y="87419"/>
                </a:lnTo>
                <a:lnTo>
                  <a:pt x="424491" y="88260"/>
                </a:lnTo>
                <a:lnTo>
                  <a:pt x="424754" y="89093"/>
                </a:lnTo>
                <a:lnTo>
                  <a:pt x="425030" y="89917"/>
                </a:lnTo>
                <a:lnTo>
                  <a:pt x="425320" y="90733"/>
                </a:lnTo>
                <a:lnTo>
                  <a:pt x="425623" y="91541"/>
                </a:lnTo>
                <a:lnTo>
                  <a:pt x="425940" y="92341"/>
                </a:lnTo>
                <a:lnTo>
                  <a:pt x="426270" y="93130"/>
                </a:lnTo>
                <a:lnTo>
                  <a:pt x="426615" y="93905"/>
                </a:lnTo>
                <a:lnTo>
                  <a:pt x="426974" y="94665"/>
                </a:lnTo>
                <a:lnTo>
                  <a:pt x="427346" y="95412"/>
                </a:lnTo>
                <a:lnTo>
                  <a:pt x="427733" y="96146"/>
                </a:lnTo>
                <a:lnTo>
                  <a:pt x="428133" y="96865"/>
                </a:lnTo>
                <a:lnTo>
                  <a:pt x="428548" y="97570"/>
                </a:lnTo>
                <a:lnTo>
                  <a:pt x="428977" y="98262"/>
                </a:lnTo>
                <a:lnTo>
                  <a:pt x="429420" y="98939"/>
                </a:lnTo>
                <a:lnTo>
                  <a:pt x="429876" y="99603"/>
                </a:lnTo>
                <a:lnTo>
                  <a:pt x="430347" y="100253"/>
                </a:lnTo>
                <a:lnTo>
                  <a:pt x="430832" y="100888"/>
                </a:lnTo>
                <a:lnTo>
                  <a:pt x="431331" y="101510"/>
                </a:lnTo>
                <a:lnTo>
                  <a:pt x="431844" y="102118"/>
                </a:lnTo>
                <a:lnTo>
                  <a:pt x="432371" y="102713"/>
                </a:lnTo>
                <a:lnTo>
                  <a:pt x="432912" y="103293"/>
                </a:lnTo>
                <a:lnTo>
                  <a:pt x="433467" y="103859"/>
                </a:lnTo>
                <a:lnTo>
                  <a:pt x="434036" y="104412"/>
                </a:lnTo>
                <a:lnTo>
                  <a:pt x="434619" y="104950"/>
                </a:lnTo>
                <a:lnTo>
                  <a:pt x="435216" y="105475"/>
                </a:lnTo>
                <a:lnTo>
                  <a:pt x="435827" y="105986"/>
                </a:lnTo>
                <a:lnTo>
                  <a:pt x="436452" y="106483"/>
                </a:lnTo>
                <a:lnTo>
                  <a:pt x="437092" y="106966"/>
                </a:lnTo>
                <a:lnTo>
                  <a:pt x="437745" y="107435"/>
                </a:lnTo>
                <a:lnTo>
                  <a:pt x="438413" y="107887"/>
                </a:lnTo>
                <a:lnTo>
                  <a:pt x="439095" y="108320"/>
                </a:lnTo>
                <a:lnTo>
                  <a:pt x="439792" y="108734"/>
                </a:lnTo>
                <a:lnTo>
                  <a:pt x="440504" y="109129"/>
                </a:lnTo>
                <a:lnTo>
                  <a:pt x="441230" y="109504"/>
                </a:lnTo>
                <a:lnTo>
                  <a:pt x="441972" y="109860"/>
                </a:lnTo>
                <a:lnTo>
                  <a:pt x="442728" y="110197"/>
                </a:lnTo>
                <a:lnTo>
                  <a:pt x="443498" y="110515"/>
                </a:lnTo>
                <a:lnTo>
                  <a:pt x="444284" y="110813"/>
                </a:lnTo>
                <a:lnTo>
                  <a:pt x="445084" y="111092"/>
                </a:lnTo>
                <a:lnTo>
                  <a:pt x="445899" y="111352"/>
                </a:lnTo>
                <a:lnTo>
                  <a:pt x="446729" y="111593"/>
                </a:lnTo>
                <a:lnTo>
                  <a:pt x="447573" y="111814"/>
                </a:lnTo>
                <a:lnTo>
                  <a:pt x="448432" y="112016"/>
                </a:lnTo>
                <a:lnTo>
                  <a:pt x="449306" y="112199"/>
                </a:lnTo>
                <a:lnTo>
                  <a:pt x="450194" y="112363"/>
                </a:lnTo>
                <a:lnTo>
                  <a:pt x="451098" y="112507"/>
                </a:lnTo>
                <a:lnTo>
                  <a:pt x="452016" y="112632"/>
                </a:lnTo>
                <a:lnTo>
                  <a:pt x="452949" y="112738"/>
                </a:lnTo>
                <a:lnTo>
                  <a:pt x="453896" y="112825"/>
                </a:lnTo>
                <a:lnTo>
                  <a:pt x="454858" y="112892"/>
                </a:lnTo>
                <a:lnTo>
                  <a:pt x="455835" y="112940"/>
                </a:lnTo>
                <a:lnTo>
                  <a:pt x="456827" y="112969"/>
                </a:lnTo>
                <a:lnTo>
                  <a:pt x="457833" y="112979"/>
                </a:lnTo>
                <a:lnTo>
                  <a:pt x="458629" y="112973"/>
                </a:lnTo>
                <a:lnTo>
                  <a:pt x="459416" y="112955"/>
                </a:lnTo>
                <a:lnTo>
                  <a:pt x="460193" y="112926"/>
                </a:lnTo>
                <a:close/>
                <a:moveTo>
                  <a:pt x="435891" y="60429"/>
                </a:moveTo>
                <a:lnTo>
                  <a:pt x="436023" y="59511"/>
                </a:lnTo>
                <a:lnTo>
                  <a:pt x="436170" y="58613"/>
                </a:lnTo>
                <a:lnTo>
                  <a:pt x="436332" y="57734"/>
                </a:lnTo>
                <a:lnTo>
                  <a:pt x="436508" y="56876"/>
                </a:lnTo>
                <a:lnTo>
                  <a:pt x="436700" y="56036"/>
                </a:lnTo>
                <a:lnTo>
                  <a:pt x="436906" y="55217"/>
                </a:lnTo>
                <a:lnTo>
                  <a:pt x="437128" y="54417"/>
                </a:lnTo>
                <a:lnTo>
                  <a:pt x="437364" y="53637"/>
                </a:lnTo>
                <a:lnTo>
                  <a:pt x="437615" y="52876"/>
                </a:lnTo>
                <a:lnTo>
                  <a:pt x="437881" y="52135"/>
                </a:lnTo>
                <a:lnTo>
                  <a:pt x="438161" y="51414"/>
                </a:lnTo>
                <a:lnTo>
                  <a:pt x="438457" y="50712"/>
                </a:lnTo>
                <a:lnTo>
                  <a:pt x="438768" y="50030"/>
                </a:lnTo>
                <a:lnTo>
                  <a:pt x="439093" y="49368"/>
                </a:lnTo>
                <a:lnTo>
                  <a:pt x="439433" y="48725"/>
                </a:lnTo>
                <a:lnTo>
                  <a:pt x="439788" y="48102"/>
                </a:lnTo>
                <a:lnTo>
                  <a:pt x="440158" y="47499"/>
                </a:lnTo>
                <a:lnTo>
                  <a:pt x="440543" y="46915"/>
                </a:lnTo>
                <a:lnTo>
                  <a:pt x="440943" y="46351"/>
                </a:lnTo>
                <a:lnTo>
                  <a:pt x="441357" y="45806"/>
                </a:lnTo>
                <a:lnTo>
                  <a:pt x="441787" y="45282"/>
                </a:lnTo>
                <a:lnTo>
                  <a:pt x="442231" y="44777"/>
                </a:lnTo>
                <a:lnTo>
                  <a:pt x="442689" y="44295"/>
                </a:lnTo>
                <a:lnTo>
                  <a:pt x="443161" y="43833"/>
                </a:lnTo>
                <a:lnTo>
                  <a:pt x="443648" y="43393"/>
                </a:lnTo>
                <a:lnTo>
                  <a:pt x="444150" y="42975"/>
                </a:lnTo>
                <a:lnTo>
                  <a:pt x="444665" y="42578"/>
                </a:lnTo>
                <a:lnTo>
                  <a:pt x="445195" y="42202"/>
                </a:lnTo>
                <a:lnTo>
                  <a:pt x="445739" y="41848"/>
                </a:lnTo>
                <a:lnTo>
                  <a:pt x="446298" y="41516"/>
                </a:lnTo>
                <a:lnTo>
                  <a:pt x="446871" y="41205"/>
                </a:lnTo>
                <a:lnTo>
                  <a:pt x="447458" y="40915"/>
                </a:lnTo>
                <a:lnTo>
                  <a:pt x="448059" y="40647"/>
                </a:lnTo>
                <a:lnTo>
                  <a:pt x="448675" y="40400"/>
                </a:lnTo>
                <a:lnTo>
                  <a:pt x="449305" y="40175"/>
                </a:lnTo>
                <a:lnTo>
                  <a:pt x="449949" y="39971"/>
                </a:lnTo>
                <a:lnTo>
                  <a:pt x="450608" y="39789"/>
                </a:lnTo>
                <a:lnTo>
                  <a:pt x="451281" y="39628"/>
                </a:lnTo>
                <a:lnTo>
                  <a:pt x="451968" y="39488"/>
                </a:lnTo>
                <a:lnTo>
                  <a:pt x="452670" y="39370"/>
                </a:lnTo>
                <a:lnTo>
                  <a:pt x="453386" y="39274"/>
                </a:lnTo>
                <a:lnTo>
                  <a:pt x="454116" y="39198"/>
                </a:lnTo>
                <a:lnTo>
                  <a:pt x="454861" y="39145"/>
                </a:lnTo>
                <a:lnTo>
                  <a:pt x="455619" y="39113"/>
                </a:lnTo>
                <a:lnTo>
                  <a:pt x="456393" y="39102"/>
                </a:lnTo>
                <a:lnTo>
                  <a:pt x="457152" y="39113"/>
                </a:lnTo>
                <a:lnTo>
                  <a:pt x="457898" y="39145"/>
                </a:lnTo>
                <a:lnTo>
                  <a:pt x="458630" y="39199"/>
                </a:lnTo>
                <a:lnTo>
                  <a:pt x="459347" y="39275"/>
                </a:lnTo>
                <a:lnTo>
                  <a:pt x="460050" y="39372"/>
                </a:lnTo>
                <a:lnTo>
                  <a:pt x="460739" y="39491"/>
                </a:lnTo>
                <a:lnTo>
                  <a:pt x="461414" y="39631"/>
                </a:lnTo>
                <a:lnTo>
                  <a:pt x="462075" y="39793"/>
                </a:lnTo>
                <a:lnTo>
                  <a:pt x="462721" y="39977"/>
                </a:lnTo>
                <a:lnTo>
                  <a:pt x="463354" y="40182"/>
                </a:lnTo>
                <a:lnTo>
                  <a:pt x="463972" y="40409"/>
                </a:lnTo>
                <a:lnTo>
                  <a:pt x="464576" y="40657"/>
                </a:lnTo>
                <a:lnTo>
                  <a:pt x="465166" y="40928"/>
                </a:lnTo>
                <a:lnTo>
                  <a:pt x="465741" y="41219"/>
                </a:lnTo>
                <a:lnTo>
                  <a:pt x="466303" y="41532"/>
                </a:lnTo>
                <a:lnTo>
                  <a:pt x="466850" y="41867"/>
                </a:lnTo>
                <a:lnTo>
                  <a:pt x="467383" y="42224"/>
                </a:lnTo>
                <a:lnTo>
                  <a:pt x="467902" y="42602"/>
                </a:lnTo>
                <a:lnTo>
                  <a:pt x="468407" y="43002"/>
                </a:lnTo>
                <a:lnTo>
                  <a:pt x="468898" y="43423"/>
                </a:lnTo>
                <a:lnTo>
                  <a:pt x="469374" y="43866"/>
                </a:lnTo>
                <a:lnTo>
                  <a:pt x="469836" y="44330"/>
                </a:lnTo>
                <a:lnTo>
                  <a:pt x="470285" y="44816"/>
                </a:lnTo>
                <a:lnTo>
                  <a:pt x="470719" y="45324"/>
                </a:lnTo>
                <a:lnTo>
                  <a:pt x="471137" y="45852"/>
                </a:lnTo>
                <a:lnTo>
                  <a:pt x="471538" y="46400"/>
                </a:lnTo>
                <a:lnTo>
                  <a:pt x="471923" y="46966"/>
                </a:lnTo>
                <a:lnTo>
                  <a:pt x="472290" y="47552"/>
                </a:lnTo>
                <a:lnTo>
                  <a:pt x="472641" y="48157"/>
                </a:lnTo>
                <a:lnTo>
                  <a:pt x="472974" y="48781"/>
                </a:lnTo>
                <a:lnTo>
                  <a:pt x="473291" y="49424"/>
                </a:lnTo>
                <a:lnTo>
                  <a:pt x="473591" y="50087"/>
                </a:lnTo>
                <a:lnTo>
                  <a:pt x="473874" y="50769"/>
                </a:lnTo>
                <a:lnTo>
                  <a:pt x="474139" y="51470"/>
                </a:lnTo>
                <a:lnTo>
                  <a:pt x="474388" y="52190"/>
                </a:lnTo>
                <a:lnTo>
                  <a:pt x="474620" y="52929"/>
                </a:lnTo>
                <a:lnTo>
                  <a:pt x="474835" y="53688"/>
                </a:lnTo>
                <a:lnTo>
                  <a:pt x="475033" y="54466"/>
                </a:lnTo>
                <a:lnTo>
                  <a:pt x="475214" y="55263"/>
                </a:lnTo>
                <a:lnTo>
                  <a:pt x="475378" y="56079"/>
                </a:lnTo>
                <a:lnTo>
                  <a:pt x="475525" y="56914"/>
                </a:lnTo>
                <a:lnTo>
                  <a:pt x="475656" y="57769"/>
                </a:lnTo>
                <a:lnTo>
                  <a:pt x="475769" y="58643"/>
                </a:lnTo>
                <a:lnTo>
                  <a:pt x="475865" y="59536"/>
                </a:lnTo>
                <a:lnTo>
                  <a:pt x="475944" y="60448"/>
                </a:lnTo>
                <a:lnTo>
                  <a:pt x="476007" y="61380"/>
                </a:lnTo>
                <a:lnTo>
                  <a:pt x="476052" y="62330"/>
                </a:lnTo>
                <a:lnTo>
                  <a:pt x="476081" y="63300"/>
                </a:lnTo>
                <a:lnTo>
                  <a:pt x="435584" y="63300"/>
                </a:lnTo>
                <a:lnTo>
                  <a:pt x="435671" y="62323"/>
                </a:lnTo>
                <a:lnTo>
                  <a:pt x="435774" y="61366"/>
                </a:lnTo>
                <a:lnTo>
                  <a:pt x="435891" y="60429"/>
                </a:lnTo>
                <a:close/>
                <a:moveTo>
                  <a:pt x="328393" y="111536"/>
                </a:moveTo>
                <a:lnTo>
                  <a:pt x="341759" y="111536"/>
                </a:lnTo>
                <a:lnTo>
                  <a:pt x="341759" y="30288"/>
                </a:lnTo>
                <a:lnTo>
                  <a:pt x="328393" y="30288"/>
                </a:lnTo>
                <a:lnTo>
                  <a:pt x="328393" y="111536"/>
                </a:lnTo>
                <a:close/>
                <a:moveTo>
                  <a:pt x="385930" y="97855"/>
                </a:moveTo>
                <a:lnTo>
                  <a:pt x="364081" y="30288"/>
                </a:lnTo>
                <a:lnTo>
                  <a:pt x="349996" y="30288"/>
                </a:lnTo>
                <a:lnTo>
                  <a:pt x="378567" y="111536"/>
                </a:lnTo>
                <a:lnTo>
                  <a:pt x="393294" y="111536"/>
                </a:lnTo>
                <a:lnTo>
                  <a:pt x="421545" y="30288"/>
                </a:lnTo>
                <a:lnTo>
                  <a:pt x="407940" y="30288"/>
                </a:lnTo>
                <a:lnTo>
                  <a:pt x="385930" y="97855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Datasets">
            <a:extLst xmlns:a="http://schemas.openxmlformats.org/drawingml/2006/main">
              <a:ext uri="{FF2B5EF4-FFF2-40B4-BE49-F238E27FC236}">
                <a16:creationId xmlns:a16="http://schemas.microsoft.com/office/drawing/2014/main" id="{F75D53EC-9DEC-489D-BA8E-B8885493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787" y="2962000"/>
            <a:ext cx="541306" cy="109293"/>
          </a:xfrm>
          <a:custGeom xmlns:a="http://schemas.openxmlformats.org/drawingml/2006/main">
            <a:pathLst>
              <a:path w="541306" h="109293">
                <a:moveTo>
                  <a:pt x="0" y="107851"/>
                </a:moveTo>
                <a:lnTo>
                  <a:pt x="0" y="0"/>
                </a:lnTo>
                <a:lnTo>
                  <a:pt x="34574" y="0"/>
                </a:lnTo>
                <a:cubicBezTo>
                  <a:pt x="45832" y="0"/>
                  <a:pt x="55436" y="2123"/>
                  <a:pt x="63386" y="6370"/>
                </a:cubicBezTo>
                <a:cubicBezTo>
                  <a:pt x="71336" y="10617"/>
                  <a:pt x="77405" y="16773"/>
                  <a:pt x="81594" y="24839"/>
                </a:cubicBezTo>
                <a:cubicBezTo>
                  <a:pt x="85782" y="32905"/>
                  <a:pt x="87876" y="42601"/>
                  <a:pt x="87876" y="53925"/>
                </a:cubicBezTo>
                <a:cubicBezTo>
                  <a:pt x="87876" y="65303"/>
                  <a:pt x="85769" y="75025"/>
                  <a:pt x="81554" y="83091"/>
                </a:cubicBezTo>
                <a:cubicBezTo>
                  <a:pt x="77339" y="91158"/>
                  <a:pt x="71270" y="97301"/>
                  <a:pt x="63346" y="101521"/>
                </a:cubicBezTo>
                <a:cubicBezTo>
                  <a:pt x="55423" y="105741"/>
                  <a:pt x="45832" y="107851"/>
                  <a:pt x="34574" y="107851"/>
                </a:cubicBezTo>
                <a:lnTo>
                  <a:pt x="0" y="107851"/>
                </a:lnTo>
                <a:moveTo>
                  <a:pt x="14406" y="95751"/>
                </a:moveTo>
                <a:lnTo>
                  <a:pt x="31373" y="95751"/>
                </a:lnTo>
                <a:cubicBezTo>
                  <a:pt x="40817" y="95751"/>
                  <a:pt x="48607" y="94242"/>
                  <a:pt x="54743" y="91224"/>
                </a:cubicBezTo>
                <a:cubicBezTo>
                  <a:pt x="60879" y="88206"/>
                  <a:pt x="65467" y="83586"/>
                  <a:pt x="68508" y="77362"/>
                </a:cubicBezTo>
                <a:cubicBezTo>
                  <a:pt x="71550" y="71139"/>
                  <a:pt x="73070" y="63300"/>
                  <a:pt x="73070" y="53845"/>
                </a:cubicBezTo>
                <a:cubicBezTo>
                  <a:pt x="73070" y="44444"/>
                  <a:pt x="71523" y="36658"/>
                  <a:pt x="68428" y="30488"/>
                </a:cubicBezTo>
                <a:cubicBezTo>
                  <a:pt x="65334" y="24318"/>
                  <a:pt x="60705" y="19711"/>
                  <a:pt x="54543" y="16666"/>
                </a:cubicBezTo>
                <a:cubicBezTo>
                  <a:pt x="48380" y="13622"/>
                  <a:pt x="40657" y="12099"/>
                  <a:pt x="31373" y="12099"/>
                </a:cubicBezTo>
                <a:lnTo>
                  <a:pt x="14406" y="12099"/>
                </a:lnTo>
                <a:lnTo>
                  <a:pt x="14406" y="95751"/>
                </a:lnTo>
                <a:close/>
                <a:moveTo>
                  <a:pt x="117704" y="109293"/>
                </a:moveTo>
                <a:cubicBezTo>
                  <a:pt x="113489" y="109293"/>
                  <a:pt x="109647" y="108437"/>
                  <a:pt x="106179" y="106726"/>
                </a:cubicBezTo>
                <a:cubicBezTo>
                  <a:pt x="102711" y="105014"/>
                  <a:pt x="99936" y="102446"/>
                  <a:pt x="97856" y="99024"/>
                </a:cubicBezTo>
                <a:cubicBezTo>
                  <a:pt x="95775" y="95600"/>
                  <a:pt x="94734" y="91349"/>
                  <a:pt x="94734" y="86269"/>
                </a:cubicBezTo>
                <a:cubicBezTo>
                  <a:pt x="94734" y="78982"/>
                  <a:pt x="96802" y="73462"/>
                  <a:pt x="100937" y="69708"/>
                </a:cubicBezTo>
                <a:cubicBezTo>
                  <a:pt x="105072" y="65954"/>
                  <a:pt x="110928" y="63414"/>
                  <a:pt x="118504" y="62088"/>
                </a:cubicBezTo>
                <a:cubicBezTo>
                  <a:pt x="126081" y="60763"/>
                  <a:pt x="134938" y="60045"/>
                  <a:pt x="145075" y="59935"/>
                </a:cubicBezTo>
                <a:lnTo>
                  <a:pt x="145075" y="53833"/>
                </a:lnTo>
                <a:cubicBezTo>
                  <a:pt x="145075" y="46670"/>
                  <a:pt x="143555" y="41756"/>
                  <a:pt x="140513" y="39092"/>
                </a:cubicBezTo>
                <a:cubicBezTo>
                  <a:pt x="137472" y="36428"/>
                  <a:pt x="133657" y="35096"/>
                  <a:pt x="129069" y="35096"/>
                </a:cubicBezTo>
                <a:cubicBezTo>
                  <a:pt x="124053" y="35096"/>
                  <a:pt x="119838" y="36504"/>
                  <a:pt x="116423" y="39320"/>
                </a:cubicBezTo>
                <a:cubicBezTo>
                  <a:pt x="113009" y="42136"/>
                  <a:pt x="111301" y="46644"/>
                  <a:pt x="111301" y="52844"/>
                </a:cubicBezTo>
                <a:lnTo>
                  <a:pt x="98336" y="52844"/>
                </a:lnTo>
                <a:cubicBezTo>
                  <a:pt x="98336" y="46283"/>
                  <a:pt x="99656" y="40961"/>
                  <a:pt x="102297" y="36876"/>
                </a:cubicBezTo>
                <a:cubicBezTo>
                  <a:pt x="104939" y="32789"/>
                  <a:pt x="108580" y="29816"/>
                  <a:pt x="113222" y="27954"/>
                </a:cubicBezTo>
                <a:cubicBezTo>
                  <a:pt x="117864" y="26091"/>
                  <a:pt x="123146" y="25160"/>
                  <a:pt x="129069" y="25160"/>
                </a:cubicBezTo>
                <a:cubicBezTo>
                  <a:pt x="132803" y="25160"/>
                  <a:pt x="136405" y="25550"/>
                  <a:pt x="139873" y="26329"/>
                </a:cubicBezTo>
                <a:cubicBezTo>
                  <a:pt x="143341" y="27107"/>
                  <a:pt x="146462" y="28525"/>
                  <a:pt x="149237" y="30583"/>
                </a:cubicBezTo>
                <a:cubicBezTo>
                  <a:pt x="152011" y="32642"/>
                  <a:pt x="154199" y="35520"/>
                  <a:pt x="155800" y="39220"/>
                </a:cubicBezTo>
                <a:cubicBezTo>
                  <a:pt x="157400" y="42919"/>
                  <a:pt x="158201" y="47689"/>
                  <a:pt x="158201" y="53530"/>
                </a:cubicBezTo>
                <a:lnTo>
                  <a:pt x="158201" y="107851"/>
                </a:lnTo>
                <a:lnTo>
                  <a:pt x="145876" y="107851"/>
                </a:lnTo>
                <a:lnTo>
                  <a:pt x="145395" y="96473"/>
                </a:lnTo>
                <a:cubicBezTo>
                  <a:pt x="141981" y="100426"/>
                  <a:pt x="138006" y="103550"/>
                  <a:pt x="133470" y="105847"/>
                </a:cubicBezTo>
                <a:cubicBezTo>
                  <a:pt x="128935" y="108144"/>
                  <a:pt x="123680" y="109293"/>
                  <a:pt x="117704" y="109293"/>
                </a:cubicBezTo>
                <a:moveTo>
                  <a:pt x="121225" y="99037"/>
                </a:moveTo>
                <a:cubicBezTo>
                  <a:pt x="126294" y="99037"/>
                  <a:pt x="130829" y="97783"/>
                  <a:pt x="134831" y="95276"/>
                </a:cubicBezTo>
                <a:cubicBezTo>
                  <a:pt x="138833" y="92768"/>
                  <a:pt x="142221" y="89486"/>
                  <a:pt x="144995" y="85428"/>
                </a:cubicBezTo>
                <a:lnTo>
                  <a:pt x="144995" y="68268"/>
                </a:lnTo>
                <a:cubicBezTo>
                  <a:pt x="131816" y="68437"/>
                  <a:pt x="122372" y="69860"/>
                  <a:pt x="116663" y="72537"/>
                </a:cubicBezTo>
                <a:cubicBezTo>
                  <a:pt x="110954" y="75213"/>
                  <a:pt x="108100" y="79623"/>
                  <a:pt x="108100" y="85766"/>
                </a:cubicBezTo>
                <a:cubicBezTo>
                  <a:pt x="108100" y="89824"/>
                  <a:pt x="109194" y="93051"/>
                  <a:pt x="111381" y="95446"/>
                </a:cubicBezTo>
                <a:cubicBezTo>
                  <a:pt x="113569" y="97840"/>
                  <a:pt x="116850" y="99037"/>
                  <a:pt x="121225" y="99037"/>
                </a:cubicBezTo>
                <a:close/>
                <a:moveTo>
                  <a:pt x="198439" y="107851"/>
                </a:moveTo>
                <a:cubicBezTo>
                  <a:pt x="192196" y="107851"/>
                  <a:pt x="187381" y="106801"/>
                  <a:pt x="183993" y="104703"/>
                </a:cubicBezTo>
                <a:cubicBezTo>
                  <a:pt x="180605" y="102605"/>
                  <a:pt x="178284" y="99583"/>
                  <a:pt x="177030" y="95636"/>
                </a:cubicBezTo>
                <a:cubicBezTo>
                  <a:pt x="175776" y="91690"/>
                  <a:pt x="175149" y="86947"/>
                  <a:pt x="175149" y="81406"/>
                </a:cubicBezTo>
                <a:lnTo>
                  <a:pt x="175149" y="37419"/>
                </a:lnTo>
                <a:lnTo>
                  <a:pt x="162184" y="37419"/>
                </a:lnTo>
                <a:lnTo>
                  <a:pt x="162184" y="26602"/>
                </a:lnTo>
                <a:lnTo>
                  <a:pt x="175149" y="26602"/>
                </a:lnTo>
                <a:lnTo>
                  <a:pt x="175149" y="8734"/>
                </a:lnTo>
                <a:lnTo>
                  <a:pt x="188515" y="8734"/>
                </a:lnTo>
                <a:lnTo>
                  <a:pt x="188515" y="26602"/>
                </a:lnTo>
                <a:lnTo>
                  <a:pt x="207803" y="26602"/>
                </a:lnTo>
                <a:lnTo>
                  <a:pt x="207803" y="37419"/>
                </a:lnTo>
                <a:lnTo>
                  <a:pt x="188515" y="37419"/>
                </a:lnTo>
                <a:lnTo>
                  <a:pt x="188515" y="81118"/>
                </a:lnTo>
                <a:cubicBezTo>
                  <a:pt x="188515" y="86255"/>
                  <a:pt x="189142" y="90179"/>
                  <a:pt x="190396" y="92889"/>
                </a:cubicBezTo>
                <a:cubicBezTo>
                  <a:pt x="191650" y="95599"/>
                  <a:pt x="194624" y="96953"/>
                  <a:pt x="199319" y="96953"/>
                </a:cubicBezTo>
                <a:lnTo>
                  <a:pt x="207803" y="96953"/>
                </a:lnTo>
                <a:lnTo>
                  <a:pt x="207803" y="107851"/>
                </a:lnTo>
                <a:lnTo>
                  <a:pt x="198439" y="107851"/>
                </a:lnTo>
                <a:close/>
                <a:moveTo>
                  <a:pt x="236603" y="109293"/>
                </a:moveTo>
                <a:cubicBezTo>
                  <a:pt x="232388" y="109293"/>
                  <a:pt x="228546" y="108437"/>
                  <a:pt x="225078" y="106726"/>
                </a:cubicBezTo>
                <a:cubicBezTo>
                  <a:pt x="221610" y="105014"/>
                  <a:pt x="218836" y="102446"/>
                  <a:pt x="216755" y="99024"/>
                </a:cubicBezTo>
                <a:cubicBezTo>
                  <a:pt x="214674" y="95600"/>
                  <a:pt x="213633" y="91349"/>
                  <a:pt x="213633" y="86269"/>
                </a:cubicBezTo>
                <a:cubicBezTo>
                  <a:pt x="213633" y="78982"/>
                  <a:pt x="215701" y="73462"/>
                  <a:pt x="219836" y="69708"/>
                </a:cubicBezTo>
                <a:cubicBezTo>
                  <a:pt x="223971" y="65954"/>
                  <a:pt x="229827" y="63414"/>
                  <a:pt x="237403" y="62088"/>
                </a:cubicBezTo>
                <a:cubicBezTo>
                  <a:pt x="244980" y="60763"/>
                  <a:pt x="253837" y="60045"/>
                  <a:pt x="263974" y="59935"/>
                </a:cubicBezTo>
                <a:lnTo>
                  <a:pt x="263974" y="53833"/>
                </a:lnTo>
                <a:cubicBezTo>
                  <a:pt x="263974" y="46670"/>
                  <a:pt x="262454" y="41756"/>
                  <a:pt x="259412" y="39092"/>
                </a:cubicBezTo>
                <a:cubicBezTo>
                  <a:pt x="256371" y="36428"/>
                  <a:pt x="252556" y="35096"/>
                  <a:pt x="247968" y="35096"/>
                </a:cubicBezTo>
                <a:cubicBezTo>
                  <a:pt x="242952" y="35096"/>
                  <a:pt x="238737" y="36504"/>
                  <a:pt x="235322" y="39320"/>
                </a:cubicBezTo>
                <a:cubicBezTo>
                  <a:pt x="231908" y="42136"/>
                  <a:pt x="230200" y="46644"/>
                  <a:pt x="230200" y="52844"/>
                </a:cubicBezTo>
                <a:lnTo>
                  <a:pt x="217235" y="52844"/>
                </a:lnTo>
                <a:cubicBezTo>
                  <a:pt x="217235" y="46283"/>
                  <a:pt x="218555" y="40961"/>
                  <a:pt x="221197" y="36876"/>
                </a:cubicBezTo>
                <a:cubicBezTo>
                  <a:pt x="223838" y="32789"/>
                  <a:pt x="227479" y="29816"/>
                  <a:pt x="232121" y="27954"/>
                </a:cubicBezTo>
                <a:cubicBezTo>
                  <a:pt x="236763" y="26091"/>
                  <a:pt x="242045" y="25160"/>
                  <a:pt x="247968" y="25160"/>
                </a:cubicBezTo>
                <a:cubicBezTo>
                  <a:pt x="251703" y="25160"/>
                  <a:pt x="255304" y="25550"/>
                  <a:pt x="258772" y="26329"/>
                </a:cubicBezTo>
                <a:cubicBezTo>
                  <a:pt x="262240" y="27107"/>
                  <a:pt x="265362" y="28525"/>
                  <a:pt x="268136" y="30583"/>
                </a:cubicBezTo>
                <a:cubicBezTo>
                  <a:pt x="270911" y="32642"/>
                  <a:pt x="273098" y="35520"/>
                  <a:pt x="274699" y="39220"/>
                </a:cubicBezTo>
                <a:cubicBezTo>
                  <a:pt x="276299" y="42919"/>
                  <a:pt x="277100" y="47689"/>
                  <a:pt x="277100" y="53530"/>
                </a:cubicBezTo>
                <a:lnTo>
                  <a:pt x="277100" y="107851"/>
                </a:lnTo>
                <a:lnTo>
                  <a:pt x="264775" y="107851"/>
                </a:lnTo>
                <a:lnTo>
                  <a:pt x="264294" y="96473"/>
                </a:lnTo>
                <a:cubicBezTo>
                  <a:pt x="260880" y="100426"/>
                  <a:pt x="256905" y="103550"/>
                  <a:pt x="252370" y="105847"/>
                </a:cubicBezTo>
                <a:cubicBezTo>
                  <a:pt x="247834" y="108144"/>
                  <a:pt x="242579" y="109293"/>
                  <a:pt x="236603" y="109293"/>
                </a:cubicBezTo>
                <a:moveTo>
                  <a:pt x="240124" y="99037"/>
                </a:moveTo>
                <a:cubicBezTo>
                  <a:pt x="245193" y="99037"/>
                  <a:pt x="249728" y="97783"/>
                  <a:pt x="253730" y="95276"/>
                </a:cubicBezTo>
                <a:cubicBezTo>
                  <a:pt x="257732" y="92768"/>
                  <a:pt x="261120" y="89486"/>
                  <a:pt x="263894" y="85428"/>
                </a:cubicBezTo>
                <a:lnTo>
                  <a:pt x="263894" y="68268"/>
                </a:lnTo>
                <a:cubicBezTo>
                  <a:pt x="250715" y="68437"/>
                  <a:pt x="241272" y="69860"/>
                  <a:pt x="235563" y="72537"/>
                </a:cubicBezTo>
                <a:cubicBezTo>
                  <a:pt x="229854" y="75213"/>
                  <a:pt x="226999" y="79623"/>
                  <a:pt x="226999" y="85766"/>
                </a:cubicBezTo>
                <a:cubicBezTo>
                  <a:pt x="226999" y="89824"/>
                  <a:pt x="228093" y="93051"/>
                  <a:pt x="230280" y="95446"/>
                </a:cubicBezTo>
                <a:cubicBezTo>
                  <a:pt x="232468" y="97840"/>
                  <a:pt x="235749" y="99037"/>
                  <a:pt x="240124" y="99037"/>
                </a:cubicBezTo>
                <a:close/>
                <a:moveTo>
                  <a:pt x="318379" y="109293"/>
                </a:moveTo>
                <a:cubicBezTo>
                  <a:pt x="313950" y="109293"/>
                  <a:pt x="309775" y="108802"/>
                  <a:pt x="305853" y="107821"/>
                </a:cubicBezTo>
                <a:cubicBezTo>
                  <a:pt x="301932" y="106839"/>
                  <a:pt x="298477" y="105255"/>
                  <a:pt x="295489" y="103068"/>
                </a:cubicBezTo>
                <a:cubicBezTo>
                  <a:pt x="292501" y="100880"/>
                  <a:pt x="290167" y="98047"/>
                  <a:pt x="288486" y="94570"/>
                </a:cubicBezTo>
                <a:cubicBezTo>
                  <a:pt x="286806" y="91092"/>
                  <a:pt x="285965" y="86857"/>
                  <a:pt x="285965" y="81865"/>
                </a:cubicBezTo>
                <a:lnTo>
                  <a:pt x="298851" y="81865"/>
                </a:lnTo>
                <a:cubicBezTo>
                  <a:pt x="298851" y="88330"/>
                  <a:pt x="300745" y="92862"/>
                  <a:pt x="304533" y="95461"/>
                </a:cubicBezTo>
                <a:cubicBezTo>
                  <a:pt x="308321" y="98058"/>
                  <a:pt x="313043" y="99357"/>
                  <a:pt x="318699" y="99357"/>
                </a:cubicBezTo>
                <a:cubicBezTo>
                  <a:pt x="323767" y="99357"/>
                  <a:pt x="327943" y="98323"/>
                  <a:pt x="331224" y="96255"/>
                </a:cubicBezTo>
                <a:cubicBezTo>
                  <a:pt x="334505" y="94187"/>
                  <a:pt x="336146" y="90792"/>
                  <a:pt x="336146" y="86071"/>
                </a:cubicBezTo>
                <a:cubicBezTo>
                  <a:pt x="336146" y="82033"/>
                  <a:pt x="334665" y="79061"/>
                  <a:pt x="331704" y="77155"/>
                </a:cubicBezTo>
                <a:cubicBezTo>
                  <a:pt x="328743" y="75247"/>
                  <a:pt x="323501" y="73311"/>
                  <a:pt x="315978" y="71348"/>
                </a:cubicBezTo>
                <a:cubicBezTo>
                  <a:pt x="309895" y="69834"/>
                  <a:pt x="304800" y="68081"/>
                  <a:pt x="300691" y="66090"/>
                </a:cubicBezTo>
                <a:cubicBezTo>
                  <a:pt x="296583" y="64098"/>
                  <a:pt x="293488" y="61574"/>
                  <a:pt x="291407" y="58518"/>
                </a:cubicBezTo>
                <a:cubicBezTo>
                  <a:pt x="289327" y="55461"/>
                  <a:pt x="288286" y="51605"/>
                  <a:pt x="288286" y="46949"/>
                </a:cubicBezTo>
                <a:cubicBezTo>
                  <a:pt x="288286" y="43360"/>
                  <a:pt x="289020" y="40206"/>
                  <a:pt x="290487" y="37487"/>
                </a:cubicBezTo>
                <a:cubicBezTo>
                  <a:pt x="291954" y="34766"/>
                  <a:pt x="294009" y="32494"/>
                  <a:pt x="296650" y="30671"/>
                </a:cubicBezTo>
                <a:cubicBezTo>
                  <a:pt x="299291" y="28848"/>
                  <a:pt x="302385" y="27474"/>
                  <a:pt x="305933" y="26550"/>
                </a:cubicBezTo>
                <a:cubicBezTo>
                  <a:pt x="309482" y="25623"/>
                  <a:pt x="313337" y="25160"/>
                  <a:pt x="317498" y="25160"/>
                </a:cubicBezTo>
                <a:cubicBezTo>
                  <a:pt x="321607" y="25160"/>
                  <a:pt x="325462" y="25665"/>
                  <a:pt x="329063" y="26675"/>
                </a:cubicBezTo>
                <a:cubicBezTo>
                  <a:pt x="332665" y="27685"/>
                  <a:pt x="335853" y="29241"/>
                  <a:pt x="338627" y="31345"/>
                </a:cubicBezTo>
                <a:cubicBezTo>
                  <a:pt x="341401" y="33448"/>
                  <a:pt x="343576" y="36168"/>
                  <a:pt x="345150" y="39505"/>
                </a:cubicBezTo>
                <a:cubicBezTo>
                  <a:pt x="346724" y="42842"/>
                  <a:pt x="347511" y="46810"/>
                  <a:pt x="347511" y="51409"/>
                </a:cubicBezTo>
                <a:lnTo>
                  <a:pt x="334545" y="51409"/>
                </a:lnTo>
                <a:cubicBezTo>
                  <a:pt x="334545" y="45561"/>
                  <a:pt x="332905" y="41407"/>
                  <a:pt x="329623" y="38947"/>
                </a:cubicBezTo>
                <a:cubicBezTo>
                  <a:pt x="326342" y="36486"/>
                  <a:pt x="322300" y="35256"/>
                  <a:pt x="317498" y="35256"/>
                </a:cubicBezTo>
                <a:cubicBezTo>
                  <a:pt x="312696" y="35256"/>
                  <a:pt x="308801" y="36166"/>
                  <a:pt x="305813" y="37988"/>
                </a:cubicBezTo>
                <a:cubicBezTo>
                  <a:pt x="302825" y="39807"/>
                  <a:pt x="301332" y="42654"/>
                  <a:pt x="301332" y="46529"/>
                </a:cubicBezTo>
                <a:cubicBezTo>
                  <a:pt x="301332" y="48715"/>
                  <a:pt x="301998" y="50567"/>
                  <a:pt x="303332" y="52082"/>
                </a:cubicBezTo>
                <a:cubicBezTo>
                  <a:pt x="304666" y="53596"/>
                  <a:pt x="306907" y="54957"/>
                  <a:pt x="310055" y="56164"/>
                </a:cubicBezTo>
                <a:cubicBezTo>
                  <a:pt x="313203" y="57369"/>
                  <a:pt x="317418" y="58644"/>
                  <a:pt x="322700" y="59990"/>
                </a:cubicBezTo>
                <a:cubicBezTo>
                  <a:pt x="328569" y="61449"/>
                  <a:pt x="333465" y="63188"/>
                  <a:pt x="337386" y="65208"/>
                </a:cubicBezTo>
                <a:cubicBezTo>
                  <a:pt x="341308" y="67226"/>
                  <a:pt x="344269" y="69835"/>
                  <a:pt x="346270" y="73033"/>
                </a:cubicBezTo>
                <a:cubicBezTo>
                  <a:pt x="348271" y="76230"/>
                  <a:pt x="349271" y="80352"/>
                  <a:pt x="349271" y="85400"/>
                </a:cubicBezTo>
                <a:cubicBezTo>
                  <a:pt x="349271" y="89550"/>
                  <a:pt x="348498" y="93140"/>
                  <a:pt x="346950" y="96170"/>
                </a:cubicBezTo>
                <a:cubicBezTo>
                  <a:pt x="345403" y="99198"/>
                  <a:pt x="343229" y="101679"/>
                  <a:pt x="340428" y="103614"/>
                </a:cubicBezTo>
                <a:cubicBezTo>
                  <a:pt x="337627" y="105549"/>
                  <a:pt x="334345" y="106978"/>
                  <a:pt x="330584" y="107903"/>
                </a:cubicBezTo>
                <a:cubicBezTo>
                  <a:pt x="326822" y="108830"/>
                  <a:pt x="322754" y="109293"/>
                  <a:pt x="318379" y="109293"/>
                </a:cubicBezTo>
                <a:close/>
                <a:moveTo>
                  <a:pt x="392729" y="109293"/>
                </a:moveTo>
                <a:cubicBezTo>
                  <a:pt x="384619" y="109293"/>
                  <a:pt x="377923" y="107445"/>
                  <a:pt x="372641" y="103749"/>
                </a:cubicBezTo>
                <a:cubicBezTo>
                  <a:pt x="367359" y="100052"/>
                  <a:pt x="363424" y="95020"/>
                  <a:pt x="360836" y="88655"/>
                </a:cubicBezTo>
                <a:cubicBezTo>
                  <a:pt x="358248" y="82290"/>
                  <a:pt x="356955" y="75133"/>
                  <a:pt x="356955" y="67184"/>
                </a:cubicBezTo>
                <a:cubicBezTo>
                  <a:pt x="356955" y="58902"/>
                  <a:pt x="358208" y="51607"/>
                  <a:pt x="360716" y="45297"/>
                </a:cubicBezTo>
                <a:cubicBezTo>
                  <a:pt x="363224" y="38987"/>
                  <a:pt x="367025" y="34053"/>
                  <a:pt x="372121" y="30496"/>
                </a:cubicBezTo>
                <a:cubicBezTo>
                  <a:pt x="377216" y="26938"/>
                  <a:pt x="383606" y="25160"/>
                  <a:pt x="391289" y="25160"/>
                </a:cubicBezTo>
                <a:cubicBezTo>
                  <a:pt x="401586" y="25160"/>
                  <a:pt x="409643" y="28498"/>
                  <a:pt x="415459" y="35176"/>
                </a:cubicBezTo>
                <a:cubicBezTo>
                  <a:pt x="421274" y="41851"/>
                  <a:pt x="424182" y="51448"/>
                  <a:pt x="424182" y="63966"/>
                </a:cubicBezTo>
                <a:cubicBezTo>
                  <a:pt x="424182" y="64801"/>
                  <a:pt x="424169" y="65788"/>
                  <a:pt x="424142" y="66928"/>
                </a:cubicBezTo>
                <a:cubicBezTo>
                  <a:pt x="424116" y="68069"/>
                  <a:pt x="424049" y="68889"/>
                  <a:pt x="423942" y="69390"/>
                </a:cubicBezTo>
                <a:lnTo>
                  <a:pt x="370400" y="69390"/>
                </a:lnTo>
                <a:cubicBezTo>
                  <a:pt x="370453" y="74740"/>
                  <a:pt x="371227" y="79654"/>
                  <a:pt x="372721" y="84131"/>
                </a:cubicBezTo>
                <a:cubicBezTo>
                  <a:pt x="374215" y="88608"/>
                  <a:pt x="376603" y="92198"/>
                  <a:pt x="379884" y="94903"/>
                </a:cubicBezTo>
                <a:cubicBezTo>
                  <a:pt x="383165" y="97605"/>
                  <a:pt x="387447" y="98957"/>
                  <a:pt x="392729" y="98957"/>
                </a:cubicBezTo>
                <a:cubicBezTo>
                  <a:pt x="398438" y="98957"/>
                  <a:pt x="402880" y="97463"/>
                  <a:pt x="406055" y="94477"/>
                </a:cubicBezTo>
                <a:cubicBezTo>
                  <a:pt x="409230" y="91491"/>
                  <a:pt x="410897" y="87182"/>
                  <a:pt x="411057" y="81552"/>
                </a:cubicBezTo>
                <a:lnTo>
                  <a:pt x="424262" y="81552"/>
                </a:lnTo>
                <a:cubicBezTo>
                  <a:pt x="424102" y="87272"/>
                  <a:pt x="422728" y="92202"/>
                  <a:pt x="420141" y="96340"/>
                </a:cubicBezTo>
                <a:cubicBezTo>
                  <a:pt x="417553" y="100476"/>
                  <a:pt x="413938" y="103670"/>
                  <a:pt x="409296" y="105920"/>
                </a:cubicBezTo>
                <a:cubicBezTo>
                  <a:pt x="404654" y="108169"/>
                  <a:pt x="399132" y="109293"/>
                  <a:pt x="392729" y="109293"/>
                </a:cubicBezTo>
                <a:moveTo>
                  <a:pt x="370480" y="59614"/>
                </a:moveTo>
                <a:lnTo>
                  <a:pt x="410977" y="59614"/>
                </a:lnTo>
                <a:cubicBezTo>
                  <a:pt x="410817" y="51779"/>
                  <a:pt x="409029" y="45787"/>
                  <a:pt x="405615" y="41638"/>
                </a:cubicBezTo>
                <a:cubicBezTo>
                  <a:pt x="402200" y="37490"/>
                  <a:pt x="397425" y="35416"/>
                  <a:pt x="391289" y="35416"/>
                </a:cubicBezTo>
                <a:cubicBezTo>
                  <a:pt x="385046" y="35416"/>
                  <a:pt x="380177" y="37476"/>
                  <a:pt x="376683" y="41596"/>
                </a:cubicBezTo>
                <a:cubicBezTo>
                  <a:pt x="373188" y="45716"/>
                  <a:pt x="371120" y="51722"/>
                  <a:pt x="370480" y="59614"/>
                </a:cubicBezTo>
                <a:close/>
                <a:moveTo>
                  <a:pt x="463445" y="107851"/>
                </a:moveTo>
                <a:cubicBezTo>
                  <a:pt x="457203" y="107851"/>
                  <a:pt x="452387" y="106801"/>
                  <a:pt x="448999" y="104703"/>
                </a:cubicBezTo>
                <a:cubicBezTo>
                  <a:pt x="445611" y="102605"/>
                  <a:pt x="443290" y="99583"/>
                  <a:pt x="442036" y="95636"/>
                </a:cubicBezTo>
                <a:cubicBezTo>
                  <a:pt x="440783" y="91690"/>
                  <a:pt x="440156" y="86947"/>
                  <a:pt x="440156" y="81406"/>
                </a:cubicBezTo>
                <a:lnTo>
                  <a:pt x="440156" y="37419"/>
                </a:lnTo>
                <a:lnTo>
                  <a:pt x="427190" y="37419"/>
                </a:lnTo>
                <a:lnTo>
                  <a:pt x="427190" y="26602"/>
                </a:lnTo>
                <a:lnTo>
                  <a:pt x="440156" y="26602"/>
                </a:lnTo>
                <a:lnTo>
                  <a:pt x="440156" y="8734"/>
                </a:lnTo>
                <a:lnTo>
                  <a:pt x="453521" y="8734"/>
                </a:lnTo>
                <a:lnTo>
                  <a:pt x="453521" y="26602"/>
                </a:lnTo>
                <a:lnTo>
                  <a:pt x="472809" y="26602"/>
                </a:lnTo>
                <a:lnTo>
                  <a:pt x="472809" y="37419"/>
                </a:lnTo>
                <a:lnTo>
                  <a:pt x="453521" y="37419"/>
                </a:lnTo>
                <a:lnTo>
                  <a:pt x="453521" y="81118"/>
                </a:lnTo>
                <a:cubicBezTo>
                  <a:pt x="453521" y="86255"/>
                  <a:pt x="454148" y="90179"/>
                  <a:pt x="455402" y="92889"/>
                </a:cubicBezTo>
                <a:cubicBezTo>
                  <a:pt x="456656" y="95599"/>
                  <a:pt x="459630" y="96953"/>
                  <a:pt x="464326" y="96953"/>
                </a:cubicBezTo>
                <a:lnTo>
                  <a:pt x="472809" y="96953"/>
                </a:lnTo>
                <a:lnTo>
                  <a:pt x="472809" y="107851"/>
                </a:lnTo>
                <a:lnTo>
                  <a:pt x="463445" y="107851"/>
                </a:lnTo>
                <a:close/>
                <a:moveTo>
                  <a:pt x="510413" y="109293"/>
                </a:moveTo>
                <a:cubicBezTo>
                  <a:pt x="505985" y="109293"/>
                  <a:pt x="501810" y="108802"/>
                  <a:pt x="497888" y="107821"/>
                </a:cubicBezTo>
                <a:cubicBezTo>
                  <a:pt x="493966" y="106839"/>
                  <a:pt x="490512" y="105255"/>
                  <a:pt x="487524" y="103068"/>
                </a:cubicBezTo>
                <a:cubicBezTo>
                  <a:pt x="484536" y="100880"/>
                  <a:pt x="482201" y="98047"/>
                  <a:pt x="480521" y="94570"/>
                </a:cubicBezTo>
                <a:cubicBezTo>
                  <a:pt x="478840" y="91092"/>
                  <a:pt x="478000" y="86857"/>
                  <a:pt x="478000" y="81865"/>
                </a:cubicBezTo>
                <a:lnTo>
                  <a:pt x="490885" y="81865"/>
                </a:lnTo>
                <a:cubicBezTo>
                  <a:pt x="490885" y="88330"/>
                  <a:pt x="492779" y="92862"/>
                  <a:pt x="496567" y="95461"/>
                </a:cubicBezTo>
                <a:cubicBezTo>
                  <a:pt x="500356" y="98058"/>
                  <a:pt x="505078" y="99357"/>
                  <a:pt x="510733" y="99357"/>
                </a:cubicBezTo>
                <a:cubicBezTo>
                  <a:pt x="515802" y="99357"/>
                  <a:pt x="519977" y="98323"/>
                  <a:pt x="523258" y="96255"/>
                </a:cubicBezTo>
                <a:cubicBezTo>
                  <a:pt x="526540" y="94187"/>
                  <a:pt x="528181" y="90792"/>
                  <a:pt x="528181" y="86071"/>
                </a:cubicBezTo>
                <a:cubicBezTo>
                  <a:pt x="528181" y="82033"/>
                  <a:pt x="526700" y="79061"/>
                  <a:pt x="523739" y="77155"/>
                </a:cubicBezTo>
                <a:cubicBezTo>
                  <a:pt x="520777" y="75247"/>
                  <a:pt x="515535" y="73311"/>
                  <a:pt x="508012" y="71348"/>
                </a:cubicBezTo>
                <a:cubicBezTo>
                  <a:pt x="501930" y="69834"/>
                  <a:pt x="496834" y="68081"/>
                  <a:pt x="492726" y="66090"/>
                </a:cubicBezTo>
                <a:cubicBezTo>
                  <a:pt x="488617" y="64098"/>
                  <a:pt x="485523" y="61574"/>
                  <a:pt x="483442" y="58518"/>
                </a:cubicBezTo>
                <a:cubicBezTo>
                  <a:pt x="481361" y="55461"/>
                  <a:pt x="480321" y="51605"/>
                  <a:pt x="480321" y="46949"/>
                </a:cubicBezTo>
                <a:cubicBezTo>
                  <a:pt x="480321" y="43360"/>
                  <a:pt x="481054" y="40206"/>
                  <a:pt x="482522" y="37487"/>
                </a:cubicBezTo>
                <a:cubicBezTo>
                  <a:pt x="483989" y="34766"/>
                  <a:pt x="486043" y="32494"/>
                  <a:pt x="488684" y="30671"/>
                </a:cubicBezTo>
                <a:cubicBezTo>
                  <a:pt x="491325" y="28848"/>
                  <a:pt x="494420" y="27474"/>
                  <a:pt x="497968" y="26550"/>
                </a:cubicBezTo>
                <a:cubicBezTo>
                  <a:pt x="501516" y="25623"/>
                  <a:pt x="505371" y="25160"/>
                  <a:pt x="509533" y="25160"/>
                </a:cubicBezTo>
                <a:cubicBezTo>
                  <a:pt x="513641" y="25160"/>
                  <a:pt x="517496" y="25665"/>
                  <a:pt x="521098" y="26675"/>
                </a:cubicBezTo>
                <a:cubicBezTo>
                  <a:pt x="524699" y="27685"/>
                  <a:pt x="527887" y="29241"/>
                  <a:pt x="530662" y="31345"/>
                </a:cubicBezTo>
                <a:cubicBezTo>
                  <a:pt x="533436" y="33448"/>
                  <a:pt x="535610" y="36168"/>
                  <a:pt x="537184" y="39505"/>
                </a:cubicBezTo>
                <a:cubicBezTo>
                  <a:pt x="538758" y="42842"/>
                  <a:pt x="539545" y="46810"/>
                  <a:pt x="539545" y="51409"/>
                </a:cubicBezTo>
                <a:lnTo>
                  <a:pt x="526580" y="51409"/>
                </a:lnTo>
                <a:cubicBezTo>
                  <a:pt x="526580" y="45561"/>
                  <a:pt x="524939" y="41407"/>
                  <a:pt x="521658" y="38947"/>
                </a:cubicBezTo>
                <a:cubicBezTo>
                  <a:pt x="518376" y="36486"/>
                  <a:pt x="514335" y="35256"/>
                  <a:pt x="509533" y="35256"/>
                </a:cubicBezTo>
                <a:cubicBezTo>
                  <a:pt x="504731" y="35256"/>
                  <a:pt x="500836" y="36166"/>
                  <a:pt x="497848" y="37988"/>
                </a:cubicBezTo>
                <a:cubicBezTo>
                  <a:pt x="494860" y="39807"/>
                  <a:pt x="493366" y="42654"/>
                  <a:pt x="493366" y="46529"/>
                </a:cubicBezTo>
                <a:cubicBezTo>
                  <a:pt x="493366" y="48715"/>
                  <a:pt x="494033" y="50567"/>
                  <a:pt x="495367" y="52082"/>
                </a:cubicBezTo>
                <a:cubicBezTo>
                  <a:pt x="496701" y="53596"/>
                  <a:pt x="498942" y="54957"/>
                  <a:pt x="502090" y="56164"/>
                </a:cubicBezTo>
                <a:cubicBezTo>
                  <a:pt x="505238" y="57369"/>
                  <a:pt x="509453" y="58644"/>
                  <a:pt x="514735" y="59990"/>
                </a:cubicBezTo>
                <a:cubicBezTo>
                  <a:pt x="520604" y="61449"/>
                  <a:pt x="525499" y="63188"/>
                  <a:pt x="529421" y="65208"/>
                </a:cubicBezTo>
                <a:cubicBezTo>
                  <a:pt x="533343" y="67226"/>
                  <a:pt x="536304" y="69835"/>
                  <a:pt x="538305" y="73033"/>
                </a:cubicBezTo>
                <a:cubicBezTo>
                  <a:pt x="540306" y="76230"/>
                  <a:pt x="541306" y="80352"/>
                  <a:pt x="541306" y="85400"/>
                </a:cubicBezTo>
                <a:cubicBezTo>
                  <a:pt x="541306" y="89550"/>
                  <a:pt x="540532" y="93140"/>
                  <a:pt x="538985" y="96170"/>
                </a:cubicBezTo>
                <a:cubicBezTo>
                  <a:pt x="537438" y="99198"/>
                  <a:pt x="535263" y="101679"/>
                  <a:pt x="532462" y="103614"/>
                </a:cubicBezTo>
                <a:cubicBezTo>
                  <a:pt x="529661" y="105549"/>
                  <a:pt x="526380" y="106978"/>
                  <a:pt x="522618" y="107903"/>
                </a:cubicBezTo>
                <a:cubicBezTo>
                  <a:pt x="518857" y="108830"/>
                  <a:pt x="514788" y="109293"/>
                  <a:pt x="510413" y="109293"/>
                </a:cubicBez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2FD6CE-F2AC-4236-9DFB-1AE55CE8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9454" y="307884"/>
            <a:ext cx="2048873" cy="1107150"/>
          </a:xfrm>
          <a:custGeom xmlns:a="http://schemas.openxmlformats.org/drawingml/2006/main">
            <a:pathLst>
              <a:path w="2048873" h="1107150" fill="none">
                <a:moveTo>
                  <a:pt x="0" y="0"/>
                </a:moveTo>
                <a:lnTo>
                  <a:pt x="2048873" y="0"/>
                </a:lnTo>
                <a:lnTo>
                  <a:pt x="2048873" y="1107150"/>
                </a:lnTo>
                <a:lnTo>
                  <a:pt x="0" y="110715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639" cap="flat">
            <a:solidFill>
              <a:srgbClr val="000000"/>
            </a:solidFill>
            <a:miter/>
          </a:ln>
        </p:spPr>
      </p:sp>
      <p:sp>
        <p:nvSpPr>
          <p:cNvPr id="17" name="Text RAG-basedQASystem">
            <a:extLst xmlns:a="http://schemas.openxmlformats.org/drawingml/2006/main">
              <a:ext uri="{FF2B5EF4-FFF2-40B4-BE49-F238E27FC236}">
                <a16:creationId xmlns:a16="http://schemas.microsoft.com/office/drawing/2014/main" id="{91ACBB21-2AFE-485A-933A-E485C7C9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11" y="77233"/>
            <a:ext cx="1795242" cy="160975"/>
          </a:xfrm>
          <a:custGeom xmlns:a="http://schemas.openxmlformats.org/drawingml/2006/main">
            <a:pathLst>
              <a:path w="1795242" h="160975">
                <a:moveTo>
                  <a:pt x="46838" y="74228"/>
                </a:moveTo>
                <a:lnTo>
                  <a:pt x="47356" y="74241"/>
                </a:lnTo>
                <a:lnTo>
                  <a:pt x="47866" y="74263"/>
                </a:lnTo>
                <a:lnTo>
                  <a:pt x="48369" y="74293"/>
                </a:lnTo>
                <a:lnTo>
                  <a:pt x="48865" y="74332"/>
                </a:lnTo>
                <a:lnTo>
                  <a:pt x="49353" y="74379"/>
                </a:lnTo>
                <a:lnTo>
                  <a:pt x="49834" y="74435"/>
                </a:lnTo>
                <a:lnTo>
                  <a:pt x="50307" y="74499"/>
                </a:lnTo>
                <a:lnTo>
                  <a:pt x="50773" y="74572"/>
                </a:lnTo>
                <a:lnTo>
                  <a:pt x="51231" y="74654"/>
                </a:lnTo>
                <a:lnTo>
                  <a:pt x="51682" y="74744"/>
                </a:lnTo>
                <a:lnTo>
                  <a:pt x="52125" y="74843"/>
                </a:lnTo>
                <a:lnTo>
                  <a:pt x="52561" y="74951"/>
                </a:lnTo>
                <a:lnTo>
                  <a:pt x="52989" y="75067"/>
                </a:lnTo>
                <a:lnTo>
                  <a:pt x="53410" y="75192"/>
                </a:lnTo>
                <a:lnTo>
                  <a:pt x="53824" y="75325"/>
                </a:lnTo>
                <a:lnTo>
                  <a:pt x="54230" y="75467"/>
                </a:lnTo>
                <a:lnTo>
                  <a:pt x="54628" y="75618"/>
                </a:lnTo>
                <a:lnTo>
                  <a:pt x="55020" y="75777"/>
                </a:lnTo>
                <a:lnTo>
                  <a:pt x="55403" y="75944"/>
                </a:lnTo>
                <a:lnTo>
                  <a:pt x="55780" y="76121"/>
                </a:lnTo>
                <a:lnTo>
                  <a:pt x="56148" y="76306"/>
                </a:lnTo>
                <a:lnTo>
                  <a:pt x="56510" y="76499"/>
                </a:lnTo>
                <a:lnTo>
                  <a:pt x="56864" y="76701"/>
                </a:lnTo>
                <a:lnTo>
                  <a:pt x="57211" y="76913"/>
                </a:lnTo>
                <a:lnTo>
                  <a:pt x="57555" y="77134"/>
                </a:lnTo>
                <a:lnTo>
                  <a:pt x="57894" y="77366"/>
                </a:lnTo>
                <a:lnTo>
                  <a:pt x="58228" y="77608"/>
                </a:lnTo>
                <a:lnTo>
                  <a:pt x="58558" y="77859"/>
                </a:lnTo>
                <a:lnTo>
                  <a:pt x="58883" y="78121"/>
                </a:lnTo>
                <a:lnTo>
                  <a:pt x="59203" y="78393"/>
                </a:lnTo>
                <a:lnTo>
                  <a:pt x="59519" y="78675"/>
                </a:lnTo>
                <a:lnTo>
                  <a:pt x="59831" y="78967"/>
                </a:lnTo>
                <a:lnTo>
                  <a:pt x="60138" y="79269"/>
                </a:lnTo>
                <a:lnTo>
                  <a:pt x="60441" y="79581"/>
                </a:lnTo>
                <a:lnTo>
                  <a:pt x="60739" y="79903"/>
                </a:lnTo>
                <a:lnTo>
                  <a:pt x="61032" y="80235"/>
                </a:lnTo>
                <a:lnTo>
                  <a:pt x="61321" y="80578"/>
                </a:lnTo>
                <a:lnTo>
                  <a:pt x="61605" y="80930"/>
                </a:lnTo>
                <a:lnTo>
                  <a:pt x="61885" y="81292"/>
                </a:lnTo>
                <a:lnTo>
                  <a:pt x="62160" y="81665"/>
                </a:lnTo>
                <a:lnTo>
                  <a:pt x="62431" y="82047"/>
                </a:lnTo>
                <a:lnTo>
                  <a:pt x="62697" y="82440"/>
                </a:lnTo>
                <a:lnTo>
                  <a:pt x="62959" y="82843"/>
                </a:lnTo>
                <a:lnTo>
                  <a:pt x="63216" y="83255"/>
                </a:lnTo>
                <a:lnTo>
                  <a:pt x="63468" y="83678"/>
                </a:lnTo>
                <a:lnTo>
                  <a:pt x="63716" y="84111"/>
                </a:lnTo>
                <a:lnTo>
                  <a:pt x="63960" y="84554"/>
                </a:lnTo>
                <a:lnTo>
                  <a:pt x="64200" y="85007"/>
                </a:lnTo>
                <a:lnTo>
                  <a:pt x="64437" y="85473"/>
                </a:lnTo>
                <a:lnTo>
                  <a:pt x="64672" y="85949"/>
                </a:lnTo>
                <a:lnTo>
                  <a:pt x="64904" y="86438"/>
                </a:lnTo>
                <a:lnTo>
                  <a:pt x="65133" y="86937"/>
                </a:lnTo>
                <a:lnTo>
                  <a:pt x="65360" y="87449"/>
                </a:lnTo>
                <a:lnTo>
                  <a:pt x="65585" y="87972"/>
                </a:lnTo>
                <a:lnTo>
                  <a:pt x="65807" y="88506"/>
                </a:lnTo>
                <a:lnTo>
                  <a:pt x="66026" y="89052"/>
                </a:lnTo>
                <a:lnTo>
                  <a:pt x="66242" y="89609"/>
                </a:lnTo>
                <a:lnTo>
                  <a:pt x="66456" y="90178"/>
                </a:lnTo>
                <a:lnTo>
                  <a:pt x="66668" y="90759"/>
                </a:lnTo>
                <a:lnTo>
                  <a:pt x="66876" y="91351"/>
                </a:lnTo>
                <a:lnTo>
                  <a:pt x="67083" y="91954"/>
                </a:lnTo>
                <a:lnTo>
                  <a:pt x="67286" y="92569"/>
                </a:lnTo>
                <a:lnTo>
                  <a:pt x="67487" y="93196"/>
                </a:lnTo>
                <a:lnTo>
                  <a:pt x="67686" y="93834"/>
                </a:lnTo>
                <a:lnTo>
                  <a:pt x="67881" y="94483"/>
                </a:lnTo>
                <a:lnTo>
                  <a:pt x="68075" y="95144"/>
                </a:lnTo>
                <a:lnTo>
                  <a:pt x="68265" y="95817"/>
                </a:lnTo>
                <a:lnTo>
                  <a:pt x="68453" y="96501"/>
                </a:lnTo>
                <a:lnTo>
                  <a:pt x="68639" y="97197"/>
                </a:lnTo>
                <a:lnTo>
                  <a:pt x="68822" y="97904"/>
                </a:lnTo>
                <a:lnTo>
                  <a:pt x="69002" y="98623"/>
                </a:lnTo>
                <a:lnTo>
                  <a:pt x="76285" y="127508"/>
                </a:lnTo>
                <a:lnTo>
                  <a:pt x="93372" y="127508"/>
                </a:lnTo>
                <a:lnTo>
                  <a:pt x="85155" y="96005"/>
                </a:lnTo>
                <a:lnTo>
                  <a:pt x="84959" y="95240"/>
                </a:lnTo>
                <a:lnTo>
                  <a:pt x="84761" y="94485"/>
                </a:lnTo>
                <a:lnTo>
                  <a:pt x="84559" y="93741"/>
                </a:lnTo>
                <a:lnTo>
                  <a:pt x="84355" y="93009"/>
                </a:lnTo>
                <a:lnTo>
                  <a:pt x="84148" y="92287"/>
                </a:lnTo>
                <a:lnTo>
                  <a:pt x="83939" y="91577"/>
                </a:lnTo>
                <a:lnTo>
                  <a:pt x="83726" y="90877"/>
                </a:lnTo>
                <a:lnTo>
                  <a:pt x="83511" y="90189"/>
                </a:lnTo>
                <a:lnTo>
                  <a:pt x="83293" y="89511"/>
                </a:lnTo>
                <a:lnTo>
                  <a:pt x="83072" y="88845"/>
                </a:lnTo>
                <a:lnTo>
                  <a:pt x="82849" y="88189"/>
                </a:lnTo>
                <a:lnTo>
                  <a:pt x="82623" y="87545"/>
                </a:lnTo>
                <a:lnTo>
                  <a:pt x="82394" y="86912"/>
                </a:lnTo>
                <a:lnTo>
                  <a:pt x="82162" y="86290"/>
                </a:lnTo>
                <a:lnTo>
                  <a:pt x="81927" y="85678"/>
                </a:lnTo>
                <a:lnTo>
                  <a:pt x="81690" y="85078"/>
                </a:lnTo>
                <a:lnTo>
                  <a:pt x="81450" y="84489"/>
                </a:lnTo>
                <a:lnTo>
                  <a:pt x="81207" y="83911"/>
                </a:lnTo>
                <a:lnTo>
                  <a:pt x="80962" y="83344"/>
                </a:lnTo>
                <a:lnTo>
                  <a:pt x="80714" y="82788"/>
                </a:lnTo>
                <a:lnTo>
                  <a:pt x="80463" y="82243"/>
                </a:lnTo>
                <a:lnTo>
                  <a:pt x="80209" y="81709"/>
                </a:lnTo>
                <a:lnTo>
                  <a:pt x="79952" y="81186"/>
                </a:lnTo>
                <a:lnTo>
                  <a:pt x="79693" y="80674"/>
                </a:lnTo>
                <a:lnTo>
                  <a:pt x="79430" y="80173"/>
                </a:lnTo>
                <a:lnTo>
                  <a:pt x="79162" y="79681"/>
                </a:lnTo>
                <a:lnTo>
                  <a:pt x="78888" y="79198"/>
                </a:lnTo>
                <a:lnTo>
                  <a:pt x="78610" y="78725"/>
                </a:lnTo>
                <a:lnTo>
                  <a:pt x="78327" y="78262"/>
                </a:lnTo>
                <a:lnTo>
                  <a:pt x="78039" y="77809"/>
                </a:lnTo>
                <a:lnTo>
                  <a:pt x="77745" y="77364"/>
                </a:lnTo>
                <a:lnTo>
                  <a:pt x="77447" y="76930"/>
                </a:lnTo>
                <a:lnTo>
                  <a:pt x="77144" y="76505"/>
                </a:lnTo>
                <a:lnTo>
                  <a:pt x="76835" y="76090"/>
                </a:lnTo>
                <a:lnTo>
                  <a:pt x="76522" y="75684"/>
                </a:lnTo>
                <a:lnTo>
                  <a:pt x="76203" y="75287"/>
                </a:lnTo>
                <a:lnTo>
                  <a:pt x="75880" y="74901"/>
                </a:lnTo>
                <a:lnTo>
                  <a:pt x="75551" y="74524"/>
                </a:lnTo>
                <a:lnTo>
                  <a:pt x="75218" y="74156"/>
                </a:lnTo>
                <a:lnTo>
                  <a:pt x="74879" y="73798"/>
                </a:lnTo>
                <a:lnTo>
                  <a:pt x="74536" y="73450"/>
                </a:lnTo>
                <a:lnTo>
                  <a:pt x="74187" y="73111"/>
                </a:lnTo>
                <a:lnTo>
                  <a:pt x="73833" y="72782"/>
                </a:lnTo>
                <a:lnTo>
                  <a:pt x="73475" y="72462"/>
                </a:lnTo>
                <a:lnTo>
                  <a:pt x="73111" y="72152"/>
                </a:lnTo>
                <a:lnTo>
                  <a:pt x="72742" y="71852"/>
                </a:lnTo>
                <a:lnTo>
                  <a:pt x="72369" y="71561"/>
                </a:lnTo>
                <a:lnTo>
                  <a:pt x="71990" y="71279"/>
                </a:lnTo>
                <a:lnTo>
                  <a:pt x="71605" y="71007"/>
                </a:lnTo>
                <a:lnTo>
                  <a:pt x="71212" y="70742"/>
                </a:lnTo>
                <a:lnTo>
                  <a:pt x="70811" y="70486"/>
                </a:lnTo>
                <a:lnTo>
                  <a:pt x="70403" y="70237"/>
                </a:lnTo>
                <a:lnTo>
                  <a:pt x="69986" y="69996"/>
                </a:lnTo>
                <a:lnTo>
                  <a:pt x="69562" y="69763"/>
                </a:lnTo>
                <a:lnTo>
                  <a:pt x="69130" y="69538"/>
                </a:lnTo>
                <a:lnTo>
                  <a:pt x="68691" y="69322"/>
                </a:lnTo>
                <a:lnTo>
                  <a:pt x="68243" y="69113"/>
                </a:lnTo>
                <a:lnTo>
                  <a:pt x="67788" y="68912"/>
                </a:lnTo>
                <a:lnTo>
                  <a:pt x="67325" y="68719"/>
                </a:lnTo>
                <a:lnTo>
                  <a:pt x="66854" y="68533"/>
                </a:lnTo>
                <a:lnTo>
                  <a:pt x="66376" y="68356"/>
                </a:lnTo>
                <a:lnTo>
                  <a:pt x="65890" y="68187"/>
                </a:lnTo>
                <a:lnTo>
                  <a:pt x="65395" y="68026"/>
                </a:lnTo>
                <a:lnTo>
                  <a:pt x="64894" y="67873"/>
                </a:lnTo>
                <a:lnTo>
                  <a:pt x="64384" y="67727"/>
                </a:lnTo>
                <a:lnTo>
                  <a:pt x="63866" y="67590"/>
                </a:lnTo>
                <a:lnTo>
                  <a:pt x="63341" y="67460"/>
                </a:lnTo>
                <a:lnTo>
                  <a:pt x="62808" y="67339"/>
                </a:lnTo>
                <a:lnTo>
                  <a:pt x="62267" y="67225"/>
                </a:lnTo>
                <a:lnTo>
                  <a:pt x="61719" y="67120"/>
                </a:lnTo>
                <a:lnTo>
                  <a:pt x="61163" y="67022"/>
                </a:lnTo>
                <a:lnTo>
                  <a:pt x="60598" y="66933"/>
                </a:lnTo>
                <a:lnTo>
                  <a:pt x="61677" y="66674"/>
                </a:lnTo>
                <a:lnTo>
                  <a:pt x="62733" y="66396"/>
                </a:lnTo>
                <a:lnTo>
                  <a:pt x="63767" y="66100"/>
                </a:lnTo>
                <a:lnTo>
                  <a:pt x="64778" y="65785"/>
                </a:lnTo>
                <a:lnTo>
                  <a:pt x="65768" y="65451"/>
                </a:lnTo>
                <a:lnTo>
                  <a:pt x="66735" y="65098"/>
                </a:lnTo>
                <a:lnTo>
                  <a:pt x="67680" y="64726"/>
                </a:lnTo>
                <a:lnTo>
                  <a:pt x="68603" y="64336"/>
                </a:lnTo>
                <a:lnTo>
                  <a:pt x="69503" y="63927"/>
                </a:lnTo>
                <a:lnTo>
                  <a:pt x="70381" y="63498"/>
                </a:lnTo>
                <a:lnTo>
                  <a:pt x="71238" y="63051"/>
                </a:lnTo>
                <a:lnTo>
                  <a:pt x="72072" y="62586"/>
                </a:lnTo>
                <a:lnTo>
                  <a:pt x="72883" y="62101"/>
                </a:lnTo>
                <a:lnTo>
                  <a:pt x="73673" y="61598"/>
                </a:lnTo>
                <a:lnTo>
                  <a:pt x="74440" y="61075"/>
                </a:lnTo>
                <a:lnTo>
                  <a:pt x="75185" y="60534"/>
                </a:lnTo>
                <a:lnTo>
                  <a:pt x="75908" y="59974"/>
                </a:lnTo>
                <a:lnTo>
                  <a:pt x="76609" y="59396"/>
                </a:lnTo>
                <a:lnTo>
                  <a:pt x="77287" y="58798"/>
                </a:lnTo>
                <a:lnTo>
                  <a:pt x="77944" y="58182"/>
                </a:lnTo>
                <a:lnTo>
                  <a:pt x="78578" y="57546"/>
                </a:lnTo>
                <a:lnTo>
                  <a:pt x="79190" y="56892"/>
                </a:lnTo>
                <a:lnTo>
                  <a:pt x="79779" y="56220"/>
                </a:lnTo>
                <a:lnTo>
                  <a:pt x="80347" y="55528"/>
                </a:lnTo>
                <a:lnTo>
                  <a:pt x="80891" y="54821"/>
                </a:lnTo>
                <a:lnTo>
                  <a:pt x="81413" y="54101"/>
                </a:lnTo>
                <a:lnTo>
                  <a:pt x="81911" y="53369"/>
                </a:lnTo>
                <a:lnTo>
                  <a:pt x="82387" y="52625"/>
                </a:lnTo>
                <a:lnTo>
                  <a:pt x="82839" y="51868"/>
                </a:lnTo>
                <a:lnTo>
                  <a:pt x="83267" y="51099"/>
                </a:lnTo>
                <a:lnTo>
                  <a:pt x="83673" y="50318"/>
                </a:lnTo>
                <a:lnTo>
                  <a:pt x="84056" y="49524"/>
                </a:lnTo>
                <a:lnTo>
                  <a:pt x="84415" y="48718"/>
                </a:lnTo>
                <a:lnTo>
                  <a:pt x="84751" y="47900"/>
                </a:lnTo>
                <a:lnTo>
                  <a:pt x="85064" y="47069"/>
                </a:lnTo>
                <a:lnTo>
                  <a:pt x="85354" y="46226"/>
                </a:lnTo>
                <a:lnTo>
                  <a:pt x="85620" y="45371"/>
                </a:lnTo>
                <a:lnTo>
                  <a:pt x="85864" y="44504"/>
                </a:lnTo>
                <a:lnTo>
                  <a:pt x="86084" y="43624"/>
                </a:lnTo>
                <a:lnTo>
                  <a:pt x="86281" y="42731"/>
                </a:lnTo>
                <a:lnTo>
                  <a:pt x="86455" y="41827"/>
                </a:lnTo>
                <a:lnTo>
                  <a:pt x="86605" y="40910"/>
                </a:lnTo>
                <a:lnTo>
                  <a:pt x="86733" y="39980"/>
                </a:lnTo>
                <a:lnTo>
                  <a:pt x="86837" y="39039"/>
                </a:lnTo>
                <a:lnTo>
                  <a:pt x="86918" y="38085"/>
                </a:lnTo>
                <a:lnTo>
                  <a:pt x="86976" y="37119"/>
                </a:lnTo>
                <a:lnTo>
                  <a:pt x="87011" y="36140"/>
                </a:lnTo>
                <a:lnTo>
                  <a:pt x="87023" y="35149"/>
                </a:lnTo>
                <a:lnTo>
                  <a:pt x="87013" y="34175"/>
                </a:lnTo>
                <a:lnTo>
                  <a:pt x="86985" y="33216"/>
                </a:lnTo>
                <a:lnTo>
                  <a:pt x="86938" y="32273"/>
                </a:lnTo>
                <a:lnTo>
                  <a:pt x="86872" y="31345"/>
                </a:lnTo>
                <a:lnTo>
                  <a:pt x="86788" y="30432"/>
                </a:lnTo>
                <a:lnTo>
                  <a:pt x="86684" y="29534"/>
                </a:lnTo>
                <a:lnTo>
                  <a:pt x="86562" y="28652"/>
                </a:lnTo>
                <a:lnTo>
                  <a:pt x="86421" y="27785"/>
                </a:lnTo>
                <a:lnTo>
                  <a:pt x="86261" y="26933"/>
                </a:lnTo>
                <a:lnTo>
                  <a:pt x="86083" y="26096"/>
                </a:lnTo>
                <a:lnTo>
                  <a:pt x="85885" y="25275"/>
                </a:lnTo>
                <a:lnTo>
                  <a:pt x="85669" y="24469"/>
                </a:lnTo>
                <a:lnTo>
                  <a:pt x="85434" y="23678"/>
                </a:lnTo>
                <a:lnTo>
                  <a:pt x="85180" y="22902"/>
                </a:lnTo>
                <a:lnTo>
                  <a:pt x="84907" y="22142"/>
                </a:lnTo>
                <a:lnTo>
                  <a:pt x="84616" y="21397"/>
                </a:lnTo>
                <a:lnTo>
                  <a:pt x="84306" y="20667"/>
                </a:lnTo>
                <a:lnTo>
                  <a:pt x="83976" y="19952"/>
                </a:lnTo>
                <a:lnTo>
                  <a:pt x="83629" y="19253"/>
                </a:lnTo>
                <a:lnTo>
                  <a:pt x="83262" y="18569"/>
                </a:lnTo>
                <a:lnTo>
                  <a:pt x="82876" y="17900"/>
                </a:lnTo>
                <a:lnTo>
                  <a:pt x="82472" y="17247"/>
                </a:lnTo>
                <a:lnTo>
                  <a:pt x="82049" y="16608"/>
                </a:lnTo>
                <a:lnTo>
                  <a:pt x="81607" y="15985"/>
                </a:lnTo>
                <a:lnTo>
                  <a:pt x="81150" y="15377"/>
                </a:lnTo>
                <a:lnTo>
                  <a:pt x="80680" y="14782"/>
                </a:lnTo>
                <a:lnTo>
                  <a:pt x="80199" y="14200"/>
                </a:lnTo>
                <a:lnTo>
                  <a:pt x="79705" y="13633"/>
                </a:lnTo>
                <a:lnTo>
                  <a:pt x="79199" y="13079"/>
                </a:lnTo>
                <a:lnTo>
                  <a:pt x="78681" y="12538"/>
                </a:lnTo>
                <a:lnTo>
                  <a:pt x="78150" y="12011"/>
                </a:lnTo>
                <a:lnTo>
                  <a:pt x="77608" y="11498"/>
                </a:lnTo>
                <a:lnTo>
                  <a:pt x="77053" y="10999"/>
                </a:lnTo>
                <a:lnTo>
                  <a:pt x="76486" y="10513"/>
                </a:lnTo>
                <a:lnTo>
                  <a:pt x="75907" y="10040"/>
                </a:lnTo>
                <a:lnTo>
                  <a:pt x="75316" y="9582"/>
                </a:lnTo>
                <a:lnTo>
                  <a:pt x="74713" y="9137"/>
                </a:lnTo>
                <a:lnTo>
                  <a:pt x="74098" y="8705"/>
                </a:lnTo>
                <a:lnTo>
                  <a:pt x="73470" y="8288"/>
                </a:lnTo>
                <a:lnTo>
                  <a:pt x="72830" y="7884"/>
                </a:lnTo>
                <a:lnTo>
                  <a:pt x="72178" y="7493"/>
                </a:lnTo>
                <a:lnTo>
                  <a:pt x="71514" y="7116"/>
                </a:lnTo>
                <a:lnTo>
                  <a:pt x="70838" y="6753"/>
                </a:lnTo>
                <a:lnTo>
                  <a:pt x="70150" y="6403"/>
                </a:lnTo>
                <a:lnTo>
                  <a:pt x="69449" y="6068"/>
                </a:lnTo>
                <a:lnTo>
                  <a:pt x="68736" y="5745"/>
                </a:lnTo>
                <a:lnTo>
                  <a:pt x="68012" y="5437"/>
                </a:lnTo>
                <a:lnTo>
                  <a:pt x="67275" y="5141"/>
                </a:lnTo>
                <a:lnTo>
                  <a:pt x="66528" y="4859"/>
                </a:lnTo>
                <a:lnTo>
                  <a:pt x="65775" y="4589"/>
                </a:lnTo>
                <a:lnTo>
                  <a:pt x="65015" y="4331"/>
                </a:lnTo>
                <a:lnTo>
                  <a:pt x="64249" y="4085"/>
                </a:lnTo>
                <a:lnTo>
                  <a:pt x="63476" y="3850"/>
                </a:lnTo>
                <a:lnTo>
                  <a:pt x="62696" y="3628"/>
                </a:lnTo>
                <a:lnTo>
                  <a:pt x="61910" y="3418"/>
                </a:lnTo>
                <a:lnTo>
                  <a:pt x="61117" y="3220"/>
                </a:lnTo>
                <a:lnTo>
                  <a:pt x="60318" y="3034"/>
                </a:lnTo>
                <a:lnTo>
                  <a:pt x="59511" y="2860"/>
                </a:lnTo>
                <a:lnTo>
                  <a:pt x="58699" y="2697"/>
                </a:lnTo>
                <a:lnTo>
                  <a:pt x="57879" y="2547"/>
                </a:lnTo>
                <a:lnTo>
                  <a:pt x="57053" y="2409"/>
                </a:lnTo>
                <a:lnTo>
                  <a:pt x="56220" y="2283"/>
                </a:lnTo>
                <a:lnTo>
                  <a:pt x="55381" y="2169"/>
                </a:lnTo>
                <a:lnTo>
                  <a:pt x="54534" y="2067"/>
                </a:lnTo>
                <a:lnTo>
                  <a:pt x="53682" y="1977"/>
                </a:lnTo>
                <a:lnTo>
                  <a:pt x="52822" y="1899"/>
                </a:lnTo>
                <a:lnTo>
                  <a:pt x="51956" y="1833"/>
                </a:lnTo>
                <a:lnTo>
                  <a:pt x="51084" y="1779"/>
                </a:lnTo>
                <a:lnTo>
                  <a:pt x="50204" y="1737"/>
                </a:lnTo>
                <a:lnTo>
                  <a:pt x="49318" y="1707"/>
                </a:lnTo>
                <a:lnTo>
                  <a:pt x="48426" y="1689"/>
                </a:lnTo>
                <a:lnTo>
                  <a:pt x="47526" y="1683"/>
                </a:lnTo>
                <a:lnTo>
                  <a:pt x="0" y="1683"/>
                </a:lnTo>
                <a:lnTo>
                  <a:pt x="0" y="127508"/>
                </a:lnTo>
                <a:lnTo>
                  <a:pt x="16807" y="127508"/>
                </a:lnTo>
                <a:lnTo>
                  <a:pt x="16807" y="74224"/>
                </a:lnTo>
                <a:lnTo>
                  <a:pt x="46313" y="74224"/>
                </a:lnTo>
                <a:lnTo>
                  <a:pt x="46838" y="74228"/>
                </a:lnTo>
                <a:close/>
                <a:moveTo>
                  <a:pt x="47861" y="15746"/>
                </a:moveTo>
                <a:lnTo>
                  <a:pt x="48793" y="15797"/>
                </a:lnTo>
                <a:lnTo>
                  <a:pt x="49706" y="15868"/>
                </a:lnTo>
                <a:lnTo>
                  <a:pt x="50600" y="15960"/>
                </a:lnTo>
                <a:lnTo>
                  <a:pt x="51474" y="16073"/>
                </a:lnTo>
                <a:lnTo>
                  <a:pt x="52329" y="16206"/>
                </a:lnTo>
                <a:lnTo>
                  <a:pt x="53165" y="16359"/>
                </a:lnTo>
                <a:lnTo>
                  <a:pt x="53981" y="16533"/>
                </a:lnTo>
                <a:lnTo>
                  <a:pt x="54779" y="16727"/>
                </a:lnTo>
                <a:lnTo>
                  <a:pt x="55556" y="16942"/>
                </a:lnTo>
                <a:lnTo>
                  <a:pt x="56315" y="17177"/>
                </a:lnTo>
                <a:lnTo>
                  <a:pt x="57054" y="17433"/>
                </a:lnTo>
                <a:lnTo>
                  <a:pt x="57774" y="17709"/>
                </a:lnTo>
                <a:lnTo>
                  <a:pt x="58475" y="18005"/>
                </a:lnTo>
                <a:lnTo>
                  <a:pt x="59156" y="18322"/>
                </a:lnTo>
                <a:lnTo>
                  <a:pt x="59818" y="18660"/>
                </a:lnTo>
                <a:lnTo>
                  <a:pt x="60461" y="19018"/>
                </a:lnTo>
                <a:lnTo>
                  <a:pt x="61085" y="19396"/>
                </a:lnTo>
                <a:lnTo>
                  <a:pt x="61689" y="19795"/>
                </a:lnTo>
                <a:lnTo>
                  <a:pt x="62274" y="20214"/>
                </a:lnTo>
                <a:lnTo>
                  <a:pt x="62840" y="20654"/>
                </a:lnTo>
                <a:lnTo>
                  <a:pt x="63386" y="21114"/>
                </a:lnTo>
                <a:lnTo>
                  <a:pt x="63913" y="21594"/>
                </a:lnTo>
                <a:lnTo>
                  <a:pt x="64420" y="22093"/>
                </a:lnTo>
                <a:lnTo>
                  <a:pt x="64905" y="22608"/>
                </a:lnTo>
                <a:lnTo>
                  <a:pt x="65368" y="23140"/>
                </a:lnTo>
                <a:lnTo>
                  <a:pt x="65810" y="23687"/>
                </a:lnTo>
                <a:lnTo>
                  <a:pt x="66231" y="24251"/>
                </a:lnTo>
                <a:lnTo>
                  <a:pt x="66630" y="24831"/>
                </a:lnTo>
                <a:lnTo>
                  <a:pt x="67007" y="25427"/>
                </a:lnTo>
                <a:lnTo>
                  <a:pt x="67363" y="26040"/>
                </a:lnTo>
                <a:lnTo>
                  <a:pt x="67697" y="26668"/>
                </a:lnTo>
                <a:lnTo>
                  <a:pt x="68010" y="27313"/>
                </a:lnTo>
                <a:lnTo>
                  <a:pt x="68301" y="27975"/>
                </a:lnTo>
                <a:lnTo>
                  <a:pt x="68570" y="28652"/>
                </a:lnTo>
                <a:lnTo>
                  <a:pt x="68818" y="29346"/>
                </a:lnTo>
                <a:lnTo>
                  <a:pt x="69044" y="30056"/>
                </a:lnTo>
                <a:lnTo>
                  <a:pt x="69249" y="30782"/>
                </a:lnTo>
                <a:lnTo>
                  <a:pt x="69432" y="31524"/>
                </a:lnTo>
                <a:lnTo>
                  <a:pt x="69594" y="32283"/>
                </a:lnTo>
                <a:lnTo>
                  <a:pt x="69734" y="33057"/>
                </a:lnTo>
                <a:lnTo>
                  <a:pt x="69853" y="33848"/>
                </a:lnTo>
                <a:lnTo>
                  <a:pt x="69950" y="34656"/>
                </a:lnTo>
                <a:lnTo>
                  <a:pt x="70025" y="35479"/>
                </a:lnTo>
                <a:lnTo>
                  <a:pt x="70079" y="36319"/>
                </a:lnTo>
                <a:lnTo>
                  <a:pt x="70112" y="37175"/>
                </a:lnTo>
                <a:lnTo>
                  <a:pt x="70122" y="38047"/>
                </a:lnTo>
                <a:lnTo>
                  <a:pt x="70117" y="38628"/>
                </a:lnTo>
                <a:lnTo>
                  <a:pt x="70099" y="39201"/>
                </a:lnTo>
                <a:lnTo>
                  <a:pt x="70071" y="39767"/>
                </a:lnTo>
                <a:lnTo>
                  <a:pt x="70030" y="40327"/>
                </a:lnTo>
                <a:lnTo>
                  <a:pt x="69979" y="40879"/>
                </a:lnTo>
                <a:lnTo>
                  <a:pt x="69915" y="41424"/>
                </a:lnTo>
                <a:lnTo>
                  <a:pt x="69840" y="41962"/>
                </a:lnTo>
                <a:lnTo>
                  <a:pt x="69754" y="42492"/>
                </a:lnTo>
                <a:lnTo>
                  <a:pt x="69656" y="43016"/>
                </a:lnTo>
                <a:lnTo>
                  <a:pt x="69547" y="43532"/>
                </a:lnTo>
                <a:lnTo>
                  <a:pt x="69426" y="44042"/>
                </a:lnTo>
                <a:lnTo>
                  <a:pt x="69294" y="44544"/>
                </a:lnTo>
                <a:lnTo>
                  <a:pt x="69150" y="45039"/>
                </a:lnTo>
                <a:lnTo>
                  <a:pt x="68994" y="45527"/>
                </a:lnTo>
                <a:lnTo>
                  <a:pt x="68828" y="46007"/>
                </a:lnTo>
                <a:lnTo>
                  <a:pt x="68649" y="46481"/>
                </a:lnTo>
                <a:lnTo>
                  <a:pt x="68459" y="46947"/>
                </a:lnTo>
                <a:lnTo>
                  <a:pt x="68258" y="47407"/>
                </a:lnTo>
                <a:lnTo>
                  <a:pt x="68045" y="47859"/>
                </a:lnTo>
                <a:lnTo>
                  <a:pt x="67821" y="48304"/>
                </a:lnTo>
                <a:lnTo>
                  <a:pt x="67585" y="48742"/>
                </a:lnTo>
                <a:lnTo>
                  <a:pt x="67337" y="49172"/>
                </a:lnTo>
                <a:lnTo>
                  <a:pt x="67078" y="49596"/>
                </a:lnTo>
                <a:lnTo>
                  <a:pt x="66808" y="50012"/>
                </a:lnTo>
                <a:lnTo>
                  <a:pt x="66527" y="50421"/>
                </a:lnTo>
                <a:lnTo>
                  <a:pt x="66239" y="50822"/>
                </a:lnTo>
                <a:lnTo>
                  <a:pt x="65943" y="51215"/>
                </a:lnTo>
                <a:lnTo>
                  <a:pt x="65639" y="51599"/>
                </a:lnTo>
                <a:lnTo>
                  <a:pt x="65327" y="51975"/>
                </a:lnTo>
                <a:lnTo>
                  <a:pt x="65007" y="52344"/>
                </a:lnTo>
                <a:lnTo>
                  <a:pt x="64680" y="52704"/>
                </a:lnTo>
                <a:lnTo>
                  <a:pt x="64344" y="53056"/>
                </a:lnTo>
                <a:lnTo>
                  <a:pt x="64000" y="53400"/>
                </a:lnTo>
                <a:lnTo>
                  <a:pt x="63648" y="53735"/>
                </a:lnTo>
                <a:lnTo>
                  <a:pt x="63289" y="54063"/>
                </a:lnTo>
                <a:lnTo>
                  <a:pt x="62921" y="54383"/>
                </a:lnTo>
                <a:lnTo>
                  <a:pt x="62546" y="54694"/>
                </a:lnTo>
                <a:lnTo>
                  <a:pt x="62162" y="54997"/>
                </a:lnTo>
                <a:lnTo>
                  <a:pt x="61771" y="55293"/>
                </a:lnTo>
                <a:lnTo>
                  <a:pt x="61371" y="55580"/>
                </a:lnTo>
                <a:lnTo>
                  <a:pt x="60964" y="55859"/>
                </a:lnTo>
                <a:lnTo>
                  <a:pt x="60549" y="56130"/>
                </a:lnTo>
                <a:lnTo>
                  <a:pt x="60126" y="56392"/>
                </a:lnTo>
                <a:lnTo>
                  <a:pt x="59695" y="56647"/>
                </a:lnTo>
                <a:lnTo>
                  <a:pt x="59255" y="56894"/>
                </a:lnTo>
                <a:lnTo>
                  <a:pt x="58808" y="57132"/>
                </a:lnTo>
                <a:lnTo>
                  <a:pt x="58354" y="57362"/>
                </a:lnTo>
                <a:lnTo>
                  <a:pt x="57891" y="57584"/>
                </a:lnTo>
                <a:lnTo>
                  <a:pt x="57422" y="57798"/>
                </a:lnTo>
                <a:lnTo>
                  <a:pt x="56948" y="58003"/>
                </a:lnTo>
                <a:lnTo>
                  <a:pt x="56470" y="58198"/>
                </a:lnTo>
                <a:lnTo>
                  <a:pt x="55987" y="58384"/>
                </a:lnTo>
                <a:lnTo>
                  <a:pt x="55500" y="58561"/>
                </a:lnTo>
                <a:lnTo>
                  <a:pt x="55008" y="58730"/>
                </a:lnTo>
                <a:lnTo>
                  <a:pt x="54511" y="58889"/>
                </a:lnTo>
                <a:lnTo>
                  <a:pt x="54011" y="59039"/>
                </a:lnTo>
                <a:lnTo>
                  <a:pt x="53505" y="59179"/>
                </a:lnTo>
                <a:lnTo>
                  <a:pt x="52995" y="59311"/>
                </a:lnTo>
                <a:lnTo>
                  <a:pt x="52481" y="59434"/>
                </a:lnTo>
                <a:lnTo>
                  <a:pt x="51962" y="59548"/>
                </a:lnTo>
                <a:lnTo>
                  <a:pt x="51438" y="59652"/>
                </a:lnTo>
                <a:lnTo>
                  <a:pt x="50910" y="59747"/>
                </a:lnTo>
                <a:lnTo>
                  <a:pt x="50377" y="59834"/>
                </a:lnTo>
                <a:lnTo>
                  <a:pt x="49840" y="59911"/>
                </a:lnTo>
                <a:lnTo>
                  <a:pt x="49298" y="59979"/>
                </a:lnTo>
                <a:lnTo>
                  <a:pt x="48752" y="60038"/>
                </a:lnTo>
                <a:lnTo>
                  <a:pt x="48201" y="60088"/>
                </a:lnTo>
                <a:lnTo>
                  <a:pt x="47646" y="60129"/>
                </a:lnTo>
                <a:lnTo>
                  <a:pt x="47086" y="60161"/>
                </a:lnTo>
                <a:lnTo>
                  <a:pt x="46521" y="60184"/>
                </a:lnTo>
                <a:lnTo>
                  <a:pt x="45952" y="60197"/>
                </a:lnTo>
                <a:lnTo>
                  <a:pt x="45379" y="60202"/>
                </a:lnTo>
                <a:lnTo>
                  <a:pt x="16807" y="60202"/>
                </a:lnTo>
                <a:lnTo>
                  <a:pt x="16807" y="15705"/>
                </a:lnTo>
                <a:lnTo>
                  <a:pt x="45939" y="15705"/>
                </a:lnTo>
                <a:lnTo>
                  <a:pt x="46910" y="15715"/>
                </a:lnTo>
                <a:lnTo>
                  <a:pt x="47861" y="15746"/>
                </a:lnTo>
                <a:close/>
                <a:moveTo>
                  <a:pt x="195800" y="127508"/>
                </a:moveTo>
                <a:lnTo>
                  <a:pt x="213260" y="127508"/>
                </a:lnTo>
                <a:lnTo>
                  <a:pt x="166667" y="1683"/>
                </a:lnTo>
                <a:lnTo>
                  <a:pt x="149020" y="1683"/>
                </a:lnTo>
                <a:lnTo>
                  <a:pt x="101961" y="127508"/>
                </a:lnTo>
                <a:lnTo>
                  <a:pt x="119234" y="127508"/>
                </a:lnTo>
                <a:lnTo>
                  <a:pt x="131653" y="92173"/>
                </a:lnTo>
                <a:lnTo>
                  <a:pt x="183941" y="92173"/>
                </a:lnTo>
                <a:lnTo>
                  <a:pt x="195800" y="127508"/>
                </a:lnTo>
                <a:close/>
                <a:moveTo>
                  <a:pt x="157797" y="18416"/>
                </a:moveTo>
                <a:lnTo>
                  <a:pt x="178993" y="78057"/>
                </a:lnTo>
                <a:lnTo>
                  <a:pt x="136228" y="78057"/>
                </a:lnTo>
                <a:lnTo>
                  <a:pt x="157797" y="18416"/>
                </a:lnTo>
                <a:close/>
                <a:moveTo>
                  <a:pt x="288196" y="128995"/>
                </a:moveTo>
                <a:lnTo>
                  <a:pt x="289575" y="128885"/>
                </a:lnTo>
                <a:lnTo>
                  <a:pt x="290933" y="128750"/>
                </a:lnTo>
                <a:lnTo>
                  <a:pt x="292271" y="128591"/>
                </a:lnTo>
                <a:lnTo>
                  <a:pt x="293588" y="128407"/>
                </a:lnTo>
                <a:lnTo>
                  <a:pt x="294885" y="128199"/>
                </a:lnTo>
                <a:lnTo>
                  <a:pt x="296162" y="127966"/>
                </a:lnTo>
                <a:lnTo>
                  <a:pt x="297418" y="127708"/>
                </a:lnTo>
                <a:lnTo>
                  <a:pt x="298654" y="127427"/>
                </a:lnTo>
                <a:lnTo>
                  <a:pt x="299869" y="127120"/>
                </a:lnTo>
                <a:lnTo>
                  <a:pt x="301064" y="126789"/>
                </a:lnTo>
                <a:lnTo>
                  <a:pt x="302238" y="126434"/>
                </a:lnTo>
                <a:lnTo>
                  <a:pt x="303392" y="126054"/>
                </a:lnTo>
                <a:lnTo>
                  <a:pt x="304526" y="125650"/>
                </a:lnTo>
                <a:lnTo>
                  <a:pt x="305639" y="125221"/>
                </a:lnTo>
                <a:lnTo>
                  <a:pt x="306732" y="124768"/>
                </a:lnTo>
                <a:lnTo>
                  <a:pt x="307804" y="124290"/>
                </a:lnTo>
                <a:lnTo>
                  <a:pt x="308856" y="123787"/>
                </a:lnTo>
                <a:lnTo>
                  <a:pt x="309888" y="123261"/>
                </a:lnTo>
                <a:lnTo>
                  <a:pt x="310899" y="122709"/>
                </a:lnTo>
                <a:lnTo>
                  <a:pt x="311889" y="122133"/>
                </a:lnTo>
                <a:lnTo>
                  <a:pt x="312860" y="121536"/>
                </a:lnTo>
                <a:lnTo>
                  <a:pt x="313810" y="120919"/>
                </a:lnTo>
                <a:lnTo>
                  <a:pt x="314739" y="120283"/>
                </a:lnTo>
                <a:lnTo>
                  <a:pt x="315649" y="119629"/>
                </a:lnTo>
                <a:lnTo>
                  <a:pt x="316538" y="118955"/>
                </a:lnTo>
                <a:lnTo>
                  <a:pt x="317407" y="118263"/>
                </a:lnTo>
                <a:lnTo>
                  <a:pt x="318256" y="117551"/>
                </a:lnTo>
                <a:lnTo>
                  <a:pt x="319084" y="116820"/>
                </a:lnTo>
                <a:lnTo>
                  <a:pt x="319892" y="116071"/>
                </a:lnTo>
                <a:lnTo>
                  <a:pt x="320680" y="115302"/>
                </a:lnTo>
                <a:lnTo>
                  <a:pt x="321448" y="114515"/>
                </a:lnTo>
                <a:lnTo>
                  <a:pt x="322195" y="113708"/>
                </a:lnTo>
                <a:lnTo>
                  <a:pt x="322922" y="112883"/>
                </a:lnTo>
                <a:lnTo>
                  <a:pt x="323629" y="112038"/>
                </a:lnTo>
                <a:lnTo>
                  <a:pt x="324316" y="111175"/>
                </a:lnTo>
                <a:lnTo>
                  <a:pt x="324982" y="110292"/>
                </a:lnTo>
                <a:lnTo>
                  <a:pt x="325628" y="109391"/>
                </a:lnTo>
                <a:lnTo>
                  <a:pt x="326254" y="108470"/>
                </a:lnTo>
                <a:lnTo>
                  <a:pt x="326860" y="107531"/>
                </a:lnTo>
                <a:lnTo>
                  <a:pt x="327445" y="106573"/>
                </a:lnTo>
                <a:lnTo>
                  <a:pt x="328010" y="105595"/>
                </a:lnTo>
                <a:lnTo>
                  <a:pt x="328555" y="104599"/>
                </a:lnTo>
                <a:lnTo>
                  <a:pt x="329079" y="103583"/>
                </a:lnTo>
                <a:lnTo>
                  <a:pt x="329583" y="102549"/>
                </a:lnTo>
                <a:lnTo>
                  <a:pt x="330067" y="101498"/>
                </a:lnTo>
                <a:lnTo>
                  <a:pt x="330530" y="100435"/>
                </a:lnTo>
                <a:lnTo>
                  <a:pt x="330973" y="99357"/>
                </a:lnTo>
                <a:lnTo>
                  <a:pt x="331395" y="98267"/>
                </a:lnTo>
                <a:lnTo>
                  <a:pt x="331796" y="97163"/>
                </a:lnTo>
                <a:lnTo>
                  <a:pt x="332177" y="96046"/>
                </a:lnTo>
                <a:lnTo>
                  <a:pt x="332538" y="94916"/>
                </a:lnTo>
                <a:lnTo>
                  <a:pt x="332877" y="93772"/>
                </a:lnTo>
                <a:lnTo>
                  <a:pt x="333196" y="92615"/>
                </a:lnTo>
                <a:lnTo>
                  <a:pt x="333495" y="91445"/>
                </a:lnTo>
                <a:lnTo>
                  <a:pt x="333773" y="90261"/>
                </a:lnTo>
                <a:lnTo>
                  <a:pt x="334030" y="89064"/>
                </a:lnTo>
                <a:lnTo>
                  <a:pt x="334267" y="87854"/>
                </a:lnTo>
                <a:lnTo>
                  <a:pt x="334483" y="86630"/>
                </a:lnTo>
                <a:lnTo>
                  <a:pt x="334679" y="85394"/>
                </a:lnTo>
                <a:lnTo>
                  <a:pt x="334854" y="84143"/>
                </a:lnTo>
                <a:lnTo>
                  <a:pt x="335008" y="82880"/>
                </a:lnTo>
                <a:lnTo>
                  <a:pt x="335142" y="81603"/>
                </a:lnTo>
                <a:lnTo>
                  <a:pt x="335255" y="80313"/>
                </a:lnTo>
                <a:lnTo>
                  <a:pt x="335348" y="79010"/>
                </a:lnTo>
                <a:lnTo>
                  <a:pt x="335420" y="77693"/>
                </a:lnTo>
                <a:lnTo>
                  <a:pt x="335471" y="76363"/>
                </a:lnTo>
                <a:lnTo>
                  <a:pt x="335502" y="75020"/>
                </a:lnTo>
                <a:lnTo>
                  <a:pt x="335512" y="73663"/>
                </a:lnTo>
                <a:lnTo>
                  <a:pt x="335512" y="63848"/>
                </a:lnTo>
                <a:lnTo>
                  <a:pt x="284345" y="63848"/>
                </a:lnTo>
                <a:lnTo>
                  <a:pt x="284345" y="77776"/>
                </a:lnTo>
                <a:lnTo>
                  <a:pt x="319172" y="77776"/>
                </a:lnTo>
                <a:lnTo>
                  <a:pt x="319150" y="78691"/>
                </a:lnTo>
                <a:lnTo>
                  <a:pt x="319115" y="79597"/>
                </a:lnTo>
                <a:lnTo>
                  <a:pt x="319067" y="80494"/>
                </a:lnTo>
                <a:lnTo>
                  <a:pt x="319005" y="81382"/>
                </a:lnTo>
                <a:lnTo>
                  <a:pt x="318930" y="82261"/>
                </a:lnTo>
                <a:lnTo>
                  <a:pt x="318843" y="83131"/>
                </a:lnTo>
                <a:lnTo>
                  <a:pt x="318742" y="83992"/>
                </a:lnTo>
                <a:lnTo>
                  <a:pt x="318628" y="84845"/>
                </a:lnTo>
                <a:lnTo>
                  <a:pt x="318500" y="85688"/>
                </a:lnTo>
                <a:lnTo>
                  <a:pt x="318360" y="86522"/>
                </a:lnTo>
                <a:lnTo>
                  <a:pt x="318207" y="87348"/>
                </a:lnTo>
                <a:lnTo>
                  <a:pt x="318040" y="88164"/>
                </a:lnTo>
                <a:lnTo>
                  <a:pt x="317861" y="88972"/>
                </a:lnTo>
                <a:lnTo>
                  <a:pt x="317668" y="89771"/>
                </a:lnTo>
                <a:lnTo>
                  <a:pt x="317462" y="90561"/>
                </a:lnTo>
                <a:lnTo>
                  <a:pt x="317243" y="91342"/>
                </a:lnTo>
                <a:lnTo>
                  <a:pt x="317010" y="92114"/>
                </a:lnTo>
                <a:lnTo>
                  <a:pt x="316765" y="92877"/>
                </a:lnTo>
                <a:lnTo>
                  <a:pt x="316507" y="93631"/>
                </a:lnTo>
                <a:lnTo>
                  <a:pt x="316235" y="94376"/>
                </a:lnTo>
                <a:lnTo>
                  <a:pt x="315950" y="95112"/>
                </a:lnTo>
                <a:lnTo>
                  <a:pt x="315652" y="95839"/>
                </a:lnTo>
                <a:lnTo>
                  <a:pt x="315341" y="96558"/>
                </a:lnTo>
                <a:lnTo>
                  <a:pt x="315017" y="97267"/>
                </a:lnTo>
                <a:lnTo>
                  <a:pt x="314680" y="97966"/>
                </a:lnTo>
                <a:lnTo>
                  <a:pt x="314328" y="98651"/>
                </a:lnTo>
                <a:lnTo>
                  <a:pt x="313962" y="99324"/>
                </a:lnTo>
                <a:lnTo>
                  <a:pt x="313582" y="99983"/>
                </a:lnTo>
                <a:lnTo>
                  <a:pt x="313188" y="100630"/>
                </a:lnTo>
                <a:lnTo>
                  <a:pt x="312779" y="101264"/>
                </a:lnTo>
                <a:lnTo>
                  <a:pt x="312357" y="101884"/>
                </a:lnTo>
                <a:lnTo>
                  <a:pt x="311920" y="102492"/>
                </a:lnTo>
                <a:lnTo>
                  <a:pt x="311470" y="103086"/>
                </a:lnTo>
                <a:lnTo>
                  <a:pt x="311005" y="103668"/>
                </a:lnTo>
                <a:lnTo>
                  <a:pt x="310526" y="104237"/>
                </a:lnTo>
                <a:lnTo>
                  <a:pt x="310034" y="104792"/>
                </a:lnTo>
                <a:lnTo>
                  <a:pt x="309527" y="105335"/>
                </a:lnTo>
                <a:lnTo>
                  <a:pt x="309005" y="105865"/>
                </a:lnTo>
                <a:lnTo>
                  <a:pt x="308470" y="106382"/>
                </a:lnTo>
                <a:lnTo>
                  <a:pt x="307921" y="106885"/>
                </a:lnTo>
                <a:lnTo>
                  <a:pt x="307358" y="107376"/>
                </a:lnTo>
                <a:lnTo>
                  <a:pt x="306780" y="107854"/>
                </a:lnTo>
                <a:lnTo>
                  <a:pt x="306189" y="108319"/>
                </a:lnTo>
                <a:lnTo>
                  <a:pt x="305583" y="108771"/>
                </a:lnTo>
                <a:lnTo>
                  <a:pt x="304963" y="109209"/>
                </a:lnTo>
                <a:lnTo>
                  <a:pt x="304329" y="109635"/>
                </a:lnTo>
                <a:lnTo>
                  <a:pt x="303681" y="110048"/>
                </a:lnTo>
                <a:lnTo>
                  <a:pt x="303019" y="110448"/>
                </a:lnTo>
                <a:lnTo>
                  <a:pt x="302342" y="110833"/>
                </a:lnTo>
                <a:lnTo>
                  <a:pt x="301650" y="111202"/>
                </a:lnTo>
                <a:lnTo>
                  <a:pt x="300941" y="111555"/>
                </a:lnTo>
                <a:lnTo>
                  <a:pt x="300218" y="111891"/>
                </a:lnTo>
                <a:lnTo>
                  <a:pt x="299479" y="112210"/>
                </a:lnTo>
                <a:lnTo>
                  <a:pt x="298724" y="112513"/>
                </a:lnTo>
                <a:lnTo>
                  <a:pt x="297954" y="112800"/>
                </a:lnTo>
                <a:lnTo>
                  <a:pt x="297168" y="113071"/>
                </a:lnTo>
                <a:lnTo>
                  <a:pt x="296366" y="113325"/>
                </a:lnTo>
                <a:lnTo>
                  <a:pt x="295549" y="113563"/>
                </a:lnTo>
                <a:lnTo>
                  <a:pt x="294717" y="113784"/>
                </a:lnTo>
                <a:lnTo>
                  <a:pt x="293869" y="113989"/>
                </a:lnTo>
                <a:lnTo>
                  <a:pt x="293005" y="114177"/>
                </a:lnTo>
                <a:lnTo>
                  <a:pt x="292126" y="114349"/>
                </a:lnTo>
                <a:lnTo>
                  <a:pt x="291231" y="114505"/>
                </a:lnTo>
                <a:lnTo>
                  <a:pt x="290320" y="114644"/>
                </a:lnTo>
                <a:lnTo>
                  <a:pt x="289394" y="114767"/>
                </a:lnTo>
                <a:lnTo>
                  <a:pt x="288453" y="114874"/>
                </a:lnTo>
                <a:lnTo>
                  <a:pt x="287496" y="114964"/>
                </a:lnTo>
                <a:lnTo>
                  <a:pt x="286523" y="115038"/>
                </a:lnTo>
                <a:lnTo>
                  <a:pt x="285535" y="115095"/>
                </a:lnTo>
                <a:lnTo>
                  <a:pt x="284531" y="115136"/>
                </a:lnTo>
                <a:lnTo>
                  <a:pt x="283512" y="115161"/>
                </a:lnTo>
                <a:lnTo>
                  <a:pt x="282477" y="115169"/>
                </a:lnTo>
                <a:lnTo>
                  <a:pt x="281273" y="115157"/>
                </a:lnTo>
                <a:lnTo>
                  <a:pt x="280088" y="115122"/>
                </a:lnTo>
                <a:lnTo>
                  <a:pt x="278922" y="115064"/>
                </a:lnTo>
                <a:lnTo>
                  <a:pt x="277775" y="114982"/>
                </a:lnTo>
                <a:lnTo>
                  <a:pt x="276647" y="114877"/>
                </a:lnTo>
                <a:lnTo>
                  <a:pt x="275538" y="114748"/>
                </a:lnTo>
                <a:lnTo>
                  <a:pt x="274449" y="114596"/>
                </a:lnTo>
                <a:lnTo>
                  <a:pt x="273379" y="114421"/>
                </a:lnTo>
                <a:lnTo>
                  <a:pt x="272327" y="114222"/>
                </a:lnTo>
                <a:lnTo>
                  <a:pt x="271295" y="114000"/>
                </a:lnTo>
                <a:lnTo>
                  <a:pt x="270282" y="113755"/>
                </a:lnTo>
                <a:lnTo>
                  <a:pt x="269288" y="113486"/>
                </a:lnTo>
                <a:lnTo>
                  <a:pt x="268314" y="113194"/>
                </a:lnTo>
                <a:lnTo>
                  <a:pt x="267358" y="112879"/>
                </a:lnTo>
                <a:lnTo>
                  <a:pt x="266422" y="112540"/>
                </a:lnTo>
                <a:lnTo>
                  <a:pt x="265504" y="112177"/>
                </a:lnTo>
                <a:lnTo>
                  <a:pt x="264606" y="111792"/>
                </a:lnTo>
                <a:lnTo>
                  <a:pt x="263727" y="111383"/>
                </a:lnTo>
                <a:lnTo>
                  <a:pt x="262867" y="110951"/>
                </a:lnTo>
                <a:lnTo>
                  <a:pt x="262026" y="110495"/>
                </a:lnTo>
                <a:lnTo>
                  <a:pt x="261204" y="110016"/>
                </a:lnTo>
                <a:lnTo>
                  <a:pt x="260402" y="109513"/>
                </a:lnTo>
                <a:lnTo>
                  <a:pt x="259618" y="108987"/>
                </a:lnTo>
                <a:lnTo>
                  <a:pt x="258854" y="108438"/>
                </a:lnTo>
                <a:lnTo>
                  <a:pt x="258108" y="107869"/>
                </a:lnTo>
                <a:lnTo>
                  <a:pt x="257378" y="107284"/>
                </a:lnTo>
                <a:lnTo>
                  <a:pt x="256665" y="106682"/>
                </a:lnTo>
                <a:lnTo>
                  <a:pt x="255969" y="106064"/>
                </a:lnTo>
                <a:lnTo>
                  <a:pt x="255289" y="105429"/>
                </a:lnTo>
                <a:lnTo>
                  <a:pt x="254626" y="104778"/>
                </a:lnTo>
                <a:lnTo>
                  <a:pt x="253980" y="104110"/>
                </a:lnTo>
                <a:lnTo>
                  <a:pt x="253350" y="103427"/>
                </a:lnTo>
                <a:lnTo>
                  <a:pt x="252737" y="102726"/>
                </a:lnTo>
                <a:lnTo>
                  <a:pt x="252141" y="102010"/>
                </a:lnTo>
                <a:lnTo>
                  <a:pt x="251562" y="101277"/>
                </a:lnTo>
                <a:lnTo>
                  <a:pt x="250999" y="100527"/>
                </a:lnTo>
                <a:lnTo>
                  <a:pt x="250453" y="99762"/>
                </a:lnTo>
                <a:lnTo>
                  <a:pt x="249924" y="98979"/>
                </a:lnTo>
                <a:lnTo>
                  <a:pt x="249411" y="98181"/>
                </a:lnTo>
                <a:lnTo>
                  <a:pt x="248915" y="97366"/>
                </a:lnTo>
                <a:lnTo>
                  <a:pt x="248436" y="96535"/>
                </a:lnTo>
                <a:lnTo>
                  <a:pt x="247973" y="95687"/>
                </a:lnTo>
                <a:lnTo>
                  <a:pt x="247527" y="94823"/>
                </a:lnTo>
                <a:lnTo>
                  <a:pt x="247098" y="93942"/>
                </a:lnTo>
                <a:lnTo>
                  <a:pt x="246686" y="93045"/>
                </a:lnTo>
                <a:lnTo>
                  <a:pt x="246290" y="92132"/>
                </a:lnTo>
                <a:lnTo>
                  <a:pt x="245911" y="91202"/>
                </a:lnTo>
                <a:lnTo>
                  <a:pt x="245548" y="90256"/>
                </a:lnTo>
                <a:lnTo>
                  <a:pt x="245202" y="89297"/>
                </a:lnTo>
                <a:lnTo>
                  <a:pt x="244870" y="88329"/>
                </a:lnTo>
                <a:lnTo>
                  <a:pt x="244553" y="87352"/>
                </a:lnTo>
                <a:lnTo>
                  <a:pt x="244250" y="86365"/>
                </a:lnTo>
                <a:lnTo>
                  <a:pt x="243963" y="85369"/>
                </a:lnTo>
                <a:lnTo>
                  <a:pt x="243690" y="84364"/>
                </a:lnTo>
                <a:lnTo>
                  <a:pt x="243432" y="83349"/>
                </a:lnTo>
                <a:lnTo>
                  <a:pt x="243188" y="82326"/>
                </a:lnTo>
                <a:lnTo>
                  <a:pt x="242960" y="81293"/>
                </a:lnTo>
                <a:lnTo>
                  <a:pt x="242746" y="80251"/>
                </a:lnTo>
                <a:lnTo>
                  <a:pt x="242547" y="79199"/>
                </a:lnTo>
                <a:lnTo>
                  <a:pt x="242362" y="78139"/>
                </a:lnTo>
                <a:lnTo>
                  <a:pt x="242193" y="77069"/>
                </a:lnTo>
                <a:lnTo>
                  <a:pt x="242038" y="75990"/>
                </a:lnTo>
                <a:lnTo>
                  <a:pt x="241897" y="74901"/>
                </a:lnTo>
                <a:lnTo>
                  <a:pt x="241772" y="73803"/>
                </a:lnTo>
                <a:lnTo>
                  <a:pt x="241661" y="72697"/>
                </a:lnTo>
                <a:lnTo>
                  <a:pt x="241566" y="71580"/>
                </a:lnTo>
                <a:lnTo>
                  <a:pt x="241484" y="70455"/>
                </a:lnTo>
                <a:lnTo>
                  <a:pt x="241418" y="69320"/>
                </a:lnTo>
                <a:lnTo>
                  <a:pt x="241366" y="68176"/>
                </a:lnTo>
                <a:lnTo>
                  <a:pt x="241330" y="67023"/>
                </a:lnTo>
                <a:lnTo>
                  <a:pt x="241307" y="65861"/>
                </a:lnTo>
                <a:lnTo>
                  <a:pt x="241300" y="64689"/>
                </a:lnTo>
                <a:lnTo>
                  <a:pt x="241307" y="63510"/>
                </a:lnTo>
                <a:lnTo>
                  <a:pt x="241330" y="62340"/>
                </a:lnTo>
                <a:lnTo>
                  <a:pt x="241366" y="61179"/>
                </a:lnTo>
                <a:lnTo>
                  <a:pt x="241418" y="60028"/>
                </a:lnTo>
                <a:lnTo>
                  <a:pt x="241484" y="58886"/>
                </a:lnTo>
                <a:lnTo>
                  <a:pt x="241566" y="57754"/>
                </a:lnTo>
                <a:lnTo>
                  <a:pt x="241661" y="56631"/>
                </a:lnTo>
                <a:lnTo>
                  <a:pt x="241772" y="55517"/>
                </a:lnTo>
                <a:lnTo>
                  <a:pt x="241897" y="54413"/>
                </a:lnTo>
                <a:lnTo>
                  <a:pt x="242038" y="53319"/>
                </a:lnTo>
                <a:lnTo>
                  <a:pt x="242193" y="52233"/>
                </a:lnTo>
                <a:lnTo>
                  <a:pt x="242362" y="51158"/>
                </a:lnTo>
                <a:lnTo>
                  <a:pt x="242547" y="50091"/>
                </a:lnTo>
                <a:lnTo>
                  <a:pt x="242746" y="49034"/>
                </a:lnTo>
                <a:lnTo>
                  <a:pt x="242960" y="47987"/>
                </a:lnTo>
                <a:lnTo>
                  <a:pt x="243188" y="46948"/>
                </a:lnTo>
                <a:lnTo>
                  <a:pt x="243432" y="45920"/>
                </a:lnTo>
                <a:lnTo>
                  <a:pt x="243690" y="44900"/>
                </a:lnTo>
                <a:lnTo>
                  <a:pt x="243963" y="43890"/>
                </a:lnTo>
                <a:lnTo>
                  <a:pt x="244250" y="42890"/>
                </a:lnTo>
                <a:lnTo>
                  <a:pt x="244553" y="41899"/>
                </a:lnTo>
                <a:lnTo>
                  <a:pt x="244870" y="40917"/>
                </a:lnTo>
                <a:lnTo>
                  <a:pt x="245202" y="39945"/>
                </a:lnTo>
                <a:lnTo>
                  <a:pt x="245548" y="38982"/>
                </a:lnTo>
                <a:lnTo>
                  <a:pt x="245911" y="38032"/>
                </a:lnTo>
                <a:lnTo>
                  <a:pt x="246290" y="37097"/>
                </a:lnTo>
                <a:lnTo>
                  <a:pt x="246685" y="36179"/>
                </a:lnTo>
                <a:lnTo>
                  <a:pt x="247097" y="35277"/>
                </a:lnTo>
                <a:lnTo>
                  <a:pt x="247525" y="34392"/>
                </a:lnTo>
                <a:lnTo>
                  <a:pt x="247970" y="33522"/>
                </a:lnTo>
                <a:lnTo>
                  <a:pt x="248432" y="32668"/>
                </a:lnTo>
                <a:lnTo>
                  <a:pt x="248910" y="31830"/>
                </a:lnTo>
                <a:lnTo>
                  <a:pt x="249404" y="31009"/>
                </a:lnTo>
                <a:lnTo>
                  <a:pt x="249916" y="30203"/>
                </a:lnTo>
                <a:lnTo>
                  <a:pt x="250443" y="29414"/>
                </a:lnTo>
                <a:lnTo>
                  <a:pt x="250987" y="28640"/>
                </a:lnTo>
                <a:lnTo>
                  <a:pt x="251548" y="27883"/>
                </a:lnTo>
                <a:lnTo>
                  <a:pt x="252125" y="27142"/>
                </a:lnTo>
                <a:lnTo>
                  <a:pt x="252719" y="26416"/>
                </a:lnTo>
                <a:lnTo>
                  <a:pt x="253329" y="25707"/>
                </a:lnTo>
                <a:lnTo>
                  <a:pt x="253956" y="25014"/>
                </a:lnTo>
                <a:lnTo>
                  <a:pt x="254600" y="24337"/>
                </a:lnTo>
                <a:lnTo>
                  <a:pt x="255260" y="23676"/>
                </a:lnTo>
                <a:lnTo>
                  <a:pt x="255936" y="23031"/>
                </a:lnTo>
                <a:lnTo>
                  <a:pt x="256629" y="22403"/>
                </a:lnTo>
                <a:lnTo>
                  <a:pt x="257339" y="21790"/>
                </a:lnTo>
                <a:lnTo>
                  <a:pt x="258065" y="21193"/>
                </a:lnTo>
                <a:lnTo>
                  <a:pt x="258807" y="20613"/>
                </a:lnTo>
                <a:lnTo>
                  <a:pt x="259568" y="20052"/>
                </a:lnTo>
                <a:lnTo>
                  <a:pt x="260347" y="19515"/>
                </a:lnTo>
                <a:lnTo>
                  <a:pt x="261145" y="19002"/>
                </a:lnTo>
                <a:lnTo>
                  <a:pt x="261963" y="18513"/>
                </a:lnTo>
                <a:lnTo>
                  <a:pt x="262799" y="18048"/>
                </a:lnTo>
                <a:lnTo>
                  <a:pt x="263654" y="17607"/>
                </a:lnTo>
                <a:lnTo>
                  <a:pt x="264528" y="17189"/>
                </a:lnTo>
                <a:lnTo>
                  <a:pt x="265421" y="16795"/>
                </a:lnTo>
                <a:lnTo>
                  <a:pt x="266333" y="16426"/>
                </a:lnTo>
                <a:lnTo>
                  <a:pt x="267264" y="16080"/>
                </a:lnTo>
                <a:lnTo>
                  <a:pt x="268214" y="15758"/>
                </a:lnTo>
                <a:lnTo>
                  <a:pt x="269183" y="15459"/>
                </a:lnTo>
                <a:lnTo>
                  <a:pt x="270171" y="15185"/>
                </a:lnTo>
                <a:lnTo>
                  <a:pt x="271178" y="14935"/>
                </a:lnTo>
                <a:lnTo>
                  <a:pt x="272204" y="14708"/>
                </a:lnTo>
                <a:lnTo>
                  <a:pt x="273249" y="14505"/>
                </a:lnTo>
                <a:lnTo>
                  <a:pt x="274313" y="14326"/>
                </a:lnTo>
                <a:lnTo>
                  <a:pt x="275395" y="14171"/>
                </a:lnTo>
                <a:lnTo>
                  <a:pt x="276497" y="14040"/>
                </a:lnTo>
                <a:lnTo>
                  <a:pt x="277618" y="13933"/>
                </a:lnTo>
                <a:lnTo>
                  <a:pt x="278758" y="13849"/>
                </a:lnTo>
                <a:lnTo>
                  <a:pt x="279916" y="13789"/>
                </a:lnTo>
                <a:lnTo>
                  <a:pt x="281094" y="13754"/>
                </a:lnTo>
                <a:lnTo>
                  <a:pt x="282290" y="13742"/>
                </a:lnTo>
                <a:lnTo>
                  <a:pt x="283110" y="13748"/>
                </a:lnTo>
                <a:lnTo>
                  <a:pt x="283921" y="13767"/>
                </a:lnTo>
                <a:lnTo>
                  <a:pt x="284722" y="13799"/>
                </a:lnTo>
                <a:lnTo>
                  <a:pt x="285513" y="13844"/>
                </a:lnTo>
                <a:lnTo>
                  <a:pt x="286295" y="13902"/>
                </a:lnTo>
                <a:lnTo>
                  <a:pt x="287067" y="13973"/>
                </a:lnTo>
                <a:lnTo>
                  <a:pt x="287830" y="14056"/>
                </a:lnTo>
                <a:lnTo>
                  <a:pt x="288583" y="14152"/>
                </a:lnTo>
                <a:lnTo>
                  <a:pt x="289326" y="14261"/>
                </a:lnTo>
                <a:lnTo>
                  <a:pt x="290060" y="14383"/>
                </a:lnTo>
                <a:lnTo>
                  <a:pt x="290784" y="14517"/>
                </a:lnTo>
                <a:lnTo>
                  <a:pt x="291499" y="14665"/>
                </a:lnTo>
                <a:lnTo>
                  <a:pt x="292204" y="14825"/>
                </a:lnTo>
                <a:lnTo>
                  <a:pt x="292900" y="14998"/>
                </a:lnTo>
                <a:lnTo>
                  <a:pt x="293586" y="15184"/>
                </a:lnTo>
                <a:lnTo>
                  <a:pt x="294263" y="15383"/>
                </a:lnTo>
                <a:lnTo>
                  <a:pt x="294930" y="15594"/>
                </a:lnTo>
                <a:lnTo>
                  <a:pt x="295587" y="15819"/>
                </a:lnTo>
                <a:lnTo>
                  <a:pt x="296235" y="16056"/>
                </a:lnTo>
                <a:lnTo>
                  <a:pt x="296873" y="16306"/>
                </a:lnTo>
                <a:lnTo>
                  <a:pt x="297502" y="16569"/>
                </a:lnTo>
                <a:lnTo>
                  <a:pt x="298121" y="16844"/>
                </a:lnTo>
                <a:lnTo>
                  <a:pt x="298731" y="17133"/>
                </a:lnTo>
                <a:lnTo>
                  <a:pt x="299331" y="17434"/>
                </a:lnTo>
                <a:lnTo>
                  <a:pt x="299921" y="17746"/>
                </a:lnTo>
                <a:lnTo>
                  <a:pt x="300501" y="18066"/>
                </a:lnTo>
                <a:lnTo>
                  <a:pt x="301071" y="18394"/>
                </a:lnTo>
                <a:lnTo>
                  <a:pt x="301630" y="18730"/>
                </a:lnTo>
                <a:lnTo>
                  <a:pt x="302179" y="19074"/>
                </a:lnTo>
                <a:lnTo>
                  <a:pt x="302718" y="19427"/>
                </a:lnTo>
                <a:lnTo>
                  <a:pt x="303247" y="19787"/>
                </a:lnTo>
                <a:lnTo>
                  <a:pt x="303766" y="20156"/>
                </a:lnTo>
                <a:lnTo>
                  <a:pt x="304274" y="20532"/>
                </a:lnTo>
                <a:lnTo>
                  <a:pt x="304773" y="20917"/>
                </a:lnTo>
                <a:lnTo>
                  <a:pt x="305261" y="21310"/>
                </a:lnTo>
                <a:lnTo>
                  <a:pt x="305738" y="21711"/>
                </a:lnTo>
                <a:lnTo>
                  <a:pt x="306206" y="22120"/>
                </a:lnTo>
                <a:lnTo>
                  <a:pt x="306663" y="22537"/>
                </a:lnTo>
                <a:lnTo>
                  <a:pt x="307111" y="22963"/>
                </a:lnTo>
                <a:lnTo>
                  <a:pt x="307548" y="23396"/>
                </a:lnTo>
                <a:lnTo>
                  <a:pt x="307974" y="23838"/>
                </a:lnTo>
                <a:lnTo>
                  <a:pt x="308391" y="24288"/>
                </a:lnTo>
                <a:lnTo>
                  <a:pt x="308797" y="24745"/>
                </a:lnTo>
                <a:lnTo>
                  <a:pt x="309193" y="25211"/>
                </a:lnTo>
                <a:lnTo>
                  <a:pt x="309579" y="25685"/>
                </a:lnTo>
                <a:lnTo>
                  <a:pt x="309955" y="26168"/>
                </a:lnTo>
                <a:lnTo>
                  <a:pt x="310320" y="26658"/>
                </a:lnTo>
                <a:lnTo>
                  <a:pt x="310675" y="27156"/>
                </a:lnTo>
                <a:lnTo>
                  <a:pt x="311020" y="27661"/>
                </a:lnTo>
                <a:lnTo>
                  <a:pt x="311352" y="28169"/>
                </a:lnTo>
                <a:lnTo>
                  <a:pt x="311673" y="28682"/>
                </a:lnTo>
                <a:lnTo>
                  <a:pt x="311983" y="29199"/>
                </a:lnTo>
                <a:lnTo>
                  <a:pt x="312280" y="29719"/>
                </a:lnTo>
                <a:lnTo>
                  <a:pt x="312566" y="30244"/>
                </a:lnTo>
                <a:lnTo>
                  <a:pt x="312841" y="30773"/>
                </a:lnTo>
                <a:lnTo>
                  <a:pt x="313103" y="31306"/>
                </a:lnTo>
                <a:lnTo>
                  <a:pt x="313354" y="31843"/>
                </a:lnTo>
                <a:lnTo>
                  <a:pt x="313593" y="32384"/>
                </a:lnTo>
                <a:lnTo>
                  <a:pt x="313821" y="32929"/>
                </a:lnTo>
                <a:lnTo>
                  <a:pt x="314037" y="33478"/>
                </a:lnTo>
                <a:lnTo>
                  <a:pt x="314241" y="34031"/>
                </a:lnTo>
                <a:lnTo>
                  <a:pt x="314434" y="34588"/>
                </a:lnTo>
                <a:lnTo>
                  <a:pt x="314615" y="35150"/>
                </a:lnTo>
                <a:lnTo>
                  <a:pt x="314784" y="35715"/>
                </a:lnTo>
                <a:lnTo>
                  <a:pt x="314941" y="36284"/>
                </a:lnTo>
                <a:lnTo>
                  <a:pt x="315087" y="36858"/>
                </a:lnTo>
                <a:lnTo>
                  <a:pt x="315222" y="37435"/>
                </a:lnTo>
                <a:lnTo>
                  <a:pt x="315344" y="38017"/>
                </a:lnTo>
                <a:lnTo>
                  <a:pt x="315455" y="38603"/>
                </a:lnTo>
                <a:lnTo>
                  <a:pt x="315554" y="39192"/>
                </a:lnTo>
                <a:lnTo>
                  <a:pt x="315642" y="39786"/>
                </a:lnTo>
                <a:lnTo>
                  <a:pt x="315718" y="40384"/>
                </a:lnTo>
                <a:lnTo>
                  <a:pt x="332711" y="40384"/>
                </a:lnTo>
                <a:lnTo>
                  <a:pt x="332620" y="39532"/>
                </a:lnTo>
                <a:lnTo>
                  <a:pt x="332516" y="38689"/>
                </a:lnTo>
                <a:lnTo>
                  <a:pt x="332401" y="37856"/>
                </a:lnTo>
                <a:lnTo>
                  <a:pt x="332274" y="37032"/>
                </a:lnTo>
                <a:lnTo>
                  <a:pt x="332135" y="36217"/>
                </a:lnTo>
                <a:lnTo>
                  <a:pt x="331985" y="35412"/>
                </a:lnTo>
                <a:lnTo>
                  <a:pt x="331822" y="34616"/>
                </a:lnTo>
                <a:lnTo>
                  <a:pt x="331648" y="33830"/>
                </a:lnTo>
                <a:lnTo>
                  <a:pt x="331462" y="33053"/>
                </a:lnTo>
                <a:lnTo>
                  <a:pt x="331264" y="32285"/>
                </a:lnTo>
                <a:lnTo>
                  <a:pt x="331054" y="31527"/>
                </a:lnTo>
                <a:lnTo>
                  <a:pt x="330832" y="30779"/>
                </a:lnTo>
                <a:lnTo>
                  <a:pt x="330599" y="30039"/>
                </a:lnTo>
                <a:lnTo>
                  <a:pt x="330353" y="29310"/>
                </a:lnTo>
                <a:lnTo>
                  <a:pt x="330096" y="28589"/>
                </a:lnTo>
                <a:lnTo>
                  <a:pt x="329827" y="27878"/>
                </a:lnTo>
                <a:lnTo>
                  <a:pt x="329546" y="27177"/>
                </a:lnTo>
                <a:lnTo>
                  <a:pt x="329254" y="26484"/>
                </a:lnTo>
                <a:lnTo>
                  <a:pt x="328949" y="25802"/>
                </a:lnTo>
                <a:lnTo>
                  <a:pt x="328633" y="25128"/>
                </a:lnTo>
                <a:lnTo>
                  <a:pt x="328305" y="24464"/>
                </a:lnTo>
                <a:lnTo>
                  <a:pt x="327965" y="23810"/>
                </a:lnTo>
                <a:lnTo>
                  <a:pt x="327613" y="23165"/>
                </a:lnTo>
                <a:lnTo>
                  <a:pt x="327249" y="22529"/>
                </a:lnTo>
                <a:lnTo>
                  <a:pt x="326875" y="21902"/>
                </a:lnTo>
                <a:lnTo>
                  <a:pt x="326492" y="21285"/>
                </a:lnTo>
                <a:lnTo>
                  <a:pt x="326101" y="20676"/>
                </a:lnTo>
                <a:lnTo>
                  <a:pt x="325701" y="20076"/>
                </a:lnTo>
                <a:lnTo>
                  <a:pt x="325292" y="19486"/>
                </a:lnTo>
                <a:lnTo>
                  <a:pt x="324874" y="18904"/>
                </a:lnTo>
                <a:lnTo>
                  <a:pt x="324447" y="18331"/>
                </a:lnTo>
                <a:lnTo>
                  <a:pt x="324012" y="17767"/>
                </a:lnTo>
                <a:lnTo>
                  <a:pt x="323568" y="17211"/>
                </a:lnTo>
                <a:lnTo>
                  <a:pt x="323115" y="16665"/>
                </a:lnTo>
                <a:lnTo>
                  <a:pt x="322654" y="16128"/>
                </a:lnTo>
                <a:lnTo>
                  <a:pt x="322184" y="15600"/>
                </a:lnTo>
                <a:lnTo>
                  <a:pt x="321705" y="15080"/>
                </a:lnTo>
                <a:lnTo>
                  <a:pt x="321217" y="14570"/>
                </a:lnTo>
                <a:lnTo>
                  <a:pt x="320720" y="14068"/>
                </a:lnTo>
                <a:lnTo>
                  <a:pt x="320215" y="13576"/>
                </a:lnTo>
                <a:lnTo>
                  <a:pt x="319701" y="13092"/>
                </a:lnTo>
                <a:lnTo>
                  <a:pt x="319178" y="12617"/>
                </a:lnTo>
                <a:lnTo>
                  <a:pt x="318647" y="12151"/>
                </a:lnTo>
                <a:lnTo>
                  <a:pt x="318106" y="11694"/>
                </a:lnTo>
                <a:lnTo>
                  <a:pt x="317557" y="11246"/>
                </a:lnTo>
                <a:lnTo>
                  <a:pt x="316999" y="10807"/>
                </a:lnTo>
                <a:lnTo>
                  <a:pt x="316433" y="10377"/>
                </a:lnTo>
                <a:lnTo>
                  <a:pt x="315858" y="9956"/>
                </a:lnTo>
                <a:lnTo>
                  <a:pt x="315275" y="9543"/>
                </a:lnTo>
                <a:lnTo>
                  <a:pt x="314687" y="9140"/>
                </a:lnTo>
                <a:lnTo>
                  <a:pt x="314093" y="8745"/>
                </a:lnTo>
                <a:lnTo>
                  <a:pt x="313493" y="8359"/>
                </a:lnTo>
                <a:lnTo>
                  <a:pt x="312888" y="7981"/>
                </a:lnTo>
                <a:lnTo>
                  <a:pt x="312277" y="7613"/>
                </a:lnTo>
                <a:lnTo>
                  <a:pt x="311661" y="7253"/>
                </a:lnTo>
                <a:lnTo>
                  <a:pt x="311039" y="6902"/>
                </a:lnTo>
                <a:lnTo>
                  <a:pt x="310411" y="6560"/>
                </a:lnTo>
                <a:lnTo>
                  <a:pt x="309777" y="6226"/>
                </a:lnTo>
                <a:lnTo>
                  <a:pt x="309138" y="5901"/>
                </a:lnTo>
                <a:lnTo>
                  <a:pt x="308493" y="5585"/>
                </a:lnTo>
                <a:lnTo>
                  <a:pt x="307842" y="5278"/>
                </a:lnTo>
                <a:lnTo>
                  <a:pt x="307186" y="4980"/>
                </a:lnTo>
                <a:lnTo>
                  <a:pt x="306524" y="4690"/>
                </a:lnTo>
                <a:lnTo>
                  <a:pt x="305856" y="4409"/>
                </a:lnTo>
                <a:lnTo>
                  <a:pt x="305183" y="4137"/>
                </a:lnTo>
                <a:lnTo>
                  <a:pt x="304504" y="3874"/>
                </a:lnTo>
                <a:lnTo>
                  <a:pt x="303820" y="3619"/>
                </a:lnTo>
                <a:lnTo>
                  <a:pt x="303129" y="3373"/>
                </a:lnTo>
                <a:lnTo>
                  <a:pt x="302433" y="3136"/>
                </a:lnTo>
                <a:lnTo>
                  <a:pt x="301732" y="2908"/>
                </a:lnTo>
                <a:lnTo>
                  <a:pt x="301024" y="2688"/>
                </a:lnTo>
                <a:lnTo>
                  <a:pt x="300311" y="2477"/>
                </a:lnTo>
                <a:lnTo>
                  <a:pt x="299594" y="2275"/>
                </a:lnTo>
                <a:lnTo>
                  <a:pt x="298875" y="2082"/>
                </a:lnTo>
                <a:lnTo>
                  <a:pt x="298153" y="1897"/>
                </a:lnTo>
                <a:lnTo>
                  <a:pt x="297430" y="1720"/>
                </a:lnTo>
                <a:lnTo>
                  <a:pt x="296704" y="1553"/>
                </a:lnTo>
                <a:lnTo>
                  <a:pt x="295975" y="1393"/>
                </a:lnTo>
                <a:lnTo>
                  <a:pt x="295245" y="1243"/>
                </a:lnTo>
                <a:lnTo>
                  <a:pt x="294512" y="1101"/>
                </a:lnTo>
                <a:lnTo>
                  <a:pt x="293777" y="968"/>
                </a:lnTo>
                <a:lnTo>
                  <a:pt x="293039" y="843"/>
                </a:lnTo>
                <a:lnTo>
                  <a:pt x="292300" y="727"/>
                </a:lnTo>
                <a:lnTo>
                  <a:pt x="291558" y="619"/>
                </a:lnTo>
                <a:lnTo>
                  <a:pt x="290813" y="520"/>
                </a:lnTo>
                <a:lnTo>
                  <a:pt x="290067" y="430"/>
                </a:lnTo>
                <a:lnTo>
                  <a:pt x="289318" y="348"/>
                </a:lnTo>
                <a:lnTo>
                  <a:pt x="288567" y="275"/>
                </a:lnTo>
                <a:lnTo>
                  <a:pt x="287814" y="211"/>
                </a:lnTo>
                <a:lnTo>
                  <a:pt x="287058" y="155"/>
                </a:lnTo>
                <a:lnTo>
                  <a:pt x="286300" y="108"/>
                </a:lnTo>
                <a:lnTo>
                  <a:pt x="285540" y="69"/>
                </a:lnTo>
                <a:lnTo>
                  <a:pt x="284778" y="39"/>
                </a:lnTo>
                <a:lnTo>
                  <a:pt x="284013" y="17"/>
                </a:lnTo>
                <a:lnTo>
                  <a:pt x="283246" y="4"/>
                </a:lnTo>
                <a:lnTo>
                  <a:pt x="282477" y="0"/>
                </a:lnTo>
                <a:lnTo>
                  <a:pt x="280908" y="14"/>
                </a:lnTo>
                <a:lnTo>
                  <a:pt x="279360" y="56"/>
                </a:lnTo>
                <a:lnTo>
                  <a:pt x="277832" y="127"/>
                </a:lnTo>
                <a:lnTo>
                  <a:pt x="276325" y="226"/>
                </a:lnTo>
                <a:lnTo>
                  <a:pt x="274839" y="353"/>
                </a:lnTo>
                <a:lnTo>
                  <a:pt x="273373" y="508"/>
                </a:lnTo>
                <a:lnTo>
                  <a:pt x="271929" y="692"/>
                </a:lnTo>
                <a:lnTo>
                  <a:pt x="270505" y="904"/>
                </a:lnTo>
                <a:lnTo>
                  <a:pt x="269102" y="1144"/>
                </a:lnTo>
                <a:lnTo>
                  <a:pt x="267719" y="1412"/>
                </a:lnTo>
                <a:lnTo>
                  <a:pt x="266357" y="1708"/>
                </a:lnTo>
                <a:lnTo>
                  <a:pt x="265017" y="2033"/>
                </a:lnTo>
                <a:lnTo>
                  <a:pt x="263696" y="2386"/>
                </a:lnTo>
                <a:lnTo>
                  <a:pt x="262397" y="2767"/>
                </a:lnTo>
                <a:lnTo>
                  <a:pt x="261118" y="3177"/>
                </a:lnTo>
                <a:lnTo>
                  <a:pt x="259860" y="3615"/>
                </a:lnTo>
                <a:lnTo>
                  <a:pt x="258623" y="4081"/>
                </a:lnTo>
                <a:lnTo>
                  <a:pt x="257407" y="4575"/>
                </a:lnTo>
                <a:lnTo>
                  <a:pt x="256211" y="5097"/>
                </a:lnTo>
                <a:lnTo>
                  <a:pt x="255036" y="5648"/>
                </a:lnTo>
                <a:lnTo>
                  <a:pt x="253882" y="6227"/>
                </a:lnTo>
                <a:lnTo>
                  <a:pt x="252749" y="6834"/>
                </a:lnTo>
                <a:lnTo>
                  <a:pt x="251636" y="7469"/>
                </a:lnTo>
                <a:lnTo>
                  <a:pt x="250544" y="8133"/>
                </a:lnTo>
                <a:lnTo>
                  <a:pt x="249473" y="8822"/>
                </a:lnTo>
                <a:lnTo>
                  <a:pt x="248425" y="9533"/>
                </a:lnTo>
                <a:lnTo>
                  <a:pt x="247398" y="10267"/>
                </a:lnTo>
                <a:lnTo>
                  <a:pt x="246394" y="11023"/>
                </a:lnTo>
                <a:lnTo>
                  <a:pt x="245412" y="11802"/>
                </a:lnTo>
                <a:lnTo>
                  <a:pt x="244451" y="12602"/>
                </a:lnTo>
                <a:lnTo>
                  <a:pt x="243513" y="13426"/>
                </a:lnTo>
                <a:lnTo>
                  <a:pt x="242597" y="14271"/>
                </a:lnTo>
                <a:lnTo>
                  <a:pt x="241703" y="15140"/>
                </a:lnTo>
                <a:lnTo>
                  <a:pt x="240831" y="16030"/>
                </a:lnTo>
                <a:lnTo>
                  <a:pt x="239981" y="16943"/>
                </a:lnTo>
                <a:lnTo>
                  <a:pt x="239152" y="17878"/>
                </a:lnTo>
                <a:lnTo>
                  <a:pt x="238347" y="18836"/>
                </a:lnTo>
                <a:lnTo>
                  <a:pt x="237563" y="19816"/>
                </a:lnTo>
                <a:lnTo>
                  <a:pt x="236801" y="20819"/>
                </a:lnTo>
                <a:lnTo>
                  <a:pt x="236061" y="21843"/>
                </a:lnTo>
                <a:lnTo>
                  <a:pt x="235343" y="22891"/>
                </a:lnTo>
                <a:lnTo>
                  <a:pt x="234647" y="23960"/>
                </a:lnTo>
                <a:lnTo>
                  <a:pt x="233974" y="25052"/>
                </a:lnTo>
                <a:lnTo>
                  <a:pt x="233322" y="26167"/>
                </a:lnTo>
                <a:lnTo>
                  <a:pt x="232692" y="27304"/>
                </a:lnTo>
                <a:lnTo>
                  <a:pt x="232085" y="28463"/>
                </a:lnTo>
                <a:lnTo>
                  <a:pt x="231499" y="29645"/>
                </a:lnTo>
                <a:lnTo>
                  <a:pt x="230936" y="30849"/>
                </a:lnTo>
                <a:lnTo>
                  <a:pt x="230395" y="32072"/>
                </a:lnTo>
                <a:lnTo>
                  <a:pt x="229877" y="33312"/>
                </a:lnTo>
                <a:lnTo>
                  <a:pt x="229382" y="34568"/>
                </a:lnTo>
                <a:lnTo>
                  <a:pt x="228910" y="35840"/>
                </a:lnTo>
                <a:lnTo>
                  <a:pt x="228461" y="37128"/>
                </a:lnTo>
                <a:lnTo>
                  <a:pt x="228035" y="38432"/>
                </a:lnTo>
                <a:lnTo>
                  <a:pt x="227633" y="39753"/>
                </a:lnTo>
                <a:lnTo>
                  <a:pt x="227253" y="41090"/>
                </a:lnTo>
                <a:lnTo>
                  <a:pt x="226896" y="42443"/>
                </a:lnTo>
                <a:lnTo>
                  <a:pt x="226562" y="43813"/>
                </a:lnTo>
                <a:lnTo>
                  <a:pt x="226251" y="45199"/>
                </a:lnTo>
                <a:lnTo>
                  <a:pt x="225964" y="46600"/>
                </a:lnTo>
                <a:lnTo>
                  <a:pt x="225699" y="48019"/>
                </a:lnTo>
                <a:lnTo>
                  <a:pt x="225457" y="49453"/>
                </a:lnTo>
                <a:lnTo>
                  <a:pt x="225239" y="50903"/>
                </a:lnTo>
                <a:lnTo>
                  <a:pt x="225043" y="52370"/>
                </a:lnTo>
                <a:lnTo>
                  <a:pt x="224870" y="53853"/>
                </a:lnTo>
                <a:lnTo>
                  <a:pt x="224721" y="55353"/>
                </a:lnTo>
                <a:lnTo>
                  <a:pt x="224594" y="56868"/>
                </a:lnTo>
                <a:lnTo>
                  <a:pt x="224490" y="58400"/>
                </a:lnTo>
                <a:lnTo>
                  <a:pt x="224410" y="59948"/>
                </a:lnTo>
                <a:lnTo>
                  <a:pt x="224352" y="61512"/>
                </a:lnTo>
                <a:lnTo>
                  <a:pt x="224318" y="63092"/>
                </a:lnTo>
                <a:lnTo>
                  <a:pt x="224306" y="64689"/>
                </a:lnTo>
                <a:lnTo>
                  <a:pt x="224318" y="66278"/>
                </a:lnTo>
                <a:lnTo>
                  <a:pt x="224352" y="67851"/>
                </a:lnTo>
                <a:lnTo>
                  <a:pt x="224410" y="69408"/>
                </a:lnTo>
                <a:lnTo>
                  <a:pt x="224490" y="70948"/>
                </a:lnTo>
                <a:lnTo>
                  <a:pt x="224594" y="72473"/>
                </a:lnTo>
                <a:lnTo>
                  <a:pt x="224721" y="73982"/>
                </a:lnTo>
                <a:lnTo>
                  <a:pt x="224870" y="75474"/>
                </a:lnTo>
                <a:lnTo>
                  <a:pt x="225043" y="76951"/>
                </a:lnTo>
                <a:lnTo>
                  <a:pt x="225239" y="78411"/>
                </a:lnTo>
                <a:lnTo>
                  <a:pt x="225457" y="79855"/>
                </a:lnTo>
                <a:lnTo>
                  <a:pt x="225699" y="81284"/>
                </a:lnTo>
                <a:lnTo>
                  <a:pt x="225964" y="82696"/>
                </a:lnTo>
                <a:lnTo>
                  <a:pt x="226251" y="84092"/>
                </a:lnTo>
                <a:lnTo>
                  <a:pt x="226562" y="85472"/>
                </a:lnTo>
                <a:lnTo>
                  <a:pt x="226896" y="86836"/>
                </a:lnTo>
                <a:lnTo>
                  <a:pt x="227253" y="88184"/>
                </a:lnTo>
                <a:lnTo>
                  <a:pt x="227633" y="89516"/>
                </a:lnTo>
                <a:lnTo>
                  <a:pt x="228035" y="90832"/>
                </a:lnTo>
                <a:lnTo>
                  <a:pt x="228461" y="92131"/>
                </a:lnTo>
                <a:lnTo>
                  <a:pt x="228910" y="93415"/>
                </a:lnTo>
                <a:lnTo>
                  <a:pt x="229382" y="94683"/>
                </a:lnTo>
                <a:lnTo>
                  <a:pt x="229877" y="95934"/>
                </a:lnTo>
                <a:lnTo>
                  <a:pt x="230395" y="97170"/>
                </a:lnTo>
                <a:lnTo>
                  <a:pt x="230936" y="98389"/>
                </a:lnTo>
                <a:lnTo>
                  <a:pt x="231499" y="99589"/>
                </a:lnTo>
                <a:lnTo>
                  <a:pt x="232085" y="100767"/>
                </a:lnTo>
                <a:lnTo>
                  <a:pt x="232692" y="101923"/>
                </a:lnTo>
                <a:lnTo>
                  <a:pt x="233322" y="103057"/>
                </a:lnTo>
                <a:lnTo>
                  <a:pt x="233974" y="104168"/>
                </a:lnTo>
                <a:lnTo>
                  <a:pt x="234647" y="105257"/>
                </a:lnTo>
                <a:lnTo>
                  <a:pt x="235343" y="106324"/>
                </a:lnTo>
                <a:lnTo>
                  <a:pt x="236061" y="107368"/>
                </a:lnTo>
                <a:lnTo>
                  <a:pt x="236801" y="108391"/>
                </a:lnTo>
                <a:lnTo>
                  <a:pt x="237563" y="109391"/>
                </a:lnTo>
                <a:lnTo>
                  <a:pt x="238347" y="110369"/>
                </a:lnTo>
                <a:lnTo>
                  <a:pt x="239152" y="111324"/>
                </a:lnTo>
                <a:lnTo>
                  <a:pt x="239981" y="112258"/>
                </a:lnTo>
                <a:lnTo>
                  <a:pt x="240831" y="113169"/>
                </a:lnTo>
                <a:lnTo>
                  <a:pt x="241703" y="114058"/>
                </a:lnTo>
                <a:lnTo>
                  <a:pt x="242597" y="114925"/>
                </a:lnTo>
                <a:lnTo>
                  <a:pt x="243513" y="115769"/>
                </a:lnTo>
                <a:lnTo>
                  <a:pt x="244451" y="116592"/>
                </a:lnTo>
                <a:lnTo>
                  <a:pt x="245412" y="117392"/>
                </a:lnTo>
                <a:lnTo>
                  <a:pt x="246394" y="118169"/>
                </a:lnTo>
                <a:lnTo>
                  <a:pt x="247398" y="118925"/>
                </a:lnTo>
                <a:lnTo>
                  <a:pt x="248425" y="119658"/>
                </a:lnTo>
                <a:lnTo>
                  <a:pt x="249473" y="120369"/>
                </a:lnTo>
                <a:lnTo>
                  <a:pt x="250544" y="121058"/>
                </a:lnTo>
                <a:lnTo>
                  <a:pt x="251636" y="121722"/>
                </a:lnTo>
                <a:lnTo>
                  <a:pt x="252749" y="122357"/>
                </a:lnTo>
                <a:lnTo>
                  <a:pt x="253882" y="122964"/>
                </a:lnTo>
                <a:lnTo>
                  <a:pt x="255036" y="123543"/>
                </a:lnTo>
                <a:lnTo>
                  <a:pt x="256211" y="124094"/>
                </a:lnTo>
                <a:lnTo>
                  <a:pt x="257407" y="124616"/>
                </a:lnTo>
                <a:lnTo>
                  <a:pt x="258623" y="125111"/>
                </a:lnTo>
                <a:lnTo>
                  <a:pt x="259860" y="125576"/>
                </a:lnTo>
                <a:lnTo>
                  <a:pt x="261118" y="126014"/>
                </a:lnTo>
                <a:lnTo>
                  <a:pt x="262397" y="126424"/>
                </a:lnTo>
                <a:lnTo>
                  <a:pt x="263696" y="126805"/>
                </a:lnTo>
                <a:lnTo>
                  <a:pt x="265017" y="127158"/>
                </a:lnTo>
                <a:lnTo>
                  <a:pt x="266357" y="127483"/>
                </a:lnTo>
                <a:lnTo>
                  <a:pt x="267719" y="127779"/>
                </a:lnTo>
                <a:lnTo>
                  <a:pt x="269102" y="128047"/>
                </a:lnTo>
                <a:lnTo>
                  <a:pt x="270505" y="128287"/>
                </a:lnTo>
                <a:lnTo>
                  <a:pt x="271929" y="128499"/>
                </a:lnTo>
                <a:lnTo>
                  <a:pt x="273373" y="128683"/>
                </a:lnTo>
                <a:lnTo>
                  <a:pt x="274839" y="128838"/>
                </a:lnTo>
                <a:lnTo>
                  <a:pt x="276325" y="128965"/>
                </a:lnTo>
                <a:lnTo>
                  <a:pt x="277832" y="129064"/>
                </a:lnTo>
                <a:lnTo>
                  <a:pt x="279360" y="129135"/>
                </a:lnTo>
                <a:lnTo>
                  <a:pt x="280908" y="129177"/>
                </a:lnTo>
                <a:lnTo>
                  <a:pt x="282477" y="129191"/>
                </a:lnTo>
                <a:lnTo>
                  <a:pt x="283938" y="129179"/>
                </a:lnTo>
                <a:lnTo>
                  <a:pt x="285377" y="129142"/>
                </a:lnTo>
                <a:lnTo>
                  <a:pt x="286797" y="129081"/>
                </a:lnTo>
                <a:lnTo>
                  <a:pt x="288196" y="128995"/>
                </a:lnTo>
                <a:close/>
                <a:moveTo>
                  <a:pt x="1020183" y="125978"/>
                </a:moveTo>
                <a:lnTo>
                  <a:pt x="1021436" y="125535"/>
                </a:lnTo>
                <a:lnTo>
                  <a:pt x="1022667" y="125064"/>
                </a:lnTo>
                <a:lnTo>
                  <a:pt x="1023877" y="124564"/>
                </a:lnTo>
                <a:lnTo>
                  <a:pt x="1025066" y="124035"/>
                </a:lnTo>
                <a:lnTo>
                  <a:pt x="1026233" y="123478"/>
                </a:lnTo>
                <a:lnTo>
                  <a:pt x="1027378" y="122893"/>
                </a:lnTo>
                <a:lnTo>
                  <a:pt x="1028502" y="122279"/>
                </a:lnTo>
                <a:lnTo>
                  <a:pt x="1029604" y="121636"/>
                </a:lnTo>
                <a:lnTo>
                  <a:pt x="1030685" y="120965"/>
                </a:lnTo>
                <a:lnTo>
                  <a:pt x="1031744" y="120268"/>
                </a:lnTo>
                <a:lnTo>
                  <a:pt x="1032781" y="119550"/>
                </a:lnTo>
                <a:lnTo>
                  <a:pt x="1033796" y="118810"/>
                </a:lnTo>
                <a:lnTo>
                  <a:pt x="1034789" y="118049"/>
                </a:lnTo>
                <a:lnTo>
                  <a:pt x="1035761" y="117265"/>
                </a:lnTo>
                <a:lnTo>
                  <a:pt x="1036710" y="116460"/>
                </a:lnTo>
                <a:lnTo>
                  <a:pt x="1037638" y="115633"/>
                </a:lnTo>
                <a:lnTo>
                  <a:pt x="1038544" y="114785"/>
                </a:lnTo>
                <a:lnTo>
                  <a:pt x="1039427" y="113914"/>
                </a:lnTo>
                <a:lnTo>
                  <a:pt x="1040289" y="113022"/>
                </a:lnTo>
                <a:lnTo>
                  <a:pt x="1041129" y="112108"/>
                </a:lnTo>
                <a:lnTo>
                  <a:pt x="1041948" y="111173"/>
                </a:lnTo>
                <a:lnTo>
                  <a:pt x="1042744" y="110215"/>
                </a:lnTo>
                <a:lnTo>
                  <a:pt x="1043518" y="109236"/>
                </a:lnTo>
                <a:lnTo>
                  <a:pt x="1044271" y="108235"/>
                </a:lnTo>
                <a:lnTo>
                  <a:pt x="1045002" y="107213"/>
                </a:lnTo>
                <a:lnTo>
                  <a:pt x="1045711" y="106168"/>
                </a:lnTo>
                <a:lnTo>
                  <a:pt x="1046397" y="105102"/>
                </a:lnTo>
                <a:lnTo>
                  <a:pt x="1047062" y="104014"/>
                </a:lnTo>
                <a:lnTo>
                  <a:pt x="1047706" y="102905"/>
                </a:lnTo>
                <a:lnTo>
                  <a:pt x="1048327" y="101773"/>
                </a:lnTo>
                <a:lnTo>
                  <a:pt x="1048926" y="100620"/>
                </a:lnTo>
                <a:lnTo>
                  <a:pt x="1049504" y="99445"/>
                </a:lnTo>
                <a:lnTo>
                  <a:pt x="1050059" y="98249"/>
                </a:lnTo>
                <a:lnTo>
                  <a:pt x="1050593" y="97033"/>
                </a:lnTo>
                <a:lnTo>
                  <a:pt x="1051103" y="95802"/>
                </a:lnTo>
                <a:lnTo>
                  <a:pt x="1051591" y="94555"/>
                </a:lnTo>
                <a:lnTo>
                  <a:pt x="1052057" y="93292"/>
                </a:lnTo>
                <a:lnTo>
                  <a:pt x="1052499" y="92013"/>
                </a:lnTo>
                <a:lnTo>
                  <a:pt x="1052919" y="90718"/>
                </a:lnTo>
                <a:lnTo>
                  <a:pt x="1053316" y="89407"/>
                </a:lnTo>
                <a:lnTo>
                  <a:pt x="1053691" y="88080"/>
                </a:lnTo>
                <a:lnTo>
                  <a:pt x="1054042" y="86737"/>
                </a:lnTo>
                <a:lnTo>
                  <a:pt x="1054371" y="85379"/>
                </a:lnTo>
                <a:lnTo>
                  <a:pt x="1054678" y="84004"/>
                </a:lnTo>
                <a:lnTo>
                  <a:pt x="1054961" y="82614"/>
                </a:lnTo>
                <a:lnTo>
                  <a:pt x="1055222" y="81208"/>
                </a:lnTo>
                <a:lnTo>
                  <a:pt x="1055461" y="79786"/>
                </a:lnTo>
                <a:lnTo>
                  <a:pt x="1055676" y="78347"/>
                </a:lnTo>
                <a:lnTo>
                  <a:pt x="1055869" y="76894"/>
                </a:lnTo>
                <a:lnTo>
                  <a:pt x="1056039" y="75424"/>
                </a:lnTo>
                <a:lnTo>
                  <a:pt x="1056187" y="73938"/>
                </a:lnTo>
                <a:lnTo>
                  <a:pt x="1056312" y="72436"/>
                </a:lnTo>
                <a:lnTo>
                  <a:pt x="1056414" y="70919"/>
                </a:lnTo>
                <a:lnTo>
                  <a:pt x="1056493" y="69385"/>
                </a:lnTo>
                <a:lnTo>
                  <a:pt x="1056550" y="67836"/>
                </a:lnTo>
                <a:lnTo>
                  <a:pt x="1056584" y="66270"/>
                </a:lnTo>
                <a:lnTo>
                  <a:pt x="1056595" y="64689"/>
                </a:lnTo>
                <a:lnTo>
                  <a:pt x="1056584" y="63108"/>
                </a:lnTo>
                <a:lnTo>
                  <a:pt x="1056550" y="61542"/>
                </a:lnTo>
                <a:lnTo>
                  <a:pt x="1056493" y="59992"/>
                </a:lnTo>
                <a:lnTo>
                  <a:pt x="1056414" y="58457"/>
                </a:lnTo>
                <a:lnTo>
                  <a:pt x="1056312" y="56938"/>
                </a:lnTo>
                <a:lnTo>
                  <a:pt x="1056187" y="55434"/>
                </a:lnTo>
                <a:lnTo>
                  <a:pt x="1056039" y="53946"/>
                </a:lnTo>
                <a:lnTo>
                  <a:pt x="1055869" y="52474"/>
                </a:lnTo>
                <a:lnTo>
                  <a:pt x="1055676" y="51017"/>
                </a:lnTo>
                <a:lnTo>
                  <a:pt x="1055461" y="49576"/>
                </a:lnTo>
                <a:lnTo>
                  <a:pt x="1055222" y="48151"/>
                </a:lnTo>
                <a:lnTo>
                  <a:pt x="1054961" y="46741"/>
                </a:lnTo>
                <a:lnTo>
                  <a:pt x="1054678" y="45346"/>
                </a:lnTo>
                <a:lnTo>
                  <a:pt x="1054371" y="43967"/>
                </a:lnTo>
                <a:lnTo>
                  <a:pt x="1054042" y="42604"/>
                </a:lnTo>
                <a:lnTo>
                  <a:pt x="1053691" y="41256"/>
                </a:lnTo>
                <a:lnTo>
                  <a:pt x="1053316" y="39924"/>
                </a:lnTo>
                <a:lnTo>
                  <a:pt x="1052919" y="38608"/>
                </a:lnTo>
                <a:lnTo>
                  <a:pt x="1052499" y="37307"/>
                </a:lnTo>
                <a:lnTo>
                  <a:pt x="1052057" y="36021"/>
                </a:lnTo>
                <a:lnTo>
                  <a:pt x="1051591" y="34752"/>
                </a:lnTo>
                <a:lnTo>
                  <a:pt x="1051103" y="33497"/>
                </a:lnTo>
                <a:lnTo>
                  <a:pt x="1050593" y="32259"/>
                </a:lnTo>
                <a:lnTo>
                  <a:pt x="1050059" y="31036"/>
                </a:lnTo>
                <a:lnTo>
                  <a:pt x="1049504" y="29832"/>
                </a:lnTo>
                <a:lnTo>
                  <a:pt x="1048926" y="28649"/>
                </a:lnTo>
                <a:lnTo>
                  <a:pt x="1048327" y="27489"/>
                </a:lnTo>
                <a:lnTo>
                  <a:pt x="1047706" y="26351"/>
                </a:lnTo>
                <a:lnTo>
                  <a:pt x="1047062" y="25235"/>
                </a:lnTo>
                <a:lnTo>
                  <a:pt x="1046397" y="24142"/>
                </a:lnTo>
                <a:lnTo>
                  <a:pt x="1045711" y="23070"/>
                </a:lnTo>
                <a:lnTo>
                  <a:pt x="1045002" y="22020"/>
                </a:lnTo>
                <a:lnTo>
                  <a:pt x="1044271" y="20992"/>
                </a:lnTo>
                <a:lnTo>
                  <a:pt x="1043518" y="19987"/>
                </a:lnTo>
                <a:lnTo>
                  <a:pt x="1042744" y="19003"/>
                </a:lnTo>
                <a:lnTo>
                  <a:pt x="1041948" y="18042"/>
                </a:lnTo>
                <a:lnTo>
                  <a:pt x="1041129" y="17103"/>
                </a:lnTo>
                <a:lnTo>
                  <a:pt x="1040289" y="16185"/>
                </a:lnTo>
                <a:lnTo>
                  <a:pt x="1039427" y="15290"/>
                </a:lnTo>
                <a:lnTo>
                  <a:pt x="1038544" y="14417"/>
                </a:lnTo>
                <a:lnTo>
                  <a:pt x="1037638" y="13566"/>
                </a:lnTo>
                <a:lnTo>
                  <a:pt x="1036710" y="12737"/>
                </a:lnTo>
                <a:lnTo>
                  <a:pt x="1035761" y="11930"/>
                </a:lnTo>
                <a:lnTo>
                  <a:pt x="1034789" y="11145"/>
                </a:lnTo>
                <a:lnTo>
                  <a:pt x="1033796" y="10382"/>
                </a:lnTo>
                <a:lnTo>
                  <a:pt x="1032781" y="9642"/>
                </a:lnTo>
                <a:lnTo>
                  <a:pt x="1031744" y="8923"/>
                </a:lnTo>
                <a:lnTo>
                  <a:pt x="1030685" y="8226"/>
                </a:lnTo>
                <a:lnTo>
                  <a:pt x="1029604" y="7555"/>
                </a:lnTo>
                <a:lnTo>
                  <a:pt x="1028502" y="6912"/>
                </a:lnTo>
                <a:lnTo>
                  <a:pt x="1027378" y="6298"/>
                </a:lnTo>
                <a:lnTo>
                  <a:pt x="1026233" y="5713"/>
                </a:lnTo>
                <a:lnTo>
                  <a:pt x="1025066" y="5156"/>
                </a:lnTo>
                <a:lnTo>
                  <a:pt x="1023877" y="4627"/>
                </a:lnTo>
                <a:lnTo>
                  <a:pt x="1022667" y="4127"/>
                </a:lnTo>
                <a:lnTo>
                  <a:pt x="1021436" y="3656"/>
                </a:lnTo>
                <a:lnTo>
                  <a:pt x="1020183" y="3213"/>
                </a:lnTo>
                <a:lnTo>
                  <a:pt x="1018908" y="2799"/>
                </a:lnTo>
                <a:lnTo>
                  <a:pt x="1017612" y="2414"/>
                </a:lnTo>
                <a:lnTo>
                  <a:pt x="1016294" y="2057"/>
                </a:lnTo>
                <a:lnTo>
                  <a:pt x="1014954" y="1728"/>
                </a:lnTo>
                <a:lnTo>
                  <a:pt x="1013593" y="1428"/>
                </a:lnTo>
                <a:lnTo>
                  <a:pt x="1012211" y="1157"/>
                </a:lnTo>
                <a:lnTo>
                  <a:pt x="1010807" y="914"/>
                </a:lnTo>
                <a:lnTo>
                  <a:pt x="1009381" y="700"/>
                </a:lnTo>
                <a:lnTo>
                  <a:pt x="1007934" y="514"/>
                </a:lnTo>
                <a:lnTo>
                  <a:pt x="1006465" y="357"/>
                </a:lnTo>
                <a:lnTo>
                  <a:pt x="1004975" y="229"/>
                </a:lnTo>
                <a:lnTo>
                  <a:pt x="1003463" y="129"/>
                </a:lnTo>
                <a:lnTo>
                  <a:pt x="1001930" y="57"/>
                </a:lnTo>
                <a:lnTo>
                  <a:pt x="1000375" y="14"/>
                </a:lnTo>
                <a:lnTo>
                  <a:pt x="998798" y="0"/>
                </a:lnTo>
                <a:lnTo>
                  <a:pt x="997206" y="14"/>
                </a:lnTo>
                <a:lnTo>
                  <a:pt x="995636" y="57"/>
                </a:lnTo>
                <a:lnTo>
                  <a:pt x="994089" y="129"/>
                </a:lnTo>
                <a:lnTo>
                  <a:pt x="992563" y="229"/>
                </a:lnTo>
                <a:lnTo>
                  <a:pt x="991059" y="357"/>
                </a:lnTo>
                <a:lnTo>
                  <a:pt x="989578" y="514"/>
                </a:lnTo>
                <a:lnTo>
                  <a:pt x="988118" y="700"/>
                </a:lnTo>
                <a:lnTo>
                  <a:pt x="986681" y="914"/>
                </a:lnTo>
                <a:lnTo>
                  <a:pt x="985265" y="1157"/>
                </a:lnTo>
                <a:lnTo>
                  <a:pt x="983872" y="1428"/>
                </a:lnTo>
                <a:lnTo>
                  <a:pt x="982500" y="1728"/>
                </a:lnTo>
                <a:lnTo>
                  <a:pt x="981151" y="2057"/>
                </a:lnTo>
                <a:lnTo>
                  <a:pt x="979824" y="2414"/>
                </a:lnTo>
                <a:lnTo>
                  <a:pt x="978518" y="2799"/>
                </a:lnTo>
                <a:lnTo>
                  <a:pt x="977235" y="3213"/>
                </a:lnTo>
                <a:lnTo>
                  <a:pt x="975974" y="3656"/>
                </a:lnTo>
                <a:lnTo>
                  <a:pt x="974735" y="4127"/>
                </a:lnTo>
                <a:lnTo>
                  <a:pt x="973518" y="4627"/>
                </a:lnTo>
                <a:lnTo>
                  <a:pt x="972323" y="5156"/>
                </a:lnTo>
                <a:lnTo>
                  <a:pt x="971150" y="5713"/>
                </a:lnTo>
                <a:lnTo>
                  <a:pt x="969999" y="6298"/>
                </a:lnTo>
                <a:lnTo>
                  <a:pt x="968870" y="6912"/>
                </a:lnTo>
                <a:lnTo>
                  <a:pt x="967763" y="7555"/>
                </a:lnTo>
                <a:lnTo>
                  <a:pt x="966678" y="8226"/>
                </a:lnTo>
                <a:lnTo>
                  <a:pt x="965615" y="8923"/>
                </a:lnTo>
                <a:lnTo>
                  <a:pt x="964575" y="9642"/>
                </a:lnTo>
                <a:lnTo>
                  <a:pt x="963556" y="10382"/>
                </a:lnTo>
                <a:lnTo>
                  <a:pt x="962559" y="11145"/>
                </a:lnTo>
                <a:lnTo>
                  <a:pt x="961585" y="11930"/>
                </a:lnTo>
                <a:lnTo>
                  <a:pt x="960632" y="12737"/>
                </a:lnTo>
                <a:lnTo>
                  <a:pt x="959702" y="13566"/>
                </a:lnTo>
                <a:lnTo>
                  <a:pt x="958793" y="14417"/>
                </a:lnTo>
                <a:lnTo>
                  <a:pt x="957907" y="15290"/>
                </a:lnTo>
                <a:lnTo>
                  <a:pt x="957043" y="16185"/>
                </a:lnTo>
                <a:lnTo>
                  <a:pt x="956200" y="17103"/>
                </a:lnTo>
                <a:lnTo>
                  <a:pt x="955380" y="18042"/>
                </a:lnTo>
                <a:lnTo>
                  <a:pt x="954582" y="19003"/>
                </a:lnTo>
                <a:lnTo>
                  <a:pt x="953806" y="19987"/>
                </a:lnTo>
                <a:lnTo>
                  <a:pt x="953052" y="20992"/>
                </a:lnTo>
                <a:lnTo>
                  <a:pt x="952320" y="22020"/>
                </a:lnTo>
                <a:lnTo>
                  <a:pt x="951610" y="23070"/>
                </a:lnTo>
                <a:lnTo>
                  <a:pt x="950922" y="24142"/>
                </a:lnTo>
                <a:lnTo>
                  <a:pt x="950256" y="25235"/>
                </a:lnTo>
                <a:lnTo>
                  <a:pt x="949612" y="26351"/>
                </a:lnTo>
                <a:lnTo>
                  <a:pt x="948990" y="27489"/>
                </a:lnTo>
                <a:lnTo>
                  <a:pt x="948390" y="28649"/>
                </a:lnTo>
                <a:lnTo>
                  <a:pt x="947812" y="29832"/>
                </a:lnTo>
                <a:lnTo>
                  <a:pt x="947257" y="31036"/>
                </a:lnTo>
                <a:lnTo>
                  <a:pt x="946723" y="32259"/>
                </a:lnTo>
                <a:lnTo>
                  <a:pt x="946213" y="33497"/>
                </a:lnTo>
                <a:lnTo>
                  <a:pt x="945725" y="34752"/>
                </a:lnTo>
                <a:lnTo>
                  <a:pt x="945260" y="36021"/>
                </a:lnTo>
                <a:lnTo>
                  <a:pt x="944817" y="37307"/>
                </a:lnTo>
                <a:lnTo>
                  <a:pt x="944397" y="38608"/>
                </a:lnTo>
                <a:lnTo>
                  <a:pt x="944000" y="39924"/>
                </a:lnTo>
                <a:lnTo>
                  <a:pt x="943626" y="41256"/>
                </a:lnTo>
                <a:lnTo>
                  <a:pt x="943274" y="42604"/>
                </a:lnTo>
                <a:lnTo>
                  <a:pt x="942945" y="43967"/>
                </a:lnTo>
                <a:lnTo>
                  <a:pt x="942638" y="45346"/>
                </a:lnTo>
                <a:lnTo>
                  <a:pt x="942355" y="46741"/>
                </a:lnTo>
                <a:lnTo>
                  <a:pt x="942094" y="48151"/>
                </a:lnTo>
                <a:lnTo>
                  <a:pt x="941855" y="49576"/>
                </a:lnTo>
                <a:lnTo>
                  <a:pt x="941640" y="51017"/>
                </a:lnTo>
                <a:lnTo>
                  <a:pt x="941447" y="52474"/>
                </a:lnTo>
                <a:lnTo>
                  <a:pt x="941277" y="53946"/>
                </a:lnTo>
                <a:lnTo>
                  <a:pt x="941129" y="55434"/>
                </a:lnTo>
                <a:lnTo>
                  <a:pt x="941004" y="56938"/>
                </a:lnTo>
                <a:lnTo>
                  <a:pt x="940902" y="58457"/>
                </a:lnTo>
                <a:lnTo>
                  <a:pt x="940823" y="59992"/>
                </a:lnTo>
                <a:lnTo>
                  <a:pt x="940766" y="61542"/>
                </a:lnTo>
                <a:lnTo>
                  <a:pt x="940732" y="63108"/>
                </a:lnTo>
                <a:lnTo>
                  <a:pt x="940721" y="64689"/>
                </a:lnTo>
                <a:lnTo>
                  <a:pt x="940732" y="66270"/>
                </a:lnTo>
                <a:lnTo>
                  <a:pt x="940766" y="67836"/>
                </a:lnTo>
                <a:lnTo>
                  <a:pt x="940823" y="69385"/>
                </a:lnTo>
                <a:lnTo>
                  <a:pt x="940902" y="70919"/>
                </a:lnTo>
                <a:lnTo>
                  <a:pt x="941004" y="72436"/>
                </a:lnTo>
                <a:lnTo>
                  <a:pt x="941129" y="73938"/>
                </a:lnTo>
                <a:lnTo>
                  <a:pt x="941277" y="75424"/>
                </a:lnTo>
                <a:lnTo>
                  <a:pt x="941447" y="76894"/>
                </a:lnTo>
                <a:lnTo>
                  <a:pt x="941640" y="78347"/>
                </a:lnTo>
                <a:lnTo>
                  <a:pt x="941855" y="79786"/>
                </a:lnTo>
                <a:lnTo>
                  <a:pt x="942094" y="81208"/>
                </a:lnTo>
                <a:lnTo>
                  <a:pt x="942355" y="82614"/>
                </a:lnTo>
                <a:lnTo>
                  <a:pt x="942638" y="84004"/>
                </a:lnTo>
                <a:lnTo>
                  <a:pt x="942945" y="85379"/>
                </a:lnTo>
                <a:lnTo>
                  <a:pt x="943274" y="86737"/>
                </a:lnTo>
                <a:lnTo>
                  <a:pt x="943626" y="88080"/>
                </a:lnTo>
                <a:lnTo>
                  <a:pt x="944000" y="89407"/>
                </a:lnTo>
                <a:lnTo>
                  <a:pt x="944397" y="90718"/>
                </a:lnTo>
                <a:lnTo>
                  <a:pt x="944817" y="92013"/>
                </a:lnTo>
                <a:lnTo>
                  <a:pt x="945260" y="93292"/>
                </a:lnTo>
                <a:lnTo>
                  <a:pt x="945725" y="94555"/>
                </a:lnTo>
                <a:lnTo>
                  <a:pt x="946213" y="95802"/>
                </a:lnTo>
                <a:lnTo>
                  <a:pt x="946723" y="97033"/>
                </a:lnTo>
                <a:lnTo>
                  <a:pt x="947257" y="98249"/>
                </a:lnTo>
                <a:lnTo>
                  <a:pt x="947812" y="99445"/>
                </a:lnTo>
                <a:lnTo>
                  <a:pt x="948390" y="100620"/>
                </a:lnTo>
                <a:lnTo>
                  <a:pt x="948990" y="101773"/>
                </a:lnTo>
                <a:lnTo>
                  <a:pt x="949612" y="102905"/>
                </a:lnTo>
                <a:lnTo>
                  <a:pt x="950256" y="104014"/>
                </a:lnTo>
                <a:lnTo>
                  <a:pt x="950922" y="105102"/>
                </a:lnTo>
                <a:lnTo>
                  <a:pt x="951610" y="106168"/>
                </a:lnTo>
                <a:lnTo>
                  <a:pt x="952320" y="107213"/>
                </a:lnTo>
                <a:lnTo>
                  <a:pt x="953052" y="108235"/>
                </a:lnTo>
                <a:lnTo>
                  <a:pt x="953806" y="109236"/>
                </a:lnTo>
                <a:lnTo>
                  <a:pt x="954582" y="110215"/>
                </a:lnTo>
                <a:lnTo>
                  <a:pt x="955380" y="111173"/>
                </a:lnTo>
                <a:lnTo>
                  <a:pt x="956200" y="112108"/>
                </a:lnTo>
                <a:lnTo>
                  <a:pt x="957043" y="113022"/>
                </a:lnTo>
                <a:lnTo>
                  <a:pt x="957907" y="113914"/>
                </a:lnTo>
                <a:lnTo>
                  <a:pt x="958793" y="114785"/>
                </a:lnTo>
                <a:lnTo>
                  <a:pt x="959702" y="115633"/>
                </a:lnTo>
                <a:lnTo>
                  <a:pt x="960632" y="116460"/>
                </a:lnTo>
                <a:lnTo>
                  <a:pt x="961585" y="117265"/>
                </a:lnTo>
                <a:lnTo>
                  <a:pt x="962559" y="118049"/>
                </a:lnTo>
                <a:lnTo>
                  <a:pt x="963556" y="118810"/>
                </a:lnTo>
                <a:lnTo>
                  <a:pt x="964575" y="119550"/>
                </a:lnTo>
                <a:lnTo>
                  <a:pt x="965615" y="120268"/>
                </a:lnTo>
                <a:lnTo>
                  <a:pt x="966678" y="120965"/>
                </a:lnTo>
                <a:lnTo>
                  <a:pt x="967763" y="121636"/>
                </a:lnTo>
                <a:lnTo>
                  <a:pt x="968870" y="122279"/>
                </a:lnTo>
                <a:lnTo>
                  <a:pt x="969999" y="122893"/>
                </a:lnTo>
                <a:lnTo>
                  <a:pt x="971150" y="123478"/>
                </a:lnTo>
                <a:lnTo>
                  <a:pt x="972323" y="124035"/>
                </a:lnTo>
                <a:lnTo>
                  <a:pt x="973518" y="124564"/>
                </a:lnTo>
                <a:lnTo>
                  <a:pt x="974735" y="125064"/>
                </a:lnTo>
                <a:lnTo>
                  <a:pt x="975974" y="125535"/>
                </a:lnTo>
                <a:lnTo>
                  <a:pt x="977235" y="125978"/>
                </a:lnTo>
                <a:lnTo>
                  <a:pt x="978518" y="126392"/>
                </a:lnTo>
                <a:lnTo>
                  <a:pt x="979824" y="126777"/>
                </a:lnTo>
                <a:lnTo>
                  <a:pt x="981151" y="127134"/>
                </a:lnTo>
                <a:lnTo>
                  <a:pt x="982500" y="127463"/>
                </a:lnTo>
                <a:lnTo>
                  <a:pt x="983872" y="127763"/>
                </a:lnTo>
                <a:lnTo>
                  <a:pt x="985265" y="128034"/>
                </a:lnTo>
                <a:lnTo>
                  <a:pt x="986681" y="128277"/>
                </a:lnTo>
                <a:lnTo>
                  <a:pt x="988118" y="128491"/>
                </a:lnTo>
                <a:lnTo>
                  <a:pt x="989578" y="128677"/>
                </a:lnTo>
                <a:lnTo>
                  <a:pt x="991059" y="128834"/>
                </a:lnTo>
                <a:lnTo>
                  <a:pt x="992563" y="128963"/>
                </a:lnTo>
                <a:lnTo>
                  <a:pt x="994089" y="129063"/>
                </a:lnTo>
                <a:lnTo>
                  <a:pt x="995636" y="129134"/>
                </a:lnTo>
                <a:lnTo>
                  <a:pt x="997206" y="129177"/>
                </a:lnTo>
                <a:lnTo>
                  <a:pt x="998798" y="129191"/>
                </a:lnTo>
                <a:lnTo>
                  <a:pt x="1000375" y="129177"/>
                </a:lnTo>
                <a:lnTo>
                  <a:pt x="1001930" y="129134"/>
                </a:lnTo>
                <a:lnTo>
                  <a:pt x="1003463" y="129063"/>
                </a:lnTo>
                <a:lnTo>
                  <a:pt x="1004975" y="128963"/>
                </a:lnTo>
                <a:lnTo>
                  <a:pt x="1005314" y="128933"/>
                </a:lnTo>
                <a:lnTo>
                  <a:pt x="1005345" y="128996"/>
                </a:lnTo>
                <a:lnTo>
                  <a:pt x="1005597" y="129502"/>
                </a:lnTo>
                <a:lnTo>
                  <a:pt x="1005850" y="130004"/>
                </a:lnTo>
                <a:lnTo>
                  <a:pt x="1006105" y="130502"/>
                </a:lnTo>
                <a:lnTo>
                  <a:pt x="1006361" y="130996"/>
                </a:lnTo>
                <a:lnTo>
                  <a:pt x="1006619" y="131486"/>
                </a:lnTo>
                <a:lnTo>
                  <a:pt x="1006877" y="131972"/>
                </a:lnTo>
                <a:lnTo>
                  <a:pt x="1007137" y="132454"/>
                </a:lnTo>
                <a:lnTo>
                  <a:pt x="1007399" y="132933"/>
                </a:lnTo>
                <a:lnTo>
                  <a:pt x="1007661" y="133407"/>
                </a:lnTo>
                <a:lnTo>
                  <a:pt x="1007925" y="133878"/>
                </a:lnTo>
                <a:lnTo>
                  <a:pt x="1008190" y="134345"/>
                </a:lnTo>
                <a:lnTo>
                  <a:pt x="1008457" y="134808"/>
                </a:lnTo>
                <a:lnTo>
                  <a:pt x="1008725" y="135267"/>
                </a:lnTo>
                <a:lnTo>
                  <a:pt x="1008994" y="135722"/>
                </a:lnTo>
                <a:lnTo>
                  <a:pt x="1009264" y="136173"/>
                </a:lnTo>
                <a:lnTo>
                  <a:pt x="1009536" y="136620"/>
                </a:lnTo>
                <a:lnTo>
                  <a:pt x="1009811" y="137063"/>
                </a:lnTo>
                <a:lnTo>
                  <a:pt x="1010092" y="137501"/>
                </a:lnTo>
                <a:lnTo>
                  <a:pt x="1010379" y="137934"/>
                </a:lnTo>
                <a:lnTo>
                  <a:pt x="1010672" y="138362"/>
                </a:lnTo>
                <a:lnTo>
                  <a:pt x="1010971" y="138785"/>
                </a:lnTo>
                <a:lnTo>
                  <a:pt x="1011275" y="139204"/>
                </a:lnTo>
                <a:lnTo>
                  <a:pt x="1011585" y="139617"/>
                </a:lnTo>
                <a:lnTo>
                  <a:pt x="1011901" y="140026"/>
                </a:lnTo>
                <a:lnTo>
                  <a:pt x="1012223" y="140430"/>
                </a:lnTo>
                <a:lnTo>
                  <a:pt x="1012551" y="140828"/>
                </a:lnTo>
                <a:lnTo>
                  <a:pt x="1012885" y="141223"/>
                </a:lnTo>
                <a:lnTo>
                  <a:pt x="1013224" y="141612"/>
                </a:lnTo>
                <a:lnTo>
                  <a:pt x="1013569" y="141996"/>
                </a:lnTo>
                <a:lnTo>
                  <a:pt x="1013921" y="142375"/>
                </a:lnTo>
                <a:lnTo>
                  <a:pt x="1014277" y="142750"/>
                </a:lnTo>
                <a:lnTo>
                  <a:pt x="1014640" y="143119"/>
                </a:lnTo>
                <a:lnTo>
                  <a:pt x="1015009" y="143484"/>
                </a:lnTo>
                <a:lnTo>
                  <a:pt x="1015383" y="143844"/>
                </a:lnTo>
                <a:lnTo>
                  <a:pt x="1015764" y="144199"/>
                </a:lnTo>
                <a:lnTo>
                  <a:pt x="1016150" y="144549"/>
                </a:lnTo>
                <a:lnTo>
                  <a:pt x="1016542" y="144894"/>
                </a:lnTo>
                <a:lnTo>
                  <a:pt x="1016940" y="145235"/>
                </a:lnTo>
                <a:lnTo>
                  <a:pt x="1017343" y="145570"/>
                </a:lnTo>
                <a:lnTo>
                  <a:pt x="1017753" y="145901"/>
                </a:lnTo>
                <a:lnTo>
                  <a:pt x="1018170" y="146226"/>
                </a:lnTo>
                <a:lnTo>
                  <a:pt x="1018597" y="146544"/>
                </a:lnTo>
                <a:lnTo>
                  <a:pt x="1019033" y="146857"/>
                </a:lnTo>
                <a:lnTo>
                  <a:pt x="1019479" y="147163"/>
                </a:lnTo>
                <a:lnTo>
                  <a:pt x="1019934" y="147462"/>
                </a:lnTo>
                <a:lnTo>
                  <a:pt x="1020399" y="147755"/>
                </a:lnTo>
                <a:lnTo>
                  <a:pt x="1020874" y="148042"/>
                </a:lnTo>
                <a:lnTo>
                  <a:pt x="1021358" y="148323"/>
                </a:lnTo>
                <a:lnTo>
                  <a:pt x="1021852" y="148597"/>
                </a:lnTo>
                <a:lnTo>
                  <a:pt x="1022355" y="148865"/>
                </a:lnTo>
                <a:lnTo>
                  <a:pt x="1022868" y="149126"/>
                </a:lnTo>
                <a:lnTo>
                  <a:pt x="1023390" y="149382"/>
                </a:lnTo>
                <a:lnTo>
                  <a:pt x="1023922" y="149630"/>
                </a:lnTo>
                <a:lnTo>
                  <a:pt x="1024463" y="149873"/>
                </a:lnTo>
                <a:lnTo>
                  <a:pt x="1025015" y="150109"/>
                </a:lnTo>
                <a:lnTo>
                  <a:pt x="1025575" y="150339"/>
                </a:lnTo>
                <a:lnTo>
                  <a:pt x="1026145" y="150562"/>
                </a:lnTo>
                <a:lnTo>
                  <a:pt x="1026725" y="150779"/>
                </a:lnTo>
                <a:lnTo>
                  <a:pt x="1027314" y="150990"/>
                </a:lnTo>
                <a:lnTo>
                  <a:pt x="1027913" y="151194"/>
                </a:lnTo>
                <a:lnTo>
                  <a:pt x="1028522" y="151392"/>
                </a:lnTo>
                <a:lnTo>
                  <a:pt x="1029140" y="151584"/>
                </a:lnTo>
                <a:lnTo>
                  <a:pt x="1029767" y="151769"/>
                </a:lnTo>
                <a:lnTo>
                  <a:pt x="1030405" y="151948"/>
                </a:lnTo>
                <a:lnTo>
                  <a:pt x="1031053" y="152120"/>
                </a:lnTo>
                <a:lnTo>
                  <a:pt x="1031715" y="152285"/>
                </a:lnTo>
                <a:lnTo>
                  <a:pt x="1032391" y="152442"/>
                </a:lnTo>
                <a:lnTo>
                  <a:pt x="1033080" y="152592"/>
                </a:lnTo>
                <a:lnTo>
                  <a:pt x="1033782" y="152735"/>
                </a:lnTo>
                <a:lnTo>
                  <a:pt x="1034498" y="152871"/>
                </a:lnTo>
                <a:lnTo>
                  <a:pt x="1035228" y="152999"/>
                </a:lnTo>
                <a:lnTo>
                  <a:pt x="1035971" y="153120"/>
                </a:lnTo>
                <a:lnTo>
                  <a:pt x="1036727" y="153233"/>
                </a:lnTo>
                <a:lnTo>
                  <a:pt x="1037497" y="153339"/>
                </a:lnTo>
                <a:lnTo>
                  <a:pt x="1038280" y="153438"/>
                </a:lnTo>
                <a:lnTo>
                  <a:pt x="1039077" y="153530"/>
                </a:lnTo>
                <a:lnTo>
                  <a:pt x="1039887" y="153614"/>
                </a:lnTo>
                <a:lnTo>
                  <a:pt x="1040710" y="153691"/>
                </a:lnTo>
                <a:lnTo>
                  <a:pt x="1041547" y="153760"/>
                </a:lnTo>
                <a:lnTo>
                  <a:pt x="1042398" y="153823"/>
                </a:lnTo>
                <a:lnTo>
                  <a:pt x="1043262" y="153878"/>
                </a:lnTo>
                <a:lnTo>
                  <a:pt x="1044139" y="153925"/>
                </a:lnTo>
                <a:lnTo>
                  <a:pt x="1045030" y="153966"/>
                </a:lnTo>
                <a:lnTo>
                  <a:pt x="1045934" y="153998"/>
                </a:lnTo>
                <a:lnTo>
                  <a:pt x="1046852" y="154024"/>
                </a:lnTo>
                <a:lnTo>
                  <a:pt x="1047783" y="154042"/>
                </a:lnTo>
                <a:lnTo>
                  <a:pt x="1048728" y="154053"/>
                </a:lnTo>
                <a:lnTo>
                  <a:pt x="1049686" y="154057"/>
                </a:lnTo>
                <a:lnTo>
                  <a:pt x="1056035" y="154057"/>
                </a:lnTo>
                <a:lnTo>
                  <a:pt x="1056035" y="139287"/>
                </a:lnTo>
                <a:lnTo>
                  <a:pt x="1050993" y="139287"/>
                </a:lnTo>
                <a:lnTo>
                  <a:pt x="1050260" y="139285"/>
                </a:lnTo>
                <a:lnTo>
                  <a:pt x="1049538" y="139280"/>
                </a:lnTo>
                <a:lnTo>
                  <a:pt x="1048827" y="139270"/>
                </a:lnTo>
                <a:lnTo>
                  <a:pt x="1048128" y="139257"/>
                </a:lnTo>
                <a:lnTo>
                  <a:pt x="1047441" y="139240"/>
                </a:lnTo>
                <a:lnTo>
                  <a:pt x="1046765" y="139219"/>
                </a:lnTo>
                <a:lnTo>
                  <a:pt x="1046101" y="139195"/>
                </a:lnTo>
                <a:lnTo>
                  <a:pt x="1045448" y="139167"/>
                </a:lnTo>
                <a:lnTo>
                  <a:pt x="1044806" y="139135"/>
                </a:lnTo>
                <a:lnTo>
                  <a:pt x="1044177" y="139099"/>
                </a:lnTo>
                <a:lnTo>
                  <a:pt x="1043558" y="139060"/>
                </a:lnTo>
                <a:lnTo>
                  <a:pt x="1042951" y="139017"/>
                </a:lnTo>
                <a:lnTo>
                  <a:pt x="1042356" y="138970"/>
                </a:lnTo>
                <a:lnTo>
                  <a:pt x="1041772" y="138919"/>
                </a:lnTo>
                <a:lnTo>
                  <a:pt x="1041200" y="138865"/>
                </a:lnTo>
                <a:lnTo>
                  <a:pt x="1040639" y="138807"/>
                </a:lnTo>
                <a:lnTo>
                  <a:pt x="1040090" y="138745"/>
                </a:lnTo>
                <a:lnTo>
                  <a:pt x="1039552" y="138679"/>
                </a:lnTo>
                <a:lnTo>
                  <a:pt x="1039026" y="138610"/>
                </a:lnTo>
                <a:lnTo>
                  <a:pt x="1038511" y="138536"/>
                </a:lnTo>
                <a:lnTo>
                  <a:pt x="1038008" y="138460"/>
                </a:lnTo>
                <a:lnTo>
                  <a:pt x="1037516" y="138379"/>
                </a:lnTo>
                <a:lnTo>
                  <a:pt x="1037036" y="138294"/>
                </a:lnTo>
                <a:lnTo>
                  <a:pt x="1036567" y="138206"/>
                </a:lnTo>
                <a:lnTo>
                  <a:pt x="1036108" y="138114"/>
                </a:lnTo>
                <a:lnTo>
                  <a:pt x="1035655" y="138019"/>
                </a:lnTo>
                <a:lnTo>
                  <a:pt x="1035210" y="137919"/>
                </a:lnTo>
                <a:lnTo>
                  <a:pt x="1034772" y="137816"/>
                </a:lnTo>
                <a:lnTo>
                  <a:pt x="1034341" y="137709"/>
                </a:lnTo>
                <a:lnTo>
                  <a:pt x="1033918" y="137598"/>
                </a:lnTo>
                <a:lnTo>
                  <a:pt x="1033501" y="137484"/>
                </a:lnTo>
                <a:lnTo>
                  <a:pt x="1033092" y="137365"/>
                </a:lnTo>
                <a:lnTo>
                  <a:pt x="1032689" y="137244"/>
                </a:lnTo>
                <a:lnTo>
                  <a:pt x="1032294" y="137118"/>
                </a:lnTo>
                <a:lnTo>
                  <a:pt x="1031906" y="136988"/>
                </a:lnTo>
                <a:lnTo>
                  <a:pt x="1031525" y="136855"/>
                </a:lnTo>
                <a:lnTo>
                  <a:pt x="1031151" y="136718"/>
                </a:lnTo>
                <a:lnTo>
                  <a:pt x="1030785" y="136577"/>
                </a:lnTo>
                <a:lnTo>
                  <a:pt x="1030425" y="136433"/>
                </a:lnTo>
                <a:lnTo>
                  <a:pt x="1030073" y="136285"/>
                </a:lnTo>
                <a:lnTo>
                  <a:pt x="1029727" y="136133"/>
                </a:lnTo>
                <a:lnTo>
                  <a:pt x="1029389" y="135977"/>
                </a:lnTo>
                <a:lnTo>
                  <a:pt x="1029058" y="135817"/>
                </a:lnTo>
                <a:lnTo>
                  <a:pt x="1028734" y="135654"/>
                </a:lnTo>
                <a:lnTo>
                  <a:pt x="1028418" y="135487"/>
                </a:lnTo>
                <a:lnTo>
                  <a:pt x="1028108" y="135316"/>
                </a:lnTo>
                <a:lnTo>
                  <a:pt x="1027805" y="135142"/>
                </a:lnTo>
                <a:lnTo>
                  <a:pt x="1027510" y="134964"/>
                </a:lnTo>
                <a:lnTo>
                  <a:pt x="1027220" y="134781"/>
                </a:lnTo>
                <a:lnTo>
                  <a:pt x="1026933" y="134595"/>
                </a:lnTo>
                <a:lnTo>
                  <a:pt x="1026650" y="134403"/>
                </a:lnTo>
                <a:lnTo>
                  <a:pt x="1026370" y="134207"/>
                </a:lnTo>
                <a:lnTo>
                  <a:pt x="1026094" y="134007"/>
                </a:lnTo>
                <a:lnTo>
                  <a:pt x="1025821" y="133802"/>
                </a:lnTo>
                <a:lnTo>
                  <a:pt x="1025551" y="133592"/>
                </a:lnTo>
                <a:lnTo>
                  <a:pt x="1025285" y="133378"/>
                </a:lnTo>
                <a:lnTo>
                  <a:pt x="1025022" y="133159"/>
                </a:lnTo>
                <a:lnTo>
                  <a:pt x="1024762" y="132935"/>
                </a:lnTo>
                <a:lnTo>
                  <a:pt x="1024506" y="132707"/>
                </a:lnTo>
                <a:lnTo>
                  <a:pt x="1024254" y="132475"/>
                </a:lnTo>
                <a:lnTo>
                  <a:pt x="1024004" y="132237"/>
                </a:lnTo>
                <a:lnTo>
                  <a:pt x="1023759" y="131996"/>
                </a:lnTo>
                <a:lnTo>
                  <a:pt x="1023516" y="131749"/>
                </a:lnTo>
                <a:lnTo>
                  <a:pt x="1023277" y="131498"/>
                </a:lnTo>
                <a:lnTo>
                  <a:pt x="1023042" y="131243"/>
                </a:lnTo>
                <a:lnTo>
                  <a:pt x="1022809" y="130983"/>
                </a:lnTo>
                <a:lnTo>
                  <a:pt x="1022581" y="130718"/>
                </a:lnTo>
                <a:lnTo>
                  <a:pt x="1022355" y="130449"/>
                </a:lnTo>
                <a:lnTo>
                  <a:pt x="1022133" y="130175"/>
                </a:lnTo>
                <a:lnTo>
                  <a:pt x="1021915" y="129896"/>
                </a:lnTo>
                <a:lnTo>
                  <a:pt x="1021699" y="129613"/>
                </a:lnTo>
                <a:lnTo>
                  <a:pt x="1021488" y="129325"/>
                </a:lnTo>
                <a:lnTo>
                  <a:pt x="1021277" y="129033"/>
                </a:lnTo>
                <a:lnTo>
                  <a:pt x="1021065" y="128737"/>
                </a:lnTo>
                <a:lnTo>
                  <a:pt x="1020853" y="128436"/>
                </a:lnTo>
                <a:lnTo>
                  <a:pt x="1020639" y="128130"/>
                </a:lnTo>
                <a:lnTo>
                  <a:pt x="1020425" y="127820"/>
                </a:lnTo>
                <a:lnTo>
                  <a:pt x="1020210" y="127505"/>
                </a:lnTo>
                <a:lnTo>
                  <a:pt x="1019993" y="127186"/>
                </a:lnTo>
                <a:lnTo>
                  <a:pt x="1019776" y="126862"/>
                </a:lnTo>
                <a:lnTo>
                  <a:pt x="1019557" y="126533"/>
                </a:lnTo>
                <a:lnTo>
                  <a:pt x="1019366" y="126243"/>
                </a:lnTo>
                <a:lnTo>
                  <a:pt x="1020183" y="125978"/>
                </a:lnTo>
                <a:close/>
                <a:moveTo>
                  <a:pt x="992914" y="115153"/>
                </a:moveTo>
                <a:lnTo>
                  <a:pt x="991813" y="115023"/>
                </a:lnTo>
                <a:lnTo>
                  <a:pt x="990731" y="114869"/>
                </a:lnTo>
                <a:lnTo>
                  <a:pt x="989668" y="114691"/>
                </a:lnTo>
                <a:lnTo>
                  <a:pt x="988625" y="114490"/>
                </a:lnTo>
                <a:lnTo>
                  <a:pt x="987601" y="114265"/>
                </a:lnTo>
                <a:lnTo>
                  <a:pt x="986595" y="114016"/>
                </a:lnTo>
                <a:lnTo>
                  <a:pt x="985609" y="113743"/>
                </a:lnTo>
                <a:lnTo>
                  <a:pt x="984642" y="113447"/>
                </a:lnTo>
                <a:lnTo>
                  <a:pt x="983695" y="113127"/>
                </a:lnTo>
                <a:lnTo>
                  <a:pt x="982766" y="112784"/>
                </a:lnTo>
                <a:lnTo>
                  <a:pt x="981856" y="112416"/>
                </a:lnTo>
                <a:lnTo>
                  <a:pt x="980966" y="112025"/>
                </a:lnTo>
                <a:lnTo>
                  <a:pt x="980095" y="111611"/>
                </a:lnTo>
                <a:lnTo>
                  <a:pt x="979242" y="111172"/>
                </a:lnTo>
                <a:lnTo>
                  <a:pt x="978409" y="110710"/>
                </a:lnTo>
                <a:lnTo>
                  <a:pt x="977595" y="110225"/>
                </a:lnTo>
                <a:lnTo>
                  <a:pt x="976801" y="109715"/>
                </a:lnTo>
                <a:lnTo>
                  <a:pt x="976025" y="109182"/>
                </a:lnTo>
                <a:lnTo>
                  <a:pt x="975268" y="108625"/>
                </a:lnTo>
                <a:lnTo>
                  <a:pt x="974530" y="108048"/>
                </a:lnTo>
                <a:lnTo>
                  <a:pt x="973808" y="107455"/>
                </a:lnTo>
                <a:lnTo>
                  <a:pt x="973103" y="106845"/>
                </a:lnTo>
                <a:lnTo>
                  <a:pt x="972414" y="106219"/>
                </a:lnTo>
                <a:lnTo>
                  <a:pt x="971742" y="105577"/>
                </a:lnTo>
                <a:lnTo>
                  <a:pt x="971087" y="104918"/>
                </a:lnTo>
                <a:lnTo>
                  <a:pt x="970449" y="104243"/>
                </a:lnTo>
                <a:lnTo>
                  <a:pt x="969827" y="103551"/>
                </a:lnTo>
                <a:lnTo>
                  <a:pt x="969222" y="102843"/>
                </a:lnTo>
                <a:lnTo>
                  <a:pt x="968633" y="102119"/>
                </a:lnTo>
                <a:lnTo>
                  <a:pt x="968062" y="101378"/>
                </a:lnTo>
                <a:lnTo>
                  <a:pt x="967507" y="100621"/>
                </a:lnTo>
                <a:lnTo>
                  <a:pt x="966969" y="99847"/>
                </a:lnTo>
                <a:lnTo>
                  <a:pt x="966447" y="99057"/>
                </a:lnTo>
                <a:lnTo>
                  <a:pt x="965942" y="98251"/>
                </a:lnTo>
                <a:lnTo>
                  <a:pt x="965454" y="97428"/>
                </a:lnTo>
                <a:lnTo>
                  <a:pt x="964982" y="96589"/>
                </a:lnTo>
                <a:lnTo>
                  <a:pt x="964528" y="95734"/>
                </a:lnTo>
                <a:lnTo>
                  <a:pt x="964090" y="94862"/>
                </a:lnTo>
                <a:lnTo>
                  <a:pt x="963668" y="93973"/>
                </a:lnTo>
                <a:lnTo>
                  <a:pt x="963264" y="93069"/>
                </a:lnTo>
                <a:lnTo>
                  <a:pt x="962876" y="92148"/>
                </a:lnTo>
                <a:lnTo>
                  <a:pt x="962504" y="91210"/>
                </a:lnTo>
                <a:lnTo>
                  <a:pt x="962150" y="90256"/>
                </a:lnTo>
                <a:lnTo>
                  <a:pt x="961811" y="89290"/>
                </a:lnTo>
                <a:lnTo>
                  <a:pt x="961486" y="88315"/>
                </a:lnTo>
                <a:lnTo>
                  <a:pt x="961176" y="87331"/>
                </a:lnTo>
                <a:lnTo>
                  <a:pt x="960880" y="86339"/>
                </a:lnTo>
                <a:lnTo>
                  <a:pt x="960599" y="85338"/>
                </a:lnTo>
                <a:lnTo>
                  <a:pt x="960332" y="84329"/>
                </a:lnTo>
                <a:lnTo>
                  <a:pt x="960079" y="83311"/>
                </a:lnTo>
                <a:lnTo>
                  <a:pt x="959841" y="82284"/>
                </a:lnTo>
                <a:lnTo>
                  <a:pt x="959618" y="81249"/>
                </a:lnTo>
                <a:lnTo>
                  <a:pt x="959408" y="80205"/>
                </a:lnTo>
                <a:lnTo>
                  <a:pt x="959214" y="79153"/>
                </a:lnTo>
                <a:lnTo>
                  <a:pt x="959033" y="78092"/>
                </a:lnTo>
                <a:lnTo>
                  <a:pt x="958867" y="77022"/>
                </a:lnTo>
                <a:lnTo>
                  <a:pt x="958716" y="75944"/>
                </a:lnTo>
                <a:lnTo>
                  <a:pt x="958579" y="74857"/>
                </a:lnTo>
                <a:lnTo>
                  <a:pt x="958456" y="73762"/>
                </a:lnTo>
                <a:lnTo>
                  <a:pt x="958348" y="72658"/>
                </a:lnTo>
                <a:lnTo>
                  <a:pt x="958254" y="71545"/>
                </a:lnTo>
                <a:lnTo>
                  <a:pt x="958175" y="70424"/>
                </a:lnTo>
                <a:lnTo>
                  <a:pt x="958110" y="69294"/>
                </a:lnTo>
                <a:lnTo>
                  <a:pt x="958059" y="68156"/>
                </a:lnTo>
                <a:lnTo>
                  <a:pt x="958023" y="67009"/>
                </a:lnTo>
                <a:lnTo>
                  <a:pt x="958002" y="65853"/>
                </a:lnTo>
                <a:lnTo>
                  <a:pt x="957995" y="64689"/>
                </a:lnTo>
                <a:lnTo>
                  <a:pt x="958002" y="63517"/>
                </a:lnTo>
                <a:lnTo>
                  <a:pt x="958023" y="62354"/>
                </a:lnTo>
                <a:lnTo>
                  <a:pt x="958059" y="61200"/>
                </a:lnTo>
                <a:lnTo>
                  <a:pt x="958110" y="60055"/>
                </a:lnTo>
                <a:lnTo>
                  <a:pt x="958175" y="58919"/>
                </a:lnTo>
                <a:lnTo>
                  <a:pt x="958254" y="57792"/>
                </a:lnTo>
                <a:lnTo>
                  <a:pt x="958348" y="56674"/>
                </a:lnTo>
                <a:lnTo>
                  <a:pt x="958456" y="55564"/>
                </a:lnTo>
                <a:lnTo>
                  <a:pt x="958579" y="54464"/>
                </a:lnTo>
                <a:lnTo>
                  <a:pt x="958716" y="53372"/>
                </a:lnTo>
                <a:lnTo>
                  <a:pt x="958867" y="52290"/>
                </a:lnTo>
                <a:lnTo>
                  <a:pt x="959033" y="51216"/>
                </a:lnTo>
                <a:lnTo>
                  <a:pt x="959214" y="50151"/>
                </a:lnTo>
                <a:lnTo>
                  <a:pt x="959408" y="49095"/>
                </a:lnTo>
                <a:lnTo>
                  <a:pt x="959618" y="48049"/>
                </a:lnTo>
                <a:lnTo>
                  <a:pt x="959841" y="47011"/>
                </a:lnTo>
                <a:lnTo>
                  <a:pt x="960079" y="45982"/>
                </a:lnTo>
                <a:lnTo>
                  <a:pt x="960332" y="44962"/>
                </a:lnTo>
                <a:lnTo>
                  <a:pt x="960599" y="43950"/>
                </a:lnTo>
                <a:lnTo>
                  <a:pt x="960880" y="42948"/>
                </a:lnTo>
                <a:lnTo>
                  <a:pt x="961176" y="41955"/>
                </a:lnTo>
                <a:lnTo>
                  <a:pt x="961486" y="40970"/>
                </a:lnTo>
                <a:lnTo>
                  <a:pt x="961811" y="39995"/>
                </a:lnTo>
                <a:lnTo>
                  <a:pt x="962150" y="39028"/>
                </a:lnTo>
                <a:lnTo>
                  <a:pt x="962504" y="38074"/>
                </a:lnTo>
                <a:lnTo>
                  <a:pt x="962876" y="37137"/>
                </a:lnTo>
                <a:lnTo>
                  <a:pt x="963264" y="36215"/>
                </a:lnTo>
                <a:lnTo>
                  <a:pt x="963668" y="35310"/>
                </a:lnTo>
                <a:lnTo>
                  <a:pt x="964090" y="34421"/>
                </a:lnTo>
                <a:lnTo>
                  <a:pt x="964528" y="33548"/>
                </a:lnTo>
                <a:lnTo>
                  <a:pt x="964982" y="32691"/>
                </a:lnTo>
                <a:lnTo>
                  <a:pt x="965454" y="31851"/>
                </a:lnTo>
                <a:lnTo>
                  <a:pt x="965942" y="31027"/>
                </a:lnTo>
                <a:lnTo>
                  <a:pt x="966447" y="30219"/>
                </a:lnTo>
                <a:lnTo>
                  <a:pt x="966969" y="29427"/>
                </a:lnTo>
                <a:lnTo>
                  <a:pt x="967507" y="28652"/>
                </a:lnTo>
                <a:lnTo>
                  <a:pt x="968062" y="27893"/>
                </a:lnTo>
                <a:lnTo>
                  <a:pt x="968633" y="27150"/>
                </a:lnTo>
                <a:lnTo>
                  <a:pt x="969222" y="26423"/>
                </a:lnTo>
                <a:lnTo>
                  <a:pt x="969827" y="25713"/>
                </a:lnTo>
                <a:lnTo>
                  <a:pt x="970449" y="25018"/>
                </a:lnTo>
                <a:lnTo>
                  <a:pt x="971087" y="24340"/>
                </a:lnTo>
                <a:lnTo>
                  <a:pt x="971742" y="23678"/>
                </a:lnTo>
                <a:lnTo>
                  <a:pt x="972414" y="23033"/>
                </a:lnTo>
                <a:lnTo>
                  <a:pt x="973103" y="22403"/>
                </a:lnTo>
                <a:lnTo>
                  <a:pt x="973808" y="21790"/>
                </a:lnTo>
                <a:lnTo>
                  <a:pt x="974530" y="21193"/>
                </a:lnTo>
                <a:lnTo>
                  <a:pt x="975268" y="20613"/>
                </a:lnTo>
                <a:lnTo>
                  <a:pt x="976025" y="20052"/>
                </a:lnTo>
                <a:lnTo>
                  <a:pt x="976801" y="19515"/>
                </a:lnTo>
                <a:lnTo>
                  <a:pt x="977595" y="19002"/>
                </a:lnTo>
                <a:lnTo>
                  <a:pt x="978409" y="18513"/>
                </a:lnTo>
                <a:lnTo>
                  <a:pt x="979242" y="18048"/>
                </a:lnTo>
                <a:lnTo>
                  <a:pt x="980095" y="17607"/>
                </a:lnTo>
                <a:lnTo>
                  <a:pt x="980966" y="17189"/>
                </a:lnTo>
                <a:lnTo>
                  <a:pt x="981856" y="16795"/>
                </a:lnTo>
                <a:lnTo>
                  <a:pt x="982766" y="16426"/>
                </a:lnTo>
                <a:lnTo>
                  <a:pt x="983695" y="16080"/>
                </a:lnTo>
                <a:lnTo>
                  <a:pt x="984642" y="15758"/>
                </a:lnTo>
                <a:lnTo>
                  <a:pt x="985609" y="15459"/>
                </a:lnTo>
                <a:lnTo>
                  <a:pt x="986595" y="15185"/>
                </a:lnTo>
                <a:lnTo>
                  <a:pt x="987601" y="14935"/>
                </a:lnTo>
                <a:lnTo>
                  <a:pt x="988625" y="14708"/>
                </a:lnTo>
                <a:lnTo>
                  <a:pt x="989668" y="14505"/>
                </a:lnTo>
                <a:lnTo>
                  <a:pt x="990731" y="14326"/>
                </a:lnTo>
                <a:lnTo>
                  <a:pt x="991813" y="14171"/>
                </a:lnTo>
                <a:lnTo>
                  <a:pt x="992914" y="14040"/>
                </a:lnTo>
                <a:lnTo>
                  <a:pt x="994034" y="13933"/>
                </a:lnTo>
                <a:lnTo>
                  <a:pt x="995173" y="13849"/>
                </a:lnTo>
                <a:lnTo>
                  <a:pt x="996331" y="13789"/>
                </a:lnTo>
                <a:lnTo>
                  <a:pt x="997508" y="13754"/>
                </a:lnTo>
                <a:lnTo>
                  <a:pt x="998705" y="13742"/>
                </a:lnTo>
                <a:lnTo>
                  <a:pt x="999901" y="13754"/>
                </a:lnTo>
                <a:lnTo>
                  <a:pt x="1001078" y="13789"/>
                </a:lnTo>
                <a:lnTo>
                  <a:pt x="1002236" y="13849"/>
                </a:lnTo>
                <a:lnTo>
                  <a:pt x="1003375" y="13933"/>
                </a:lnTo>
                <a:lnTo>
                  <a:pt x="1004494" y="14040"/>
                </a:lnTo>
                <a:lnTo>
                  <a:pt x="1005594" y="14171"/>
                </a:lnTo>
                <a:lnTo>
                  <a:pt x="1006675" y="14326"/>
                </a:lnTo>
                <a:lnTo>
                  <a:pt x="1007736" y="14505"/>
                </a:lnTo>
                <a:lnTo>
                  <a:pt x="1008778" y="14708"/>
                </a:lnTo>
                <a:lnTo>
                  <a:pt x="1009801" y="14935"/>
                </a:lnTo>
                <a:lnTo>
                  <a:pt x="1010804" y="15185"/>
                </a:lnTo>
                <a:lnTo>
                  <a:pt x="1011789" y="15459"/>
                </a:lnTo>
                <a:lnTo>
                  <a:pt x="1012753" y="15758"/>
                </a:lnTo>
                <a:lnTo>
                  <a:pt x="1013699" y="16080"/>
                </a:lnTo>
                <a:lnTo>
                  <a:pt x="1014625" y="16426"/>
                </a:lnTo>
                <a:lnTo>
                  <a:pt x="1015532" y="16795"/>
                </a:lnTo>
                <a:lnTo>
                  <a:pt x="1016420" y="17189"/>
                </a:lnTo>
                <a:lnTo>
                  <a:pt x="1017289" y="17607"/>
                </a:lnTo>
                <a:lnTo>
                  <a:pt x="1018138" y="18048"/>
                </a:lnTo>
                <a:lnTo>
                  <a:pt x="1018968" y="18513"/>
                </a:lnTo>
                <a:lnTo>
                  <a:pt x="1019778" y="19002"/>
                </a:lnTo>
                <a:lnTo>
                  <a:pt x="1020570" y="19515"/>
                </a:lnTo>
                <a:lnTo>
                  <a:pt x="1021342" y="20052"/>
                </a:lnTo>
                <a:lnTo>
                  <a:pt x="1022094" y="20613"/>
                </a:lnTo>
                <a:lnTo>
                  <a:pt x="1022829" y="21193"/>
                </a:lnTo>
                <a:lnTo>
                  <a:pt x="1023548" y="21790"/>
                </a:lnTo>
                <a:lnTo>
                  <a:pt x="1024249" y="22403"/>
                </a:lnTo>
                <a:lnTo>
                  <a:pt x="1024935" y="23033"/>
                </a:lnTo>
                <a:lnTo>
                  <a:pt x="1025603" y="23678"/>
                </a:lnTo>
                <a:lnTo>
                  <a:pt x="1026255" y="24340"/>
                </a:lnTo>
                <a:lnTo>
                  <a:pt x="1026891" y="25018"/>
                </a:lnTo>
                <a:lnTo>
                  <a:pt x="1027510" y="25713"/>
                </a:lnTo>
                <a:lnTo>
                  <a:pt x="1028113" y="26423"/>
                </a:lnTo>
                <a:lnTo>
                  <a:pt x="1028699" y="27150"/>
                </a:lnTo>
                <a:lnTo>
                  <a:pt x="1029268" y="27893"/>
                </a:lnTo>
                <a:lnTo>
                  <a:pt x="1029821" y="28652"/>
                </a:lnTo>
                <a:lnTo>
                  <a:pt x="1030357" y="29427"/>
                </a:lnTo>
                <a:lnTo>
                  <a:pt x="1030877" y="30219"/>
                </a:lnTo>
                <a:lnTo>
                  <a:pt x="1031381" y="31027"/>
                </a:lnTo>
                <a:lnTo>
                  <a:pt x="1031867" y="31851"/>
                </a:lnTo>
                <a:lnTo>
                  <a:pt x="1032338" y="32691"/>
                </a:lnTo>
                <a:lnTo>
                  <a:pt x="1032791" y="33548"/>
                </a:lnTo>
                <a:lnTo>
                  <a:pt x="1033229" y="34421"/>
                </a:lnTo>
                <a:lnTo>
                  <a:pt x="1033649" y="35310"/>
                </a:lnTo>
                <a:lnTo>
                  <a:pt x="1034053" y="36215"/>
                </a:lnTo>
                <a:lnTo>
                  <a:pt x="1034441" y="37137"/>
                </a:lnTo>
                <a:lnTo>
                  <a:pt x="1034812" y="38074"/>
                </a:lnTo>
                <a:lnTo>
                  <a:pt x="1035167" y="39028"/>
                </a:lnTo>
                <a:lnTo>
                  <a:pt x="1035506" y="39995"/>
                </a:lnTo>
                <a:lnTo>
                  <a:pt x="1035830" y="40970"/>
                </a:lnTo>
                <a:lnTo>
                  <a:pt x="1036140" y="41955"/>
                </a:lnTo>
                <a:lnTo>
                  <a:pt x="1036436" y="42948"/>
                </a:lnTo>
                <a:lnTo>
                  <a:pt x="1036717" y="43950"/>
                </a:lnTo>
                <a:lnTo>
                  <a:pt x="1036984" y="44962"/>
                </a:lnTo>
                <a:lnTo>
                  <a:pt x="1037237" y="45982"/>
                </a:lnTo>
                <a:lnTo>
                  <a:pt x="1037475" y="47011"/>
                </a:lnTo>
                <a:lnTo>
                  <a:pt x="1037699" y="48049"/>
                </a:lnTo>
                <a:lnTo>
                  <a:pt x="1037908" y="49095"/>
                </a:lnTo>
                <a:lnTo>
                  <a:pt x="1038103" y="50151"/>
                </a:lnTo>
                <a:lnTo>
                  <a:pt x="1038283" y="51216"/>
                </a:lnTo>
                <a:lnTo>
                  <a:pt x="1038449" y="52290"/>
                </a:lnTo>
                <a:lnTo>
                  <a:pt x="1038600" y="53372"/>
                </a:lnTo>
                <a:lnTo>
                  <a:pt x="1038737" y="54464"/>
                </a:lnTo>
                <a:lnTo>
                  <a:pt x="1038860" y="55564"/>
                </a:lnTo>
                <a:lnTo>
                  <a:pt x="1038968" y="56674"/>
                </a:lnTo>
                <a:lnTo>
                  <a:pt x="1039062" y="57792"/>
                </a:lnTo>
                <a:lnTo>
                  <a:pt x="1039141" y="58919"/>
                </a:lnTo>
                <a:lnTo>
                  <a:pt x="1039206" y="60055"/>
                </a:lnTo>
                <a:lnTo>
                  <a:pt x="1039257" y="61200"/>
                </a:lnTo>
                <a:lnTo>
                  <a:pt x="1039293" y="62354"/>
                </a:lnTo>
                <a:lnTo>
                  <a:pt x="1039314" y="63517"/>
                </a:lnTo>
                <a:lnTo>
                  <a:pt x="1039322" y="64689"/>
                </a:lnTo>
                <a:lnTo>
                  <a:pt x="1039314" y="65853"/>
                </a:lnTo>
                <a:lnTo>
                  <a:pt x="1039293" y="67009"/>
                </a:lnTo>
                <a:lnTo>
                  <a:pt x="1039257" y="68156"/>
                </a:lnTo>
                <a:lnTo>
                  <a:pt x="1039206" y="69294"/>
                </a:lnTo>
                <a:lnTo>
                  <a:pt x="1039141" y="70424"/>
                </a:lnTo>
                <a:lnTo>
                  <a:pt x="1039062" y="71545"/>
                </a:lnTo>
                <a:lnTo>
                  <a:pt x="1038968" y="72658"/>
                </a:lnTo>
                <a:lnTo>
                  <a:pt x="1038860" y="73762"/>
                </a:lnTo>
                <a:lnTo>
                  <a:pt x="1038737" y="74857"/>
                </a:lnTo>
                <a:lnTo>
                  <a:pt x="1038600" y="75944"/>
                </a:lnTo>
                <a:lnTo>
                  <a:pt x="1038449" y="77022"/>
                </a:lnTo>
                <a:lnTo>
                  <a:pt x="1038283" y="78092"/>
                </a:lnTo>
                <a:lnTo>
                  <a:pt x="1038103" y="79153"/>
                </a:lnTo>
                <a:lnTo>
                  <a:pt x="1037908" y="80205"/>
                </a:lnTo>
                <a:lnTo>
                  <a:pt x="1037699" y="81249"/>
                </a:lnTo>
                <a:lnTo>
                  <a:pt x="1037475" y="82284"/>
                </a:lnTo>
                <a:lnTo>
                  <a:pt x="1037237" y="83311"/>
                </a:lnTo>
                <a:lnTo>
                  <a:pt x="1036984" y="84329"/>
                </a:lnTo>
                <a:lnTo>
                  <a:pt x="1036717" y="85338"/>
                </a:lnTo>
                <a:lnTo>
                  <a:pt x="1036436" y="86339"/>
                </a:lnTo>
                <a:lnTo>
                  <a:pt x="1036140" y="87331"/>
                </a:lnTo>
                <a:lnTo>
                  <a:pt x="1035830" y="88315"/>
                </a:lnTo>
                <a:lnTo>
                  <a:pt x="1035506" y="89290"/>
                </a:lnTo>
                <a:lnTo>
                  <a:pt x="1035167" y="90256"/>
                </a:lnTo>
                <a:lnTo>
                  <a:pt x="1034812" y="91210"/>
                </a:lnTo>
                <a:lnTo>
                  <a:pt x="1034441" y="92148"/>
                </a:lnTo>
                <a:lnTo>
                  <a:pt x="1034053" y="93069"/>
                </a:lnTo>
                <a:lnTo>
                  <a:pt x="1033649" y="93973"/>
                </a:lnTo>
                <a:lnTo>
                  <a:pt x="1033229" y="94862"/>
                </a:lnTo>
                <a:lnTo>
                  <a:pt x="1032791" y="95734"/>
                </a:lnTo>
                <a:lnTo>
                  <a:pt x="1032338" y="96589"/>
                </a:lnTo>
                <a:lnTo>
                  <a:pt x="1031867" y="97428"/>
                </a:lnTo>
                <a:lnTo>
                  <a:pt x="1031381" y="98251"/>
                </a:lnTo>
                <a:lnTo>
                  <a:pt x="1030877" y="99057"/>
                </a:lnTo>
                <a:lnTo>
                  <a:pt x="1030357" y="99847"/>
                </a:lnTo>
                <a:lnTo>
                  <a:pt x="1029821" y="100621"/>
                </a:lnTo>
                <a:lnTo>
                  <a:pt x="1029268" y="101378"/>
                </a:lnTo>
                <a:lnTo>
                  <a:pt x="1028699" y="102119"/>
                </a:lnTo>
                <a:lnTo>
                  <a:pt x="1028113" y="102843"/>
                </a:lnTo>
                <a:lnTo>
                  <a:pt x="1027510" y="103551"/>
                </a:lnTo>
                <a:lnTo>
                  <a:pt x="1026891" y="104243"/>
                </a:lnTo>
                <a:lnTo>
                  <a:pt x="1026255" y="104918"/>
                </a:lnTo>
                <a:lnTo>
                  <a:pt x="1025603" y="105577"/>
                </a:lnTo>
                <a:lnTo>
                  <a:pt x="1024935" y="106219"/>
                </a:lnTo>
                <a:lnTo>
                  <a:pt x="1024249" y="106845"/>
                </a:lnTo>
                <a:lnTo>
                  <a:pt x="1023548" y="107455"/>
                </a:lnTo>
                <a:lnTo>
                  <a:pt x="1022829" y="108048"/>
                </a:lnTo>
                <a:lnTo>
                  <a:pt x="1022094" y="108625"/>
                </a:lnTo>
                <a:lnTo>
                  <a:pt x="1021342" y="109182"/>
                </a:lnTo>
                <a:lnTo>
                  <a:pt x="1020570" y="109715"/>
                </a:lnTo>
                <a:lnTo>
                  <a:pt x="1019778" y="110225"/>
                </a:lnTo>
                <a:lnTo>
                  <a:pt x="1018968" y="110710"/>
                </a:lnTo>
                <a:lnTo>
                  <a:pt x="1018138" y="111172"/>
                </a:lnTo>
                <a:lnTo>
                  <a:pt x="1017289" y="111611"/>
                </a:lnTo>
                <a:lnTo>
                  <a:pt x="1016420" y="112025"/>
                </a:lnTo>
                <a:lnTo>
                  <a:pt x="1015532" y="112416"/>
                </a:lnTo>
                <a:lnTo>
                  <a:pt x="1014625" y="112784"/>
                </a:lnTo>
                <a:lnTo>
                  <a:pt x="1013699" y="113127"/>
                </a:lnTo>
                <a:lnTo>
                  <a:pt x="1012753" y="113447"/>
                </a:lnTo>
                <a:lnTo>
                  <a:pt x="1011789" y="113743"/>
                </a:lnTo>
                <a:lnTo>
                  <a:pt x="1010804" y="114016"/>
                </a:lnTo>
                <a:lnTo>
                  <a:pt x="1009801" y="114265"/>
                </a:lnTo>
                <a:lnTo>
                  <a:pt x="1008778" y="114490"/>
                </a:lnTo>
                <a:lnTo>
                  <a:pt x="1007736" y="114691"/>
                </a:lnTo>
                <a:lnTo>
                  <a:pt x="1006675" y="114869"/>
                </a:lnTo>
                <a:lnTo>
                  <a:pt x="1005594" y="115023"/>
                </a:lnTo>
                <a:lnTo>
                  <a:pt x="1004494" y="115153"/>
                </a:lnTo>
                <a:lnTo>
                  <a:pt x="1003375" y="115260"/>
                </a:lnTo>
                <a:lnTo>
                  <a:pt x="1002236" y="115343"/>
                </a:lnTo>
                <a:lnTo>
                  <a:pt x="1001078" y="115402"/>
                </a:lnTo>
                <a:lnTo>
                  <a:pt x="999901" y="115437"/>
                </a:lnTo>
                <a:lnTo>
                  <a:pt x="998705" y="115449"/>
                </a:lnTo>
                <a:lnTo>
                  <a:pt x="997508" y="115437"/>
                </a:lnTo>
                <a:lnTo>
                  <a:pt x="996331" y="115402"/>
                </a:lnTo>
                <a:lnTo>
                  <a:pt x="995173" y="115343"/>
                </a:lnTo>
                <a:lnTo>
                  <a:pt x="994034" y="115260"/>
                </a:lnTo>
                <a:lnTo>
                  <a:pt x="992914" y="115153"/>
                </a:lnTo>
                <a:close/>
                <a:moveTo>
                  <a:pt x="473587" y="128950"/>
                </a:moveTo>
                <a:lnTo>
                  <a:pt x="474426" y="128845"/>
                </a:lnTo>
                <a:lnTo>
                  <a:pt x="475256" y="128719"/>
                </a:lnTo>
                <a:lnTo>
                  <a:pt x="476075" y="128575"/>
                </a:lnTo>
                <a:lnTo>
                  <a:pt x="476885" y="128411"/>
                </a:lnTo>
                <a:lnTo>
                  <a:pt x="477684" y="128228"/>
                </a:lnTo>
                <a:lnTo>
                  <a:pt x="478473" y="128026"/>
                </a:lnTo>
                <a:lnTo>
                  <a:pt x="479253" y="127805"/>
                </a:lnTo>
                <a:lnTo>
                  <a:pt x="480022" y="127564"/>
                </a:lnTo>
                <a:lnTo>
                  <a:pt x="480781" y="127304"/>
                </a:lnTo>
                <a:lnTo>
                  <a:pt x="481530" y="127025"/>
                </a:lnTo>
                <a:lnTo>
                  <a:pt x="482269" y="126727"/>
                </a:lnTo>
                <a:lnTo>
                  <a:pt x="482998" y="126409"/>
                </a:lnTo>
                <a:lnTo>
                  <a:pt x="483717" y="126072"/>
                </a:lnTo>
                <a:lnTo>
                  <a:pt x="484426" y="125716"/>
                </a:lnTo>
                <a:lnTo>
                  <a:pt x="485125" y="125341"/>
                </a:lnTo>
                <a:lnTo>
                  <a:pt x="485813" y="124946"/>
                </a:lnTo>
                <a:lnTo>
                  <a:pt x="486492" y="124532"/>
                </a:lnTo>
                <a:lnTo>
                  <a:pt x="487161" y="124099"/>
                </a:lnTo>
                <a:lnTo>
                  <a:pt x="487819" y="123646"/>
                </a:lnTo>
                <a:lnTo>
                  <a:pt x="488467" y="123175"/>
                </a:lnTo>
                <a:lnTo>
                  <a:pt x="489102" y="122685"/>
                </a:lnTo>
                <a:lnTo>
                  <a:pt x="489724" y="122176"/>
                </a:lnTo>
                <a:lnTo>
                  <a:pt x="490334" y="121648"/>
                </a:lnTo>
                <a:lnTo>
                  <a:pt x="490931" y="121102"/>
                </a:lnTo>
                <a:lnTo>
                  <a:pt x="491516" y="120537"/>
                </a:lnTo>
                <a:lnTo>
                  <a:pt x="492089" y="119953"/>
                </a:lnTo>
                <a:lnTo>
                  <a:pt x="492649" y="119350"/>
                </a:lnTo>
                <a:lnTo>
                  <a:pt x="493196" y="118729"/>
                </a:lnTo>
                <a:lnTo>
                  <a:pt x="493731" y="118089"/>
                </a:lnTo>
                <a:lnTo>
                  <a:pt x="494254" y="117430"/>
                </a:lnTo>
                <a:lnTo>
                  <a:pt x="494764" y="116752"/>
                </a:lnTo>
                <a:lnTo>
                  <a:pt x="495262" y="116056"/>
                </a:lnTo>
                <a:lnTo>
                  <a:pt x="495747" y="115341"/>
                </a:lnTo>
                <a:lnTo>
                  <a:pt x="496219" y="114607"/>
                </a:lnTo>
                <a:lnTo>
                  <a:pt x="496679" y="113854"/>
                </a:lnTo>
                <a:lnTo>
                  <a:pt x="497127" y="113083"/>
                </a:lnTo>
                <a:lnTo>
                  <a:pt x="497562" y="112293"/>
                </a:lnTo>
                <a:lnTo>
                  <a:pt x="497985" y="111484"/>
                </a:lnTo>
                <a:lnTo>
                  <a:pt x="498395" y="110656"/>
                </a:lnTo>
                <a:lnTo>
                  <a:pt x="498793" y="109810"/>
                </a:lnTo>
                <a:lnTo>
                  <a:pt x="499178" y="108945"/>
                </a:lnTo>
                <a:lnTo>
                  <a:pt x="499551" y="108061"/>
                </a:lnTo>
                <a:lnTo>
                  <a:pt x="499911" y="107159"/>
                </a:lnTo>
                <a:lnTo>
                  <a:pt x="500258" y="106238"/>
                </a:lnTo>
                <a:lnTo>
                  <a:pt x="500590" y="105298"/>
                </a:lnTo>
                <a:lnTo>
                  <a:pt x="500907" y="104341"/>
                </a:lnTo>
                <a:lnTo>
                  <a:pt x="501209" y="103365"/>
                </a:lnTo>
                <a:lnTo>
                  <a:pt x="501497" y="102372"/>
                </a:lnTo>
                <a:lnTo>
                  <a:pt x="501770" y="101361"/>
                </a:lnTo>
                <a:lnTo>
                  <a:pt x="502028" y="100331"/>
                </a:lnTo>
                <a:lnTo>
                  <a:pt x="502271" y="99283"/>
                </a:lnTo>
                <a:lnTo>
                  <a:pt x="502500" y="98218"/>
                </a:lnTo>
                <a:lnTo>
                  <a:pt x="502714" y="97134"/>
                </a:lnTo>
                <a:lnTo>
                  <a:pt x="502913" y="96032"/>
                </a:lnTo>
                <a:lnTo>
                  <a:pt x="503097" y="94912"/>
                </a:lnTo>
                <a:lnTo>
                  <a:pt x="503267" y="93774"/>
                </a:lnTo>
                <a:lnTo>
                  <a:pt x="503422" y="92618"/>
                </a:lnTo>
                <a:lnTo>
                  <a:pt x="503562" y="91444"/>
                </a:lnTo>
                <a:lnTo>
                  <a:pt x="503688" y="90252"/>
                </a:lnTo>
                <a:lnTo>
                  <a:pt x="503798" y="89041"/>
                </a:lnTo>
                <a:lnTo>
                  <a:pt x="503894" y="87813"/>
                </a:lnTo>
                <a:lnTo>
                  <a:pt x="503975" y="86567"/>
                </a:lnTo>
                <a:lnTo>
                  <a:pt x="504042" y="85302"/>
                </a:lnTo>
                <a:lnTo>
                  <a:pt x="504093" y="84020"/>
                </a:lnTo>
                <a:lnTo>
                  <a:pt x="504130" y="82719"/>
                </a:lnTo>
                <a:lnTo>
                  <a:pt x="504152" y="81400"/>
                </a:lnTo>
                <a:lnTo>
                  <a:pt x="504160" y="80064"/>
                </a:lnTo>
                <a:lnTo>
                  <a:pt x="504152" y="78719"/>
                </a:lnTo>
                <a:lnTo>
                  <a:pt x="504130" y="77393"/>
                </a:lnTo>
                <a:lnTo>
                  <a:pt x="504094" y="76086"/>
                </a:lnTo>
                <a:lnTo>
                  <a:pt x="504043" y="74797"/>
                </a:lnTo>
                <a:lnTo>
                  <a:pt x="503977" y="73527"/>
                </a:lnTo>
                <a:lnTo>
                  <a:pt x="503897" y="72276"/>
                </a:lnTo>
                <a:lnTo>
                  <a:pt x="503802" y="71043"/>
                </a:lnTo>
                <a:lnTo>
                  <a:pt x="503693" y="69828"/>
                </a:lnTo>
                <a:lnTo>
                  <a:pt x="503569" y="68632"/>
                </a:lnTo>
                <a:lnTo>
                  <a:pt x="503430" y="67455"/>
                </a:lnTo>
                <a:lnTo>
                  <a:pt x="503277" y="66296"/>
                </a:lnTo>
                <a:lnTo>
                  <a:pt x="503109" y="65156"/>
                </a:lnTo>
                <a:lnTo>
                  <a:pt x="502927" y="64035"/>
                </a:lnTo>
                <a:lnTo>
                  <a:pt x="502730" y="62932"/>
                </a:lnTo>
                <a:lnTo>
                  <a:pt x="502518" y="61848"/>
                </a:lnTo>
                <a:lnTo>
                  <a:pt x="502292" y="60782"/>
                </a:lnTo>
                <a:lnTo>
                  <a:pt x="502051" y="59735"/>
                </a:lnTo>
                <a:lnTo>
                  <a:pt x="501796" y="58706"/>
                </a:lnTo>
                <a:lnTo>
                  <a:pt x="501526" y="57696"/>
                </a:lnTo>
                <a:lnTo>
                  <a:pt x="501242" y="56705"/>
                </a:lnTo>
                <a:lnTo>
                  <a:pt x="500943" y="55732"/>
                </a:lnTo>
                <a:lnTo>
                  <a:pt x="500629" y="54778"/>
                </a:lnTo>
                <a:lnTo>
                  <a:pt x="500301" y="53842"/>
                </a:lnTo>
                <a:lnTo>
                  <a:pt x="499958" y="52925"/>
                </a:lnTo>
                <a:lnTo>
                  <a:pt x="499602" y="52026"/>
                </a:lnTo>
                <a:lnTo>
                  <a:pt x="499233" y="51146"/>
                </a:lnTo>
                <a:lnTo>
                  <a:pt x="498853" y="50285"/>
                </a:lnTo>
                <a:lnTo>
                  <a:pt x="498460" y="49443"/>
                </a:lnTo>
                <a:lnTo>
                  <a:pt x="498055" y="48619"/>
                </a:lnTo>
                <a:lnTo>
                  <a:pt x="497638" y="47814"/>
                </a:lnTo>
                <a:lnTo>
                  <a:pt x="497209" y="47028"/>
                </a:lnTo>
                <a:lnTo>
                  <a:pt x="496768" y="46261"/>
                </a:lnTo>
                <a:lnTo>
                  <a:pt x="496314" y="45512"/>
                </a:lnTo>
                <a:lnTo>
                  <a:pt x="495849" y="44782"/>
                </a:lnTo>
                <a:lnTo>
                  <a:pt x="495371" y="44071"/>
                </a:lnTo>
                <a:lnTo>
                  <a:pt x="494881" y="43379"/>
                </a:lnTo>
                <a:lnTo>
                  <a:pt x="494379" y="42705"/>
                </a:lnTo>
                <a:lnTo>
                  <a:pt x="493864" y="42051"/>
                </a:lnTo>
                <a:lnTo>
                  <a:pt x="493338" y="41414"/>
                </a:lnTo>
                <a:lnTo>
                  <a:pt x="492799" y="40797"/>
                </a:lnTo>
                <a:lnTo>
                  <a:pt x="492249" y="40199"/>
                </a:lnTo>
                <a:lnTo>
                  <a:pt x="491686" y="39619"/>
                </a:lnTo>
                <a:lnTo>
                  <a:pt x="491111" y="39058"/>
                </a:lnTo>
                <a:lnTo>
                  <a:pt x="490523" y="38515"/>
                </a:lnTo>
                <a:lnTo>
                  <a:pt x="489924" y="37992"/>
                </a:lnTo>
                <a:lnTo>
                  <a:pt x="489312" y="37487"/>
                </a:lnTo>
                <a:lnTo>
                  <a:pt x="488689" y="37001"/>
                </a:lnTo>
                <a:lnTo>
                  <a:pt x="488053" y="36534"/>
                </a:lnTo>
                <a:lnTo>
                  <a:pt x="487406" y="36085"/>
                </a:lnTo>
                <a:lnTo>
                  <a:pt x="486749" y="35656"/>
                </a:lnTo>
                <a:lnTo>
                  <a:pt x="486081" y="35245"/>
                </a:lnTo>
                <a:lnTo>
                  <a:pt x="485403" y="34854"/>
                </a:lnTo>
                <a:lnTo>
                  <a:pt x="484716" y="34481"/>
                </a:lnTo>
                <a:lnTo>
                  <a:pt x="484017" y="34128"/>
                </a:lnTo>
                <a:lnTo>
                  <a:pt x="483309" y="33794"/>
                </a:lnTo>
                <a:lnTo>
                  <a:pt x="482591" y="33479"/>
                </a:lnTo>
                <a:lnTo>
                  <a:pt x="481862" y="33183"/>
                </a:lnTo>
                <a:lnTo>
                  <a:pt x="481123" y="32907"/>
                </a:lnTo>
                <a:lnTo>
                  <a:pt x="480374" y="32649"/>
                </a:lnTo>
                <a:lnTo>
                  <a:pt x="479614" y="32410"/>
                </a:lnTo>
                <a:lnTo>
                  <a:pt x="478845" y="32191"/>
                </a:lnTo>
                <a:lnTo>
                  <a:pt x="478065" y="31990"/>
                </a:lnTo>
                <a:lnTo>
                  <a:pt x="477275" y="31809"/>
                </a:lnTo>
                <a:lnTo>
                  <a:pt x="476475" y="31647"/>
                </a:lnTo>
                <a:lnTo>
                  <a:pt x="475664" y="31503"/>
                </a:lnTo>
                <a:lnTo>
                  <a:pt x="474844" y="31379"/>
                </a:lnTo>
                <a:lnTo>
                  <a:pt x="474013" y="31274"/>
                </a:lnTo>
                <a:lnTo>
                  <a:pt x="473172" y="31188"/>
                </a:lnTo>
                <a:lnTo>
                  <a:pt x="472320" y="31122"/>
                </a:lnTo>
                <a:lnTo>
                  <a:pt x="471459" y="31074"/>
                </a:lnTo>
                <a:lnTo>
                  <a:pt x="470587" y="31045"/>
                </a:lnTo>
                <a:lnTo>
                  <a:pt x="469705" y="31036"/>
                </a:lnTo>
                <a:lnTo>
                  <a:pt x="468885" y="31044"/>
                </a:lnTo>
                <a:lnTo>
                  <a:pt x="468075" y="31069"/>
                </a:lnTo>
                <a:lnTo>
                  <a:pt x="467273" y="31110"/>
                </a:lnTo>
                <a:lnTo>
                  <a:pt x="466481" y="31167"/>
                </a:lnTo>
                <a:lnTo>
                  <a:pt x="465699" y="31241"/>
                </a:lnTo>
                <a:lnTo>
                  <a:pt x="464926" y="31331"/>
                </a:lnTo>
                <a:lnTo>
                  <a:pt x="464162" y="31437"/>
                </a:lnTo>
                <a:lnTo>
                  <a:pt x="463408" y="31560"/>
                </a:lnTo>
                <a:lnTo>
                  <a:pt x="462663" y="31700"/>
                </a:lnTo>
                <a:lnTo>
                  <a:pt x="461928" y="31855"/>
                </a:lnTo>
                <a:lnTo>
                  <a:pt x="461201" y="32027"/>
                </a:lnTo>
                <a:lnTo>
                  <a:pt x="460485" y="32216"/>
                </a:lnTo>
                <a:lnTo>
                  <a:pt x="459778" y="32421"/>
                </a:lnTo>
                <a:lnTo>
                  <a:pt x="459080" y="32642"/>
                </a:lnTo>
                <a:lnTo>
                  <a:pt x="458391" y="32880"/>
                </a:lnTo>
                <a:lnTo>
                  <a:pt x="457712" y="33134"/>
                </a:lnTo>
                <a:lnTo>
                  <a:pt x="457043" y="33404"/>
                </a:lnTo>
                <a:lnTo>
                  <a:pt x="456382" y="33691"/>
                </a:lnTo>
                <a:lnTo>
                  <a:pt x="455731" y="33994"/>
                </a:lnTo>
                <a:lnTo>
                  <a:pt x="455090" y="34314"/>
                </a:lnTo>
                <a:lnTo>
                  <a:pt x="454458" y="34650"/>
                </a:lnTo>
                <a:lnTo>
                  <a:pt x="453835" y="35003"/>
                </a:lnTo>
                <a:lnTo>
                  <a:pt x="453222" y="35371"/>
                </a:lnTo>
                <a:lnTo>
                  <a:pt x="452618" y="35757"/>
                </a:lnTo>
                <a:lnTo>
                  <a:pt x="452024" y="36153"/>
                </a:lnTo>
                <a:lnTo>
                  <a:pt x="451439" y="36556"/>
                </a:lnTo>
                <a:lnTo>
                  <a:pt x="450865" y="36965"/>
                </a:lnTo>
                <a:lnTo>
                  <a:pt x="450299" y="37381"/>
                </a:lnTo>
                <a:lnTo>
                  <a:pt x="449744" y="37803"/>
                </a:lnTo>
                <a:lnTo>
                  <a:pt x="449198" y="38231"/>
                </a:lnTo>
                <a:lnTo>
                  <a:pt x="448663" y="38665"/>
                </a:lnTo>
                <a:lnTo>
                  <a:pt x="448136" y="39106"/>
                </a:lnTo>
                <a:lnTo>
                  <a:pt x="447620" y="39554"/>
                </a:lnTo>
                <a:lnTo>
                  <a:pt x="447113" y="40007"/>
                </a:lnTo>
                <a:lnTo>
                  <a:pt x="446616" y="40467"/>
                </a:lnTo>
                <a:lnTo>
                  <a:pt x="446129" y="40933"/>
                </a:lnTo>
                <a:lnTo>
                  <a:pt x="445651" y="41406"/>
                </a:lnTo>
                <a:lnTo>
                  <a:pt x="445183" y="41884"/>
                </a:lnTo>
                <a:lnTo>
                  <a:pt x="444725" y="42370"/>
                </a:lnTo>
                <a:lnTo>
                  <a:pt x="444277" y="42861"/>
                </a:lnTo>
                <a:lnTo>
                  <a:pt x="443838" y="43359"/>
                </a:lnTo>
                <a:lnTo>
                  <a:pt x="443409" y="43863"/>
                </a:lnTo>
                <a:lnTo>
                  <a:pt x="442990" y="44374"/>
                </a:lnTo>
                <a:lnTo>
                  <a:pt x="442581" y="44890"/>
                </a:lnTo>
                <a:lnTo>
                  <a:pt x="442181" y="45414"/>
                </a:lnTo>
                <a:lnTo>
                  <a:pt x="441791" y="45943"/>
                </a:lnTo>
                <a:lnTo>
                  <a:pt x="441411" y="46479"/>
                </a:lnTo>
                <a:lnTo>
                  <a:pt x="441040" y="47021"/>
                </a:lnTo>
                <a:lnTo>
                  <a:pt x="441040" y="1683"/>
                </a:lnTo>
                <a:lnTo>
                  <a:pt x="425354" y="1683"/>
                </a:lnTo>
                <a:lnTo>
                  <a:pt x="425354" y="127508"/>
                </a:lnTo>
                <a:lnTo>
                  <a:pt x="440013" y="127508"/>
                </a:lnTo>
                <a:lnTo>
                  <a:pt x="440760" y="114608"/>
                </a:lnTo>
                <a:lnTo>
                  <a:pt x="441138" y="115202"/>
                </a:lnTo>
                <a:lnTo>
                  <a:pt x="441525" y="115783"/>
                </a:lnTo>
                <a:lnTo>
                  <a:pt x="441921" y="116353"/>
                </a:lnTo>
                <a:lnTo>
                  <a:pt x="442325" y="116910"/>
                </a:lnTo>
                <a:lnTo>
                  <a:pt x="442739" y="117455"/>
                </a:lnTo>
                <a:lnTo>
                  <a:pt x="443161" y="117988"/>
                </a:lnTo>
                <a:lnTo>
                  <a:pt x="443593" y="118509"/>
                </a:lnTo>
                <a:lnTo>
                  <a:pt x="444033" y="119017"/>
                </a:lnTo>
                <a:lnTo>
                  <a:pt x="444482" y="119514"/>
                </a:lnTo>
                <a:lnTo>
                  <a:pt x="444941" y="119998"/>
                </a:lnTo>
                <a:lnTo>
                  <a:pt x="445408" y="120470"/>
                </a:lnTo>
                <a:lnTo>
                  <a:pt x="445884" y="120930"/>
                </a:lnTo>
                <a:lnTo>
                  <a:pt x="446369" y="121377"/>
                </a:lnTo>
                <a:lnTo>
                  <a:pt x="446863" y="121813"/>
                </a:lnTo>
                <a:lnTo>
                  <a:pt x="447365" y="122236"/>
                </a:lnTo>
                <a:lnTo>
                  <a:pt x="447877" y="122647"/>
                </a:lnTo>
                <a:lnTo>
                  <a:pt x="448398" y="123046"/>
                </a:lnTo>
                <a:lnTo>
                  <a:pt x="448927" y="123433"/>
                </a:lnTo>
                <a:lnTo>
                  <a:pt x="449466" y="123808"/>
                </a:lnTo>
                <a:lnTo>
                  <a:pt x="450013" y="124170"/>
                </a:lnTo>
                <a:lnTo>
                  <a:pt x="450569" y="124521"/>
                </a:lnTo>
                <a:lnTo>
                  <a:pt x="451134" y="124859"/>
                </a:lnTo>
                <a:lnTo>
                  <a:pt x="451708" y="125185"/>
                </a:lnTo>
                <a:lnTo>
                  <a:pt x="452291" y="125499"/>
                </a:lnTo>
                <a:lnTo>
                  <a:pt x="452884" y="125800"/>
                </a:lnTo>
                <a:lnTo>
                  <a:pt x="453486" y="126088"/>
                </a:lnTo>
                <a:lnTo>
                  <a:pt x="454098" y="126364"/>
                </a:lnTo>
                <a:lnTo>
                  <a:pt x="454720" y="126627"/>
                </a:lnTo>
                <a:lnTo>
                  <a:pt x="455352" y="126877"/>
                </a:lnTo>
                <a:lnTo>
                  <a:pt x="455994" y="127114"/>
                </a:lnTo>
                <a:lnTo>
                  <a:pt x="456646" y="127338"/>
                </a:lnTo>
                <a:lnTo>
                  <a:pt x="457308" y="127550"/>
                </a:lnTo>
                <a:lnTo>
                  <a:pt x="457979" y="127749"/>
                </a:lnTo>
                <a:lnTo>
                  <a:pt x="458661" y="127935"/>
                </a:lnTo>
                <a:lnTo>
                  <a:pt x="459352" y="128108"/>
                </a:lnTo>
                <a:lnTo>
                  <a:pt x="460053" y="128268"/>
                </a:lnTo>
                <a:lnTo>
                  <a:pt x="460764" y="128415"/>
                </a:lnTo>
                <a:lnTo>
                  <a:pt x="461485" y="128550"/>
                </a:lnTo>
                <a:lnTo>
                  <a:pt x="462216" y="128672"/>
                </a:lnTo>
                <a:lnTo>
                  <a:pt x="462957" y="128781"/>
                </a:lnTo>
                <a:lnTo>
                  <a:pt x="463707" y="128877"/>
                </a:lnTo>
                <a:lnTo>
                  <a:pt x="464468" y="128960"/>
                </a:lnTo>
                <a:lnTo>
                  <a:pt x="465238" y="129031"/>
                </a:lnTo>
                <a:lnTo>
                  <a:pt x="466018" y="129089"/>
                </a:lnTo>
                <a:lnTo>
                  <a:pt x="466809" y="129133"/>
                </a:lnTo>
                <a:lnTo>
                  <a:pt x="467609" y="129165"/>
                </a:lnTo>
                <a:lnTo>
                  <a:pt x="468419" y="129185"/>
                </a:lnTo>
                <a:lnTo>
                  <a:pt x="469238" y="129191"/>
                </a:lnTo>
                <a:lnTo>
                  <a:pt x="470128" y="129181"/>
                </a:lnTo>
                <a:lnTo>
                  <a:pt x="471008" y="129153"/>
                </a:lnTo>
                <a:lnTo>
                  <a:pt x="471878" y="129104"/>
                </a:lnTo>
                <a:lnTo>
                  <a:pt x="472737" y="129037"/>
                </a:lnTo>
                <a:lnTo>
                  <a:pt x="473587" y="128950"/>
                </a:lnTo>
                <a:close/>
                <a:moveTo>
                  <a:pt x="462596" y="116187"/>
                </a:moveTo>
                <a:lnTo>
                  <a:pt x="461894" y="116100"/>
                </a:lnTo>
                <a:lnTo>
                  <a:pt x="461202" y="115998"/>
                </a:lnTo>
                <a:lnTo>
                  <a:pt x="460519" y="115880"/>
                </a:lnTo>
                <a:lnTo>
                  <a:pt x="459845" y="115746"/>
                </a:lnTo>
                <a:lnTo>
                  <a:pt x="459181" y="115596"/>
                </a:lnTo>
                <a:lnTo>
                  <a:pt x="458527" y="115430"/>
                </a:lnTo>
                <a:lnTo>
                  <a:pt x="457882" y="115249"/>
                </a:lnTo>
                <a:lnTo>
                  <a:pt x="457247" y="115052"/>
                </a:lnTo>
                <a:lnTo>
                  <a:pt x="456621" y="114839"/>
                </a:lnTo>
                <a:lnTo>
                  <a:pt x="456005" y="114611"/>
                </a:lnTo>
                <a:lnTo>
                  <a:pt x="455399" y="114367"/>
                </a:lnTo>
                <a:lnTo>
                  <a:pt x="454802" y="114106"/>
                </a:lnTo>
                <a:lnTo>
                  <a:pt x="454214" y="113831"/>
                </a:lnTo>
                <a:lnTo>
                  <a:pt x="453636" y="113539"/>
                </a:lnTo>
                <a:lnTo>
                  <a:pt x="453068" y="113232"/>
                </a:lnTo>
                <a:lnTo>
                  <a:pt x="452510" y="112908"/>
                </a:lnTo>
                <a:lnTo>
                  <a:pt x="451960" y="112570"/>
                </a:lnTo>
                <a:lnTo>
                  <a:pt x="451421" y="112215"/>
                </a:lnTo>
                <a:lnTo>
                  <a:pt x="450891" y="111844"/>
                </a:lnTo>
                <a:lnTo>
                  <a:pt x="450370" y="111461"/>
                </a:lnTo>
                <a:lnTo>
                  <a:pt x="449860" y="111066"/>
                </a:lnTo>
                <a:lnTo>
                  <a:pt x="449358" y="110660"/>
                </a:lnTo>
                <a:lnTo>
                  <a:pt x="448866" y="110244"/>
                </a:lnTo>
                <a:lnTo>
                  <a:pt x="448384" y="109816"/>
                </a:lnTo>
                <a:lnTo>
                  <a:pt x="447912" y="109377"/>
                </a:lnTo>
                <a:lnTo>
                  <a:pt x="447449" y="108928"/>
                </a:lnTo>
                <a:lnTo>
                  <a:pt x="446995" y="108467"/>
                </a:lnTo>
                <a:lnTo>
                  <a:pt x="446551" y="107996"/>
                </a:lnTo>
                <a:lnTo>
                  <a:pt x="446117" y="107513"/>
                </a:lnTo>
                <a:lnTo>
                  <a:pt x="445692" y="107020"/>
                </a:lnTo>
                <a:lnTo>
                  <a:pt x="445277" y="106515"/>
                </a:lnTo>
                <a:lnTo>
                  <a:pt x="444871" y="106000"/>
                </a:lnTo>
                <a:lnTo>
                  <a:pt x="444475" y="105474"/>
                </a:lnTo>
                <a:lnTo>
                  <a:pt x="444089" y="104936"/>
                </a:lnTo>
                <a:lnTo>
                  <a:pt x="443712" y="104388"/>
                </a:lnTo>
                <a:lnTo>
                  <a:pt x="443344" y="103829"/>
                </a:lnTo>
                <a:lnTo>
                  <a:pt x="442986" y="103259"/>
                </a:lnTo>
                <a:lnTo>
                  <a:pt x="442638" y="102677"/>
                </a:lnTo>
                <a:lnTo>
                  <a:pt x="442299" y="102085"/>
                </a:lnTo>
                <a:lnTo>
                  <a:pt x="441970" y="101482"/>
                </a:lnTo>
                <a:lnTo>
                  <a:pt x="441651" y="100868"/>
                </a:lnTo>
                <a:lnTo>
                  <a:pt x="441341" y="100243"/>
                </a:lnTo>
                <a:lnTo>
                  <a:pt x="441040" y="99607"/>
                </a:lnTo>
                <a:lnTo>
                  <a:pt x="441040" y="62405"/>
                </a:lnTo>
                <a:lnTo>
                  <a:pt x="441341" y="61791"/>
                </a:lnTo>
                <a:lnTo>
                  <a:pt x="441651" y="61183"/>
                </a:lnTo>
                <a:lnTo>
                  <a:pt x="441972" y="60582"/>
                </a:lnTo>
                <a:lnTo>
                  <a:pt x="442302" y="59986"/>
                </a:lnTo>
                <a:lnTo>
                  <a:pt x="442642" y="59396"/>
                </a:lnTo>
                <a:lnTo>
                  <a:pt x="442992" y="58813"/>
                </a:lnTo>
                <a:lnTo>
                  <a:pt x="443352" y="58235"/>
                </a:lnTo>
                <a:lnTo>
                  <a:pt x="443722" y="57663"/>
                </a:lnTo>
                <a:lnTo>
                  <a:pt x="444102" y="57098"/>
                </a:lnTo>
                <a:lnTo>
                  <a:pt x="444491" y="56538"/>
                </a:lnTo>
                <a:lnTo>
                  <a:pt x="444891" y="55984"/>
                </a:lnTo>
                <a:lnTo>
                  <a:pt x="445300" y="55437"/>
                </a:lnTo>
                <a:lnTo>
                  <a:pt x="445719" y="54895"/>
                </a:lnTo>
                <a:lnTo>
                  <a:pt x="446149" y="54359"/>
                </a:lnTo>
                <a:lnTo>
                  <a:pt x="446588" y="53829"/>
                </a:lnTo>
                <a:lnTo>
                  <a:pt x="447037" y="53306"/>
                </a:lnTo>
                <a:lnTo>
                  <a:pt x="447495" y="52788"/>
                </a:lnTo>
                <a:lnTo>
                  <a:pt x="447964" y="52276"/>
                </a:lnTo>
                <a:lnTo>
                  <a:pt x="448443" y="51771"/>
                </a:lnTo>
                <a:lnTo>
                  <a:pt x="448931" y="51271"/>
                </a:lnTo>
                <a:lnTo>
                  <a:pt x="449430" y="50777"/>
                </a:lnTo>
                <a:lnTo>
                  <a:pt x="449938" y="50289"/>
                </a:lnTo>
                <a:lnTo>
                  <a:pt x="450456" y="49808"/>
                </a:lnTo>
                <a:lnTo>
                  <a:pt x="450984" y="49332"/>
                </a:lnTo>
                <a:lnTo>
                  <a:pt x="451522" y="48869"/>
                </a:lnTo>
                <a:lnTo>
                  <a:pt x="452071" y="48425"/>
                </a:lnTo>
                <a:lnTo>
                  <a:pt x="452629" y="48001"/>
                </a:lnTo>
                <a:lnTo>
                  <a:pt x="453198" y="47597"/>
                </a:lnTo>
                <a:lnTo>
                  <a:pt x="453777" y="47213"/>
                </a:lnTo>
                <a:lnTo>
                  <a:pt x="454366" y="46849"/>
                </a:lnTo>
                <a:lnTo>
                  <a:pt x="454965" y="46504"/>
                </a:lnTo>
                <a:lnTo>
                  <a:pt x="455575" y="46178"/>
                </a:lnTo>
                <a:lnTo>
                  <a:pt x="456195" y="45873"/>
                </a:lnTo>
                <a:lnTo>
                  <a:pt x="456825" y="45587"/>
                </a:lnTo>
                <a:lnTo>
                  <a:pt x="457465" y="45321"/>
                </a:lnTo>
                <a:lnTo>
                  <a:pt x="458116" y="45075"/>
                </a:lnTo>
                <a:lnTo>
                  <a:pt x="458776" y="44848"/>
                </a:lnTo>
                <a:lnTo>
                  <a:pt x="459447" y="44641"/>
                </a:lnTo>
                <a:lnTo>
                  <a:pt x="460128" y="44454"/>
                </a:lnTo>
                <a:lnTo>
                  <a:pt x="460819" y="44286"/>
                </a:lnTo>
                <a:lnTo>
                  <a:pt x="461521" y="44139"/>
                </a:lnTo>
                <a:lnTo>
                  <a:pt x="462233" y="44010"/>
                </a:lnTo>
                <a:lnTo>
                  <a:pt x="462955" y="43902"/>
                </a:lnTo>
                <a:lnTo>
                  <a:pt x="463687" y="43813"/>
                </a:lnTo>
                <a:lnTo>
                  <a:pt x="464429" y="43744"/>
                </a:lnTo>
                <a:lnTo>
                  <a:pt x="465182" y="43695"/>
                </a:lnTo>
                <a:lnTo>
                  <a:pt x="465944" y="43666"/>
                </a:lnTo>
                <a:lnTo>
                  <a:pt x="466717" y="43656"/>
                </a:lnTo>
                <a:lnTo>
                  <a:pt x="467603" y="43672"/>
                </a:lnTo>
                <a:lnTo>
                  <a:pt x="468469" y="43721"/>
                </a:lnTo>
                <a:lnTo>
                  <a:pt x="469317" y="43802"/>
                </a:lnTo>
                <a:lnTo>
                  <a:pt x="470146" y="43916"/>
                </a:lnTo>
                <a:lnTo>
                  <a:pt x="470956" y="44063"/>
                </a:lnTo>
                <a:lnTo>
                  <a:pt x="471748" y="44242"/>
                </a:lnTo>
                <a:lnTo>
                  <a:pt x="472520" y="44453"/>
                </a:lnTo>
                <a:lnTo>
                  <a:pt x="473274" y="44697"/>
                </a:lnTo>
                <a:lnTo>
                  <a:pt x="474009" y="44974"/>
                </a:lnTo>
                <a:lnTo>
                  <a:pt x="474725" y="45283"/>
                </a:lnTo>
                <a:lnTo>
                  <a:pt x="475423" y="45625"/>
                </a:lnTo>
                <a:lnTo>
                  <a:pt x="476101" y="45999"/>
                </a:lnTo>
                <a:lnTo>
                  <a:pt x="476761" y="46406"/>
                </a:lnTo>
                <a:lnTo>
                  <a:pt x="477402" y="46846"/>
                </a:lnTo>
                <a:lnTo>
                  <a:pt x="478024" y="47318"/>
                </a:lnTo>
                <a:lnTo>
                  <a:pt x="478628" y="47822"/>
                </a:lnTo>
                <a:lnTo>
                  <a:pt x="479212" y="48359"/>
                </a:lnTo>
                <a:lnTo>
                  <a:pt x="479778" y="48929"/>
                </a:lnTo>
                <a:lnTo>
                  <a:pt x="480325" y="49531"/>
                </a:lnTo>
                <a:lnTo>
                  <a:pt x="480853" y="50166"/>
                </a:lnTo>
                <a:lnTo>
                  <a:pt x="481362" y="50833"/>
                </a:lnTo>
                <a:lnTo>
                  <a:pt x="481853" y="51533"/>
                </a:lnTo>
                <a:lnTo>
                  <a:pt x="482324" y="52265"/>
                </a:lnTo>
                <a:lnTo>
                  <a:pt x="482777" y="53030"/>
                </a:lnTo>
                <a:lnTo>
                  <a:pt x="483212" y="53826"/>
                </a:lnTo>
                <a:lnTo>
                  <a:pt x="483627" y="54649"/>
                </a:lnTo>
                <a:lnTo>
                  <a:pt x="484025" y="55502"/>
                </a:lnTo>
                <a:lnTo>
                  <a:pt x="484404" y="56382"/>
                </a:lnTo>
                <a:lnTo>
                  <a:pt x="484764" y="57292"/>
                </a:lnTo>
                <a:lnTo>
                  <a:pt x="485106" y="58229"/>
                </a:lnTo>
                <a:lnTo>
                  <a:pt x="485429" y="59195"/>
                </a:lnTo>
                <a:lnTo>
                  <a:pt x="485734" y="60190"/>
                </a:lnTo>
                <a:lnTo>
                  <a:pt x="486021" y="61213"/>
                </a:lnTo>
                <a:lnTo>
                  <a:pt x="486289" y="62264"/>
                </a:lnTo>
                <a:lnTo>
                  <a:pt x="486538" y="63344"/>
                </a:lnTo>
                <a:lnTo>
                  <a:pt x="486769" y="64452"/>
                </a:lnTo>
                <a:lnTo>
                  <a:pt x="486982" y="65589"/>
                </a:lnTo>
                <a:lnTo>
                  <a:pt x="487176" y="66754"/>
                </a:lnTo>
                <a:lnTo>
                  <a:pt x="487351" y="67948"/>
                </a:lnTo>
                <a:lnTo>
                  <a:pt x="487508" y="69170"/>
                </a:lnTo>
                <a:lnTo>
                  <a:pt x="487647" y="70420"/>
                </a:lnTo>
                <a:lnTo>
                  <a:pt x="487767" y="71699"/>
                </a:lnTo>
                <a:lnTo>
                  <a:pt x="487869" y="73007"/>
                </a:lnTo>
                <a:lnTo>
                  <a:pt x="487952" y="74343"/>
                </a:lnTo>
                <a:lnTo>
                  <a:pt x="488016" y="75707"/>
                </a:lnTo>
                <a:lnTo>
                  <a:pt x="488063" y="77100"/>
                </a:lnTo>
                <a:lnTo>
                  <a:pt x="488090" y="78521"/>
                </a:lnTo>
                <a:lnTo>
                  <a:pt x="488100" y="79970"/>
                </a:lnTo>
                <a:lnTo>
                  <a:pt x="488090" y="81404"/>
                </a:lnTo>
                <a:lnTo>
                  <a:pt x="488062" y="82810"/>
                </a:lnTo>
                <a:lnTo>
                  <a:pt x="488016" y="84189"/>
                </a:lnTo>
                <a:lnTo>
                  <a:pt x="487950" y="85541"/>
                </a:lnTo>
                <a:lnTo>
                  <a:pt x="487867" y="86866"/>
                </a:lnTo>
                <a:lnTo>
                  <a:pt x="487764" y="88164"/>
                </a:lnTo>
                <a:lnTo>
                  <a:pt x="487643" y="89434"/>
                </a:lnTo>
                <a:lnTo>
                  <a:pt x="487503" y="90677"/>
                </a:lnTo>
                <a:lnTo>
                  <a:pt x="487345" y="91893"/>
                </a:lnTo>
                <a:lnTo>
                  <a:pt x="487168" y="93081"/>
                </a:lnTo>
                <a:lnTo>
                  <a:pt x="486972" y="94242"/>
                </a:lnTo>
                <a:lnTo>
                  <a:pt x="486757" y="95376"/>
                </a:lnTo>
                <a:lnTo>
                  <a:pt x="486524" y="96483"/>
                </a:lnTo>
                <a:lnTo>
                  <a:pt x="486273" y="97563"/>
                </a:lnTo>
                <a:lnTo>
                  <a:pt x="486002" y="98615"/>
                </a:lnTo>
                <a:lnTo>
                  <a:pt x="485713" y="99640"/>
                </a:lnTo>
                <a:lnTo>
                  <a:pt x="485406" y="100638"/>
                </a:lnTo>
                <a:lnTo>
                  <a:pt x="485080" y="101609"/>
                </a:lnTo>
                <a:lnTo>
                  <a:pt x="484735" y="102552"/>
                </a:lnTo>
                <a:lnTo>
                  <a:pt x="484371" y="103468"/>
                </a:lnTo>
                <a:lnTo>
                  <a:pt x="483989" y="104357"/>
                </a:lnTo>
                <a:lnTo>
                  <a:pt x="483588" y="105219"/>
                </a:lnTo>
                <a:lnTo>
                  <a:pt x="483169" y="106054"/>
                </a:lnTo>
                <a:lnTo>
                  <a:pt x="482731" y="106861"/>
                </a:lnTo>
                <a:lnTo>
                  <a:pt x="482273" y="107638"/>
                </a:lnTo>
                <a:lnTo>
                  <a:pt x="481796" y="108382"/>
                </a:lnTo>
                <a:lnTo>
                  <a:pt x="481299" y="109093"/>
                </a:lnTo>
                <a:lnTo>
                  <a:pt x="480782" y="109771"/>
                </a:lnTo>
                <a:lnTo>
                  <a:pt x="480244" y="110415"/>
                </a:lnTo>
                <a:lnTo>
                  <a:pt x="479687" y="111027"/>
                </a:lnTo>
                <a:lnTo>
                  <a:pt x="479110" y="111606"/>
                </a:lnTo>
                <a:lnTo>
                  <a:pt x="478513" y="112152"/>
                </a:lnTo>
                <a:lnTo>
                  <a:pt x="477897" y="112664"/>
                </a:lnTo>
                <a:lnTo>
                  <a:pt x="477260" y="113144"/>
                </a:lnTo>
                <a:lnTo>
                  <a:pt x="476603" y="113590"/>
                </a:lnTo>
                <a:lnTo>
                  <a:pt x="475926" y="114003"/>
                </a:lnTo>
                <a:lnTo>
                  <a:pt x="475230" y="114384"/>
                </a:lnTo>
                <a:lnTo>
                  <a:pt x="474513" y="114731"/>
                </a:lnTo>
                <a:lnTo>
                  <a:pt x="473776" y="115045"/>
                </a:lnTo>
                <a:lnTo>
                  <a:pt x="473020" y="115326"/>
                </a:lnTo>
                <a:lnTo>
                  <a:pt x="472244" y="115574"/>
                </a:lnTo>
                <a:lnTo>
                  <a:pt x="471447" y="115789"/>
                </a:lnTo>
                <a:lnTo>
                  <a:pt x="470631" y="115971"/>
                </a:lnTo>
                <a:lnTo>
                  <a:pt x="469795" y="116120"/>
                </a:lnTo>
                <a:lnTo>
                  <a:pt x="468939" y="116235"/>
                </a:lnTo>
                <a:lnTo>
                  <a:pt x="468063" y="116318"/>
                </a:lnTo>
                <a:lnTo>
                  <a:pt x="467167" y="116368"/>
                </a:lnTo>
                <a:lnTo>
                  <a:pt x="466251" y="116384"/>
                </a:lnTo>
                <a:lnTo>
                  <a:pt x="465501" y="116376"/>
                </a:lnTo>
                <a:lnTo>
                  <a:pt x="464760" y="116353"/>
                </a:lnTo>
                <a:lnTo>
                  <a:pt x="464029" y="116313"/>
                </a:lnTo>
                <a:lnTo>
                  <a:pt x="463308" y="116258"/>
                </a:lnTo>
                <a:lnTo>
                  <a:pt x="462596" y="116187"/>
                </a:lnTo>
                <a:close/>
                <a:moveTo>
                  <a:pt x="840326" y="129073"/>
                </a:moveTo>
                <a:lnTo>
                  <a:pt x="841114" y="129006"/>
                </a:lnTo>
                <a:lnTo>
                  <a:pt x="841891" y="128925"/>
                </a:lnTo>
                <a:lnTo>
                  <a:pt x="842658" y="128829"/>
                </a:lnTo>
                <a:lnTo>
                  <a:pt x="843415" y="128718"/>
                </a:lnTo>
                <a:lnTo>
                  <a:pt x="844163" y="128593"/>
                </a:lnTo>
                <a:lnTo>
                  <a:pt x="844900" y="128453"/>
                </a:lnTo>
                <a:lnTo>
                  <a:pt x="845627" y="128298"/>
                </a:lnTo>
                <a:lnTo>
                  <a:pt x="846344" y="128128"/>
                </a:lnTo>
                <a:lnTo>
                  <a:pt x="847051" y="127943"/>
                </a:lnTo>
                <a:lnTo>
                  <a:pt x="847747" y="127744"/>
                </a:lnTo>
                <a:lnTo>
                  <a:pt x="848434" y="127530"/>
                </a:lnTo>
                <a:lnTo>
                  <a:pt x="849111" y="127301"/>
                </a:lnTo>
                <a:lnTo>
                  <a:pt x="849778" y="127057"/>
                </a:lnTo>
                <a:lnTo>
                  <a:pt x="850435" y="126799"/>
                </a:lnTo>
                <a:lnTo>
                  <a:pt x="851081" y="126525"/>
                </a:lnTo>
                <a:lnTo>
                  <a:pt x="851718" y="126237"/>
                </a:lnTo>
                <a:lnTo>
                  <a:pt x="852344" y="125935"/>
                </a:lnTo>
                <a:lnTo>
                  <a:pt x="852961" y="125617"/>
                </a:lnTo>
                <a:lnTo>
                  <a:pt x="853567" y="125285"/>
                </a:lnTo>
                <a:lnTo>
                  <a:pt x="854164" y="124938"/>
                </a:lnTo>
                <a:lnTo>
                  <a:pt x="854750" y="124579"/>
                </a:lnTo>
                <a:lnTo>
                  <a:pt x="855327" y="124210"/>
                </a:lnTo>
                <a:lnTo>
                  <a:pt x="855895" y="123833"/>
                </a:lnTo>
                <a:lnTo>
                  <a:pt x="856454" y="123446"/>
                </a:lnTo>
                <a:lnTo>
                  <a:pt x="857003" y="123050"/>
                </a:lnTo>
                <a:lnTo>
                  <a:pt x="857542" y="122644"/>
                </a:lnTo>
                <a:lnTo>
                  <a:pt x="858073" y="122230"/>
                </a:lnTo>
                <a:lnTo>
                  <a:pt x="858594" y="121806"/>
                </a:lnTo>
                <a:lnTo>
                  <a:pt x="859105" y="121373"/>
                </a:lnTo>
                <a:lnTo>
                  <a:pt x="859607" y="120931"/>
                </a:lnTo>
                <a:lnTo>
                  <a:pt x="860100" y="120479"/>
                </a:lnTo>
                <a:lnTo>
                  <a:pt x="860583" y="120018"/>
                </a:lnTo>
                <a:lnTo>
                  <a:pt x="861057" y="119548"/>
                </a:lnTo>
                <a:lnTo>
                  <a:pt x="861521" y="119069"/>
                </a:lnTo>
                <a:lnTo>
                  <a:pt x="861976" y="118580"/>
                </a:lnTo>
                <a:lnTo>
                  <a:pt x="862422" y="118082"/>
                </a:lnTo>
                <a:lnTo>
                  <a:pt x="862858" y="117575"/>
                </a:lnTo>
                <a:lnTo>
                  <a:pt x="863285" y="117059"/>
                </a:lnTo>
                <a:lnTo>
                  <a:pt x="863702" y="116533"/>
                </a:lnTo>
                <a:lnTo>
                  <a:pt x="864110" y="115999"/>
                </a:lnTo>
                <a:lnTo>
                  <a:pt x="864509" y="115454"/>
                </a:lnTo>
                <a:lnTo>
                  <a:pt x="864898" y="114901"/>
                </a:lnTo>
                <a:lnTo>
                  <a:pt x="865278" y="114339"/>
                </a:lnTo>
                <a:lnTo>
                  <a:pt x="865648" y="113767"/>
                </a:lnTo>
                <a:lnTo>
                  <a:pt x="866675" y="127508"/>
                </a:lnTo>
                <a:lnTo>
                  <a:pt x="881055" y="127508"/>
                </a:lnTo>
                <a:lnTo>
                  <a:pt x="881055" y="1683"/>
                </a:lnTo>
                <a:lnTo>
                  <a:pt x="865835" y="1683"/>
                </a:lnTo>
                <a:lnTo>
                  <a:pt x="865835" y="46647"/>
                </a:lnTo>
                <a:lnTo>
                  <a:pt x="865480" y="46052"/>
                </a:lnTo>
                <a:lnTo>
                  <a:pt x="865117" y="45468"/>
                </a:lnTo>
                <a:lnTo>
                  <a:pt x="864745" y="44894"/>
                </a:lnTo>
                <a:lnTo>
                  <a:pt x="864363" y="44331"/>
                </a:lnTo>
                <a:lnTo>
                  <a:pt x="863973" y="43778"/>
                </a:lnTo>
                <a:lnTo>
                  <a:pt x="863574" y="43235"/>
                </a:lnTo>
                <a:lnTo>
                  <a:pt x="863166" y="42703"/>
                </a:lnTo>
                <a:lnTo>
                  <a:pt x="862749" y="42181"/>
                </a:lnTo>
                <a:lnTo>
                  <a:pt x="862323" y="41669"/>
                </a:lnTo>
                <a:lnTo>
                  <a:pt x="861888" y="41168"/>
                </a:lnTo>
                <a:lnTo>
                  <a:pt x="861444" y="40677"/>
                </a:lnTo>
                <a:lnTo>
                  <a:pt x="860991" y="40197"/>
                </a:lnTo>
                <a:lnTo>
                  <a:pt x="860530" y="39727"/>
                </a:lnTo>
                <a:lnTo>
                  <a:pt x="860059" y="39267"/>
                </a:lnTo>
                <a:lnTo>
                  <a:pt x="859580" y="38818"/>
                </a:lnTo>
                <a:lnTo>
                  <a:pt x="859092" y="38379"/>
                </a:lnTo>
                <a:lnTo>
                  <a:pt x="858594" y="37951"/>
                </a:lnTo>
                <a:lnTo>
                  <a:pt x="858088" y="37533"/>
                </a:lnTo>
                <a:lnTo>
                  <a:pt x="857573" y="37125"/>
                </a:lnTo>
                <a:lnTo>
                  <a:pt x="857049" y="36728"/>
                </a:lnTo>
                <a:lnTo>
                  <a:pt x="856516" y="36341"/>
                </a:lnTo>
                <a:lnTo>
                  <a:pt x="855974" y="35964"/>
                </a:lnTo>
                <a:lnTo>
                  <a:pt x="855424" y="35598"/>
                </a:lnTo>
                <a:lnTo>
                  <a:pt x="854864" y="35242"/>
                </a:lnTo>
                <a:lnTo>
                  <a:pt x="854294" y="34899"/>
                </a:lnTo>
                <a:lnTo>
                  <a:pt x="853714" y="34571"/>
                </a:lnTo>
                <a:lnTo>
                  <a:pt x="853123" y="34256"/>
                </a:lnTo>
                <a:lnTo>
                  <a:pt x="852520" y="33957"/>
                </a:lnTo>
                <a:lnTo>
                  <a:pt x="851907" y="33672"/>
                </a:lnTo>
                <a:lnTo>
                  <a:pt x="851284" y="33402"/>
                </a:lnTo>
                <a:lnTo>
                  <a:pt x="850649" y="33146"/>
                </a:lnTo>
                <a:lnTo>
                  <a:pt x="850003" y="32905"/>
                </a:lnTo>
                <a:lnTo>
                  <a:pt x="849347" y="32679"/>
                </a:lnTo>
                <a:lnTo>
                  <a:pt x="848680" y="32467"/>
                </a:lnTo>
                <a:lnTo>
                  <a:pt x="848001" y="32270"/>
                </a:lnTo>
                <a:lnTo>
                  <a:pt x="847312" y="32087"/>
                </a:lnTo>
                <a:lnTo>
                  <a:pt x="846612" y="31919"/>
                </a:lnTo>
                <a:lnTo>
                  <a:pt x="845902" y="31766"/>
                </a:lnTo>
                <a:lnTo>
                  <a:pt x="845180" y="31627"/>
                </a:lnTo>
                <a:lnTo>
                  <a:pt x="844448" y="31503"/>
                </a:lnTo>
                <a:lnTo>
                  <a:pt x="843704" y="31394"/>
                </a:lnTo>
                <a:lnTo>
                  <a:pt x="842950" y="31299"/>
                </a:lnTo>
                <a:lnTo>
                  <a:pt x="842185" y="31218"/>
                </a:lnTo>
                <a:lnTo>
                  <a:pt x="841409" y="31153"/>
                </a:lnTo>
                <a:lnTo>
                  <a:pt x="840622" y="31101"/>
                </a:lnTo>
                <a:lnTo>
                  <a:pt x="839825" y="31065"/>
                </a:lnTo>
                <a:lnTo>
                  <a:pt x="839016" y="31043"/>
                </a:lnTo>
                <a:lnTo>
                  <a:pt x="838197" y="31036"/>
                </a:lnTo>
                <a:lnTo>
                  <a:pt x="837284" y="31045"/>
                </a:lnTo>
                <a:lnTo>
                  <a:pt x="836381" y="31075"/>
                </a:lnTo>
                <a:lnTo>
                  <a:pt x="835488" y="31123"/>
                </a:lnTo>
                <a:lnTo>
                  <a:pt x="834605" y="31191"/>
                </a:lnTo>
                <a:lnTo>
                  <a:pt x="833732" y="31278"/>
                </a:lnTo>
                <a:lnTo>
                  <a:pt x="832869" y="31385"/>
                </a:lnTo>
                <a:lnTo>
                  <a:pt x="832016" y="31511"/>
                </a:lnTo>
                <a:lnTo>
                  <a:pt x="831173" y="31657"/>
                </a:lnTo>
                <a:lnTo>
                  <a:pt x="830341" y="31822"/>
                </a:lnTo>
                <a:lnTo>
                  <a:pt x="829518" y="32006"/>
                </a:lnTo>
                <a:lnTo>
                  <a:pt x="828705" y="32210"/>
                </a:lnTo>
                <a:lnTo>
                  <a:pt x="827903" y="32433"/>
                </a:lnTo>
                <a:lnTo>
                  <a:pt x="827110" y="32675"/>
                </a:lnTo>
                <a:lnTo>
                  <a:pt x="826328" y="32937"/>
                </a:lnTo>
                <a:lnTo>
                  <a:pt x="825555" y="33219"/>
                </a:lnTo>
                <a:lnTo>
                  <a:pt x="824793" y="33520"/>
                </a:lnTo>
                <a:lnTo>
                  <a:pt x="824041" y="33840"/>
                </a:lnTo>
                <a:lnTo>
                  <a:pt x="823298" y="34179"/>
                </a:lnTo>
                <a:lnTo>
                  <a:pt x="822566" y="34538"/>
                </a:lnTo>
                <a:lnTo>
                  <a:pt x="821844" y="34917"/>
                </a:lnTo>
                <a:lnTo>
                  <a:pt x="821132" y="35314"/>
                </a:lnTo>
                <a:lnTo>
                  <a:pt x="820430" y="35732"/>
                </a:lnTo>
                <a:lnTo>
                  <a:pt x="819738" y="36168"/>
                </a:lnTo>
                <a:lnTo>
                  <a:pt x="819056" y="36624"/>
                </a:lnTo>
                <a:lnTo>
                  <a:pt x="818385" y="37099"/>
                </a:lnTo>
                <a:lnTo>
                  <a:pt x="817728" y="37593"/>
                </a:lnTo>
                <a:lnTo>
                  <a:pt x="817083" y="38106"/>
                </a:lnTo>
                <a:lnTo>
                  <a:pt x="816452" y="38638"/>
                </a:lnTo>
                <a:lnTo>
                  <a:pt x="815833" y="39189"/>
                </a:lnTo>
                <a:lnTo>
                  <a:pt x="815227" y="39759"/>
                </a:lnTo>
                <a:lnTo>
                  <a:pt x="814635" y="40347"/>
                </a:lnTo>
                <a:lnTo>
                  <a:pt x="814055" y="40955"/>
                </a:lnTo>
                <a:lnTo>
                  <a:pt x="813488" y="41581"/>
                </a:lnTo>
                <a:lnTo>
                  <a:pt x="812935" y="42226"/>
                </a:lnTo>
                <a:lnTo>
                  <a:pt x="812394" y="42890"/>
                </a:lnTo>
                <a:lnTo>
                  <a:pt x="811866" y="43573"/>
                </a:lnTo>
                <a:lnTo>
                  <a:pt x="811351" y="44275"/>
                </a:lnTo>
                <a:lnTo>
                  <a:pt x="810849" y="44996"/>
                </a:lnTo>
                <a:lnTo>
                  <a:pt x="810360" y="45736"/>
                </a:lnTo>
                <a:lnTo>
                  <a:pt x="809884" y="46494"/>
                </a:lnTo>
                <a:lnTo>
                  <a:pt x="809421" y="47272"/>
                </a:lnTo>
                <a:lnTo>
                  <a:pt x="808971" y="48068"/>
                </a:lnTo>
                <a:lnTo>
                  <a:pt x="808534" y="48883"/>
                </a:lnTo>
                <a:lnTo>
                  <a:pt x="808110" y="49718"/>
                </a:lnTo>
                <a:lnTo>
                  <a:pt x="807699" y="50571"/>
                </a:lnTo>
                <a:lnTo>
                  <a:pt x="807301" y="51443"/>
                </a:lnTo>
                <a:lnTo>
                  <a:pt x="806916" y="52334"/>
                </a:lnTo>
                <a:lnTo>
                  <a:pt x="806544" y="53243"/>
                </a:lnTo>
                <a:lnTo>
                  <a:pt x="806186" y="54172"/>
                </a:lnTo>
                <a:lnTo>
                  <a:pt x="805843" y="55119"/>
                </a:lnTo>
                <a:lnTo>
                  <a:pt x="805515" y="56085"/>
                </a:lnTo>
                <a:lnTo>
                  <a:pt x="805203" y="57069"/>
                </a:lnTo>
                <a:lnTo>
                  <a:pt x="804906" y="58073"/>
                </a:lnTo>
                <a:lnTo>
                  <a:pt x="804624" y="59095"/>
                </a:lnTo>
                <a:lnTo>
                  <a:pt x="804357" y="60136"/>
                </a:lnTo>
                <a:lnTo>
                  <a:pt x="804106" y="61195"/>
                </a:lnTo>
                <a:lnTo>
                  <a:pt x="803870" y="62273"/>
                </a:lnTo>
                <a:lnTo>
                  <a:pt x="803649" y="63371"/>
                </a:lnTo>
                <a:lnTo>
                  <a:pt x="803443" y="64486"/>
                </a:lnTo>
                <a:lnTo>
                  <a:pt x="803252" y="65621"/>
                </a:lnTo>
                <a:lnTo>
                  <a:pt x="803077" y="66774"/>
                </a:lnTo>
                <a:lnTo>
                  <a:pt x="802917" y="67946"/>
                </a:lnTo>
                <a:lnTo>
                  <a:pt x="802772" y="69137"/>
                </a:lnTo>
                <a:lnTo>
                  <a:pt x="802643" y="70347"/>
                </a:lnTo>
                <a:lnTo>
                  <a:pt x="802529" y="71575"/>
                </a:lnTo>
                <a:lnTo>
                  <a:pt x="802430" y="72822"/>
                </a:lnTo>
                <a:lnTo>
                  <a:pt x="802346" y="74088"/>
                </a:lnTo>
                <a:lnTo>
                  <a:pt x="802277" y="75372"/>
                </a:lnTo>
                <a:lnTo>
                  <a:pt x="802224" y="76675"/>
                </a:lnTo>
                <a:lnTo>
                  <a:pt x="802186" y="77997"/>
                </a:lnTo>
                <a:lnTo>
                  <a:pt x="802163" y="79338"/>
                </a:lnTo>
                <a:lnTo>
                  <a:pt x="802155" y="80698"/>
                </a:lnTo>
                <a:lnTo>
                  <a:pt x="802163" y="82017"/>
                </a:lnTo>
                <a:lnTo>
                  <a:pt x="802185" y="83318"/>
                </a:lnTo>
                <a:lnTo>
                  <a:pt x="802222" y="84601"/>
                </a:lnTo>
                <a:lnTo>
                  <a:pt x="802275" y="85867"/>
                </a:lnTo>
                <a:lnTo>
                  <a:pt x="802342" y="87114"/>
                </a:lnTo>
                <a:lnTo>
                  <a:pt x="802424" y="88344"/>
                </a:lnTo>
                <a:lnTo>
                  <a:pt x="802521" y="89556"/>
                </a:lnTo>
                <a:lnTo>
                  <a:pt x="802633" y="90750"/>
                </a:lnTo>
                <a:lnTo>
                  <a:pt x="802759" y="91926"/>
                </a:lnTo>
                <a:lnTo>
                  <a:pt x="802901" y="93084"/>
                </a:lnTo>
                <a:lnTo>
                  <a:pt x="803058" y="94224"/>
                </a:lnTo>
                <a:lnTo>
                  <a:pt x="803229" y="95346"/>
                </a:lnTo>
                <a:lnTo>
                  <a:pt x="803416" y="96451"/>
                </a:lnTo>
                <a:lnTo>
                  <a:pt x="803617" y="97538"/>
                </a:lnTo>
                <a:lnTo>
                  <a:pt x="803833" y="98607"/>
                </a:lnTo>
                <a:lnTo>
                  <a:pt x="804064" y="99657"/>
                </a:lnTo>
                <a:lnTo>
                  <a:pt x="804310" y="100691"/>
                </a:lnTo>
                <a:lnTo>
                  <a:pt x="804571" y="101706"/>
                </a:lnTo>
                <a:lnTo>
                  <a:pt x="804847" y="102703"/>
                </a:lnTo>
                <a:lnTo>
                  <a:pt x="805138" y="103683"/>
                </a:lnTo>
                <a:lnTo>
                  <a:pt x="805444" y="104644"/>
                </a:lnTo>
                <a:lnTo>
                  <a:pt x="805764" y="105588"/>
                </a:lnTo>
                <a:lnTo>
                  <a:pt x="806100" y="106514"/>
                </a:lnTo>
                <a:lnTo>
                  <a:pt x="806450" y="107422"/>
                </a:lnTo>
                <a:lnTo>
                  <a:pt x="806815" y="108311"/>
                </a:lnTo>
                <a:lnTo>
                  <a:pt x="807191" y="109183"/>
                </a:lnTo>
                <a:lnTo>
                  <a:pt x="807580" y="110036"/>
                </a:lnTo>
                <a:lnTo>
                  <a:pt x="807981" y="110871"/>
                </a:lnTo>
                <a:lnTo>
                  <a:pt x="808394" y="111687"/>
                </a:lnTo>
                <a:lnTo>
                  <a:pt x="808820" y="112485"/>
                </a:lnTo>
                <a:lnTo>
                  <a:pt x="809258" y="113264"/>
                </a:lnTo>
                <a:lnTo>
                  <a:pt x="809708" y="114025"/>
                </a:lnTo>
                <a:lnTo>
                  <a:pt x="810171" y="114768"/>
                </a:lnTo>
                <a:lnTo>
                  <a:pt x="810646" y="115492"/>
                </a:lnTo>
                <a:lnTo>
                  <a:pt x="811133" y="116198"/>
                </a:lnTo>
                <a:lnTo>
                  <a:pt x="811633" y="116886"/>
                </a:lnTo>
                <a:lnTo>
                  <a:pt x="812145" y="117555"/>
                </a:lnTo>
                <a:lnTo>
                  <a:pt x="812669" y="118206"/>
                </a:lnTo>
                <a:lnTo>
                  <a:pt x="813205" y="118838"/>
                </a:lnTo>
                <a:lnTo>
                  <a:pt x="813754" y="119452"/>
                </a:lnTo>
                <a:lnTo>
                  <a:pt x="814315" y="120048"/>
                </a:lnTo>
                <a:lnTo>
                  <a:pt x="814889" y="120625"/>
                </a:lnTo>
                <a:lnTo>
                  <a:pt x="815475" y="121184"/>
                </a:lnTo>
                <a:lnTo>
                  <a:pt x="816073" y="121724"/>
                </a:lnTo>
                <a:lnTo>
                  <a:pt x="816683" y="122246"/>
                </a:lnTo>
                <a:lnTo>
                  <a:pt x="817306" y="122750"/>
                </a:lnTo>
                <a:lnTo>
                  <a:pt x="817941" y="123235"/>
                </a:lnTo>
                <a:lnTo>
                  <a:pt x="818589" y="123702"/>
                </a:lnTo>
                <a:lnTo>
                  <a:pt x="819247" y="124150"/>
                </a:lnTo>
                <a:lnTo>
                  <a:pt x="819915" y="124579"/>
                </a:lnTo>
                <a:lnTo>
                  <a:pt x="820593" y="124988"/>
                </a:lnTo>
                <a:lnTo>
                  <a:pt x="821281" y="125379"/>
                </a:lnTo>
                <a:lnTo>
                  <a:pt x="821978" y="125751"/>
                </a:lnTo>
                <a:lnTo>
                  <a:pt x="822686" y="126103"/>
                </a:lnTo>
                <a:lnTo>
                  <a:pt x="823402" y="126437"/>
                </a:lnTo>
                <a:lnTo>
                  <a:pt x="824129" y="126751"/>
                </a:lnTo>
                <a:lnTo>
                  <a:pt x="824865" y="127047"/>
                </a:lnTo>
                <a:lnTo>
                  <a:pt x="825611" y="127323"/>
                </a:lnTo>
                <a:lnTo>
                  <a:pt x="826367" y="127581"/>
                </a:lnTo>
                <a:lnTo>
                  <a:pt x="827132" y="127819"/>
                </a:lnTo>
                <a:lnTo>
                  <a:pt x="827908" y="128038"/>
                </a:lnTo>
                <a:lnTo>
                  <a:pt x="828692" y="128238"/>
                </a:lnTo>
                <a:lnTo>
                  <a:pt x="829487" y="128419"/>
                </a:lnTo>
                <a:lnTo>
                  <a:pt x="830291" y="128581"/>
                </a:lnTo>
                <a:lnTo>
                  <a:pt x="831106" y="128724"/>
                </a:lnTo>
                <a:lnTo>
                  <a:pt x="831929" y="128848"/>
                </a:lnTo>
                <a:lnTo>
                  <a:pt x="832763" y="128953"/>
                </a:lnTo>
                <a:lnTo>
                  <a:pt x="833606" y="129039"/>
                </a:lnTo>
                <a:lnTo>
                  <a:pt x="834459" y="129105"/>
                </a:lnTo>
                <a:lnTo>
                  <a:pt x="835322" y="129153"/>
                </a:lnTo>
                <a:lnTo>
                  <a:pt x="836194" y="129182"/>
                </a:lnTo>
                <a:lnTo>
                  <a:pt x="837076" y="129191"/>
                </a:lnTo>
                <a:lnTo>
                  <a:pt x="837904" y="129184"/>
                </a:lnTo>
                <a:lnTo>
                  <a:pt x="838722" y="129162"/>
                </a:lnTo>
                <a:lnTo>
                  <a:pt x="839529" y="129125"/>
                </a:lnTo>
                <a:lnTo>
                  <a:pt x="840326" y="129073"/>
                </a:lnTo>
                <a:close/>
                <a:moveTo>
                  <a:pt x="836380" y="116128"/>
                </a:moveTo>
                <a:lnTo>
                  <a:pt x="835574" y="115984"/>
                </a:lnTo>
                <a:lnTo>
                  <a:pt x="834786" y="115808"/>
                </a:lnTo>
                <a:lnTo>
                  <a:pt x="834016" y="115600"/>
                </a:lnTo>
                <a:lnTo>
                  <a:pt x="833264" y="115360"/>
                </a:lnTo>
                <a:lnTo>
                  <a:pt x="832530" y="115088"/>
                </a:lnTo>
                <a:lnTo>
                  <a:pt x="831814" y="114785"/>
                </a:lnTo>
                <a:lnTo>
                  <a:pt x="831115" y="114449"/>
                </a:lnTo>
                <a:lnTo>
                  <a:pt x="830435" y="114081"/>
                </a:lnTo>
                <a:lnTo>
                  <a:pt x="829773" y="113681"/>
                </a:lnTo>
                <a:lnTo>
                  <a:pt x="829129" y="113249"/>
                </a:lnTo>
                <a:lnTo>
                  <a:pt x="828503" y="112785"/>
                </a:lnTo>
                <a:lnTo>
                  <a:pt x="827895" y="112289"/>
                </a:lnTo>
                <a:lnTo>
                  <a:pt x="827305" y="111761"/>
                </a:lnTo>
                <a:lnTo>
                  <a:pt x="826733" y="111201"/>
                </a:lnTo>
                <a:lnTo>
                  <a:pt x="826178" y="110610"/>
                </a:lnTo>
                <a:lnTo>
                  <a:pt x="825642" y="109986"/>
                </a:lnTo>
                <a:lnTo>
                  <a:pt x="825124" y="109330"/>
                </a:lnTo>
                <a:lnTo>
                  <a:pt x="824624" y="108642"/>
                </a:lnTo>
                <a:lnTo>
                  <a:pt x="824142" y="107922"/>
                </a:lnTo>
                <a:lnTo>
                  <a:pt x="823678" y="107170"/>
                </a:lnTo>
                <a:lnTo>
                  <a:pt x="823232" y="106388"/>
                </a:lnTo>
                <a:lnTo>
                  <a:pt x="822805" y="105578"/>
                </a:lnTo>
                <a:lnTo>
                  <a:pt x="822397" y="104739"/>
                </a:lnTo>
                <a:lnTo>
                  <a:pt x="822009" y="103872"/>
                </a:lnTo>
                <a:lnTo>
                  <a:pt x="821639" y="102977"/>
                </a:lnTo>
                <a:lnTo>
                  <a:pt x="821288" y="102054"/>
                </a:lnTo>
                <a:lnTo>
                  <a:pt x="820956" y="101102"/>
                </a:lnTo>
                <a:lnTo>
                  <a:pt x="820643" y="100123"/>
                </a:lnTo>
                <a:lnTo>
                  <a:pt x="820349" y="99115"/>
                </a:lnTo>
                <a:lnTo>
                  <a:pt x="820074" y="98078"/>
                </a:lnTo>
                <a:lnTo>
                  <a:pt x="819818" y="97014"/>
                </a:lnTo>
                <a:lnTo>
                  <a:pt x="819581" y="95921"/>
                </a:lnTo>
                <a:lnTo>
                  <a:pt x="819363" y="94800"/>
                </a:lnTo>
                <a:lnTo>
                  <a:pt x="819164" y="93651"/>
                </a:lnTo>
                <a:lnTo>
                  <a:pt x="818983" y="92474"/>
                </a:lnTo>
                <a:lnTo>
                  <a:pt x="818822" y="91268"/>
                </a:lnTo>
                <a:lnTo>
                  <a:pt x="818680" y="90034"/>
                </a:lnTo>
                <a:lnTo>
                  <a:pt x="818557" y="88772"/>
                </a:lnTo>
                <a:lnTo>
                  <a:pt x="818452" y="87482"/>
                </a:lnTo>
                <a:lnTo>
                  <a:pt x="818367" y="86163"/>
                </a:lnTo>
                <a:lnTo>
                  <a:pt x="818301" y="84817"/>
                </a:lnTo>
                <a:lnTo>
                  <a:pt x="818253" y="83442"/>
                </a:lnTo>
                <a:lnTo>
                  <a:pt x="818225" y="82039"/>
                </a:lnTo>
                <a:lnTo>
                  <a:pt x="818215" y="80607"/>
                </a:lnTo>
                <a:lnTo>
                  <a:pt x="818225" y="79143"/>
                </a:lnTo>
                <a:lnTo>
                  <a:pt x="818255" y="77707"/>
                </a:lnTo>
                <a:lnTo>
                  <a:pt x="818304" y="76300"/>
                </a:lnTo>
                <a:lnTo>
                  <a:pt x="818374" y="74922"/>
                </a:lnTo>
                <a:lnTo>
                  <a:pt x="818463" y="73572"/>
                </a:lnTo>
                <a:lnTo>
                  <a:pt x="818571" y="72251"/>
                </a:lnTo>
                <a:lnTo>
                  <a:pt x="818700" y="70958"/>
                </a:lnTo>
                <a:lnTo>
                  <a:pt x="818848" y="69694"/>
                </a:lnTo>
                <a:lnTo>
                  <a:pt x="819016" y="68459"/>
                </a:lnTo>
                <a:lnTo>
                  <a:pt x="819204" y="67252"/>
                </a:lnTo>
                <a:lnTo>
                  <a:pt x="819412" y="66073"/>
                </a:lnTo>
                <a:lnTo>
                  <a:pt x="819639" y="64923"/>
                </a:lnTo>
                <a:lnTo>
                  <a:pt x="819886" y="63802"/>
                </a:lnTo>
                <a:lnTo>
                  <a:pt x="820153" y="62710"/>
                </a:lnTo>
                <a:lnTo>
                  <a:pt x="820440" y="61645"/>
                </a:lnTo>
                <a:lnTo>
                  <a:pt x="820747" y="60610"/>
                </a:lnTo>
                <a:lnTo>
                  <a:pt x="821073" y="59603"/>
                </a:lnTo>
                <a:lnTo>
                  <a:pt x="821419" y="58625"/>
                </a:lnTo>
                <a:lnTo>
                  <a:pt x="821785" y="57675"/>
                </a:lnTo>
                <a:lnTo>
                  <a:pt x="822171" y="56754"/>
                </a:lnTo>
                <a:lnTo>
                  <a:pt x="822576" y="55861"/>
                </a:lnTo>
                <a:lnTo>
                  <a:pt x="823001" y="54997"/>
                </a:lnTo>
                <a:lnTo>
                  <a:pt x="823446" y="54161"/>
                </a:lnTo>
                <a:lnTo>
                  <a:pt x="823911" y="53354"/>
                </a:lnTo>
                <a:lnTo>
                  <a:pt x="824396" y="52578"/>
                </a:lnTo>
                <a:lnTo>
                  <a:pt x="824900" y="51835"/>
                </a:lnTo>
                <a:lnTo>
                  <a:pt x="825424" y="51125"/>
                </a:lnTo>
                <a:lnTo>
                  <a:pt x="825968" y="50448"/>
                </a:lnTo>
                <a:lnTo>
                  <a:pt x="826531" y="49804"/>
                </a:lnTo>
                <a:lnTo>
                  <a:pt x="827115" y="49193"/>
                </a:lnTo>
                <a:lnTo>
                  <a:pt x="827718" y="48615"/>
                </a:lnTo>
                <a:lnTo>
                  <a:pt x="828341" y="48070"/>
                </a:lnTo>
                <a:lnTo>
                  <a:pt x="828984" y="47558"/>
                </a:lnTo>
                <a:lnTo>
                  <a:pt x="829646" y="47079"/>
                </a:lnTo>
                <a:lnTo>
                  <a:pt x="830329" y="46633"/>
                </a:lnTo>
                <a:lnTo>
                  <a:pt x="831031" y="46221"/>
                </a:lnTo>
                <a:lnTo>
                  <a:pt x="831752" y="45841"/>
                </a:lnTo>
                <a:lnTo>
                  <a:pt x="832494" y="45494"/>
                </a:lnTo>
                <a:lnTo>
                  <a:pt x="833256" y="45180"/>
                </a:lnTo>
                <a:lnTo>
                  <a:pt x="834037" y="44900"/>
                </a:lnTo>
                <a:lnTo>
                  <a:pt x="834838" y="44652"/>
                </a:lnTo>
                <a:lnTo>
                  <a:pt x="835658" y="44437"/>
                </a:lnTo>
                <a:lnTo>
                  <a:pt x="836499" y="44256"/>
                </a:lnTo>
                <a:lnTo>
                  <a:pt x="837359" y="44107"/>
                </a:lnTo>
                <a:lnTo>
                  <a:pt x="838239" y="43991"/>
                </a:lnTo>
                <a:lnTo>
                  <a:pt x="839139" y="43909"/>
                </a:lnTo>
                <a:lnTo>
                  <a:pt x="840059" y="43859"/>
                </a:lnTo>
                <a:lnTo>
                  <a:pt x="840998" y="43843"/>
                </a:lnTo>
                <a:lnTo>
                  <a:pt x="841732" y="43851"/>
                </a:lnTo>
                <a:lnTo>
                  <a:pt x="842457" y="43877"/>
                </a:lnTo>
                <a:lnTo>
                  <a:pt x="843171" y="43920"/>
                </a:lnTo>
                <a:lnTo>
                  <a:pt x="843876" y="43981"/>
                </a:lnTo>
                <a:lnTo>
                  <a:pt x="844570" y="44059"/>
                </a:lnTo>
                <a:lnTo>
                  <a:pt x="845255" y="44154"/>
                </a:lnTo>
                <a:lnTo>
                  <a:pt x="845930" y="44266"/>
                </a:lnTo>
                <a:lnTo>
                  <a:pt x="846595" y="44396"/>
                </a:lnTo>
                <a:lnTo>
                  <a:pt x="847250" y="44543"/>
                </a:lnTo>
                <a:lnTo>
                  <a:pt x="847896" y="44707"/>
                </a:lnTo>
                <a:lnTo>
                  <a:pt x="848531" y="44888"/>
                </a:lnTo>
                <a:lnTo>
                  <a:pt x="849156" y="45087"/>
                </a:lnTo>
                <a:lnTo>
                  <a:pt x="849772" y="45303"/>
                </a:lnTo>
                <a:lnTo>
                  <a:pt x="850378" y="45537"/>
                </a:lnTo>
                <a:lnTo>
                  <a:pt x="850974" y="45787"/>
                </a:lnTo>
                <a:lnTo>
                  <a:pt x="851560" y="46055"/>
                </a:lnTo>
                <a:lnTo>
                  <a:pt x="852136" y="46340"/>
                </a:lnTo>
                <a:lnTo>
                  <a:pt x="852702" y="46643"/>
                </a:lnTo>
                <a:lnTo>
                  <a:pt x="853258" y="46963"/>
                </a:lnTo>
                <a:lnTo>
                  <a:pt x="853804" y="47300"/>
                </a:lnTo>
                <a:lnTo>
                  <a:pt x="854341" y="47654"/>
                </a:lnTo>
                <a:lnTo>
                  <a:pt x="854867" y="48025"/>
                </a:lnTo>
                <a:lnTo>
                  <a:pt x="855384" y="48414"/>
                </a:lnTo>
                <a:lnTo>
                  <a:pt x="855891" y="48821"/>
                </a:lnTo>
                <a:lnTo>
                  <a:pt x="856388" y="49241"/>
                </a:lnTo>
                <a:lnTo>
                  <a:pt x="856877" y="49671"/>
                </a:lnTo>
                <a:lnTo>
                  <a:pt x="857356" y="50112"/>
                </a:lnTo>
                <a:lnTo>
                  <a:pt x="857827" y="50563"/>
                </a:lnTo>
                <a:lnTo>
                  <a:pt x="858289" y="51025"/>
                </a:lnTo>
                <a:lnTo>
                  <a:pt x="858742" y="51497"/>
                </a:lnTo>
                <a:lnTo>
                  <a:pt x="859186" y="51980"/>
                </a:lnTo>
                <a:lnTo>
                  <a:pt x="859621" y="52473"/>
                </a:lnTo>
                <a:lnTo>
                  <a:pt x="860047" y="52977"/>
                </a:lnTo>
                <a:lnTo>
                  <a:pt x="860464" y="53491"/>
                </a:lnTo>
                <a:lnTo>
                  <a:pt x="860872" y="54015"/>
                </a:lnTo>
                <a:lnTo>
                  <a:pt x="861271" y="54550"/>
                </a:lnTo>
                <a:lnTo>
                  <a:pt x="861662" y="55095"/>
                </a:lnTo>
                <a:lnTo>
                  <a:pt x="862043" y="55651"/>
                </a:lnTo>
                <a:lnTo>
                  <a:pt x="862416" y="56217"/>
                </a:lnTo>
                <a:lnTo>
                  <a:pt x="862780" y="56794"/>
                </a:lnTo>
                <a:lnTo>
                  <a:pt x="863134" y="57381"/>
                </a:lnTo>
                <a:lnTo>
                  <a:pt x="863480" y="57978"/>
                </a:lnTo>
                <a:lnTo>
                  <a:pt x="863817" y="58586"/>
                </a:lnTo>
                <a:lnTo>
                  <a:pt x="864145" y="59205"/>
                </a:lnTo>
                <a:lnTo>
                  <a:pt x="864464" y="59833"/>
                </a:lnTo>
                <a:lnTo>
                  <a:pt x="864775" y="60473"/>
                </a:lnTo>
                <a:lnTo>
                  <a:pt x="865076" y="61122"/>
                </a:lnTo>
                <a:lnTo>
                  <a:pt x="865368" y="61782"/>
                </a:lnTo>
                <a:lnTo>
                  <a:pt x="865368" y="99038"/>
                </a:lnTo>
                <a:lnTo>
                  <a:pt x="865068" y="99625"/>
                </a:lnTo>
                <a:lnTo>
                  <a:pt x="864758" y="100206"/>
                </a:lnTo>
                <a:lnTo>
                  <a:pt x="864438" y="100781"/>
                </a:lnTo>
                <a:lnTo>
                  <a:pt x="864109" y="101348"/>
                </a:lnTo>
                <a:lnTo>
                  <a:pt x="863770" y="101909"/>
                </a:lnTo>
                <a:lnTo>
                  <a:pt x="863422" y="102462"/>
                </a:lnTo>
                <a:lnTo>
                  <a:pt x="863064" y="103009"/>
                </a:lnTo>
                <a:lnTo>
                  <a:pt x="862697" y="103549"/>
                </a:lnTo>
                <a:lnTo>
                  <a:pt x="862320" y="104083"/>
                </a:lnTo>
                <a:lnTo>
                  <a:pt x="861933" y="104609"/>
                </a:lnTo>
                <a:lnTo>
                  <a:pt x="861537" y="105128"/>
                </a:lnTo>
                <a:lnTo>
                  <a:pt x="861131" y="105641"/>
                </a:lnTo>
                <a:lnTo>
                  <a:pt x="860716" y="106147"/>
                </a:lnTo>
                <a:lnTo>
                  <a:pt x="860291" y="106646"/>
                </a:lnTo>
                <a:lnTo>
                  <a:pt x="859857" y="107138"/>
                </a:lnTo>
                <a:lnTo>
                  <a:pt x="859413" y="107624"/>
                </a:lnTo>
                <a:lnTo>
                  <a:pt x="858960" y="108102"/>
                </a:lnTo>
                <a:lnTo>
                  <a:pt x="858497" y="108574"/>
                </a:lnTo>
                <a:lnTo>
                  <a:pt x="858024" y="109039"/>
                </a:lnTo>
                <a:lnTo>
                  <a:pt x="857542" y="109497"/>
                </a:lnTo>
                <a:lnTo>
                  <a:pt x="857050" y="109948"/>
                </a:lnTo>
                <a:lnTo>
                  <a:pt x="856549" y="110392"/>
                </a:lnTo>
                <a:lnTo>
                  <a:pt x="856038" y="110830"/>
                </a:lnTo>
                <a:lnTo>
                  <a:pt x="855517" y="111260"/>
                </a:lnTo>
                <a:lnTo>
                  <a:pt x="854987" y="111678"/>
                </a:lnTo>
                <a:lnTo>
                  <a:pt x="854445" y="112079"/>
                </a:lnTo>
                <a:lnTo>
                  <a:pt x="853893" y="112461"/>
                </a:lnTo>
                <a:lnTo>
                  <a:pt x="853330" y="112826"/>
                </a:lnTo>
                <a:lnTo>
                  <a:pt x="852756" y="113173"/>
                </a:lnTo>
                <a:lnTo>
                  <a:pt x="852171" y="113502"/>
                </a:lnTo>
                <a:lnTo>
                  <a:pt x="851575" y="113813"/>
                </a:lnTo>
                <a:lnTo>
                  <a:pt x="850968" y="114107"/>
                </a:lnTo>
                <a:lnTo>
                  <a:pt x="850351" y="114383"/>
                </a:lnTo>
                <a:lnTo>
                  <a:pt x="849722" y="114641"/>
                </a:lnTo>
                <a:lnTo>
                  <a:pt x="849083" y="114881"/>
                </a:lnTo>
                <a:lnTo>
                  <a:pt x="848433" y="115103"/>
                </a:lnTo>
                <a:lnTo>
                  <a:pt x="847772" y="115308"/>
                </a:lnTo>
                <a:lnTo>
                  <a:pt x="847100" y="115495"/>
                </a:lnTo>
                <a:lnTo>
                  <a:pt x="846417" y="115664"/>
                </a:lnTo>
                <a:lnTo>
                  <a:pt x="845724" y="115815"/>
                </a:lnTo>
                <a:lnTo>
                  <a:pt x="845019" y="115948"/>
                </a:lnTo>
                <a:lnTo>
                  <a:pt x="844304" y="116064"/>
                </a:lnTo>
                <a:lnTo>
                  <a:pt x="843578" y="116162"/>
                </a:lnTo>
                <a:lnTo>
                  <a:pt x="842841" y="116242"/>
                </a:lnTo>
                <a:lnTo>
                  <a:pt x="842093" y="116304"/>
                </a:lnTo>
                <a:lnTo>
                  <a:pt x="841334" y="116349"/>
                </a:lnTo>
                <a:lnTo>
                  <a:pt x="840565" y="116375"/>
                </a:lnTo>
                <a:lnTo>
                  <a:pt x="839784" y="116384"/>
                </a:lnTo>
                <a:lnTo>
                  <a:pt x="838906" y="116368"/>
                </a:lnTo>
                <a:lnTo>
                  <a:pt x="838046" y="116320"/>
                </a:lnTo>
                <a:lnTo>
                  <a:pt x="837204" y="116240"/>
                </a:lnTo>
                <a:lnTo>
                  <a:pt x="836380" y="116128"/>
                </a:lnTo>
                <a:close/>
                <a:moveTo>
                  <a:pt x="355435" y="83759"/>
                </a:moveTo>
                <a:lnTo>
                  <a:pt x="402027" y="83759"/>
                </a:lnTo>
                <a:lnTo>
                  <a:pt x="402027" y="69924"/>
                </a:lnTo>
                <a:lnTo>
                  <a:pt x="355435" y="69924"/>
                </a:lnTo>
                <a:lnTo>
                  <a:pt x="355435" y="83759"/>
                </a:lnTo>
                <a:close/>
                <a:moveTo>
                  <a:pt x="551209" y="129079"/>
                </a:moveTo>
                <a:lnTo>
                  <a:pt x="552041" y="129017"/>
                </a:lnTo>
                <a:lnTo>
                  <a:pt x="552865" y="128940"/>
                </a:lnTo>
                <a:lnTo>
                  <a:pt x="553679" y="128849"/>
                </a:lnTo>
                <a:lnTo>
                  <a:pt x="554485" y="128744"/>
                </a:lnTo>
                <a:lnTo>
                  <a:pt x="555282" y="128626"/>
                </a:lnTo>
                <a:lnTo>
                  <a:pt x="556070" y="128493"/>
                </a:lnTo>
                <a:lnTo>
                  <a:pt x="556850" y="128347"/>
                </a:lnTo>
                <a:lnTo>
                  <a:pt x="557621" y="128186"/>
                </a:lnTo>
                <a:lnTo>
                  <a:pt x="558383" y="128012"/>
                </a:lnTo>
                <a:lnTo>
                  <a:pt x="559136" y="127823"/>
                </a:lnTo>
                <a:lnTo>
                  <a:pt x="559881" y="127621"/>
                </a:lnTo>
                <a:lnTo>
                  <a:pt x="560616" y="127405"/>
                </a:lnTo>
                <a:lnTo>
                  <a:pt x="561344" y="127174"/>
                </a:lnTo>
                <a:lnTo>
                  <a:pt x="562062" y="126930"/>
                </a:lnTo>
                <a:lnTo>
                  <a:pt x="562771" y="126672"/>
                </a:lnTo>
                <a:lnTo>
                  <a:pt x="563472" y="126400"/>
                </a:lnTo>
                <a:lnTo>
                  <a:pt x="564164" y="126113"/>
                </a:lnTo>
                <a:lnTo>
                  <a:pt x="564847" y="125813"/>
                </a:lnTo>
                <a:lnTo>
                  <a:pt x="565522" y="125499"/>
                </a:lnTo>
                <a:lnTo>
                  <a:pt x="566188" y="125171"/>
                </a:lnTo>
                <a:lnTo>
                  <a:pt x="566846" y="124831"/>
                </a:lnTo>
                <a:lnTo>
                  <a:pt x="567497" y="124481"/>
                </a:lnTo>
                <a:lnTo>
                  <a:pt x="568141" y="124121"/>
                </a:lnTo>
                <a:lnTo>
                  <a:pt x="568779" y="123751"/>
                </a:lnTo>
                <a:lnTo>
                  <a:pt x="569410" y="123371"/>
                </a:lnTo>
                <a:lnTo>
                  <a:pt x="570033" y="122980"/>
                </a:lnTo>
                <a:lnTo>
                  <a:pt x="570651" y="122580"/>
                </a:lnTo>
                <a:lnTo>
                  <a:pt x="571261" y="122170"/>
                </a:lnTo>
                <a:lnTo>
                  <a:pt x="571864" y="121749"/>
                </a:lnTo>
                <a:lnTo>
                  <a:pt x="572461" y="121319"/>
                </a:lnTo>
                <a:lnTo>
                  <a:pt x="573051" y="120878"/>
                </a:lnTo>
                <a:lnTo>
                  <a:pt x="573634" y="120427"/>
                </a:lnTo>
                <a:lnTo>
                  <a:pt x="574210" y="119966"/>
                </a:lnTo>
                <a:lnTo>
                  <a:pt x="574780" y="119496"/>
                </a:lnTo>
                <a:lnTo>
                  <a:pt x="575343" y="119015"/>
                </a:lnTo>
                <a:lnTo>
                  <a:pt x="575898" y="118524"/>
                </a:lnTo>
                <a:lnTo>
                  <a:pt x="576447" y="118023"/>
                </a:lnTo>
                <a:lnTo>
                  <a:pt x="576990" y="117512"/>
                </a:lnTo>
                <a:lnTo>
                  <a:pt x="577525" y="116991"/>
                </a:lnTo>
                <a:lnTo>
                  <a:pt x="578054" y="116459"/>
                </a:lnTo>
                <a:lnTo>
                  <a:pt x="578576" y="115918"/>
                </a:lnTo>
                <a:lnTo>
                  <a:pt x="579091" y="115367"/>
                </a:lnTo>
                <a:lnTo>
                  <a:pt x="579599" y="114806"/>
                </a:lnTo>
                <a:lnTo>
                  <a:pt x="580100" y="114234"/>
                </a:lnTo>
                <a:lnTo>
                  <a:pt x="580660" y="127508"/>
                </a:lnTo>
                <a:lnTo>
                  <a:pt x="595040" y="127508"/>
                </a:lnTo>
                <a:lnTo>
                  <a:pt x="595040" y="64134"/>
                </a:lnTo>
                <a:lnTo>
                  <a:pt x="595035" y="63289"/>
                </a:lnTo>
                <a:lnTo>
                  <a:pt x="595020" y="62456"/>
                </a:lnTo>
                <a:lnTo>
                  <a:pt x="594996" y="61637"/>
                </a:lnTo>
                <a:lnTo>
                  <a:pt x="594962" y="60831"/>
                </a:lnTo>
                <a:lnTo>
                  <a:pt x="594918" y="60038"/>
                </a:lnTo>
                <a:lnTo>
                  <a:pt x="594865" y="59257"/>
                </a:lnTo>
                <a:lnTo>
                  <a:pt x="594801" y="58490"/>
                </a:lnTo>
                <a:lnTo>
                  <a:pt x="594728" y="57736"/>
                </a:lnTo>
                <a:lnTo>
                  <a:pt x="594646" y="56995"/>
                </a:lnTo>
                <a:lnTo>
                  <a:pt x="594553" y="56267"/>
                </a:lnTo>
                <a:lnTo>
                  <a:pt x="594451" y="55552"/>
                </a:lnTo>
                <a:lnTo>
                  <a:pt x="594339" y="54849"/>
                </a:lnTo>
                <a:lnTo>
                  <a:pt x="594218" y="54160"/>
                </a:lnTo>
                <a:lnTo>
                  <a:pt x="594086" y="53484"/>
                </a:lnTo>
                <a:lnTo>
                  <a:pt x="593945" y="52821"/>
                </a:lnTo>
                <a:lnTo>
                  <a:pt x="593795" y="52171"/>
                </a:lnTo>
                <a:lnTo>
                  <a:pt x="593634" y="51534"/>
                </a:lnTo>
                <a:lnTo>
                  <a:pt x="593464" y="50910"/>
                </a:lnTo>
                <a:lnTo>
                  <a:pt x="593284" y="50299"/>
                </a:lnTo>
                <a:lnTo>
                  <a:pt x="593094" y="49701"/>
                </a:lnTo>
                <a:lnTo>
                  <a:pt x="592895" y="49116"/>
                </a:lnTo>
                <a:lnTo>
                  <a:pt x="592686" y="48544"/>
                </a:lnTo>
                <a:lnTo>
                  <a:pt x="592467" y="47985"/>
                </a:lnTo>
                <a:lnTo>
                  <a:pt x="592238" y="47439"/>
                </a:lnTo>
                <a:lnTo>
                  <a:pt x="592001" y="46904"/>
                </a:lnTo>
                <a:lnTo>
                  <a:pt x="591757" y="46380"/>
                </a:lnTo>
                <a:lnTo>
                  <a:pt x="591506" y="45865"/>
                </a:lnTo>
                <a:lnTo>
                  <a:pt x="591248" y="45361"/>
                </a:lnTo>
                <a:lnTo>
                  <a:pt x="590982" y="44866"/>
                </a:lnTo>
                <a:lnTo>
                  <a:pt x="590710" y="44381"/>
                </a:lnTo>
                <a:lnTo>
                  <a:pt x="590430" y="43907"/>
                </a:lnTo>
                <a:lnTo>
                  <a:pt x="590143" y="43442"/>
                </a:lnTo>
                <a:lnTo>
                  <a:pt x="589849" y="42987"/>
                </a:lnTo>
                <a:lnTo>
                  <a:pt x="589548" y="42543"/>
                </a:lnTo>
                <a:lnTo>
                  <a:pt x="589239" y="42108"/>
                </a:lnTo>
                <a:lnTo>
                  <a:pt x="588924" y="41683"/>
                </a:lnTo>
                <a:lnTo>
                  <a:pt x="588601" y="41268"/>
                </a:lnTo>
                <a:lnTo>
                  <a:pt x="588271" y="40863"/>
                </a:lnTo>
                <a:lnTo>
                  <a:pt x="587935" y="40469"/>
                </a:lnTo>
                <a:lnTo>
                  <a:pt x="587591" y="40084"/>
                </a:lnTo>
                <a:lnTo>
                  <a:pt x="587240" y="39709"/>
                </a:lnTo>
                <a:lnTo>
                  <a:pt x="586881" y="39344"/>
                </a:lnTo>
                <a:lnTo>
                  <a:pt x="586516" y="38989"/>
                </a:lnTo>
                <a:lnTo>
                  <a:pt x="586143" y="38644"/>
                </a:lnTo>
                <a:lnTo>
                  <a:pt x="585764" y="38309"/>
                </a:lnTo>
                <a:lnTo>
                  <a:pt x="585377" y="37984"/>
                </a:lnTo>
                <a:lnTo>
                  <a:pt x="584983" y="37668"/>
                </a:lnTo>
                <a:lnTo>
                  <a:pt x="584582" y="37363"/>
                </a:lnTo>
                <a:lnTo>
                  <a:pt x="584175" y="37067"/>
                </a:lnTo>
                <a:lnTo>
                  <a:pt x="583764" y="36779"/>
                </a:lnTo>
                <a:lnTo>
                  <a:pt x="583349" y="36498"/>
                </a:lnTo>
                <a:lnTo>
                  <a:pt x="582930" y="36225"/>
                </a:lnTo>
                <a:lnTo>
                  <a:pt x="582506" y="35960"/>
                </a:lnTo>
                <a:lnTo>
                  <a:pt x="582078" y="35702"/>
                </a:lnTo>
                <a:lnTo>
                  <a:pt x="581646" y="35453"/>
                </a:lnTo>
                <a:lnTo>
                  <a:pt x="581210" y="35211"/>
                </a:lnTo>
                <a:lnTo>
                  <a:pt x="580770" y="34977"/>
                </a:lnTo>
                <a:lnTo>
                  <a:pt x="580325" y="34751"/>
                </a:lnTo>
                <a:lnTo>
                  <a:pt x="579876" y="34532"/>
                </a:lnTo>
                <a:lnTo>
                  <a:pt x="579423" y="34321"/>
                </a:lnTo>
                <a:lnTo>
                  <a:pt x="578966" y="34119"/>
                </a:lnTo>
                <a:lnTo>
                  <a:pt x="578504" y="33923"/>
                </a:lnTo>
                <a:lnTo>
                  <a:pt x="578039" y="33736"/>
                </a:lnTo>
                <a:lnTo>
                  <a:pt x="577569" y="33557"/>
                </a:lnTo>
                <a:lnTo>
                  <a:pt x="577095" y="33385"/>
                </a:lnTo>
                <a:lnTo>
                  <a:pt x="576616" y="33221"/>
                </a:lnTo>
                <a:lnTo>
                  <a:pt x="576134" y="33064"/>
                </a:lnTo>
                <a:lnTo>
                  <a:pt x="575647" y="32916"/>
                </a:lnTo>
                <a:lnTo>
                  <a:pt x="575156" y="32775"/>
                </a:lnTo>
                <a:lnTo>
                  <a:pt x="574661" y="32642"/>
                </a:lnTo>
                <a:lnTo>
                  <a:pt x="574161" y="32517"/>
                </a:lnTo>
                <a:lnTo>
                  <a:pt x="573657" y="32400"/>
                </a:lnTo>
                <a:lnTo>
                  <a:pt x="573151" y="32289"/>
                </a:lnTo>
                <a:lnTo>
                  <a:pt x="572643" y="32182"/>
                </a:lnTo>
                <a:lnTo>
                  <a:pt x="572133" y="32080"/>
                </a:lnTo>
                <a:lnTo>
                  <a:pt x="571621" y="31983"/>
                </a:lnTo>
                <a:lnTo>
                  <a:pt x="571108" y="31891"/>
                </a:lnTo>
                <a:lnTo>
                  <a:pt x="570594" y="31803"/>
                </a:lnTo>
                <a:lnTo>
                  <a:pt x="570077" y="31720"/>
                </a:lnTo>
                <a:lnTo>
                  <a:pt x="569559" y="31642"/>
                </a:lnTo>
                <a:lnTo>
                  <a:pt x="569040" y="31569"/>
                </a:lnTo>
                <a:lnTo>
                  <a:pt x="568519" y="31500"/>
                </a:lnTo>
                <a:lnTo>
                  <a:pt x="567996" y="31436"/>
                </a:lnTo>
                <a:lnTo>
                  <a:pt x="567472" y="31377"/>
                </a:lnTo>
                <a:lnTo>
                  <a:pt x="566946" y="31322"/>
                </a:lnTo>
                <a:lnTo>
                  <a:pt x="566418" y="31273"/>
                </a:lnTo>
                <a:lnTo>
                  <a:pt x="565889" y="31228"/>
                </a:lnTo>
                <a:lnTo>
                  <a:pt x="565358" y="31187"/>
                </a:lnTo>
                <a:lnTo>
                  <a:pt x="564825" y="31152"/>
                </a:lnTo>
                <a:lnTo>
                  <a:pt x="564291" y="31121"/>
                </a:lnTo>
                <a:lnTo>
                  <a:pt x="563755" y="31095"/>
                </a:lnTo>
                <a:lnTo>
                  <a:pt x="563218" y="31074"/>
                </a:lnTo>
                <a:lnTo>
                  <a:pt x="562679" y="31057"/>
                </a:lnTo>
                <a:lnTo>
                  <a:pt x="562138" y="31045"/>
                </a:lnTo>
                <a:lnTo>
                  <a:pt x="561596" y="31038"/>
                </a:lnTo>
                <a:lnTo>
                  <a:pt x="561052" y="31036"/>
                </a:lnTo>
                <a:lnTo>
                  <a:pt x="560192" y="31041"/>
                </a:lnTo>
                <a:lnTo>
                  <a:pt x="559340" y="31058"/>
                </a:lnTo>
                <a:lnTo>
                  <a:pt x="558496" y="31087"/>
                </a:lnTo>
                <a:lnTo>
                  <a:pt x="557660" y="31126"/>
                </a:lnTo>
                <a:lnTo>
                  <a:pt x="556831" y="31177"/>
                </a:lnTo>
                <a:lnTo>
                  <a:pt x="556010" y="31240"/>
                </a:lnTo>
                <a:lnTo>
                  <a:pt x="555197" y="31313"/>
                </a:lnTo>
                <a:lnTo>
                  <a:pt x="554392" y="31398"/>
                </a:lnTo>
                <a:lnTo>
                  <a:pt x="553594" y="31494"/>
                </a:lnTo>
                <a:lnTo>
                  <a:pt x="552804" y="31602"/>
                </a:lnTo>
                <a:lnTo>
                  <a:pt x="552022" y="31721"/>
                </a:lnTo>
                <a:lnTo>
                  <a:pt x="551248" y="31851"/>
                </a:lnTo>
                <a:lnTo>
                  <a:pt x="550482" y="31992"/>
                </a:lnTo>
                <a:lnTo>
                  <a:pt x="549723" y="32145"/>
                </a:lnTo>
                <a:lnTo>
                  <a:pt x="548972" y="32309"/>
                </a:lnTo>
                <a:lnTo>
                  <a:pt x="548229" y="32485"/>
                </a:lnTo>
                <a:lnTo>
                  <a:pt x="547494" y="32672"/>
                </a:lnTo>
                <a:lnTo>
                  <a:pt x="546766" y="32870"/>
                </a:lnTo>
                <a:lnTo>
                  <a:pt x="546047" y="33079"/>
                </a:lnTo>
                <a:lnTo>
                  <a:pt x="545335" y="33300"/>
                </a:lnTo>
                <a:lnTo>
                  <a:pt x="544630" y="33532"/>
                </a:lnTo>
                <a:lnTo>
                  <a:pt x="543934" y="33775"/>
                </a:lnTo>
                <a:lnTo>
                  <a:pt x="543245" y="34030"/>
                </a:lnTo>
                <a:lnTo>
                  <a:pt x="542565" y="34296"/>
                </a:lnTo>
                <a:lnTo>
                  <a:pt x="541894" y="34574"/>
                </a:lnTo>
                <a:lnTo>
                  <a:pt x="541235" y="34866"/>
                </a:lnTo>
                <a:lnTo>
                  <a:pt x="540588" y="35171"/>
                </a:lnTo>
                <a:lnTo>
                  <a:pt x="539954" y="35490"/>
                </a:lnTo>
                <a:lnTo>
                  <a:pt x="539332" y="35822"/>
                </a:lnTo>
                <a:lnTo>
                  <a:pt x="538722" y="36168"/>
                </a:lnTo>
                <a:lnTo>
                  <a:pt x="538124" y="36527"/>
                </a:lnTo>
                <a:lnTo>
                  <a:pt x="537538" y="36900"/>
                </a:lnTo>
                <a:lnTo>
                  <a:pt x="536964" y="37286"/>
                </a:lnTo>
                <a:lnTo>
                  <a:pt x="536403" y="37686"/>
                </a:lnTo>
                <a:lnTo>
                  <a:pt x="535854" y="38100"/>
                </a:lnTo>
                <a:lnTo>
                  <a:pt x="535317" y="38527"/>
                </a:lnTo>
                <a:lnTo>
                  <a:pt x="534792" y="38967"/>
                </a:lnTo>
                <a:lnTo>
                  <a:pt x="534279" y="39421"/>
                </a:lnTo>
                <a:lnTo>
                  <a:pt x="533778" y="39889"/>
                </a:lnTo>
                <a:lnTo>
                  <a:pt x="533290" y="40370"/>
                </a:lnTo>
                <a:lnTo>
                  <a:pt x="532813" y="40864"/>
                </a:lnTo>
                <a:lnTo>
                  <a:pt x="532349" y="41372"/>
                </a:lnTo>
                <a:lnTo>
                  <a:pt x="531897" y="41894"/>
                </a:lnTo>
                <a:lnTo>
                  <a:pt x="531457" y="42429"/>
                </a:lnTo>
                <a:lnTo>
                  <a:pt x="531029" y="42977"/>
                </a:lnTo>
                <a:lnTo>
                  <a:pt x="530614" y="43540"/>
                </a:lnTo>
                <a:lnTo>
                  <a:pt x="530211" y="44115"/>
                </a:lnTo>
                <a:lnTo>
                  <a:pt x="529819" y="44704"/>
                </a:lnTo>
                <a:lnTo>
                  <a:pt x="529442" y="45308"/>
                </a:lnTo>
                <a:lnTo>
                  <a:pt x="529081" y="45926"/>
                </a:lnTo>
                <a:lnTo>
                  <a:pt x="528736" y="46559"/>
                </a:lnTo>
                <a:lnTo>
                  <a:pt x="528407" y="47208"/>
                </a:lnTo>
                <a:lnTo>
                  <a:pt x="528094" y="47871"/>
                </a:lnTo>
                <a:lnTo>
                  <a:pt x="527797" y="48549"/>
                </a:lnTo>
                <a:lnTo>
                  <a:pt x="527516" y="49243"/>
                </a:lnTo>
                <a:lnTo>
                  <a:pt x="527252" y="49951"/>
                </a:lnTo>
                <a:lnTo>
                  <a:pt x="527003" y="50675"/>
                </a:lnTo>
                <a:lnTo>
                  <a:pt x="526770" y="51414"/>
                </a:lnTo>
                <a:lnTo>
                  <a:pt x="526553" y="52167"/>
                </a:lnTo>
                <a:lnTo>
                  <a:pt x="526353" y="52936"/>
                </a:lnTo>
                <a:lnTo>
                  <a:pt x="526168" y="53720"/>
                </a:lnTo>
                <a:lnTo>
                  <a:pt x="526000" y="54518"/>
                </a:lnTo>
                <a:lnTo>
                  <a:pt x="525847" y="55332"/>
                </a:lnTo>
                <a:lnTo>
                  <a:pt x="525711" y="56161"/>
                </a:lnTo>
                <a:lnTo>
                  <a:pt x="525591" y="57005"/>
                </a:lnTo>
                <a:lnTo>
                  <a:pt x="525486" y="57864"/>
                </a:lnTo>
                <a:lnTo>
                  <a:pt x="525398" y="58738"/>
                </a:lnTo>
                <a:lnTo>
                  <a:pt x="525326" y="59627"/>
                </a:lnTo>
                <a:lnTo>
                  <a:pt x="525270" y="60531"/>
                </a:lnTo>
                <a:lnTo>
                  <a:pt x="525229" y="61450"/>
                </a:lnTo>
                <a:lnTo>
                  <a:pt x="525205" y="62384"/>
                </a:lnTo>
                <a:lnTo>
                  <a:pt x="525197" y="63334"/>
                </a:lnTo>
                <a:lnTo>
                  <a:pt x="540324" y="63334"/>
                </a:lnTo>
                <a:lnTo>
                  <a:pt x="540334" y="62440"/>
                </a:lnTo>
                <a:lnTo>
                  <a:pt x="540365" y="61566"/>
                </a:lnTo>
                <a:lnTo>
                  <a:pt x="540417" y="60714"/>
                </a:lnTo>
                <a:lnTo>
                  <a:pt x="540490" y="59881"/>
                </a:lnTo>
                <a:lnTo>
                  <a:pt x="540583" y="59070"/>
                </a:lnTo>
                <a:lnTo>
                  <a:pt x="540697" y="58279"/>
                </a:lnTo>
                <a:lnTo>
                  <a:pt x="540832" y="57508"/>
                </a:lnTo>
                <a:lnTo>
                  <a:pt x="540988" y="56758"/>
                </a:lnTo>
                <a:lnTo>
                  <a:pt x="541164" y="56029"/>
                </a:lnTo>
                <a:lnTo>
                  <a:pt x="541361" y="55320"/>
                </a:lnTo>
                <a:lnTo>
                  <a:pt x="541579" y="54632"/>
                </a:lnTo>
                <a:lnTo>
                  <a:pt x="541818" y="53964"/>
                </a:lnTo>
                <a:lnTo>
                  <a:pt x="542077" y="53317"/>
                </a:lnTo>
                <a:lnTo>
                  <a:pt x="542357" y="52691"/>
                </a:lnTo>
                <a:lnTo>
                  <a:pt x="542658" y="52085"/>
                </a:lnTo>
                <a:lnTo>
                  <a:pt x="542980" y="51499"/>
                </a:lnTo>
                <a:lnTo>
                  <a:pt x="543322" y="50934"/>
                </a:lnTo>
                <a:lnTo>
                  <a:pt x="543685" y="50390"/>
                </a:lnTo>
                <a:lnTo>
                  <a:pt x="544069" y="49866"/>
                </a:lnTo>
                <a:lnTo>
                  <a:pt x="544473" y="49363"/>
                </a:lnTo>
                <a:lnTo>
                  <a:pt x="544899" y="48880"/>
                </a:lnTo>
                <a:lnTo>
                  <a:pt x="545345" y="48418"/>
                </a:lnTo>
                <a:lnTo>
                  <a:pt x="545812" y="47977"/>
                </a:lnTo>
                <a:lnTo>
                  <a:pt x="546299" y="47556"/>
                </a:lnTo>
                <a:lnTo>
                  <a:pt x="546802" y="47154"/>
                </a:lnTo>
                <a:lnTo>
                  <a:pt x="547315" y="46769"/>
                </a:lnTo>
                <a:lnTo>
                  <a:pt x="547837" y="46401"/>
                </a:lnTo>
                <a:lnTo>
                  <a:pt x="548369" y="46050"/>
                </a:lnTo>
                <a:lnTo>
                  <a:pt x="548911" y="45716"/>
                </a:lnTo>
                <a:lnTo>
                  <a:pt x="549462" y="45400"/>
                </a:lnTo>
                <a:lnTo>
                  <a:pt x="550024" y="45100"/>
                </a:lnTo>
                <a:lnTo>
                  <a:pt x="550595" y="44818"/>
                </a:lnTo>
                <a:lnTo>
                  <a:pt x="551175" y="44553"/>
                </a:lnTo>
                <a:lnTo>
                  <a:pt x="551766" y="44304"/>
                </a:lnTo>
                <a:lnTo>
                  <a:pt x="552366" y="44073"/>
                </a:lnTo>
                <a:lnTo>
                  <a:pt x="552976" y="43859"/>
                </a:lnTo>
                <a:lnTo>
                  <a:pt x="553595" y="43663"/>
                </a:lnTo>
                <a:lnTo>
                  <a:pt x="554224" y="43483"/>
                </a:lnTo>
                <a:lnTo>
                  <a:pt x="554863" y="43320"/>
                </a:lnTo>
                <a:lnTo>
                  <a:pt x="555512" y="43175"/>
                </a:lnTo>
                <a:lnTo>
                  <a:pt x="556171" y="43047"/>
                </a:lnTo>
                <a:lnTo>
                  <a:pt x="556839" y="42935"/>
                </a:lnTo>
                <a:lnTo>
                  <a:pt x="557517" y="42841"/>
                </a:lnTo>
                <a:lnTo>
                  <a:pt x="558204" y="42764"/>
                </a:lnTo>
                <a:lnTo>
                  <a:pt x="558902" y="42704"/>
                </a:lnTo>
                <a:lnTo>
                  <a:pt x="559609" y="42662"/>
                </a:lnTo>
                <a:lnTo>
                  <a:pt x="560326" y="42636"/>
                </a:lnTo>
                <a:lnTo>
                  <a:pt x="561052" y="42627"/>
                </a:lnTo>
                <a:lnTo>
                  <a:pt x="561717" y="42636"/>
                </a:lnTo>
                <a:lnTo>
                  <a:pt x="562372" y="42660"/>
                </a:lnTo>
                <a:lnTo>
                  <a:pt x="563017" y="42700"/>
                </a:lnTo>
                <a:lnTo>
                  <a:pt x="563654" y="42757"/>
                </a:lnTo>
                <a:lnTo>
                  <a:pt x="564281" y="42830"/>
                </a:lnTo>
                <a:lnTo>
                  <a:pt x="564898" y="42919"/>
                </a:lnTo>
                <a:lnTo>
                  <a:pt x="565506" y="43024"/>
                </a:lnTo>
                <a:lnTo>
                  <a:pt x="566105" y="43145"/>
                </a:lnTo>
                <a:lnTo>
                  <a:pt x="566694" y="43283"/>
                </a:lnTo>
                <a:lnTo>
                  <a:pt x="567274" y="43437"/>
                </a:lnTo>
                <a:lnTo>
                  <a:pt x="567844" y="43607"/>
                </a:lnTo>
                <a:lnTo>
                  <a:pt x="568405" y="43793"/>
                </a:lnTo>
                <a:lnTo>
                  <a:pt x="568957" y="43995"/>
                </a:lnTo>
                <a:lnTo>
                  <a:pt x="569499" y="44214"/>
                </a:lnTo>
                <a:lnTo>
                  <a:pt x="570032" y="44449"/>
                </a:lnTo>
                <a:lnTo>
                  <a:pt x="570555" y="44700"/>
                </a:lnTo>
                <a:lnTo>
                  <a:pt x="571069" y="44967"/>
                </a:lnTo>
                <a:lnTo>
                  <a:pt x="571574" y="45250"/>
                </a:lnTo>
                <a:lnTo>
                  <a:pt x="572069" y="45550"/>
                </a:lnTo>
                <a:lnTo>
                  <a:pt x="572555" y="45865"/>
                </a:lnTo>
                <a:lnTo>
                  <a:pt x="573032" y="46197"/>
                </a:lnTo>
                <a:lnTo>
                  <a:pt x="573499" y="46545"/>
                </a:lnTo>
                <a:lnTo>
                  <a:pt x="573956" y="46909"/>
                </a:lnTo>
                <a:lnTo>
                  <a:pt x="574404" y="47290"/>
                </a:lnTo>
                <a:lnTo>
                  <a:pt x="574839" y="47692"/>
                </a:lnTo>
                <a:lnTo>
                  <a:pt x="575254" y="48122"/>
                </a:lnTo>
                <a:lnTo>
                  <a:pt x="575652" y="48578"/>
                </a:lnTo>
                <a:lnTo>
                  <a:pt x="576031" y="49063"/>
                </a:lnTo>
                <a:lnTo>
                  <a:pt x="576391" y="49574"/>
                </a:lnTo>
                <a:lnTo>
                  <a:pt x="576733" y="50113"/>
                </a:lnTo>
                <a:lnTo>
                  <a:pt x="577056" y="50679"/>
                </a:lnTo>
                <a:lnTo>
                  <a:pt x="577361" y="51273"/>
                </a:lnTo>
                <a:lnTo>
                  <a:pt x="577648" y="51894"/>
                </a:lnTo>
                <a:lnTo>
                  <a:pt x="577916" y="52542"/>
                </a:lnTo>
                <a:lnTo>
                  <a:pt x="578165" y="53218"/>
                </a:lnTo>
                <a:lnTo>
                  <a:pt x="578396" y="53920"/>
                </a:lnTo>
                <a:lnTo>
                  <a:pt x="578609" y="54651"/>
                </a:lnTo>
                <a:lnTo>
                  <a:pt x="578803" y="55408"/>
                </a:lnTo>
                <a:lnTo>
                  <a:pt x="578978" y="56193"/>
                </a:lnTo>
                <a:lnTo>
                  <a:pt x="579135" y="57005"/>
                </a:lnTo>
                <a:lnTo>
                  <a:pt x="579274" y="57845"/>
                </a:lnTo>
                <a:lnTo>
                  <a:pt x="579394" y="58712"/>
                </a:lnTo>
                <a:lnTo>
                  <a:pt x="579496" y="59606"/>
                </a:lnTo>
                <a:lnTo>
                  <a:pt x="579579" y="60528"/>
                </a:lnTo>
                <a:lnTo>
                  <a:pt x="579643" y="61477"/>
                </a:lnTo>
                <a:lnTo>
                  <a:pt x="579690" y="62453"/>
                </a:lnTo>
                <a:lnTo>
                  <a:pt x="579717" y="63457"/>
                </a:lnTo>
                <a:lnTo>
                  <a:pt x="579727" y="64487"/>
                </a:lnTo>
                <a:lnTo>
                  <a:pt x="579727" y="71607"/>
                </a:lnTo>
                <a:lnTo>
                  <a:pt x="578256" y="71626"/>
                </a:lnTo>
                <a:lnTo>
                  <a:pt x="576801" y="71654"/>
                </a:lnTo>
                <a:lnTo>
                  <a:pt x="575361" y="71688"/>
                </a:lnTo>
                <a:lnTo>
                  <a:pt x="573938" y="71730"/>
                </a:lnTo>
                <a:lnTo>
                  <a:pt x="572529" y="71779"/>
                </a:lnTo>
                <a:lnTo>
                  <a:pt x="571136" y="71836"/>
                </a:lnTo>
                <a:lnTo>
                  <a:pt x="569759" y="71900"/>
                </a:lnTo>
                <a:lnTo>
                  <a:pt x="568397" y="71971"/>
                </a:lnTo>
                <a:lnTo>
                  <a:pt x="567051" y="72050"/>
                </a:lnTo>
                <a:lnTo>
                  <a:pt x="565721" y="72137"/>
                </a:lnTo>
                <a:lnTo>
                  <a:pt x="564406" y="72230"/>
                </a:lnTo>
                <a:lnTo>
                  <a:pt x="563106" y="72331"/>
                </a:lnTo>
                <a:lnTo>
                  <a:pt x="561823" y="72439"/>
                </a:lnTo>
                <a:lnTo>
                  <a:pt x="560554" y="72555"/>
                </a:lnTo>
                <a:lnTo>
                  <a:pt x="559301" y="72678"/>
                </a:lnTo>
                <a:lnTo>
                  <a:pt x="558064" y="72809"/>
                </a:lnTo>
                <a:lnTo>
                  <a:pt x="556843" y="72947"/>
                </a:lnTo>
                <a:lnTo>
                  <a:pt x="555637" y="73092"/>
                </a:lnTo>
                <a:lnTo>
                  <a:pt x="554446" y="73245"/>
                </a:lnTo>
                <a:lnTo>
                  <a:pt x="553271" y="73405"/>
                </a:lnTo>
                <a:lnTo>
                  <a:pt x="552112" y="73572"/>
                </a:lnTo>
                <a:lnTo>
                  <a:pt x="550968" y="73747"/>
                </a:lnTo>
                <a:lnTo>
                  <a:pt x="549840" y="73929"/>
                </a:lnTo>
                <a:lnTo>
                  <a:pt x="548727" y="74119"/>
                </a:lnTo>
                <a:lnTo>
                  <a:pt x="547633" y="74320"/>
                </a:lnTo>
                <a:lnTo>
                  <a:pt x="546559" y="74535"/>
                </a:lnTo>
                <a:lnTo>
                  <a:pt x="545507" y="74765"/>
                </a:lnTo>
                <a:lnTo>
                  <a:pt x="544475" y="75010"/>
                </a:lnTo>
                <a:lnTo>
                  <a:pt x="543464" y="75270"/>
                </a:lnTo>
                <a:lnTo>
                  <a:pt x="542474" y="75544"/>
                </a:lnTo>
                <a:lnTo>
                  <a:pt x="541505" y="75834"/>
                </a:lnTo>
                <a:lnTo>
                  <a:pt x="540557" y="76138"/>
                </a:lnTo>
                <a:lnTo>
                  <a:pt x="539630" y="76456"/>
                </a:lnTo>
                <a:lnTo>
                  <a:pt x="538724" y="76790"/>
                </a:lnTo>
                <a:lnTo>
                  <a:pt x="537838" y="77138"/>
                </a:lnTo>
                <a:lnTo>
                  <a:pt x="536974" y="77501"/>
                </a:lnTo>
                <a:lnTo>
                  <a:pt x="536130" y="77879"/>
                </a:lnTo>
                <a:lnTo>
                  <a:pt x="535308" y="78271"/>
                </a:lnTo>
                <a:lnTo>
                  <a:pt x="534506" y="78679"/>
                </a:lnTo>
                <a:lnTo>
                  <a:pt x="533725" y="79101"/>
                </a:lnTo>
                <a:lnTo>
                  <a:pt x="532965" y="79538"/>
                </a:lnTo>
                <a:lnTo>
                  <a:pt x="532227" y="79989"/>
                </a:lnTo>
                <a:lnTo>
                  <a:pt x="531508" y="80455"/>
                </a:lnTo>
                <a:lnTo>
                  <a:pt x="530811" y="80936"/>
                </a:lnTo>
                <a:lnTo>
                  <a:pt x="530135" y="81432"/>
                </a:lnTo>
                <a:lnTo>
                  <a:pt x="529480" y="81943"/>
                </a:lnTo>
                <a:lnTo>
                  <a:pt x="528845" y="82468"/>
                </a:lnTo>
                <a:lnTo>
                  <a:pt x="528232" y="83008"/>
                </a:lnTo>
                <a:lnTo>
                  <a:pt x="527641" y="83567"/>
                </a:lnTo>
                <a:lnTo>
                  <a:pt x="527076" y="84146"/>
                </a:lnTo>
                <a:lnTo>
                  <a:pt x="526536" y="84747"/>
                </a:lnTo>
                <a:lnTo>
                  <a:pt x="526021" y="85370"/>
                </a:lnTo>
                <a:lnTo>
                  <a:pt x="525531" y="86014"/>
                </a:lnTo>
                <a:lnTo>
                  <a:pt x="525066" y="86680"/>
                </a:lnTo>
                <a:lnTo>
                  <a:pt x="524626" y="87367"/>
                </a:lnTo>
                <a:lnTo>
                  <a:pt x="524212" y="88075"/>
                </a:lnTo>
                <a:lnTo>
                  <a:pt x="523822" y="88805"/>
                </a:lnTo>
                <a:lnTo>
                  <a:pt x="523458" y="89557"/>
                </a:lnTo>
                <a:lnTo>
                  <a:pt x="523119" y="90329"/>
                </a:lnTo>
                <a:lnTo>
                  <a:pt x="522805" y="91124"/>
                </a:lnTo>
                <a:lnTo>
                  <a:pt x="522516" y="91940"/>
                </a:lnTo>
                <a:lnTo>
                  <a:pt x="522252" y="92777"/>
                </a:lnTo>
                <a:lnTo>
                  <a:pt x="522013" y="93636"/>
                </a:lnTo>
                <a:lnTo>
                  <a:pt x="521800" y="94516"/>
                </a:lnTo>
                <a:lnTo>
                  <a:pt x="521611" y="95417"/>
                </a:lnTo>
                <a:lnTo>
                  <a:pt x="521448" y="96340"/>
                </a:lnTo>
                <a:lnTo>
                  <a:pt x="521310" y="97285"/>
                </a:lnTo>
                <a:lnTo>
                  <a:pt x="521197" y="98251"/>
                </a:lnTo>
                <a:lnTo>
                  <a:pt x="521109" y="99239"/>
                </a:lnTo>
                <a:lnTo>
                  <a:pt x="521046" y="100248"/>
                </a:lnTo>
                <a:lnTo>
                  <a:pt x="521008" y="101278"/>
                </a:lnTo>
                <a:lnTo>
                  <a:pt x="520996" y="102330"/>
                </a:lnTo>
                <a:lnTo>
                  <a:pt x="521002" y="103066"/>
                </a:lnTo>
                <a:lnTo>
                  <a:pt x="521021" y="103791"/>
                </a:lnTo>
                <a:lnTo>
                  <a:pt x="521053" y="104507"/>
                </a:lnTo>
                <a:lnTo>
                  <a:pt x="521097" y="105212"/>
                </a:lnTo>
                <a:lnTo>
                  <a:pt x="521154" y="105908"/>
                </a:lnTo>
                <a:lnTo>
                  <a:pt x="521223" y="106593"/>
                </a:lnTo>
                <a:lnTo>
                  <a:pt x="521305" y="107269"/>
                </a:lnTo>
                <a:lnTo>
                  <a:pt x="521400" y="107934"/>
                </a:lnTo>
                <a:lnTo>
                  <a:pt x="521508" y="108589"/>
                </a:lnTo>
                <a:lnTo>
                  <a:pt x="521628" y="109235"/>
                </a:lnTo>
                <a:lnTo>
                  <a:pt x="521761" y="109870"/>
                </a:lnTo>
                <a:lnTo>
                  <a:pt x="521906" y="110495"/>
                </a:lnTo>
                <a:lnTo>
                  <a:pt x="522064" y="111110"/>
                </a:lnTo>
                <a:lnTo>
                  <a:pt x="522235" y="111715"/>
                </a:lnTo>
                <a:lnTo>
                  <a:pt x="522418" y="112310"/>
                </a:lnTo>
                <a:lnTo>
                  <a:pt x="522614" y="112895"/>
                </a:lnTo>
                <a:lnTo>
                  <a:pt x="522823" y="113469"/>
                </a:lnTo>
                <a:lnTo>
                  <a:pt x="523044" y="114034"/>
                </a:lnTo>
                <a:lnTo>
                  <a:pt x="523278" y="114589"/>
                </a:lnTo>
                <a:lnTo>
                  <a:pt x="523524" y="115133"/>
                </a:lnTo>
                <a:lnTo>
                  <a:pt x="523784" y="115668"/>
                </a:lnTo>
                <a:lnTo>
                  <a:pt x="524055" y="116192"/>
                </a:lnTo>
                <a:lnTo>
                  <a:pt x="524340" y="116707"/>
                </a:lnTo>
                <a:lnTo>
                  <a:pt x="524637" y="117211"/>
                </a:lnTo>
                <a:lnTo>
                  <a:pt x="524945" y="117705"/>
                </a:lnTo>
                <a:lnTo>
                  <a:pt x="525261" y="118188"/>
                </a:lnTo>
                <a:lnTo>
                  <a:pt x="525585" y="118661"/>
                </a:lnTo>
                <a:lnTo>
                  <a:pt x="525918" y="119124"/>
                </a:lnTo>
                <a:lnTo>
                  <a:pt x="526260" y="119576"/>
                </a:lnTo>
                <a:lnTo>
                  <a:pt x="526610" y="120018"/>
                </a:lnTo>
                <a:lnTo>
                  <a:pt x="526968" y="120450"/>
                </a:lnTo>
                <a:lnTo>
                  <a:pt x="527335" y="120871"/>
                </a:lnTo>
                <a:lnTo>
                  <a:pt x="527710" y="121282"/>
                </a:lnTo>
                <a:lnTo>
                  <a:pt x="528093" y="121682"/>
                </a:lnTo>
                <a:lnTo>
                  <a:pt x="528485" y="122072"/>
                </a:lnTo>
                <a:lnTo>
                  <a:pt x="528886" y="122452"/>
                </a:lnTo>
                <a:lnTo>
                  <a:pt x="529294" y="122821"/>
                </a:lnTo>
                <a:lnTo>
                  <a:pt x="529712" y="123180"/>
                </a:lnTo>
                <a:lnTo>
                  <a:pt x="530137" y="123528"/>
                </a:lnTo>
                <a:lnTo>
                  <a:pt x="530571" y="123866"/>
                </a:lnTo>
                <a:lnTo>
                  <a:pt x="531014" y="124194"/>
                </a:lnTo>
                <a:lnTo>
                  <a:pt x="531465" y="124511"/>
                </a:lnTo>
                <a:lnTo>
                  <a:pt x="531924" y="124818"/>
                </a:lnTo>
                <a:lnTo>
                  <a:pt x="532392" y="125115"/>
                </a:lnTo>
                <a:lnTo>
                  <a:pt x="532868" y="125401"/>
                </a:lnTo>
                <a:lnTo>
                  <a:pt x="533353" y="125676"/>
                </a:lnTo>
                <a:lnTo>
                  <a:pt x="533846" y="125942"/>
                </a:lnTo>
                <a:lnTo>
                  <a:pt x="534348" y="126197"/>
                </a:lnTo>
                <a:lnTo>
                  <a:pt x="534856" y="126441"/>
                </a:lnTo>
                <a:lnTo>
                  <a:pt x="535368" y="126675"/>
                </a:lnTo>
                <a:lnTo>
                  <a:pt x="535886" y="126899"/>
                </a:lnTo>
                <a:lnTo>
                  <a:pt x="536407" y="127112"/>
                </a:lnTo>
                <a:lnTo>
                  <a:pt x="536933" y="127314"/>
                </a:lnTo>
                <a:lnTo>
                  <a:pt x="537464" y="127507"/>
                </a:lnTo>
                <a:lnTo>
                  <a:pt x="537999" y="127689"/>
                </a:lnTo>
                <a:lnTo>
                  <a:pt x="538539" y="127860"/>
                </a:lnTo>
                <a:lnTo>
                  <a:pt x="539084" y="128021"/>
                </a:lnTo>
                <a:lnTo>
                  <a:pt x="539632" y="128172"/>
                </a:lnTo>
                <a:lnTo>
                  <a:pt x="540186" y="128313"/>
                </a:lnTo>
                <a:lnTo>
                  <a:pt x="540744" y="128442"/>
                </a:lnTo>
                <a:lnTo>
                  <a:pt x="541306" y="128562"/>
                </a:lnTo>
                <a:lnTo>
                  <a:pt x="541873" y="128671"/>
                </a:lnTo>
                <a:lnTo>
                  <a:pt x="542445" y="128770"/>
                </a:lnTo>
                <a:lnTo>
                  <a:pt x="543021" y="128858"/>
                </a:lnTo>
                <a:lnTo>
                  <a:pt x="543602" y="128936"/>
                </a:lnTo>
                <a:lnTo>
                  <a:pt x="544187" y="129004"/>
                </a:lnTo>
                <a:lnTo>
                  <a:pt x="544777" y="129061"/>
                </a:lnTo>
                <a:lnTo>
                  <a:pt x="545371" y="129108"/>
                </a:lnTo>
                <a:lnTo>
                  <a:pt x="545970" y="129144"/>
                </a:lnTo>
                <a:lnTo>
                  <a:pt x="546573" y="129170"/>
                </a:lnTo>
                <a:lnTo>
                  <a:pt x="547181" y="129186"/>
                </a:lnTo>
                <a:lnTo>
                  <a:pt x="547793" y="129191"/>
                </a:lnTo>
                <a:lnTo>
                  <a:pt x="548660" y="129184"/>
                </a:lnTo>
                <a:lnTo>
                  <a:pt x="549519" y="129163"/>
                </a:lnTo>
                <a:lnTo>
                  <a:pt x="550368" y="129128"/>
                </a:lnTo>
                <a:lnTo>
                  <a:pt x="551209" y="129079"/>
                </a:lnTo>
                <a:close/>
                <a:moveTo>
                  <a:pt x="549456" y="117109"/>
                </a:moveTo>
                <a:lnTo>
                  <a:pt x="548878" y="117044"/>
                </a:lnTo>
                <a:lnTo>
                  <a:pt x="548313" y="116964"/>
                </a:lnTo>
                <a:lnTo>
                  <a:pt x="547761" y="116869"/>
                </a:lnTo>
                <a:lnTo>
                  <a:pt x="547223" y="116760"/>
                </a:lnTo>
                <a:lnTo>
                  <a:pt x="546698" y="116636"/>
                </a:lnTo>
                <a:lnTo>
                  <a:pt x="546186" y="116498"/>
                </a:lnTo>
                <a:lnTo>
                  <a:pt x="545687" y="116345"/>
                </a:lnTo>
                <a:lnTo>
                  <a:pt x="545202" y="116178"/>
                </a:lnTo>
                <a:lnTo>
                  <a:pt x="544730" y="115996"/>
                </a:lnTo>
                <a:lnTo>
                  <a:pt x="544272" y="115800"/>
                </a:lnTo>
                <a:lnTo>
                  <a:pt x="543827" y="115589"/>
                </a:lnTo>
                <a:lnTo>
                  <a:pt x="543395" y="115364"/>
                </a:lnTo>
                <a:lnTo>
                  <a:pt x="542976" y="115124"/>
                </a:lnTo>
                <a:lnTo>
                  <a:pt x="542570" y="114869"/>
                </a:lnTo>
                <a:lnTo>
                  <a:pt x="542178" y="114600"/>
                </a:lnTo>
                <a:lnTo>
                  <a:pt x="541799" y="114316"/>
                </a:lnTo>
                <a:lnTo>
                  <a:pt x="541434" y="114018"/>
                </a:lnTo>
                <a:lnTo>
                  <a:pt x="541082" y="113705"/>
                </a:lnTo>
                <a:lnTo>
                  <a:pt x="540743" y="113378"/>
                </a:lnTo>
                <a:lnTo>
                  <a:pt x="540417" y="113036"/>
                </a:lnTo>
                <a:lnTo>
                  <a:pt x="540105" y="112682"/>
                </a:lnTo>
                <a:lnTo>
                  <a:pt x="539806" y="112317"/>
                </a:lnTo>
                <a:lnTo>
                  <a:pt x="539520" y="111943"/>
                </a:lnTo>
                <a:lnTo>
                  <a:pt x="539247" y="111558"/>
                </a:lnTo>
                <a:lnTo>
                  <a:pt x="538988" y="111163"/>
                </a:lnTo>
                <a:lnTo>
                  <a:pt x="538742" y="110758"/>
                </a:lnTo>
                <a:lnTo>
                  <a:pt x="538510" y="110343"/>
                </a:lnTo>
                <a:lnTo>
                  <a:pt x="538290" y="109918"/>
                </a:lnTo>
                <a:lnTo>
                  <a:pt x="538084" y="109483"/>
                </a:lnTo>
                <a:lnTo>
                  <a:pt x="537891" y="109038"/>
                </a:lnTo>
                <a:lnTo>
                  <a:pt x="537712" y="108582"/>
                </a:lnTo>
                <a:lnTo>
                  <a:pt x="537546" y="108117"/>
                </a:lnTo>
                <a:lnTo>
                  <a:pt x="537393" y="107641"/>
                </a:lnTo>
                <a:lnTo>
                  <a:pt x="537253" y="107156"/>
                </a:lnTo>
                <a:lnTo>
                  <a:pt x="537127" y="106660"/>
                </a:lnTo>
                <a:lnTo>
                  <a:pt x="537014" y="106154"/>
                </a:lnTo>
                <a:lnTo>
                  <a:pt x="536914" y="105638"/>
                </a:lnTo>
                <a:lnTo>
                  <a:pt x="536828" y="105112"/>
                </a:lnTo>
                <a:lnTo>
                  <a:pt x="536755" y="104575"/>
                </a:lnTo>
                <a:lnTo>
                  <a:pt x="536695" y="104029"/>
                </a:lnTo>
                <a:lnTo>
                  <a:pt x="536649" y="103473"/>
                </a:lnTo>
                <a:lnTo>
                  <a:pt x="536615" y="102906"/>
                </a:lnTo>
                <a:lnTo>
                  <a:pt x="536595" y="102329"/>
                </a:lnTo>
                <a:lnTo>
                  <a:pt x="536589" y="101743"/>
                </a:lnTo>
                <a:lnTo>
                  <a:pt x="536606" y="100857"/>
                </a:lnTo>
                <a:lnTo>
                  <a:pt x="536658" y="99993"/>
                </a:lnTo>
                <a:lnTo>
                  <a:pt x="536745" y="99150"/>
                </a:lnTo>
                <a:lnTo>
                  <a:pt x="536866" y="98328"/>
                </a:lnTo>
                <a:lnTo>
                  <a:pt x="537022" y="97527"/>
                </a:lnTo>
                <a:lnTo>
                  <a:pt x="537213" y="96747"/>
                </a:lnTo>
                <a:lnTo>
                  <a:pt x="537439" y="95988"/>
                </a:lnTo>
                <a:lnTo>
                  <a:pt x="537699" y="95250"/>
                </a:lnTo>
                <a:lnTo>
                  <a:pt x="537994" y="94533"/>
                </a:lnTo>
                <a:lnTo>
                  <a:pt x="538323" y="93837"/>
                </a:lnTo>
                <a:lnTo>
                  <a:pt x="538688" y="93163"/>
                </a:lnTo>
                <a:lnTo>
                  <a:pt x="539086" y="92509"/>
                </a:lnTo>
                <a:lnTo>
                  <a:pt x="539520" y="91877"/>
                </a:lnTo>
                <a:lnTo>
                  <a:pt x="539988" y="91265"/>
                </a:lnTo>
                <a:lnTo>
                  <a:pt x="540491" y="90675"/>
                </a:lnTo>
                <a:lnTo>
                  <a:pt x="541029" y="90106"/>
                </a:lnTo>
                <a:lnTo>
                  <a:pt x="541601" y="89557"/>
                </a:lnTo>
                <a:lnTo>
                  <a:pt x="542209" y="89030"/>
                </a:lnTo>
                <a:lnTo>
                  <a:pt x="542850" y="88524"/>
                </a:lnTo>
                <a:lnTo>
                  <a:pt x="543527" y="88039"/>
                </a:lnTo>
                <a:lnTo>
                  <a:pt x="544238" y="87575"/>
                </a:lnTo>
                <a:lnTo>
                  <a:pt x="544984" y="87132"/>
                </a:lnTo>
                <a:lnTo>
                  <a:pt x="545764" y="86710"/>
                </a:lnTo>
                <a:lnTo>
                  <a:pt x="546580" y="86309"/>
                </a:lnTo>
                <a:lnTo>
                  <a:pt x="547435" y="85927"/>
                </a:lnTo>
                <a:lnTo>
                  <a:pt x="548335" y="85559"/>
                </a:lnTo>
                <a:lnTo>
                  <a:pt x="549282" y="85207"/>
                </a:lnTo>
                <a:lnTo>
                  <a:pt x="550273" y="84870"/>
                </a:lnTo>
                <a:lnTo>
                  <a:pt x="551310" y="84548"/>
                </a:lnTo>
                <a:lnTo>
                  <a:pt x="552392" y="84241"/>
                </a:lnTo>
                <a:lnTo>
                  <a:pt x="553520" y="83950"/>
                </a:lnTo>
                <a:lnTo>
                  <a:pt x="554693" y="83673"/>
                </a:lnTo>
                <a:lnTo>
                  <a:pt x="555911" y="83413"/>
                </a:lnTo>
                <a:lnTo>
                  <a:pt x="557175" y="83167"/>
                </a:lnTo>
                <a:lnTo>
                  <a:pt x="558484" y="82937"/>
                </a:lnTo>
                <a:lnTo>
                  <a:pt x="559838" y="82721"/>
                </a:lnTo>
                <a:lnTo>
                  <a:pt x="561238" y="82521"/>
                </a:lnTo>
                <a:lnTo>
                  <a:pt x="562684" y="82337"/>
                </a:lnTo>
                <a:lnTo>
                  <a:pt x="564174" y="82167"/>
                </a:lnTo>
                <a:lnTo>
                  <a:pt x="565710" y="82013"/>
                </a:lnTo>
                <a:lnTo>
                  <a:pt x="567292" y="81874"/>
                </a:lnTo>
                <a:lnTo>
                  <a:pt x="568919" y="81751"/>
                </a:lnTo>
                <a:lnTo>
                  <a:pt x="570591" y="81642"/>
                </a:lnTo>
                <a:lnTo>
                  <a:pt x="572309" y="81549"/>
                </a:lnTo>
                <a:lnTo>
                  <a:pt x="574072" y="81471"/>
                </a:lnTo>
                <a:lnTo>
                  <a:pt x="575880" y="81408"/>
                </a:lnTo>
                <a:lnTo>
                  <a:pt x="577734" y="81361"/>
                </a:lnTo>
                <a:lnTo>
                  <a:pt x="579633" y="81329"/>
                </a:lnTo>
                <a:lnTo>
                  <a:pt x="579633" y="101348"/>
                </a:lnTo>
                <a:lnTo>
                  <a:pt x="579225" y="101935"/>
                </a:lnTo>
                <a:lnTo>
                  <a:pt x="578809" y="102513"/>
                </a:lnTo>
                <a:lnTo>
                  <a:pt x="578386" y="103081"/>
                </a:lnTo>
                <a:lnTo>
                  <a:pt x="577955" y="103640"/>
                </a:lnTo>
                <a:lnTo>
                  <a:pt x="577517" y="104190"/>
                </a:lnTo>
                <a:lnTo>
                  <a:pt x="577071" y="104729"/>
                </a:lnTo>
                <a:lnTo>
                  <a:pt x="576618" y="105260"/>
                </a:lnTo>
                <a:lnTo>
                  <a:pt x="576158" y="105781"/>
                </a:lnTo>
                <a:lnTo>
                  <a:pt x="575690" y="106293"/>
                </a:lnTo>
                <a:lnTo>
                  <a:pt x="575214" y="106795"/>
                </a:lnTo>
                <a:lnTo>
                  <a:pt x="574731" y="107288"/>
                </a:lnTo>
                <a:lnTo>
                  <a:pt x="574241" y="107771"/>
                </a:lnTo>
                <a:lnTo>
                  <a:pt x="573743" y="108245"/>
                </a:lnTo>
                <a:lnTo>
                  <a:pt x="573238" y="108710"/>
                </a:lnTo>
                <a:lnTo>
                  <a:pt x="572725" y="109165"/>
                </a:lnTo>
                <a:lnTo>
                  <a:pt x="572205" y="109611"/>
                </a:lnTo>
                <a:lnTo>
                  <a:pt x="571677" y="110047"/>
                </a:lnTo>
                <a:lnTo>
                  <a:pt x="571142" y="110474"/>
                </a:lnTo>
                <a:lnTo>
                  <a:pt x="570600" y="110892"/>
                </a:lnTo>
                <a:lnTo>
                  <a:pt x="570050" y="111300"/>
                </a:lnTo>
                <a:lnTo>
                  <a:pt x="569492" y="111698"/>
                </a:lnTo>
                <a:lnTo>
                  <a:pt x="568927" y="112088"/>
                </a:lnTo>
                <a:lnTo>
                  <a:pt x="568355" y="112467"/>
                </a:lnTo>
                <a:lnTo>
                  <a:pt x="567775" y="112838"/>
                </a:lnTo>
                <a:lnTo>
                  <a:pt x="567188" y="113196"/>
                </a:lnTo>
                <a:lnTo>
                  <a:pt x="566595" y="113539"/>
                </a:lnTo>
                <a:lnTo>
                  <a:pt x="565995" y="113866"/>
                </a:lnTo>
                <a:lnTo>
                  <a:pt x="565389" y="114178"/>
                </a:lnTo>
                <a:lnTo>
                  <a:pt x="564776" y="114475"/>
                </a:lnTo>
                <a:lnTo>
                  <a:pt x="564157" y="114757"/>
                </a:lnTo>
                <a:lnTo>
                  <a:pt x="563531" y="115024"/>
                </a:lnTo>
                <a:lnTo>
                  <a:pt x="562899" y="115275"/>
                </a:lnTo>
                <a:lnTo>
                  <a:pt x="562260" y="115511"/>
                </a:lnTo>
                <a:lnTo>
                  <a:pt x="561615" y="115732"/>
                </a:lnTo>
                <a:lnTo>
                  <a:pt x="560963" y="115938"/>
                </a:lnTo>
                <a:lnTo>
                  <a:pt x="560305" y="116129"/>
                </a:lnTo>
                <a:lnTo>
                  <a:pt x="559641" y="116304"/>
                </a:lnTo>
                <a:lnTo>
                  <a:pt x="558970" y="116464"/>
                </a:lnTo>
                <a:lnTo>
                  <a:pt x="558292" y="116608"/>
                </a:lnTo>
                <a:lnTo>
                  <a:pt x="557608" y="116738"/>
                </a:lnTo>
                <a:lnTo>
                  <a:pt x="556917" y="116852"/>
                </a:lnTo>
                <a:lnTo>
                  <a:pt x="556220" y="116951"/>
                </a:lnTo>
                <a:lnTo>
                  <a:pt x="555517" y="117035"/>
                </a:lnTo>
                <a:lnTo>
                  <a:pt x="554807" y="117104"/>
                </a:lnTo>
                <a:lnTo>
                  <a:pt x="554090" y="117157"/>
                </a:lnTo>
                <a:lnTo>
                  <a:pt x="553367" y="117195"/>
                </a:lnTo>
                <a:lnTo>
                  <a:pt x="552638" y="117218"/>
                </a:lnTo>
                <a:lnTo>
                  <a:pt x="551902" y="117225"/>
                </a:lnTo>
                <a:lnTo>
                  <a:pt x="551270" y="117218"/>
                </a:lnTo>
                <a:lnTo>
                  <a:pt x="550652" y="117196"/>
                </a:lnTo>
                <a:lnTo>
                  <a:pt x="550047" y="117160"/>
                </a:lnTo>
                <a:lnTo>
                  <a:pt x="549456" y="117109"/>
                </a:lnTo>
                <a:close/>
                <a:moveTo>
                  <a:pt x="655884" y="129121"/>
                </a:moveTo>
                <a:lnTo>
                  <a:pt x="656502" y="129090"/>
                </a:lnTo>
                <a:lnTo>
                  <a:pt x="657115" y="129053"/>
                </a:lnTo>
                <a:lnTo>
                  <a:pt x="657725" y="129011"/>
                </a:lnTo>
                <a:lnTo>
                  <a:pt x="658332" y="128963"/>
                </a:lnTo>
                <a:lnTo>
                  <a:pt x="658934" y="128910"/>
                </a:lnTo>
                <a:lnTo>
                  <a:pt x="659533" y="128850"/>
                </a:lnTo>
                <a:lnTo>
                  <a:pt x="660128" y="128786"/>
                </a:lnTo>
                <a:lnTo>
                  <a:pt x="660720" y="128715"/>
                </a:lnTo>
                <a:lnTo>
                  <a:pt x="661308" y="128639"/>
                </a:lnTo>
                <a:lnTo>
                  <a:pt x="661892" y="128558"/>
                </a:lnTo>
                <a:lnTo>
                  <a:pt x="662472" y="128470"/>
                </a:lnTo>
                <a:lnTo>
                  <a:pt x="663048" y="128378"/>
                </a:lnTo>
                <a:lnTo>
                  <a:pt x="663621" y="128279"/>
                </a:lnTo>
                <a:lnTo>
                  <a:pt x="664190" y="128175"/>
                </a:lnTo>
                <a:lnTo>
                  <a:pt x="664756" y="128065"/>
                </a:lnTo>
                <a:lnTo>
                  <a:pt x="665317" y="127950"/>
                </a:lnTo>
                <a:lnTo>
                  <a:pt x="665875" y="127829"/>
                </a:lnTo>
                <a:lnTo>
                  <a:pt x="666429" y="127702"/>
                </a:lnTo>
                <a:lnTo>
                  <a:pt x="666980" y="127570"/>
                </a:lnTo>
                <a:lnTo>
                  <a:pt x="667525" y="127432"/>
                </a:lnTo>
                <a:lnTo>
                  <a:pt x="668065" y="127288"/>
                </a:lnTo>
                <a:lnTo>
                  <a:pt x="668599" y="127138"/>
                </a:lnTo>
                <a:lnTo>
                  <a:pt x="669127" y="126981"/>
                </a:lnTo>
                <a:lnTo>
                  <a:pt x="669650" y="126819"/>
                </a:lnTo>
                <a:lnTo>
                  <a:pt x="670166" y="126650"/>
                </a:lnTo>
                <a:lnTo>
                  <a:pt x="670677" y="126475"/>
                </a:lnTo>
                <a:lnTo>
                  <a:pt x="671181" y="126294"/>
                </a:lnTo>
                <a:lnTo>
                  <a:pt x="671680" y="126107"/>
                </a:lnTo>
                <a:lnTo>
                  <a:pt x="672173" y="125914"/>
                </a:lnTo>
                <a:lnTo>
                  <a:pt x="672661" y="125715"/>
                </a:lnTo>
                <a:lnTo>
                  <a:pt x="673142" y="125510"/>
                </a:lnTo>
                <a:lnTo>
                  <a:pt x="673618" y="125298"/>
                </a:lnTo>
                <a:lnTo>
                  <a:pt x="674088" y="125080"/>
                </a:lnTo>
                <a:lnTo>
                  <a:pt x="674552" y="124856"/>
                </a:lnTo>
                <a:lnTo>
                  <a:pt x="675010" y="124626"/>
                </a:lnTo>
                <a:lnTo>
                  <a:pt x="675462" y="124390"/>
                </a:lnTo>
                <a:lnTo>
                  <a:pt x="675908" y="124148"/>
                </a:lnTo>
                <a:lnTo>
                  <a:pt x="676349" y="123900"/>
                </a:lnTo>
                <a:lnTo>
                  <a:pt x="676784" y="123645"/>
                </a:lnTo>
                <a:lnTo>
                  <a:pt x="677213" y="123384"/>
                </a:lnTo>
                <a:lnTo>
                  <a:pt x="677636" y="123118"/>
                </a:lnTo>
                <a:lnTo>
                  <a:pt x="678053" y="122845"/>
                </a:lnTo>
                <a:lnTo>
                  <a:pt x="678464" y="122566"/>
                </a:lnTo>
                <a:lnTo>
                  <a:pt x="678869" y="122280"/>
                </a:lnTo>
                <a:lnTo>
                  <a:pt x="679266" y="121988"/>
                </a:lnTo>
                <a:lnTo>
                  <a:pt x="679656" y="121689"/>
                </a:lnTo>
                <a:lnTo>
                  <a:pt x="680037" y="121384"/>
                </a:lnTo>
                <a:lnTo>
                  <a:pt x="680412" y="121072"/>
                </a:lnTo>
                <a:lnTo>
                  <a:pt x="680778" y="120753"/>
                </a:lnTo>
                <a:lnTo>
                  <a:pt x="681137" y="120428"/>
                </a:lnTo>
                <a:lnTo>
                  <a:pt x="681489" y="120096"/>
                </a:lnTo>
                <a:lnTo>
                  <a:pt x="681832" y="119757"/>
                </a:lnTo>
                <a:lnTo>
                  <a:pt x="682169" y="119412"/>
                </a:lnTo>
                <a:lnTo>
                  <a:pt x="682497" y="119060"/>
                </a:lnTo>
                <a:lnTo>
                  <a:pt x="682818" y="118701"/>
                </a:lnTo>
                <a:lnTo>
                  <a:pt x="683131" y="118336"/>
                </a:lnTo>
                <a:lnTo>
                  <a:pt x="683437" y="117964"/>
                </a:lnTo>
                <a:lnTo>
                  <a:pt x="683735" y="117586"/>
                </a:lnTo>
                <a:lnTo>
                  <a:pt x="684025" y="117201"/>
                </a:lnTo>
                <a:lnTo>
                  <a:pt x="684308" y="116809"/>
                </a:lnTo>
                <a:lnTo>
                  <a:pt x="684583" y="116411"/>
                </a:lnTo>
                <a:lnTo>
                  <a:pt x="684851" y="116006"/>
                </a:lnTo>
                <a:lnTo>
                  <a:pt x="685111" y="115594"/>
                </a:lnTo>
                <a:lnTo>
                  <a:pt x="685363" y="115176"/>
                </a:lnTo>
                <a:lnTo>
                  <a:pt x="685608" y="114751"/>
                </a:lnTo>
                <a:lnTo>
                  <a:pt x="685845" y="114319"/>
                </a:lnTo>
                <a:lnTo>
                  <a:pt x="686074" y="113881"/>
                </a:lnTo>
                <a:lnTo>
                  <a:pt x="686295" y="113435"/>
                </a:lnTo>
                <a:lnTo>
                  <a:pt x="686507" y="112983"/>
                </a:lnTo>
                <a:lnTo>
                  <a:pt x="686709" y="112524"/>
                </a:lnTo>
                <a:lnTo>
                  <a:pt x="686902" y="112059"/>
                </a:lnTo>
                <a:lnTo>
                  <a:pt x="687085" y="111586"/>
                </a:lnTo>
                <a:lnTo>
                  <a:pt x="687259" y="111107"/>
                </a:lnTo>
                <a:lnTo>
                  <a:pt x="687423" y="110621"/>
                </a:lnTo>
                <a:lnTo>
                  <a:pt x="687579" y="110128"/>
                </a:lnTo>
                <a:lnTo>
                  <a:pt x="687724" y="109628"/>
                </a:lnTo>
                <a:lnTo>
                  <a:pt x="687861" y="109122"/>
                </a:lnTo>
                <a:lnTo>
                  <a:pt x="687988" y="108609"/>
                </a:lnTo>
                <a:lnTo>
                  <a:pt x="688105" y="108088"/>
                </a:lnTo>
                <a:lnTo>
                  <a:pt x="688213" y="107561"/>
                </a:lnTo>
                <a:lnTo>
                  <a:pt x="688312" y="107028"/>
                </a:lnTo>
                <a:lnTo>
                  <a:pt x="688401" y="106487"/>
                </a:lnTo>
                <a:lnTo>
                  <a:pt x="688481" y="105940"/>
                </a:lnTo>
                <a:lnTo>
                  <a:pt x="688552" y="105386"/>
                </a:lnTo>
                <a:lnTo>
                  <a:pt x="688613" y="104825"/>
                </a:lnTo>
                <a:lnTo>
                  <a:pt x="688665" y="104257"/>
                </a:lnTo>
                <a:lnTo>
                  <a:pt x="688707" y="103682"/>
                </a:lnTo>
                <a:lnTo>
                  <a:pt x="688740" y="103101"/>
                </a:lnTo>
                <a:lnTo>
                  <a:pt x="688763" y="102513"/>
                </a:lnTo>
                <a:lnTo>
                  <a:pt x="688777" y="101918"/>
                </a:lnTo>
                <a:lnTo>
                  <a:pt x="688782" y="101316"/>
                </a:lnTo>
                <a:lnTo>
                  <a:pt x="688776" y="100586"/>
                </a:lnTo>
                <a:lnTo>
                  <a:pt x="688758" y="99866"/>
                </a:lnTo>
                <a:lnTo>
                  <a:pt x="688727" y="99158"/>
                </a:lnTo>
                <a:lnTo>
                  <a:pt x="688685" y="98461"/>
                </a:lnTo>
                <a:lnTo>
                  <a:pt x="688630" y="97776"/>
                </a:lnTo>
                <a:lnTo>
                  <a:pt x="688563" y="97102"/>
                </a:lnTo>
                <a:lnTo>
                  <a:pt x="688484" y="96439"/>
                </a:lnTo>
                <a:lnTo>
                  <a:pt x="688393" y="95787"/>
                </a:lnTo>
                <a:lnTo>
                  <a:pt x="688290" y="95146"/>
                </a:lnTo>
                <a:lnTo>
                  <a:pt x="688174" y="94517"/>
                </a:lnTo>
                <a:lnTo>
                  <a:pt x="688046" y="93899"/>
                </a:lnTo>
                <a:lnTo>
                  <a:pt x="687907" y="93292"/>
                </a:lnTo>
                <a:lnTo>
                  <a:pt x="687755" y="92697"/>
                </a:lnTo>
                <a:lnTo>
                  <a:pt x="687591" y="92112"/>
                </a:lnTo>
                <a:lnTo>
                  <a:pt x="687414" y="91539"/>
                </a:lnTo>
                <a:lnTo>
                  <a:pt x="687226" y="90977"/>
                </a:lnTo>
                <a:lnTo>
                  <a:pt x="687025" y="90427"/>
                </a:lnTo>
                <a:lnTo>
                  <a:pt x="686812" y="89888"/>
                </a:lnTo>
                <a:lnTo>
                  <a:pt x="686588" y="89359"/>
                </a:lnTo>
                <a:lnTo>
                  <a:pt x="686350" y="88843"/>
                </a:lnTo>
                <a:lnTo>
                  <a:pt x="686101" y="88337"/>
                </a:lnTo>
                <a:lnTo>
                  <a:pt x="685840" y="87843"/>
                </a:lnTo>
                <a:lnTo>
                  <a:pt x="685566" y="87360"/>
                </a:lnTo>
                <a:lnTo>
                  <a:pt x="685281" y="86888"/>
                </a:lnTo>
                <a:lnTo>
                  <a:pt x="684983" y="86425"/>
                </a:lnTo>
                <a:lnTo>
                  <a:pt x="684674" y="85969"/>
                </a:lnTo>
                <a:lnTo>
                  <a:pt x="684353" y="85521"/>
                </a:lnTo>
                <a:lnTo>
                  <a:pt x="684020" y="85080"/>
                </a:lnTo>
                <a:lnTo>
                  <a:pt x="683676" y="84645"/>
                </a:lnTo>
                <a:lnTo>
                  <a:pt x="683320" y="84218"/>
                </a:lnTo>
                <a:lnTo>
                  <a:pt x="682952" y="83799"/>
                </a:lnTo>
                <a:lnTo>
                  <a:pt x="682573" y="83386"/>
                </a:lnTo>
                <a:lnTo>
                  <a:pt x="682182" y="82980"/>
                </a:lnTo>
                <a:lnTo>
                  <a:pt x="681779" y="82582"/>
                </a:lnTo>
                <a:lnTo>
                  <a:pt x="681365" y="82191"/>
                </a:lnTo>
                <a:lnTo>
                  <a:pt x="680939" y="81807"/>
                </a:lnTo>
                <a:lnTo>
                  <a:pt x="680501" y="81430"/>
                </a:lnTo>
                <a:lnTo>
                  <a:pt x="680052" y="81061"/>
                </a:lnTo>
                <a:lnTo>
                  <a:pt x="679591" y="80698"/>
                </a:lnTo>
                <a:lnTo>
                  <a:pt x="679118" y="80343"/>
                </a:lnTo>
                <a:lnTo>
                  <a:pt x="678634" y="79995"/>
                </a:lnTo>
                <a:lnTo>
                  <a:pt x="678138" y="79654"/>
                </a:lnTo>
                <a:lnTo>
                  <a:pt x="677630" y="79320"/>
                </a:lnTo>
                <a:lnTo>
                  <a:pt x="677111" y="78994"/>
                </a:lnTo>
                <a:lnTo>
                  <a:pt x="676579" y="78674"/>
                </a:lnTo>
                <a:lnTo>
                  <a:pt x="676037" y="78362"/>
                </a:lnTo>
                <a:lnTo>
                  <a:pt x="675482" y="78057"/>
                </a:lnTo>
                <a:lnTo>
                  <a:pt x="674916" y="77759"/>
                </a:lnTo>
                <a:lnTo>
                  <a:pt x="674338" y="77466"/>
                </a:lnTo>
                <a:lnTo>
                  <a:pt x="673749" y="77177"/>
                </a:lnTo>
                <a:lnTo>
                  <a:pt x="673147" y="76891"/>
                </a:lnTo>
                <a:lnTo>
                  <a:pt x="672534" y="76608"/>
                </a:lnTo>
                <a:lnTo>
                  <a:pt x="671909" y="76329"/>
                </a:lnTo>
                <a:lnTo>
                  <a:pt x="671272" y="76053"/>
                </a:lnTo>
                <a:lnTo>
                  <a:pt x="670623" y="75780"/>
                </a:lnTo>
                <a:lnTo>
                  <a:pt x="669962" y="75511"/>
                </a:lnTo>
                <a:lnTo>
                  <a:pt x="669290" y="75246"/>
                </a:lnTo>
                <a:lnTo>
                  <a:pt x="668606" y="74984"/>
                </a:lnTo>
                <a:lnTo>
                  <a:pt x="667909" y="74725"/>
                </a:lnTo>
                <a:lnTo>
                  <a:pt x="667201" y="74469"/>
                </a:lnTo>
                <a:lnTo>
                  <a:pt x="666482" y="74218"/>
                </a:lnTo>
                <a:lnTo>
                  <a:pt x="665750" y="73969"/>
                </a:lnTo>
                <a:lnTo>
                  <a:pt x="665006" y="73724"/>
                </a:lnTo>
                <a:lnTo>
                  <a:pt x="664251" y="73482"/>
                </a:lnTo>
                <a:lnTo>
                  <a:pt x="663484" y="73244"/>
                </a:lnTo>
                <a:lnTo>
                  <a:pt x="662705" y="73009"/>
                </a:lnTo>
                <a:lnTo>
                  <a:pt x="661914" y="72777"/>
                </a:lnTo>
                <a:lnTo>
                  <a:pt x="661111" y="72549"/>
                </a:lnTo>
                <a:lnTo>
                  <a:pt x="660297" y="72325"/>
                </a:lnTo>
                <a:lnTo>
                  <a:pt x="659471" y="72103"/>
                </a:lnTo>
                <a:lnTo>
                  <a:pt x="658633" y="71885"/>
                </a:lnTo>
                <a:lnTo>
                  <a:pt x="657783" y="71671"/>
                </a:lnTo>
                <a:lnTo>
                  <a:pt x="657019" y="71475"/>
                </a:lnTo>
                <a:lnTo>
                  <a:pt x="656268" y="71280"/>
                </a:lnTo>
                <a:lnTo>
                  <a:pt x="655530" y="71086"/>
                </a:lnTo>
                <a:lnTo>
                  <a:pt x="654805" y="70893"/>
                </a:lnTo>
                <a:lnTo>
                  <a:pt x="654093" y="70700"/>
                </a:lnTo>
                <a:lnTo>
                  <a:pt x="653394" y="70509"/>
                </a:lnTo>
                <a:lnTo>
                  <a:pt x="652708" y="70318"/>
                </a:lnTo>
                <a:lnTo>
                  <a:pt x="652035" y="70128"/>
                </a:lnTo>
                <a:lnTo>
                  <a:pt x="651375" y="69939"/>
                </a:lnTo>
                <a:lnTo>
                  <a:pt x="650728" y="69751"/>
                </a:lnTo>
                <a:lnTo>
                  <a:pt x="650094" y="69564"/>
                </a:lnTo>
                <a:lnTo>
                  <a:pt x="649472" y="69378"/>
                </a:lnTo>
                <a:lnTo>
                  <a:pt x="648864" y="69192"/>
                </a:lnTo>
                <a:lnTo>
                  <a:pt x="648269" y="69007"/>
                </a:lnTo>
                <a:lnTo>
                  <a:pt x="647687" y="68824"/>
                </a:lnTo>
                <a:lnTo>
                  <a:pt x="647117" y="68641"/>
                </a:lnTo>
                <a:lnTo>
                  <a:pt x="646561" y="68458"/>
                </a:lnTo>
                <a:lnTo>
                  <a:pt x="646018" y="68277"/>
                </a:lnTo>
                <a:lnTo>
                  <a:pt x="645487" y="68097"/>
                </a:lnTo>
                <a:lnTo>
                  <a:pt x="644970" y="67917"/>
                </a:lnTo>
                <a:lnTo>
                  <a:pt x="644465" y="67738"/>
                </a:lnTo>
                <a:lnTo>
                  <a:pt x="643974" y="67560"/>
                </a:lnTo>
                <a:lnTo>
                  <a:pt x="643495" y="67383"/>
                </a:lnTo>
                <a:lnTo>
                  <a:pt x="643030" y="67207"/>
                </a:lnTo>
                <a:lnTo>
                  <a:pt x="642576" y="67030"/>
                </a:lnTo>
                <a:lnTo>
                  <a:pt x="642134" y="66851"/>
                </a:lnTo>
                <a:lnTo>
                  <a:pt x="641702" y="66671"/>
                </a:lnTo>
                <a:lnTo>
                  <a:pt x="641282" y="66488"/>
                </a:lnTo>
                <a:lnTo>
                  <a:pt x="640872" y="66304"/>
                </a:lnTo>
                <a:lnTo>
                  <a:pt x="640474" y="66118"/>
                </a:lnTo>
                <a:lnTo>
                  <a:pt x="640086" y="65929"/>
                </a:lnTo>
                <a:lnTo>
                  <a:pt x="639710" y="65739"/>
                </a:lnTo>
                <a:lnTo>
                  <a:pt x="639344" y="65548"/>
                </a:lnTo>
                <a:lnTo>
                  <a:pt x="638990" y="65354"/>
                </a:lnTo>
                <a:lnTo>
                  <a:pt x="638647" y="65158"/>
                </a:lnTo>
                <a:lnTo>
                  <a:pt x="638314" y="64961"/>
                </a:lnTo>
                <a:lnTo>
                  <a:pt x="637993" y="64761"/>
                </a:lnTo>
                <a:lnTo>
                  <a:pt x="637683" y="64560"/>
                </a:lnTo>
                <a:lnTo>
                  <a:pt x="637384" y="64357"/>
                </a:lnTo>
                <a:lnTo>
                  <a:pt x="637095" y="64152"/>
                </a:lnTo>
                <a:lnTo>
                  <a:pt x="636818" y="63945"/>
                </a:lnTo>
                <a:lnTo>
                  <a:pt x="636552" y="63737"/>
                </a:lnTo>
                <a:lnTo>
                  <a:pt x="636297" y="63526"/>
                </a:lnTo>
                <a:lnTo>
                  <a:pt x="636053" y="63314"/>
                </a:lnTo>
                <a:lnTo>
                  <a:pt x="635820" y="63099"/>
                </a:lnTo>
                <a:lnTo>
                  <a:pt x="635598" y="62883"/>
                </a:lnTo>
                <a:lnTo>
                  <a:pt x="635387" y="62665"/>
                </a:lnTo>
                <a:lnTo>
                  <a:pt x="635186" y="62445"/>
                </a:lnTo>
                <a:lnTo>
                  <a:pt x="634996" y="62222"/>
                </a:lnTo>
                <a:lnTo>
                  <a:pt x="634814" y="61995"/>
                </a:lnTo>
                <a:lnTo>
                  <a:pt x="634639" y="61764"/>
                </a:lnTo>
                <a:lnTo>
                  <a:pt x="634473" y="61529"/>
                </a:lnTo>
                <a:lnTo>
                  <a:pt x="634315" y="61289"/>
                </a:lnTo>
                <a:lnTo>
                  <a:pt x="634165" y="61046"/>
                </a:lnTo>
                <a:lnTo>
                  <a:pt x="634023" y="60798"/>
                </a:lnTo>
                <a:lnTo>
                  <a:pt x="633890" y="60547"/>
                </a:lnTo>
                <a:lnTo>
                  <a:pt x="633764" y="60291"/>
                </a:lnTo>
                <a:lnTo>
                  <a:pt x="633647" y="60031"/>
                </a:lnTo>
                <a:lnTo>
                  <a:pt x="633537" y="59767"/>
                </a:lnTo>
                <a:lnTo>
                  <a:pt x="633436" y="59499"/>
                </a:lnTo>
                <a:lnTo>
                  <a:pt x="633343" y="59227"/>
                </a:lnTo>
                <a:lnTo>
                  <a:pt x="633257" y="58951"/>
                </a:lnTo>
                <a:lnTo>
                  <a:pt x="633180" y="58671"/>
                </a:lnTo>
                <a:lnTo>
                  <a:pt x="633112" y="58387"/>
                </a:lnTo>
                <a:lnTo>
                  <a:pt x="633051" y="58098"/>
                </a:lnTo>
                <a:lnTo>
                  <a:pt x="632998" y="57806"/>
                </a:lnTo>
                <a:lnTo>
                  <a:pt x="632954" y="57510"/>
                </a:lnTo>
                <a:lnTo>
                  <a:pt x="632917" y="57209"/>
                </a:lnTo>
                <a:lnTo>
                  <a:pt x="632889" y="56904"/>
                </a:lnTo>
                <a:lnTo>
                  <a:pt x="632868" y="56596"/>
                </a:lnTo>
                <a:lnTo>
                  <a:pt x="632856" y="56283"/>
                </a:lnTo>
                <a:lnTo>
                  <a:pt x="632852" y="55966"/>
                </a:lnTo>
                <a:lnTo>
                  <a:pt x="632861" y="55407"/>
                </a:lnTo>
                <a:lnTo>
                  <a:pt x="632889" y="54861"/>
                </a:lnTo>
                <a:lnTo>
                  <a:pt x="632934" y="54327"/>
                </a:lnTo>
                <a:lnTo>
                  <a:pt x="632997" y="53806"/>
                </a:lnTo>
                <a:lnTo>
                  <a:pt x="633079" y="53297"/>
                </a:lnTo>
                <a:lnTo>
                  <a:pt x="633179" y="52801"/>
                </a:lnTo>
                <a:lnTo>
                  <a:pt x="633297" y="52317"/>
                </a:lnTo>
                <a:lnTo>
                  <a:pt x="633433" y="51845"/>
                </a:lnTo>
                <a:lnTo>
                  <a:pt x="633587" y="51387"/>
                </a:lnTo>
                <a:lnTo>
                  <a:pt x="633760" y="50940"/>
                </a:lnTo>
                <a:lnTo>
                  <a:pt x="633951" y="50506"/>
                </a:lnTo>
                <a:lnTo>
                  <a:pt x="634159" y="50085"/>
                </a:lnTo>
                <a:lnTo>
                  <a:pt x="634386" y="49676"/>
                </a:lnTo>
                <a:lnTo>
                  <a:pt x="634631" y="49279"/>
                </a:lnTo>
                <a:lnTo>
                  <a:pt x="634895" y="48895"/>
                </a:lnTo>
                <a:lnTo>
                  <a:pt x="635176" y="48524"/>
                </a:lnTo>
                <a:lnTo>
                  <a:pt x="635476" y="48165"/>
                </a:lnTo>
                <a:lnTo>
                  <a:pt x="635793" y="47818"/>
                </a:lnTo>
                <a:lnTo>
                  <a:pt x="636129" y="47484"/>
                </a:lnTo>
                <a:lnTo>
                  <a:pt x="636483" y="47163"/>
                </a:lnTo>
                <a:lnTo>
                  <a:pt x="636856" y="46854"/>
                </a:lnTo>
                <a:lnTo>
                  <a:pt x="637246" y="46557"/>
                </a:lnTo>
                <a:lnTo>
                  <a:pt x="637654" y="46273"/>
                </a:lnTo>
                <a:lnTo>
                  <a:pt x="638081" y="46002"/>
                </a:lnTo>
                <a:lnTo>
                  <a:pt x="638522" y="45741"/>
                </a:lnTo>
                <a:lnTo>
                  <a:pt x="638975" y="45492"/>
                </a:lnTo>
                <a:lnTo>
                  <a:pt x="639438" y="45255"/>
                </a:lnTo>
                <a:lnTo>
                  <a:pt x="639912" y="45028"/>
                </a:lnTo>
                <a:lnTo>
                  <a:pt x="640397" y="44812"/>
                </a:lnTo>
                <a:lnTo>
                  <a:pt x="640894" y="44607"/>
                </a:lnTo>
                <a:lnTo>
                  <a:pt x="641401" y="44414"/>
                </a:lnTo>
                <a:lnTo>
                  <a:pt x="641920" y="44231"/>
                </a:lnTo>
                <a:lnTo>
                  <a:pt x="642449" y="44059"/>
                </a:lnTo>
                <a:lnTo>
                  <a:pt x="642990" y="43899"/>
                </a:lnTo>
                <a:lnTo>
                  <a:pt x="643541" y="43750"/>
                </a:lnTo>
                <a:lnTo>
                  <a:pt x="644104" y="43611"/>
                </a:lnTo>
                <a:lnTo>
                  <a:pt x="644677" y="43484"/>
                </a:lnTo>
                <a:lnTo>
                  <a:pt x="645262" y="43368"/>
                </a:lnTo>
                <a:lnTo>
                  <a:pt x="645857" y="43263"/>
                </a:lnTo>
                <a:lnTo>
                  <a:pt x="646464" y="43169"/>
                </a:lnTo>
                <a:lnTo>
                  <a:pt x="647081" y="43086"/>
                </a:lnTo>
                <a:lnTo>
                  <a:pt x="647710" y="43014"/>
                </a:lnTo>
                <a:lnTo>
                  <a:pt x="648350" y="42953"/>
                </a:lnTo>
                <a:lnTo>
                  <a:pt x="649000" y="42903"/>
                </a:lnTo>
                <a:lnTo>
                  <a:pt x="649662" y="42864"/>
                </a:lnTo>
                <a:lnTo>
                  <a:pt x="650335" y="42837"/>
                </a:lnTo>
                <a:lnTo>
                  <a:pt x="651019" y="42820"/>
                </a:lnTo>
                <a:lnTo>
                  <a:pt x="651713" y="42814"/>
                </a:lnTo>
                <a:lnTo>
                  <a:pt x="652409" y="42822"/>
                </a:lnTo>
                <a:lnTo>
                  <a:pt x="653095" y="42844"/>
                </a:lnTo>
                <a:lnTo>
                  <a:pt x="653773" y="42882"/>
                </a:lnTo>
                <a:lnTo>
                  <a:pt x="654441" y="42934"/>
                </a:lnTo>
                <a:lnTo>
                  <a:pt x="655099" y="43001"/>
                </a:lnTo>
                <a:lnTo>
                  <a:pt x="655749" y="43084"/>
                </a:lnTo>
                <a:lnTo>
                  <a:pt x="656389" y="43181"/>
                </a:lnTo>
                <a:lnTo>
                  <a:pt x="657020" y="43293"/>
                </a:lnTo>
                <a:lnTo>
                  <a:pt x="657642" y="43420"/>
                </a:lnTo>
                <a:lnTo>
                  <a:pt x="658254" y="43562"/>
                </a:lnTo>
                <a:lnTo>
                  <a:pt x="658858" y="43719"/>
                </a:lnTo>
                <a:lnTo>
                  <a:pt x="659452" y="43891"/>
                </a:lnTo>
                <a:lnTo>
                  <a:pt x="660036" y="44078"/>
                </a:lnTo>
                <a:lnTo>
                  <a:pt x="660612" y="44280"/>
                </a:lnTo>
                <a:lnTo>
                  <a:pt x="661178" y="44496"/>
                </a:lnTo>
                <a:lnTo>
                  <a:pt x="661735" y="44728"/>
                </a:lnTo>
                <a:lnTo>
                  <a:pt x="662283" y="44975"/>
                </a:lnTo>
                <a:lnTo>
                  <a:pt x="662822" y="45237"/>
                </a:lnTo>
                <a:lnTo>
                  <a:pt x="663351" y="45513"/>
                </a:lnTo>
                <a:lnTo>
                  <a:pt x="663871" y="45805"/>
                </a:lnTo>
                <a:lnTo>
                  <a:pt x="664382" y="46111"/>
                </a:lnTo>
                <a:lnTo>
                  <a:pt x="664884" y="46433"/>
                </a:lnTo>
                <a:lnTo>
                  <a:pt x="665376" y="46769"/>
                </a:lnTo>
                <a:lnTo>
                  <a:pt x="665859" y="47120"/>
                </a:lnTo>
                <a:lnTo>
                  <a:pt x="666328" y="47490"/>
                </a:lnTo>
                <a:lnTo>
                  <a:pt x="666776" y="47879"/>
                </a:lnTo>
                <a:lnTo>
                  <a:pt x="667205" y="48289"/>
                </a:lnTo>
                <a:lnTo>
                  <a:pt x="667614" y="48720"/>
                </a:lnTo>
                <a:lnTo>
                  <a:pt x="668003" y="49172"/>
                </a:lnTo>
                <a:lnTo>
                  <a:pt x="668371" y="49644"/>
                </a:lnTo>
                <a:lnTo>
                  <a:pt x="668720" y="50136"/>
                </a:lnTo>
                <a:lnTo>
                  <a:pt x="669049" y="50650"/>
                </a:lnTo>
                <a:lnTo>
                  <a:pt x="669358" y="51183"/>
                </a:lnTo>
                <a:lnTo>
                  <a:pt x="669648" y="51738"/>
                </a:lnTo>
                <a:lnTo>
                  <a:pt x="669917" y="52313"/>
                </a:lnTo>
                <a:lnTo>
                  <a:pt x="670166" y="52908"/>
                </a:lnTo>
                <a:lnTo>
                  <a:pt x="670395" y="53524"/>
                </a:lnTo>
                <a:lnTo>
                  <a:pt x="670605" y="54161"/>
                </a:lnTo>
                <a:lnTo>
                  <a:pt x="670794" y="54818"/>
                </a:lnTo>
                <a:lnTo>
                  <a:pt x="670964" y="55496"/>
                </a:lnTo>
                <a:lnTo>
                  <a:pt x="671113" y="56194"/>
                </a:lnTo>
                <a:lnTo>
                  <a:pt x="671243" y="56913"/>
                </a:lnTo>
                <a:lnTo>
                  <a:pt x="671352" y="57653"/>
                </a:lnTo>
                <a:lnTo>
                  <a:pt x="671442" y="58413"/>
                </a:lnTo>
                <a:lnTo>
                  <a:pt x="671512" y="59194"/>
                </a:lnTo>
                <a:lnTo>
                  <a:pt x="671562" y="59995"/>
                </a:lnTo>
                <a:lnTo>
                  <a:pt x="671592" y="60817"/>
                </a:lnTo>
                <a:lnTo>
                  <a:pt x="671602" y="61660"/>
                </a:lnTo>
                <a:lnTo>
                  <a:pt x="686728" y="61660"/>
                </a:lnTo>
                <a:lnTo>
                  <a:pt x="686723" y="60993"/>
                </a:lnTo>
                <a:lnTo>
                  <a:pt x="686709" y="60334"/>
                </a:lnTo>
                <a:lnTo>
                  <a:pt x="686685" y="59682"/>
                </a:lnTo>
                <a:lnTo>
                  <a:pt x="686651" y="59038"/>
                </a:lnTo>
                <a:lnTo>
                  <a:pt x="686608" y="58402"/>
                </a:lnTo>
                <a:lnTo>
                  <a:pt x="686556" y="57774"/>
                </a:lnTo>
                <a:lnTo>
                  <a:pt x="686494" y="57153"/>
                </a:lnTo>
                <a:lnTo>
                  <a:pt x="686422" y="56540"/>
                </a:lnTo>
                <a:lnTo>
                  <a:pt x="686341" y="55934"/>
                </a:lnTo>
                <a:lnTo>
                  <a:pt x="686250" y="55336"/>
                </a:lnTo>
                <a:lnTo>
                  <a:pt x="686149" y="54746"/>
                </a:lnTo>
                <a:lnTo>
                  <a:pt x="686039" y="54164"/>
                </a:lnTo>
                <a:lnTo>
                  <a:pt x="685920" y="53589"/>
                </a:lnTo>
                <a:lnTo>
                  <a:pt x="685791" y="53022"/>
                </a:lnTo>
                <a:lnTo>
                  <a:pt x="685652" y="52462"/>
                </a:lnTo>
                <a:lnTo>
                  <a:pt x="685504" y="51910"/>
                </a:lnTo>
                <a:lnTo>
                  <a:pt x="685346" y="51366"/>
                </a:lnTo>
                <a:lnTo>
                  <a:pt x="685178" y="50830"/>
                </a:lnTo>
                <a:lnTo>
                  <a:pt x="685002" y="50301"/>
                </a:lnTo>
                <a:lnTo>
                  <a:pt x="684815" y="49780"/>
                </a:lnTo>
                <a:lnTo>
                  <a:pt x="684619" y="49266"/>
                </a:lnTo>
                <a:lnTo>
                  <a:pt x="684413" y="48760"/>
                </a:lnTo>
                <a:lnTo>
                  <a:pt x="684198" y="48262"/>
                </a:lnTo>
                <a:lnTo>
                  <a:pt x="683973" y="47772"/>
                </a:lnTo>
                <a:lnTo>
                  <a:pt x="683740" y="47289"/>
                </a:lnTo>
                <a:lnTo>
                  <a:pt x="683500" y="46814"/>
                </a:lnTo>
                <a:lnTo>
                  <a:pt x="683252" y="46346"/>
                </a:lnTo>
                <a:lnTo>
                  <a:pt x="682997" y="45885"/>
                </a:lnTo>
                <a:lnTo>
                  <a:pt x="682734" y="45432"/>
                </a:lnTo>
                <a:lnTo>
                  <a:pt x="682465" y="44987"/>
                </a:lnTo>
                <a:lnTo>
                  <a:pt x="682188" y="44549"/>
                </a:lnTo>
                <a:lnTo>
                  <a:pt x="681904" y="44119"/>
                </a:lnTo>
                <a:lnTo>
                  <a:pt x="681612" y="43696"/>
                </a:lnTo>
                <a:lnTo>
                  <a:pt x="681313" y="43280"/>
                </a:lnTo>
                <a:lnTo>
                  <a:pt x="681007" y="42872"/>
                </a:lnTo>
                <a:lnTo>
                  <a:pt x="680694" y="42472"/>
                </a:lnTo>
                <a:lnTo>
                  <a:pt x="680373" y="42079"/>
                </a:lnTo>
                <a:lnTo>
                  <a:pt x="680045" y="41694"/>
                </a:lnTo>
                <a:lnTo>
                  <a:pt x="679710" y="41316"/>
                </a:lnTo>
                <a:lnTo>
                  <a:pt x="679367" y="40945"/>
                </a:lnTo>
                <a:lnTo>
                  <a:pt x="679017" y="40582"/>
                </a:lnTo>
                <a:lnTo>
                  <a:pt x="678660" y="40227"/>
                </a:lnTo>
                <a:lnTo>
                  <a:pt x="678295" y="39879"/>
                </a:lnTo>
                <a:lnTo>
                  <a:pt x="677924" y="39538"/>
                </a:lnTo>
                <a:lnTo>
                  <a:pt x="677545" y="39205"/>
                </a:lnTo>
                <a:lnTo>
                  <a:pt x="677158" y="38880"/>
                </a:lnTo>
                <a:lnTo>
                  <a:pt x="676765" y="38562"/>
                </a:lnTo>
                <a:lnTo>
                  <a:pt x="676364" y="38251"/>
                </a:lnTo>
                <a:lnTo>
                  <a:pt x="675956" y="37948"/>
                </a:lnTo>
                <a:lnTo>
                  <a:pt x="675544" y="37651"/>
                </a:lnTo>
                <a:lnTo>
                  <a:pt x="675127" y="37361"/>
                </a:lnTo>
                <a:lnTo>
                  <a:pt x="674705" y="37078"/>
                </a:lnTo>
                <a:lnTo>
                  <a:pt x="674278" y="36801"/>
                </a:lnTo>
                <a:lnTo>
                  <a:pt x="673845" y="36531"/>
                </a:lnTo>
                <a:lnTo>
                  <a:pt x="673408" y="36267"/>
                </a:lnTo>
                <a:lnTo>
                  <a:pt x="672966" y="36010"/>
                </a:lnTo>
                <a:lnTo>
                  <a:pt x="672519" y="35760"/>
                </a:lnTo>
                <a:lnTo>
                  <a:pt x="672066" y="35516"/>
                </a:lnTo>
                <a:lnTo>
                  <a:pt x="671609" y="35279"/>
                </a:lnTo>
                <a:lnTo>
                  <a:pt x="671146" y="35049"/>
                </a:lnTo>
                <a:lnTo>
                  <a:pt x="670679" y="34825"/>
                </a:lnTo>
                <a:lnTo>
                  <a:pt x="670207" y="34608"/>
                </a:lnTo>
                <a:lnTo>
                  <a:pt x="669729" y="34398"/>
                </a:lnTo>
                <a:lnTo>
                  <a:pt x="669247" y="34194"/>
                </a:lnTo>
                <a:lnTo>
                  <a:pt x="668759" y="33997"/>
                </a:lnTo>
                <a:lnTo>
                  <a:pt x="668266" y="33806"/>
                </a:lnTo>
                <a:lnTo>
                  <a:pt x="667769" y="33623"/>
                </a:lnTo>
                <a:lnTo>
                  <a:pt x="667266" y="33445"/>
                </a:lnTo>
                <a:lnTo>
                  <a:pt x="666759" y="33275"/>
                </a:lnTo>
                <a:lnTo>
                  <a:pt x="666246" y="33111"/>
                </a:lnTo>
                <a:lnTo>
                  <a:pt x="665728" y="32954"/>
                </a:lnTo>
                <a:lnTo>
                  <a:pt x="665206" y="32803"/>
                </a:lnTo>
                <a:lnTo>
                  <a:pt x="664679" y="32659"/>
                </a:lnTo>
                <a:lnTo>
                  <a:pt x="664149" y="32521"/>
                </a:lnTo>
                <a:lnTo>
                  <a:pt x="663616" y="32389"/>
                </a:lnTo>
                <a:lnTo>
                  <a:pt x="663080" y="32263"/>
                </a:lnTo>
                <a:lnTo>
                  <a:pt x="662541" y="32143"/>
                </a:lnTo>
                <a:lnTo>
                  <a:pt x="661999" y="32030"/>
                </a:lnTo>
                <a:lnTo>
                  <a:pt x="661454" y="31923"/>
                </a:lnTo>
                <a:lnTo>
                  <a:pt x="660905" y="31821"/>
                </a:lnTo>
                <a:lnTo>
                  <a:pt x="660354" y="31726"/>
                </a:lnTo>
                <a:lnTo>
                  <a:pt x="659799" y="31637"/>
                </a:lnTo>
                <a:lnTo>
                  <a:pt x="659242" y="31554"/>
                </a:lnTo>
                <a:lnTo>
                  <a:pt x="658681" y="31478"/>
                </a:lnTo>
                <a:lnTo>
                  <a:pt x="658118" y="31407"/>
                </a:lnTo>
                <a:lnTo>
                  <a:pt x="657551" y="31343"/>
                </a:lnTo>
                <a:lnTo>
                  <a:pt x="656981" y="31284"/>
                </a:lnTo>
                <a:lnTo>
                  <a:pt x="656408" y="31232"/>
                </a:lnTo>
                <a:lnTo>
                  <a:pt x="655832" y="31186"/>
                </a:lnTo>
                <a:lnTo>
                  <a:pt x="655253" y="31146"/>
                </a:lnTo>
                <a:lnTo>
                  <a:pt x="654671" y="31112"/>
                </a:lnTo>
                <a:lnTo>
                  <a:pt x="654085" y="31085"/>
                </a:lnTo>
                <a:lnTo>
                  <a:pt x="653497" y="31063"/>
                </a:lnTo>
                <a:lnTo>
                  <a:pt x="652905" y="31048"/>
                </a:lnTo>
                <a:lnTo>
                  <a:pt x="652311" y="31039"/>
                </a:lnTo>
                <a:lnTo>
                  <a:pt x="651713" y="31036"/>
                </a:lnTo>
                <a:lnTo>
                  <a:pt x="651108" y="31039"/>
                </a:lnTo>
                <a:lnTo>
                  <a:pt x="650507" y="31047"/>
                </a:lnTo>
                <a:lnTo>
                  <a:pt x="649909" y="31061"/>
                </a:lnTo>
                <a:lnTo>
                  <a:pt x="649315" y="31081"/>
                </a:lnTo>
                <a:lnTo>
                  <a:pt x="648725" y="31106"/>
                </a:lnTo>
                <a:lnTo>
                  <a:pt x="648139" y="31137"/>
                </a:lnTo>
                <a:lnTo>
                  <a:pt x="647556" y="31174"/>
                </a:lnTo>
                <a:lnTo>
                  <a:pt x="646977" y="31216"/>
                </a:lnTo>
                <a:lnTo>
                  <a:pt x="646402" y="31264"/>
                </a:lnTo>
                <a:lnTo>
                  <a:pt x="645831" y="31317"/>
                </a:lnTo>
                <a:lnTo>
                  <a:pt x="645263" y="31376"/>
                </a:lnTo>
                <a:lnTo>
                  <a:pt x="644699" y="31441"/>
                </a:lnTo>
                <a:lnTo>
                  <a:pt x="644138" y="31511"/>
                </a:lnTo>
                <a:lnTo>
                  <a:pt x="643582" y="31587"/>
                </a:lnTo>
                <a:lnTo>
                  <a:pt x="643029" y="31669"/>
                </a:lnTo>
                <a:lnTo>
                  <a:pt x="642480" y="31756"/>
                </a:lnTo>
                <a:lnTo>
                  <a:pt x="641934" y="31849"/>
                </a:lnTo>
                <a:lnTo>
                  <a:pt x="641393" y="31948"/>
                </a:lnTo>
                <a:lnTo>
                  <a:pt x="640855" y="32052"/>
                </a:lnTo>
                <a:lnTo>
                  <a:pt x="640321" y="32162"/>
                </a:lnTo>
                <a:lnTo>
                  <a:pt x="639790" y="32277"/>
                </a:lnTo>
                <a:lnTo>
                  <a:pt x="639263" y="32398"/>
                </a:lnTo>
                <a:lnTo>
                  <a:pt x="638740" y="32525"/>
                </a:lnTo>
                <a:lnTo>
                  <a:pt x="638221" y="32657"/>
                </a:lnTo>
                <a:lnTo>
                  <a:pt x="637706" y="32795"/>
                </a:lnTo>
                <a:lnTo>
                  <a:pt x="637197" y="32938"/>
                </a:lnTo>
                <a:lnTo>
                  <a:pt x="636694" y="33086"/>
                </a:lnTo>
                <a:lnTo>
                  <a:pt x="636195" y="33240"/>
                </a:lnTo>
                <a:lnTo>
                  <a:pt x="635703" y="33400"/>
                </a:lnTo>
                <a:lnTo>
                  <a:pt x="635216" y="33565"/>
                </a:lnTo>
                <a:lnTo>
                  <a:pt x="634734" y="33735"/>
                </a:lnTo>
                <a:lnTo>
                  <a:pt x="634258" y="33911"/>
                </a:lnTo>
                <a:lnTo>
                  <a:pt x="633787" y="34092"/>
                </a:lnTo>
                <a:lnTo>
                  <a:pt x="633322" y="34279"/>
                </a:lnTo>
                <a:lnTo>
                  <a:pt x="632863" y="34471"/>
                </a:lnTo>
                <a:lnTo>
                  <a:pt x="632409" y="34668"/>
                </a:lnTo>
                <a:lnTo>
                  <a:pt x="631960" y="34871"/>
                </a:lnTo>
                <a:lnTo>
                  <a:pt x="631517" y="35080"/>
                </a:lnTo>
                <a:lnTo>
                  <a:pt x="631080" y="35294"/>
                </a:lnTo>
                <a:lnTo>
                  <a:pt x="630648" y="35513"/>
                </a:lnTo>
                <a:lnTo>
                  <a:pt x="630221" y="35738"/>
                </a:lnTo>
                <a:lnTo>
                  <a:pt x="629800" y="35969"/>
                </a:lnTo>
                <a:lnTo>
                  <a:pt x="629385" y="36205"/>
                </a:lnTo>
                <a:lnTo>
                  <a:pt x="628975" y="36446"/>
                </a:lnTo>
                <a:lnTo>
                  <a:pt x="628570" y="36693"/>
                </a:lnTo>
                <a:lnTo>
                  <a:pt x="628171" y="36945"/>
                </a:lnTo>
                <a:lnTo>
                  <a:pt x="627778" y="37202"/>
                </a:lnTo>
                <a:lnTo>
                  <a:pt x="627390" y="37466"/>
                </a:lnTo>
                <a:lnTo>
                  <a:pt x="627008" y="37734"/>
                </a:lnTo>
                <a:lnTo>
                  <a:pt x="626634" y="38008"/>
                </a:lnTo>
                <a:lnTo>
                  <a:pt x="626267" y="38288"/>
                </a:lnTo>
                <a:lnTo>
                  <a:pt x="625906" y="38573"/>
                </a:lnTo>
                <a:lnTo>
                  <a:pt x="625553" y="38863"/>
                </a:lnTo>
                <a:lnTo>
                  <a:pt x="625207" y="39159"/>
                </a:lnTo>
                <a:lnTo>
                  <a:pt x="624869" y="39460"/>
                </a:lnTo>
                <a:lnTo>
                  <a:pt x="624537" y="39767"/>
                </a:lnTo>
                <a:lnTo>
                  <a:pt x="624212" y="40079"/>
                </a:lnTo>
                <a:lnTo>
                  <a:pt x="623895" y="40397"/>
                </a:lnTo>
                <a:lnTo>
                  <a:pt x="623585" y="40720"/>
                </a:lnTo>
                <a:lnTo>
                  <a:pt x="623282" y="41048"/>
                </a:lnTo>
                <a:lnTo>
                  <a:pt x="622986" y="41383"/>
                </a:lnTo>
                <a:lnTo>
                  <a:pt x="622697" y="41722"/>
                </a:lnTo>
                <a:lnTo>
                  <a:pt x="622415" y="42067"/>
                </a:lnTo>
                <a:lnTo>
                  <a:pt x="622140" y="42417"/>
                </a:lnTo>
                <a:lnTo>
                  <a:pt x="621873" y="42773"/>
                </a:lnTo>
                <a:lnTo>
                  <a:pt x="621613" y="43135"/>
                </a:lnTo>
                <a:lnTo>
                  <a:pt x="621359" y="43501"/>
                </a:lnTo>
                <a:lnTo>
                  <a:pt x="621113" y="43874"/>
                </a:lnTo>
                <a:lnTo>
                  <a:pt x="620874" y="44251"/>
                </a:lnTo>
                <a:lnTo>
                  <a:pt x="620643" y="44635"/>
                </a:lnTo>
                <a:lnTo>
                  <a:pt x="620418" y="45023"/>
                </a:lnTo>
                <a:lnTo>
                  <a:pt x="620200" y="45417"/>
                </a:lnTo>
                <a:lnTo>
                  <a:pt x="619991" y="45816"/>
                </a:lnTo>
                <a:lnTo>
                  <a:pt x="619790" y="46221"/>
                </a:lnTo>
                <a:lnTo>
                  <a:pt x="619598" y="46631"/>
                </a:lnTo>
                <a:lnTo>
                  <a:pt x="619416" y="47046"/>
                </a:lnTo>
                <a:lnTo>
                  <a:pt x="619242" y="47466"/>
                </a:lnTo>
                <a:lnTo>
                  <a:pt x="619077" y="47892"/>
                </a:lnTo>
                <a:lnTo>
                  <a:pt x="618921" y="48323"/>
                </a:lnTo>
                <a:lnTo>
                  <a:pt x="618774" y="48759"/>
                </a:lnTo>
                <a:lnTo>
                  <a:pt x="618636" y="49200"/>
                </a:lnTo>
                <a:lnTo>
                  <a:pt x="618506" y="49647"/>
                </a:lnTo>
                <a:lnTo>
                  <a:pt x="618386" y="50099"/>
                </a:lnTo>
                <a:lnTo>
                  <a:pt x="618274" y="50557"/>
                </a:lnTo>
                <a:lnTo>
                  <a:pt x="618172" y="51019"/>
                </a:lnTo>
                <a:lnTo>
                  <a:pt x="618078" y="51487"/>
                </a:lnTo>
                <a:lnTo>
                  <a:pt x="617994" y="51960"/>
                </a:lnTo>
                <a:lnTo>
                  <a:pt x="617918" y="52439"/>
                </a:lnTo>
                <a:lnTo>
                  <a:pt x="617851" y="52923"/>
                </a:lnTo>
                <a:lnTo>
                  <a:pt x="617793" y="53412"/>
                </a:lnTo>
                <a:lnTo>
                  <a:pt x="617744" y="53906"/>
                </a:lnTo>
                <a:lnTo>
                  <a:pt x="617704" y="54406"/>
                </a:lnTo>
                <a:lnTo>
                  <a:pt x="617673" y="54910"/>
                </a:lnTo>
                <a:lnTo>
                  <a:pt x="617650" y="55421"/>
                </a:lnTo>
                <a:lnTo>
                  <a:pt x="617637" y="55936"/>
                </a:lnTo>
                <a:lnTo>
                  <a:pt x="617633" y="56457"/>
                </a:lnTo>
                <a:lnTo>
                  <a:pt x="617639" y="57131"/>
                </a:lnTo>
                <a:lnTo>
                  <a:pt x="617658" y="57795"/>
                </a:lnTo>
                <a:lnTo>
                  <a:pt x="617689" y="58450"/>
                </a:lnTo>
                <a:lnTo>
                  <a:pt x="617734" y="59095"/>
                </a:lnTo>
                <a:lnTo>
                  <a:pt x="617791" y="59730"/>
                </a:lnTo>
                <a:lnTo>
                  <a:pt x="617860" y="60356"/>
                </a:lnTo>
                <a:lnTo>
                  <a:pt x="617942" y="60971"/>
                </a:lnTo>
                <a:lnTo>
                  <a:pt x="618037" y="61578"/>
                </a:lnTo>
                <a:lnTo>
                  <a:pt x="618145" y="62174"/>
                </a:lnTo>
                <a:lnTo>
                  <a:pt x="618265" y="62761"/>
                </a:lnTo>
                <a:lnTo>
                  <a:pt x="618398" y="63337"/>
                </a:lnTo>
                <a:lnTo>
                  <a:pt x="618543" y="63905"/>
                </a:lnTo>
                <a:lnTo>
                  <a:pt x="618701" y="64462"/>
                </a:lnTo>
                <a:lnTo>
                  <a:pt x="618872" y="65010"/>
                </a:lnTo>
                <a:lnTo>
                  <a:pt x="619055" y="65548"/>
                </a:lnTo>
                <a:lnTo>
                  <a:pt x="619251" y="66076"/>
                </a:lnTo>
                <a:lnTo>
                  <a:pt x="619460" y="66595"/>
                </a:lnTo>
                <a:lnTo>
                  <a:pt x="619681" y="67104"/>
                </a:lnTo>
                <a:lnTo>
                  <a:pt x="619915" y="67603"/>
                </a:lnTo>
                <a:lnTo>
                  <a:pt x="620161" y="68092"/>
                </a:lnTo>
                <a:lnTo>
                  <a:pt x="620421" y="68572"/>
                </a:lnTo>
                <a:lnTo>
                  <a:pt x="620692" y="69042"/>
                </a:lnTo>
                <a:lnTo>
                  <a:pt x="620977" y="69503"/>
                </a:lnTo>
                <a:lnTo>
                  <a:pt x="621274" y="69953"/>
                </a:lnTo>
                <a:lnTo>
                  <a:pt x="621584" y="70396"/>
                </a:lnTo>
                <a:lnTo>
                  <a:pt x="621906" y="70832"/>
                </a:lnTo>
                <a:lnTo>
                  <a:pt x="622240" y="71261"/>
                </a:lnTo>
                <a:lnTo>
                  <a:pt x="622586" y="71684"/>
                </a:lnTo>
                <a:lnTo>
                  <a:pt x="622945" y="72101"/>
                </a:lnTo>
                <a:lnTo>
                  <a:pt x="623317" y="72511"/>
                </a:lnTo>
                <a:lnTo>
                  <a:pt x="623700" y="72915"/>
                </a:lnTo>
                <a:lnTo>
                  <a:pt x="624096" y="73312"/>
                </a:lnTo>
                <a:lnTo>
                  <a:pt x="624504" y="73703"/>
                </a:lnTo>
                <a:lnTo>
                  <a:pt x="624925" y="74087"/>
                </a:lnTo>
                <a:lnTo>
                  <a:pt x="625357" y="74465"/>
                </a:lnTo>
                <a:lnTo>
                  <a:pt x="625803" y="74836"/>
                </a:lnTo>
                <a:lnTo>
                  <a:pt x="626260" y="75201"/>
                </a:lnTo>
                <a:lnTo>
                  <a:pt x="626730" y="75559"/>
                </a:lnTo>
                <a:lnTo>
                  <a:pt x="627212" y="75911"/>
                </a:lnTo>
                <a:lnTo>
                  <a:pt x="627706" y="76257"/>
                </a:lnTo>
                <a:lnTo>
                  <a:pt x="628213" y="76596"/>
                </a:lnTo>
                <a:lnTo>
                  <a:pt x="628732" y="76928"/>
                </a:lnTo>
                <a:lnTo>
                  <a:pt x="629264" y="77254"/>
                </a:lnTo>
                <a:lnTo>
                  <a:pt x="629807" y="77574"/>
                </a:lnTo>
                <a:lnTo>
                  <a:pt x="630363" y="77887"/>
                </a:lnTo>
                <a:lnTo>
                  <a:pt x="630932" y="78193"/>
                </a:lnTo>
                <a:lnTo>
                  <a:pt x="631512" y="78493"/>
                </a:lnTo>
                <a:lnTo>
                  <a:pt x="632105" y="78787"/>
                </a:lnTo>
                <a:lnTo>
                  <a:pt x="632710" y="79076"/>
                </a:lnTo>
                <a:lnTo>
                  <a:pt x="633327" y="79362"/>
                </a:lnTo>
                <a:lnTo>
                  <a:pt x="633957" y="79645"/>
                </a:lnTo>
                <a:lnTo>
                  <a:pt x="634598" y="79926"/>
                </a:lnTo>
                <a:lnTo>
                  <a:pt x="635251" y="80203"/>
                </a:lnTo>
                <a:lnTo>
                  <a:pt x="635916" y="80477"/>
                </a:lnTo>
                <a:lnTo>
                  <a:pt x="636593" y="80749"/>
                </a:lnTo>
                <a:lnTo>
                  <a:pt x="637282" y="81018"/>
                </a:lnTo>
                <a:lnTo>
                  <a:pt x="637983" y="81283"/>
                </a:lnTo>
                <a:lnTo>
                  <a:pt x="638696" y="81546"/>
                </a:lnTo>
                <a:lnTo>
                  <a:pt x="639421" y="81806"/>
                </a:lnTo>
                <a:lnTo>
                  <a:pt x="640159" y="82063"/>
                </a:lnTo>
                <a:lnTo>
                  <a:pt x="640908" y="82318"/>
                </a:lnTo>
                <a:lnTo>
                  <a:pt x="641669" y="82569"/>
                </a:lnTo>
                <a:lnTo>
                  <a:pt x="642442" y="82817"/>
                </a:lnTo>
                <a:lnTo>
                  <a:pt x="643227" y="83063"/>
                </a:lnTo>
                <a:lnTo>
                  <a:pt x="644024" y="83305"/>
                </a:lnTo>
                <a:lnTo>
                  <a:pt x="644833" y="83545"/>
                </a:lnTo>
                <a:lnTo>
                  <a:pt x="645654" y="83782"/>
                </a:lnTo>
                <a:lnTo>
                  <a:pt x="646487" y="84015"/>
                </a:lnTo>
                <a:lnTo>
                  <a:pt x="647332" y="84246"/>
                </a:lnTo>
                <a:lnTo>
                  <a:pt x="648189" y="84474"/>
                </a:lnTo>
                <a:lnTo>
                  <a:pt x="649058" y="84700"/>
                </a:lnTo>
                <a:lnTo>
                  <a:pt x="649939" y="84922"/>
                </a:lnTo>
                <a:lnTo>
                  <a:pt x="651023" y="85208"/>
                </a:lnTo>
                <a:lnTo>
                  <a:pt x="652078" y="85494"/>
                </a:lnTo>
                <a:lnTo>
                  <a:pt x="653106" y="85779"/>
                </a:lnTo>
                <a:lnTo>
                  <a:pt x="654106" y="86064"/>
                </a:lnTo>
                <a:lnTo>
                  <a:pt x="655078" y="86349"/>
                </a:lnTo>
                <a:lnTo>
                  <a:pt x="656023" y="86634"/>
                </a:lnTo>
                <a:lnTo>
                  <a:pt x="656940" y="86918"/>
                </a:lnTo>
                <a:lnTo>
                  <a:pt x="657829" y="87201"/>
                </a:lnTo>
                <a:lnTo>
                  <a:pt x="658691" y="87485"/>
                </a:lnTo>
                <a:lnTo>
                  <a:pt x="659524" y="87768"/>
                </a:lnTo>
                <a:lnTo>
                  <a:pt x="660331" y="88051"/>
                </a:lnTo>
                <a:lnTo>
                  <a:pt x="661109" y="88333"/>
                </a:lnTo>
                <a:lnTo>
                  <a:pt x="661860" y="88615"/>
                </a:lnTo>
                <a:lnTo>
                  <a:pt x="662582" y="88897"/>
                </a:lnTo>
                <a:lnTo>
                  <a:pt x="663278" y="89178"/>
                </a:lnTo>
                <a:lnTo>
                  <a:pt x="663945" y="89460"/>
                </a:lnTo>
                <a:lnTo>
                  <a:pt x="664585" y="89740"/>
                </a:lnTo>
                <a:lnTo>
                  <a:pt x="665197" y="90021"/>
                </a:lnTo>
                <a:lnTo>
                  <a:pt x="665781" y="90301"/>
                </a:lnTo>
                <a:lnTo>
                  <a:pt x="666338" y="90581"/>
                </a:lnTo>
                <a:lnTo>
                  <a:pt x="666867" y="90860"/>
                </a:lnTo>
                <a:lnTo>
                  <a:pt x="667368" y="91139"/>
                </a:lnTo>
                <a:lnTo>
                  <a:pt x="667841" y="91418"/>
                </a:lnTo>
                <a:lnTo>
                  <a:pt x="668287" y="91696"/>
                </a:lnTo>
                <a:lnTo>
                  <a:pt x="668710" y="91981"/>
                </a:lnTo>
                <a:lnTo>
                  <a:pt x="669115" y="92278"/>
                </a:lnTo>
                <a:lnTo>
                  <a:pt x="669501" y="92589"/>
                </a:lnTo>
                <a:lnTo>
                  <a:pt x="669870" y="92912"/>
                </a:lnTo>
                <a:lnTo>
                  <a:pt x="670221" y="93248"/>
                </a:lnTo>
                <a:lnTo>
                  <a:pt x="670554" y="93598"/>
                </a:lnTo>
                <a:lnTo>
                  <a:pt x="670869" y="93960"/>
                </a:lnTo>
                <a:lnTo>
                  <a:pt x="671166" y="94335"/>
                </a:lnTo>
                <a:lnTo>
                  <a:pt x="671445" y="94723"/>
                </a:lnTo>
                <a:lnTo>
                  <a:pt x="671706" y="95124"/>
                </a:lnTo>
                <a:lnTo>
                  <a:pt x="671949" y="95538"/>
                </a:lnTo>
                <a:lnTo>
                  <a:pt x="672173" y="95965"/>
                </a:lnTo>
                <a:lnTo>
                  <a:pt x="672380" y="96405"/>
                </a:lnTo>
                <a:lnTo>
                  <a:pt x="672569" y="96858"/>
                </a:lnTo>
                <a:lnTo>
                  <a:pt x="672740" y="97324"/>
                </a:lnTo>
                <a:lnTo>
                  <a:pt x="672893" y="97802"/>
                </a:lnTo>
                <a:lnTo>
                  <a:pt x="673028" y="98294"/>
                </a:lnTo>
                <a:lnTo>
                  <a:pt x="673145" y="98799"/>
                </a:lnTo>
                <a:lnTo>
                  <a:pt x="673244" y="99317"/>
                </a:lnTo>
                <a:lnTo>
                  <a:pt x="673325" y="99847"/>
                </a:lnTo>
                <a:lnTo>
                  <a:pt x="673388" y="100391"/>
                </a:lnTo>
                <a:lnTo>
                  <a:pt x="673433" y="100947"/>
                </a:lnTo>
                <a:lnTo>
                  <a:pt x="673460" y="101517"/>
                </a:lnTo>
                <a:lnTo>
                  <a:pt x="673469" y="102099"/>
                </a:lnTo>
                <a:lnTo>
                  <a:pt x="673459" y="102779"/>
                </a:lnTo>
                <a:lnTo>
                  <a:pt x="673429" y="103444"/>
                </a:lnTo>
                <a:lnTo>
                  <a:pt x="673379" y="104092"/>
                </a:lnTo>
                <a:lnTo>
                  <a:pt x="673310" y="104724"/>
                </a:lnTo>
                <a:lnTo>
                  <a:pt x="673220" y="105340"/>
                </a:lnTo>
                <a:lnTo>
                  <a:pt x="673110" y="105940"/>
                </a:lnTo>
                <a:lnTo>
                  <a:pt x="672981" y="106523"/>
                </a:lnTo>
                <a:lnTo>
                  <a:pt x="672831" y="107091"/>
                </a:lnTo>
                <a:lnTo>
                  <a:pt x="672662" y="107642"/>
                </a:lnTo>
                <a:lnTo>
                  <a:pt x="672472" y="108178"/>
                </a:lnTo>
                <a:lnTo>
                  <a:pt x="672263" y="108697"/>
                </a:lnTo>
                <a:lnTo>
                  <a:pt x="672033" y="109200"/>
                </a:lnTo>
                <a:lnTo>
                  <a:pt x="671784" y="109687"/>
                </a:lnTo>
                <a:lnTo>
                  <a:pt x="671515" y="110158"/>
                </a:lnTo>
                <a:lnTo>
                  <a:pt x="671226" y="110613"/>
                </a:lnTo>
                <a:lnTo>
                  <a:pt x="670917" y="111051"/>
                </a:lnTo>
                <a:lnTo>
                  <a:pt x="670588" y="111474"/>
                </a:lnTo>
                <a:lnTo>
                  <a:pt x="670239" y="111880"/>
                </a:lnTo>
                <a:lnTo>
                  <a:pt x="669870" y="112270"/>
                </a:lnTo>
                <a:lnTo>
                  <a:pt x="669481" y="112644"/>
                </a:lnTo>
                <a:lnTo>
                  <a:pt x="669073" y="113003"/>
                </a:lnTo>
                <a:lnTo>
                  <a:pt x="668644" y="113344"/>
                </a:lnTo>
                <a:lnTo>
                  <a:pt x="668195" y="113670"/>
                </a:lnTo>
                <a:lnTo>
                  <a:pt x="667727" y="113980"/>
                </a:lnTo>
                <a:lnTo>
                  <a:pt x="667243" y="114275"/>
                </a:lnTo>
                <a:lnTo>
                  <a:pt x="666748" y="114558"/>
                </a:lnTo>
                <a:lnTo>
                  <a:pt x="666242" y="114828"/>
                </a:lnTo>
                <a:lnTo>
                  <a:pt x="665726" y="115086"/>
                </a:lnTo>
                <a:lnTo>
                  <a:pt x="665198" y="115331"/>
                </a:lnTo>
                <a:lnTo>
                  <a:pt x="664660" y="115563"/>
                </a:lnTo>
                <a:lnTo>
                  <a:pt x="664111" y="115783"/>
                </a:lnTo>
                <a:lnTo>
                  <a:pt x="663551" y="115991"/>
                </a:lnTo>
                <a:lnTo>
                  <a:pt x="662980" y="116186"/>
                </a:lnTo>
                <a:lnTo>
                  <a:pt x="662398" y="116368"/>
                </a:lnTo>
                <a:lnTo>
                  <a:pt x="661806" y="116537"/>
                </a:lnTo>
                <a:lnTo>
                  <a:pt x="661202" y="116695"/>
                </a:lnTo>
                <a:lnTo>
                  <a:pt x="660588" y="116839"/>
                </a:lnTo>
                <a:lnTo>
                  <a:pt x="659963" y="116971"/>
                </a:lnTo>
                <a:lnTo>
                  <a:pt x="659327" y="117090"/>
                </a:lnTo>
                <a:lnTo>
                  <a:pt x="658680" y="117197"/>
                </a:lnTo>
                <a:lnTo>
                  <a:pt x="658022" y="117291"/>
                </a:lnTo>
                <a:lnTo>
                  <a:pt x="657354" y="117373"/>
                </a:lnTo>
                <a:lnTo>
                  <a:pt x="656674" y="117442"/>
                </a:lnTo>
                <a:lnTo>
                  <a:pt x="655984" y="117499"/>
                </a:lnTo>
                <a:lnTo>
                  <a:pt x="655283" y="117543"/>
                </a:lnTo>
                <a:lnTo>
                  <a:pt x="654571" y="117574"/>
                </a:lnTo>
                <a:lnTo>
                  <a:pt x="653848" y="117593"/>
                </a:lnTo>
                <a:lnTo>
                  <a:pt x="653114" y="117599"/>
                </a:lnTo>
                <a:lnTo>
                  <a:pt x="652295" y="117592"/>
                </a:lnTo>
                <a:lnTo>
                  <a:pt x="651487" y="117568"/>
                </a:lnTo>
                <a:lnTo>
                  <a:pt x="650691" y="117528"/>
                </a:lnTo>
                <a:lnTo>
                  <a:pt x="649906" y="117473"/>
                </a:lnTo>
                <a:lnTo>
                  <a:pt x="649132" y="117402"/>
                </a:lnTo>
                <a:lnTo>
                  <a:pt x="648369" y="117315"/>
                </a:lnTo>
                <a:lnTo>
                  <a:pt x="647618" y="117213"/>
                </a:lnTo>
                <a:lnTo>
                  <a:pt x="646879" y="117094"/>
                </a:lnTo>
                <a:lnTo>
                  <a:pt x="646150" y="116960"/>
                </a:lnTo>
                <a:lnTo>
                  <a:pt x="645433" y="116810"/>
                </a:lnTo>
                <a:lnTo>
                  <a:pt x="644728" y="116645"/>
                </a:lnTo>
                <a:lnTo>
                  <a:pt x="644033" y="116463"/>
                </a:lnTo>
                <a:lnTo>
                  <a:pt x="643351" y="116266"/>
                </a:lnTo>
                <a:lnTo>
                  <a:pt x="642679" y="116053"/>
                </a:lnTo>
                <a:lnTo>
                  <a:pt x="642019" y="115824"/>
                </a:lnTo>
                <a:lnTo>
                  <a:pt x="641370" y="115579"/>
                </a:lnTo>
                <a:lnTo>
                  <a:pt x="640732" y="115319"/>
                </a:lnTo>
                <a:lnTo>
                  <a:pt x="640106" y="115043"/>
                </a:lnTo>
                <a:lnTo>
                  <a:pt x="639491" y="114751"/>
                </a:lnTo>
                <a:lnTo>
                  <a:pt x="638888" y="114443"/>
                </a:lnTo>
                <a:lnTo>
                  <a:pt x="638295" y="114119"/>
                </a:lnTo>
                <a:lnTo>
                  <a:pt x="637715" y="113780"/>
                </a:lnTo>
                <a:lnTo>
                  <a:pt x="637145" y="113425"/>
                </a:lnTo>
                <a:lnTo>
                  <a:pt x="636587" y="113054"/>
                </a:lnTo>
                <a:lnTo>
                  <a:pt x="636046" y="112663"/>
                </a:lnTo>
                <a:lnTo>
                  <a:pt x="635528" y="112249"/>
                </a:lnTo>
                <a:lnTo>
                  <a:pt x="635033" y="111811"/>
                </a:lnTo>
                <a:lnTo>
                  <a:pt x="634561" y="111350"/>
                </a:lnTo>
                <a:lnTo>
                  <a:pt x="634113" y="110865"/>
                </a:lnTo>
                <a:lnTo>
                  <a:pt x="633687" y="110357"/>
                </a:lnTo>
                <a:lnTo>
                  <a:pt x="633284" y="109825"/>
                </a:lnTo>
                <a:lnTo>
                  <a:pt x="632904" y="109270"/>
                </a:lnTo>
                <a:lnTo>
                  <a:pt x="632547" y="108691"/>
                </a:lnTo>
                <a:lnTo>
                  <a:pt x="632213" y="108089"/>
                </a:lnTo>
                <a:lnTo>
                  <a:pt x="631903" y="107463"/>
                </a:lnTo>
                <a:lnTo>
                  <a:pt x="631615" y="106814"/>
                </a:lnTo>
                <a:lnTo>
                  <a:pt x="631350" y="106141"/>
                </a:lnTo>
                <a:lnTo>
                  <a:pt x="631109" y="105445"/>
                </a:lnTo>
                <a:lnTo>
                  <a:pt x="630890" y="104725"/>
                </a:lnTo>
                <a:lnTo>
                  <a:pt x="630694" y="103982"/>
                </a:lnTo>
                <a:lnTo>
                  <a:pt x="630522" y="103216"/>
                </a:lnTo>
                <a:lnTo>
                  <a:pt x="630372" y="102425"/>
                </a:lnTo>
                <a:lnTo>
                  <a:pt x="630245" y="101612"/>
                </a:lnTo>
                <a:lnTo>
                  <a:pt x="630142" y="100775"/>
                </a:lnTo>
                <a:lnTo>
                  <a:pt x="630061" y="99914"/>
                </a:lnTo>
                <a:lnTo>
                  <a:pt x="630004" y="99030"/>
                </a:lnTo>
                <a:lnTo>
                  <a:pt x="629969" y="98122"/>
                </a:lnTo>
                <a:lnTo>
                  <a:pt x="629958" y="97191"/>
                </a:lnTo>
                <a:lnTo>
                  <a:pt x="614925" y="97191"/>
                </a:lnTo>
                <a:lnTo>
                  <a:pt x="614930" y="97915"/>
                </a:lnTo>
                <a:lnTo>
                  <a:pt x="614945" y="98629"/>
                </a:lnTo>
                <a:lnTo>
                  <a:pt x="614971" y="99334"/>
                </a:lnTo>
                <a:lnTo>
                  <a:pt x="615006" y="100030"/>
                </a:lnTo>
                <a:lnTo>
                  <a:pt x="615052" y="100717"/>
                </a:lnTo>
                <a:lnTo>
                  <a:pt x="615109" y="101394"/>
                </a:lnTo>
                <a:lnTo>
                  <a:pt x="615175" y="102063"/>
                </a:lnTo>
                <a:lnTo>
                  <a:pt x="615252" y="102722"/>
                </a:lnTo>
                <a:lnTo>
                  <a:pt x="615338" y="103371"/>
                </a:lnTo>
                <a:lnTo>
                  <a:pt x="615435" y="104012"/>
                </a:lnTo>
                <a:lnTo>
                  <a:pt x="615543" y="104644"/>
                </a:lnTo>
                <a:lnTo>
                  <a:pt x="615660" y="105266"/>
                </a:lnTo>
                <a:lnTo>
                  <a:pt x="615788" y="105879"/>
                </a:lnTo>
                <a:lnTo>
                  <a:pt x="615926" y="106483"/>
                </a:lnTo>
                <a:lnTo>
                  <a:pt x="616074" y="107077"/>
                </a:lnTo>
                <a:lnTo>
                  <a:pt x="616232" y="107662"/>
                </a:lnTo>
                <a:lnTo>
                  <a:pt x="616400" y="108239"/>
                </a:lnTo>
                <a:lnTo>
                  <a:pt x="616579" y="108806"/>
                </a:lnTo>
                <a:lnTo>
                  <a:pt x="616768" y="109363"/>
                </a:lnTo>
                <a:lnTo>
                  <a:pt x="616967" y="109912"/>
                </a:lnTo>
                <a:lnTo>
                  <a:pt x="617177" y="110451"/>
                </a:lnTo>
                <a:lnTo>
                  <a:pt x="617396" y="110981"/>
                </a:lnTo>
                <a:lnTo>
                  <a:pt x="617626" y="111502"/>
                </a:lnTo>
                <a:lnTo>
                  <a:pt x="617866" y="112014"/>
                </a:lnTo>
                <a:lnTo>
                  <a:pt x="618115" y="112517"/>
                </a:lnTo>
                <a:lnTo>
                  <a:pt x="618372" y="113012"/>
                </a:lnTo>
                <a:lnTo>
                  <a:pt x="618637" y="113500"/>
                </a:lnTo>
                <a:lnTo>
                  <a:pt x="618910" y="113980"/>
                </a:lnTo>
                <a:lnTo>
                  <a:pt x="619191" y="114451"/>
                </a:lnTo>
                <a:lnTo>
                  <a:pt x="619480" y="114915"/>
                </a:lnTo>
                <a:lnTo>
                  <a:pt x="619776" y="115372"/>
                </a:lnTo>
                <a:lnTo>
                  <a:pt x="620081" y="115820"/>
                </a:lnTo>
                <a:lnTo>
                  <a:pt x="620394" y="116261"/>
                </a:lnTo>
                <a:lnTo>
                  <a:pt x="620714" y="116693"/>
                </a:lnTo>
                <a:lnTo>
                  <a:pt x="621043" y="117118"/>
                </a:lnTo>
                <a:lnTo>
                  <a:pt x="621379" y="117535"/>
                </a:lnTo>
                <a:lnTo>
                  <a:pt x="621723" y="117944"/>
                </a:lnTo>
                <a:lnTo>
                  <a:pt x="622076" y="118346"/>
                </a:lnTo>
                <a:lnTo>
                  <a:pt x="622436" y="118739"/>
                </a:lnTo>
                <a:lnTo>
                  <a:pt x="622804" y="119125"/>
                </a:lnTo>
                <a:lnTo>
                  <a:pt x="623180" y="119503"/>
                </a:lnTo>
                <a:lnTo>
                  <a:pt x="623565" y="119873"/>
                </a:lnTo>
                <a:lnTo>
                  <a:pt x="623957" y="120235"/>
                </a:lnTo>
                <a:lnTo>
                  <a:pt x="624357" y="120589"/>
                </a:lnTo>
                <a:lnTo>
                  <a:pt x="624765" y="120936"/>
                </a:lnTo>
                <a:lnTo>
                  <a:pt x="625180" y="121275"/>
                </a:lnTo>
                <a:lnTo>
                  <a:pt x="625604" y="121606"/>
                </a:lnTo>
                <a:lnTo>
                  <a:pt x="626036" y="121929"/>
                </a:lnTo>
                <a:lnTo>
                  <a:pt x="626475" y="122244"/>
                </a:lnTo>
                <a:lnTo>
                  <a:pt x="626919" y="122552"/>
                </a:lnTo>
                <a:lnTo>
                  <a:pt x="627369" y="122853"/>
                </a:lnTo>
                <a:lnTo>
                  <a:pt x="627824" y="123146"/>
                </a:lnTo>
                <a:lnTo>
                  <a:pt x="628286" y="123432"/>
                </a:lnTo>
                <a:lnTo>
                  <a:pt x="628753" y="123710"/>
                </a:lnTo>
                <a:lnTo>
                  <a:pt x="629225" y="123982"/>
                </a:lnTo>
                <a:lnTo>
                  <a:pt x="629703" y="124246"/>
                </a:lnTo>
                <a:lnTo>
                  <a:pt x="630187" y="124502"/>
                </a:lnTo>
                <a:lnTo>
                  <a:pt x="630677" y="124752"/>
                </a:lnTo>
                <a:lnTo>
                  <a:pt x="631172" y="124994"/>
                </a:lnTo>
                <a:lnTo>
                  <a:pt x="631673" y="125228"/>
                </a:lnTo>
                <a:lnTo>
                  <a:pt x="632180" y="125456"/>
                </a:lnTo>
                <a:lnTo>
                  <a:pt x="632692" y="125676"/>
                </a:lnTo>
                <a:lnTo>
                  <a:pt x="633210" y="125888"/>
                </a:lnTo>
                <a:lnTo>
                  <a:pt x="633734" y="126094"/>
                </a:lnTo>
                <a:lnTo>
                  <a:pt x="634263" y="126292"/>
                </a:lnTo>
                <a:lnTo>
                  <a:pt x="634798" y="126483"/>
                </a:lnTo>
                <a:lnTo>
                  <a:pt x="635339" y="126666"/>
                </a:lnTo>
                <a:lnTo>
                  <a:pt x="635885" y="126842"/>
                </a:lnTo>
                <a:lnTo>
                  <a:pt x="636438" y="127011"/>
                </a:lnTo>
                <a:lnTo>
                  <a:pt x="636995" y="127172"/>
                </a:lnTo>
                <a:lnTo>
                  <a:pt x="637559" y="127327"/>
                </a:lnTo>
                <a:lnTo>
                  <a:pt x="638128" y="127473"/>
                </a:lnTo>
                <a:lnTo>
                  <a:pt x="638701" y="127614"/>
                </a:lnTo>
                <a:lnTo>
                  <a:pt x="639278" y="127748"/>
                </a:lnTo>
                <a:lnTo>
                  <a:pt x="639857" y="127876"/>
                </a:lnTo>
                <a:lnTo>
                  <a:pt x="640440" y="127998"/>
                </a:lnTo>
                <a:lnTo>
                  <a:pt x="641026" y="128115"/>
                </a:lnTo>
                <a:lnTo>
                  <a:pt x="641615" y="128225"/>
                </a:lnTo>
                <a:lnTo>
                  <a:pt x="642206" y="128329"/>
                </a:lnTo>
                <a:lnTo>
                  <a:pt x="642801" y="128428"/>
                </a:lnTo>
                <a:lnTo>
                  <a:pt x="643400" y="128520"/>
                </a:lnTo>
                <a:lnTo>
                  <a:pt x="644001" y="128607"/>
                </a:lnTo>
                <a:lnTo>
                  <a:pt x="644605" y="128687"/>
                </a:lnTo>
                <a:lnTo>
                  <a:pt x="645212" y="128762"/>
                </a:lnTo>
                <a:lnTo>
                  <a:pt x="645823" y="128830"/>
                </a:lnTo>
                <a:lnTo>
                  <a:pt x="646436" y="128893"/>
                </a:lnTo>
                <a:lnTo>
                  <a:pt x="647053" y="128950"/>
                </a:lnTo>
                <a:lnTo>
                  <a:pt x="647672" y="129000"/>
                </a:lnTo>
                <a:lnTo>
                  <a:pt x="648295" y="129045"/>
                </a:lnTo>
                <a:lnTo>
                  <a:pt x="648921" y="129084"/>
                </a:lnTo>
                <a:lnTo>
                  <a:pt x="649550" y="129117"/>
                </a:lnTo>
                <a:lnTo>
                  <a:pt x="650182" y="129143"/>
                </a:lnTo>
                <a:lnTo>
                  <a:pt x="650817" y="129164"/>
                </a:lnTo>
                <a:lnTo>
                  <a:pt x="651455" y="129179"/>
                </a:lnTo>
                <a:lnTo>
                  <a:pt x="652096" y="129188"/>
                </a:lnTo>
                <a:lnTo>
                  <a:pt x="652740" y="129191"/>
                </a:lnTo>
                <a:lnTo>
                  <a:pt x="653377" y="129188"/>
                </a:lnTo>
                <a:lnTo>
                  <a:pt x="654009" y="129180"/>
                </a:lnTo>
                <a:lnTo>
                  <a:pt x="654638" y="129166"/>
                </a:lnTo>
                <a:lnTo>
                  <a:pt x="655263" y="129146"/>
                </a:lnTo>
                <a:lnTo>
                  <a:pt x="655884" y="129121"/>
                </a:lnTo>
                <a:close/>
                <a:moveTo>
                  <a:pt x="751074" y="129020"/>
                </a:moveTo>
                <a:lnTo>
                  <a:pt x="751949" y="128945"/>
                </a:lnTo>
                <a:lnTo>
                  <a:pt x="752813" y="128856"/>
                </a:lnTo>
                <a:lnTo>
                  <a:pt x="753667" y="128754"/>
                </a:lnTo>
                <a:lnTo>
                  <a:pt x="754509" y="128638"/>
                </a:lnTo>
                <a:lnTo>
                  <a:pt x="755342" y="128508"/>
                </a:lnTo>
                <a:lnTo>
                  <a:pt x="756163" y="128364"/>
                </a:lnTo>
                <a:lnTo>
                  <a:pt x="756974" y="128207"/>
                </a:lnTo>
                <a:lnTo>
                  <a:pt x="757774" y="128037"/>
                </a:lnTo>
                <a:lnTo>
                  <a:pt x="758563" y="127852"/>
                </a:lnTo>
                <a:lnTo>
                  <a:pt x="759341" y="127654"/>
                </a:lnTo>
                <a:lnTo>
                  <a:pt x="760109" y="127442"/>
                </a:lnTo>
                <a:lnTo>
                  <a:pt x="760867" y="127217"/>
                </a:lnTo>
                <a:lnTo>
                  <a:pt x="761613" y="126978"/>
                </a:lnTo>
                <a:lnTo>
                  <a:pt x="762349" y="126725"/>
                </a:lnTo>
                <a:lnTo>
                  <a:pt x="763074" y="126458"/>
                </a:lnTo>
                <a:lnTo>
                  <a:pt x="763788" y="126178"/>
                </a:lnTo>
                <a:lnTo>
                  <a:pt x="764492" y="125885"/>
                </a:lnTo>
                <a:lnTo>
                  <a:pt x="765185" y="125577"/>
                </a:lnTo>
                <a:lnTo>
                  <a:pt x="765867" y="125256"/>
                </a:lnTo>
                <a:lnTo>
                  <a:pt x="766538" y="124922"/>
                </a:lnTo>
                <a:lnTo>
                  <a:pt x="767196" y="124577"/>
                </a:lnTo>
                <a:lnTo>
                  <a:pt x="767842" y="124220"/>
                </a:lnTo>
                <a:lnTo>
                  <a:pt x="768475" y="123852"/>
                </a:lnTo>
                <a:lnTo>
                  <a:pt x="769096" y="123472"/>
                </a:lnTo>
                <a:lnTo>
                  <a:pt x="769704" y="123081"/>
                </a:lnTo>
                <a:lnTo>
                  <a:pt x="770300" y="122678"/>
                </a:lnTo>
                <a:lnTo>
                  <a:pt x="770883" y="122264"/>
                </a:lnTo>
                <a:lnTo>
                  <a:pt x="771454" y="121838"/>
                </a:lnTo>
                <a:lnTo>
                  <a:pt x="772013" y="121401"/>
                </a:lnTo>
                <a:lnTo>
                  <a:pt x="772559" y="120953"/>
                </a:lnTo>
                <a:lnTo>
                  <a:pt x="773092" y="120493"/>
                </a:lnTo>
                <a:lnTo>
                  <a:pt x="773613" y="120022"/>
                </a:lnTo>
                <a:lnTo>
                  <a:pt x="774121" y="119539"/>
                </a:lnTo>
                <a:lnTo>
                  <a:pt x="774617" y="119044"/>
                </a:lnTo>
                <a:lnTo>
                  <a:pt x="775101" y="118538"/>
                </a:lnTo>
                <a:lnTo>
                  <a:pt x="775572" y="118021"/>
                </a:lnTo>
                <a:lnTo>
                  <a:pt x="776030" y="117492"/>
                </a:lnTo>
                <a:lnTo>
                  <a:pt x="776476" y="116952"/>
                </a:lnTo>
                <a:lnTo>
                  <a:pt x="776910" y="116401"/>
                </a:lnTo>
                <a:lnTo>
                  <a:pt x="777331" y="115837"/>
                </a:lnTo>
                <a:lnTo>
                  <a:pt x="777740" y="115263"/>
                </a:lnTo>
                <a:lnTo>
                  <a:pt x="778136" y="114677"/>
                </a:lnTo>
                <a:lnTo>
                  <a:pt x="778519" y="114079"/>
                </a:lnTo>
                <a:lnTo>
                  <a:pt x="778889" y="113471"/>
                </a:lnTo>
                <a:lnTo>
                  <a:pt x="779244" y="112853"/>
                </a:lnTo>
                <a:lnTo>
                  <a:pt x="779585" y="112226"/>
                </a:lnTo>
                <a:lnTo>
                  <a:pt x="779911" y="111588"/>
                </a:lnTo>
                <a:lnTo>
                  <a:pt x="780222" y="110942"/>
                </a:lnTo>
                <a:lnTo>
                  <a:pt x="780518" y="110285"/>
                </a:lnTo>
                <a:lnTo>
                  <a:pt x="780799" y="109619"/>
                </a:lnTo>
                <a:lnTo>
                  <a:pt x="781066" y="108944"/>
                </a:lnTo>
                <a:lnTo>
                  <a:pt x="781318" y="108258"/>
                </a:lnTo>
                <a:lnTo>
                  <a:pt x="781555" y="107564"/>
                </a:lnTo>
                <a:lnTo>
                  <a:pt x="781778" y="106859"/>
                </a:lnTo>
                <a:lnTo>
                  <a:pt x="781986" y="106145"/>
                </a:lnTo>
                <a:lnTo>
                  <a:pt x="782179" y="105421"/>
                </a:lnTo>
                <a:lnTo>
                  <a:pt x="782357" y="104688"/>
                </a:lnTo>
                <a:lnTo>
                  <a:pt x="782520" y="103945"/>
                </a:lnTo>
                <a:lnTo>
                  <a:pt x="782669" y="103193"/>
                </a:lnTo>
                <a:lnTo>
                  <a:pt x="782803" y="102430"/>
                </a:lnTo>
                <a:lnTo>
                  <a:pt x="782922" y="101659"/>
                </a:lnTo>
                <a:lnTo>
                  <a:pt x="783027" y="100877"/>
                </a:lnTo>
                <a:lnTo>
                  <a:pt x="783117" y="100086"/>
                </a:lnTo>
                <a:lnTo>
                  <a:pt x="783191" y="99286"/>
                </a:lnTo>
                <a:lnTo>
                  <a:pt x="783252" y="98475"/>
                </a:lnTo>
                <a:lnTo>
                  <a:pt x="783297" y="97656"/>
                </a:lnTo>
                <a:lnTo>
                  <a:pt x="783328" y="96826"/>
                </a:lnTo>
                <a:lnTo>
                  <a:pt x="767922" y="96826"/>
                </a:lnTo>
                <a:lnTo>
                  <a:pt x="767889" y="97639"/>
                </a:lnTo>
                <a:lnTo>
                  <a:pt x="767838" y="98436"/>
                </a:lnTo>
                <a:lnTo>
                  <a:pt x="767769" y="99217"/>
                </a:lnTo>
                <a:lnTo>
                  <a:pt x="767682" y="99982"/>
                </a:lnTo>
                <a:lnTo>
                  <a:pt x="767576" y="100731"/>
                </a:lnTo>
                <a:lnTo>
                  <a:pt x="767452" y="101464"/>
                </a:lnTo>
                <a:lnTo>
                  <a:pt x="767309" y="102180"/>
                </a:lnTo>
                <a:lnTo>
                  <a:pt x="767149" y="102881"/>
                </a:lnTo>
                <a:lnTo>
                  <a:pt x="766970" y="103566"/>
                </a:lnTo>
                <a:lnTo>
                  <a:pt x="766772" y="104234"/>
                </a:lnTo>
                <a:lnTo>
                  <a:pt x="766557" y="104886"/>
                </a:lnTo>
                <a:lnTo>
                  <a:pt x="766323" y="105523"/>
                </a:lnTo>
                <a:lnTo>
                  <a:pt x="766070" y="106143"/>
                </a:lnTo>
                <a:lnTo>
                  <a:pt x="765800" y="106747"/>
                </a:lnTo>
                <a:lnTo>
                  <a:pt x="765511" y="107335"/>
                </a:lnTo>
                <a:lnTo>
                  <a:pt x="765203" y="107908"/>
                </a:lnTo>
                <a:lnTo>
                  <a:pt x="764878" y="108464"/>
                </a:lnTo>
                <a:lnTo>
                  <a:pt x="764534" y="109004"/>
                </a:lnTo>
                <a:lnTo>
                  <a:pt x="764172" y="109527"/>
                </a:lnTo>
                <a:lnTo>
                  <a:pt x="763791" y="110035"/>
                </a:lnTo>
                <a:lnTo>
                  <a:pt x="763392" y="110527"/>
                </a:lnTo>
                <a:lnTo>
                  <a:pt x="762975" y="111003"/>
                </a:lnTo>
                <a:lnTo>
                  <a:pt x="762540" y="111462"/>
                </a:lnTo>
                <a:lnTo>
                  <a:pt x="762086" y="111906"/>
                </a:lnTo>
                <a:lnTo>
                  <a:pt x="761615" y="112332"/>
                </a:lnTo>
                <a:lnTo>
                  <a:pt x="761129" y="112741"/>
                </a:lnTo>
                <a:lnTo>
                  <a:pt x="760628" y="113131"/>
                </a:lnTo>
                <a:lnTo>
                  <a:pt x="760111" y="113503"/>
                </a:lnTo>
                <a:lnTo>
                  <a:pt x="759578" y="113857"/>
                </a:lnTo>
                <a:lnTo>
                  <a:pt x="759031" y="114192"/>
                </a:lnTo>
                <a:lnTo>
                  <a:pt x="758468" y="114510"/>
                </a:lnTo>
                <a:lnTo>
                  <a:pt x="757889" y="114809"/>
                </a:lnTo>
                <a:lnTo>
                  <a:pt x="757295" y="115091"/>
                </a:lnTo>
                <a:lnTo>
                  <a:pt x="756686" y="115354"/>
                </a:lnTo>
                <a:lnTo>
                  <a:pt x="756061" y="115599"/>
                </a:lnTo>
                <a:lnTo>
                  <a:pt x="755421" y="115825"/>
                </a:lnTo>
                <a:lnTo>
                  <a:pt x="754766" y="116034"/>
                </a:lnTo>
                <a:lnTo>
                  <a:pt x="754095" y="116225"/>
                </a:lnTo>
                <a:lnTo>
                  <a:pt x="753409" y="116397"/>
                </a:lnTo>
                <a:lnTo>
                  <a:pt x="752707" y="116551"/>
                </a:lnTo>
                <a:lnTo>
                  <a:pt x="751990" y="116687"/>
                </a:lnTo>
                <a:lnTo>
                  <a:pt x="751258" y="116805"/>
                </a:lnTo>
                <a:lnTo>
                  <a:pt x="750510" y="116905"/>
                </a:lnTo>
                <a:lnTo>
                  <a:pt x="749746" y="116987"/>
                </a:lnTo>
                <a:lnTo>
                  <a:pt x="748968" y="117050"/>
                </a:lnTo>
                <a:lnTo>
                  <a:pt x="748174" y="117096"/>
                </a:lnTo>
                <a:lnTo>
                  <a:pt x="747364" y="117123"/>
                </a:lnTo>
                <a:lnTo>
                  <a:pt x="746539" y="117132"/>
                </a:lnTo>
                <a:lnTo>
                  <a:pt x="745775" y="117124"/>
                </a:lnTo>
                <a:lnTo>
                  <a:pt x="745023" y="117099"/>
                </a:lnTo>
                <a:lnTo>
                  <a:pt x="744283" y="117058"/>
                </a:lnTo>
                <a:lnTo>
                  <a:pt x="743555" y="117001"/>
                </a:lnTo>
                <a:lnTo>
                  <a:pt x="742840" y="116927"/>
                </a:lnTo>
                <a:lnTo>
                  <a:pt x="742136" y="116836"/>
                </a:lnTo>
                <a:lnTo>
                  <a:pt x="741445" y="116730"/>
                </a:lnTo>
                <a:lnTo>
                  <a:pt x="740766" y="116606"/>
                </a:lnTo>
                <a:lnTo>
                  <a:pt x="740099" y="116467"/>
                </a:lnTo>
                <a:lnTo>
                  <a:pt x="739444" y="116311"/>
                </a:lnTo>
                <a:lnTo>
                  <a:pt x="738801" y="116138"/>
                </a:lnTo>
                <a:lnTo>
                  <a:pt x="738171" y="115950"/>
                </a:lnTo>
                <a:lnTo>
                  <a:pt x="737553" y="115744"/>
                </a:lnTo>
                <a:lnTo>
                  <a:pt x="736946" y="115523"/>
                </a:lnTo>
                <a:lnTo>
                  <a:pt x="736352" y="115285"/>
                </a:lnTo>
                <a:lnTo>
                  <a:pt x="735770" y="115030"/>
                </a:lnTo>
                <a:lnTo>
                  <a:pt x="735201" y="114759"/>
                </a:lnTo>
                <a:lnTo>
                  <a:pt x="734643" y="114472"/>
                </a:lnTo>
                <a:lnTo>
                  <a:pt x="734098" y="114168"/>
                </a:lnTo>
                <a:lnTo>
                  <a:pt x="733564" y="113848"/>
                </a:lnTo>
                <a:lnTo>
                  <a:pt x="733043" y="113511"/>
                </a:lnTo>
                <a:lnTo>
                  <a:pt x="732534" y="113158"/>
                </a:lnTo>
                <a:lnTo>
                  <a:pt x="732038" y="112788"/>
                </a:lnTo>
                <a:lnTo>
                  <a:pt x="731553" y="112402"/>
                </a:lnTo>
                <a:lnTo>
                  <a:pt x="731080" y="112003"/>
                </a:lnTo>
                <a:lnTo>
                  <a:pt x="730618" y="111592"/>
                </a:lnTo>
                <a:lnTo>
                  <a:pt x="730166" y="111171"/>
                </a:lnTo>
                <a:lnTo>
                  <a:pt x="729726" y="110739"/>
                </a:lnTo>
                <a:lnTo>
                  <a:pt x="729296" y="110296"/>
                </a:lnTo>
                <a:lnTo>
                  <a:pt x="728877" y="109842"/>
                </a:lnTo>
                <a:lnTo>
                  <a:pt x="728469" y="109378"/>
                </a:lnTo>
                <a:lnTo>
                  <a:pt x="728072" y="108903"/>
                </a:lnTo>
                <a:lnTo>
                  <a:pt x="727686" y="108417"/>
                </a:lnTo>
                <a:lnTo>
                  <a:pt x="727311" y="107920"/>
                </a:lnTo>
                <a:lnTo>
                  <a:pt x="726946" y="107413"/>
                </a:lnTo>
                <a:lnTo>
                  <a:pt x="726593" y="106894"/>
                </a:lnTo>
                <a:lnTo>
                  <a:pt x="726250" y="106365"/>
                </a:lnTo>
                <a:lnTo>
                  <a:pt x="725918" y="105826"/>
                </a:lnTo>
                <a:lnTo>
                  <a:pt x="725597" y="105275"/>
                </a:lnTo>
                <a:lnTo>
                  <a:pt x="725287" y="104714"/>
                </a:lnTo>
                <a:lnTo>
                  <a:pt x="724987" y="104141"/>
                </a:lnTo>
                <a:lnTo>
                  <a:pt x="724699" y="103559"/>
                </a:lnTo>
                <a:lnTo>
                  <a:pt x="724421" y="102965"/>
                </a:lnTo>
                <a:lnTo>
                  <a:pt x="724155" y="102360"/>
                </a:lnTo>
                <a:lnTo>
                  <a:pt x="723899" y="101745"/>
                </a:lnTo>
                <a:lnTo>
                  <a:pt x="723654" y="101119"/>
                </a:lnTo>
                <a:lnTo>
                  <a:pt x="723420" y="100483"/>
                </a:lnTo>
                <a:lnTo>
                  <a:pt x="723196" y="99835"/>
                </a:lnTo>
                <a:lnTo>
                  <a:pt x="722983" y="99179"/>
                </a:lnTo>
                <a:lnTo>
                  <a:pt x="722778" y="98519"/>
                </a:lnTo>
                <a:lnTo>
                  <a:pt x="722582" y="97852"/>
                </a:lnTo>
                <a:lnTo>
                  <a:pt x="722395" y="97181"/>
                </a:lnTo>
                <a:lnTo>
                  <a:pt x="722216" y="96504"/>
                </a:lnTo>
                <a:lnTo>
                  <a:pt x="722047" y="95822"/>
                </a:lnTo>
                <a:lnTo>
                  <a:pt x="721886" y="95135"/>
                </a:lnTo>
                <a:lnTo>
                  <a:pt x="721733" y="94442"/>
                </a:lnTo>
                <a:lnTo>
                  <a:pt x="721590" y="93744"/>
                </a:lnTo>
                <a:lnTo>
                  <a:pt x="721455" y="93041"/>
                </a:lnTo>
                <a:lnTo>
                  <a:pt x="721329" y="92332"/>
                </a:lnTo>
                <a:lnTo>
                  <a:pt x="721212" y="91618"/>
                </a:lnTo>
                <a:lnTo>
                  <a:pt x="721104" y="90899"/>
                </a:lnTo>
                <a:lnTo>
                  <a:pt x="721004" y="90174"/>
                </a:lnTo>
                <a:lnTo>
                  <a:pt x="720913" y="89445"/>
                </a:lnTo>
                <a:lnTo>
                  <a:pt x="720831" y="88709"/>
                </a:lnTo>
                <a:lnTo>
                  <a:pt x="720757" y="87969"/>
                </a:lnTo>
                <a:lnTo>
                  <a:pt x="720693" y="87223"/>
                </a:lnTo>
                <a:lnTo>
                  <a:pt x="720637" y="86472"/>
                </a:lnTo>
                <a:lnTo>
                  <a:pt x="720590" y="85716"/>
                </a:lnTo>
                <a:lnTo>
                  <a:pt x="720551" y="84954"/>
                </a:lnTo>
                <a:lnTo>
                  <a:pt x="720522" y="84187"/>
                </a:lnTo>
                <a:lnTo>
                  <a:pt x="720501" y="83415"/>
                </a:lnTo>
                <a:lnTo>
                  <a:pt x="720489" y="82637"/>
                </a:lnTo>
                <a:lnTo>
                  <a:pt x="782954" y="82637"/>
                </a:lnTo>
                <a:lnTo>
                  <a:pt x="782970" y="82562"/>
                </a:lnTo>
                <a:lnTo>
                  <a:pt x="782985" y="82484"/>
                </a:lnTo>
                <a:lnTo>
                  <a:pt x="782999" y="82401"/>
                </a:lnTo>
                <a:lnTo>
                  <a:pt x="783013" y="82314"/>
                </a:lnTo>
                <a:lnTo>
                  <a:pt x="783026" y="82224"/>
                </a:lnTo>
                <a:lnTo>
                  <a:pt x="783039" y="82129"/>
                </a:lnTo>
                <a:lnTo>
                  <a:pt x="783051" y="82031"/>
                </a:lnTo>
                <a:lnTo>
                  <a:pt x="783063" y="81929"/>
                </a:lnTo>
                <a:lnTo>
                  <a:pt x="783075" y="81823"/>
                </a:lnTo>
                <a:lnTo>
                  <a:pt x="783086" y="81713"/>
                </a:lnTo>
                <a:lnTo>
                  <a:pt x="783096" y="81599"/>
                </a:lnTo>
                <a:lnTo>
                  <a:pt x="783106" y="81481"/>
                </a:lnTo>
                <a:lnTo>
                  <a:pt x="783116" y="81360"/>
                </a:lnTo>
                <a:lnTo>
                  <a:pt x="783125" y="81234"/>
                </a:lnTo>
                <a:lnTo>
                  <a:pt x="783133" y="81105"/>
                </a:lnTo>
                <a:lnTo>
                  <a:pt x="783141" y="80972"/>
                </a:lnTo>
                <a:lnTo>
                  <a:pt x="783149" y="80834"/>
                </a:lnTo>
                <a:lnTo>
                  <a:pt x="783156" y="80693"/>
                </a:lnTo>
                <a:lnTo>
                  <a:pt x="783162" y="80549"/>
                </a:lnTo>
                <a:lnTo>
                  <a:pt x="783168" y="80400"/>
                </a:lnTo>
                <a:lnTo>
                  <a:pt x="783174" y="80247"/>
                </a:lnTo>
                <a:lnTo>
                  <a:pt x="783179" y="80091"/>
                </a:lnTo>
                <a:lnTo>
                  <a:pt x="783184" y="79930"/>
                </a:lnTo>
                <a:lnTo>
                  <a:pt x="783188" y="79766"/>
                </a:lnTo>
                <a:lnTo>
                  <a:pt x="783192" y="79600"/>
                </a:lnTo>
                <a:lnTo>
                  <a:pt x="783195" y="79437"/>
                </a:lnTo>
                <a:lnTo>
                  <a:pt x="783199" y="79275"/>
                </a:lnTo>
                <a:lnTo>
                  <a:pt x="783202" y="79116"/>
                </a:lnTo>
                <a:lnTo>
                  <a:pt x="783205" y="78958"/>
                </a:lnTo>
                <a:lnTo>
                  <a:pt x="783208" y="78802"/>
                </a:lnTo>
                <a:lnTo>
                  <a:pt x="783211" y="78647"/>
                </a:lnTo>
                <a:lnTo>
                  <a:pt x="783214" y="78495"/>
                </a:lnTo>
                <a:lnTo>
                  <a:pt x="783216" y="78345"/>
                </a:lnTo>
                <a:lnTo>
                  <a:pt x="783219" y="78196"/>
                </a:lnTo>
                <a:lnTo>
                  <a:pt x="783221" y="78049"/>
                </a:lnTo>
                <a:lnTo>
                  <a:pt x="783223" y="77904"/>
                </a:lnTo>
                <a:lnTo>
                  <a:pt x="783225" y="77761"/>
                </a:lnTo>
                <a:lnTo>
                  <a:pt x="783226" y="77620"/>
                </a:lnTo>
                <a:lnTo>
                  <a:pt x="783228" y="77481"/>
                </a:lnTo>
                <a:lnTo>
                  <a:pt x="783229" y="77343"/>
                </a:lnTo>
                <a:lnTo>
                  <a:pt x="783231" y="77207"/>
                </a:lnTo>
                <a:lnTo>
                  <a:pt x="783232" y="77074"/>
                </a:lnTo>
                <a:lnTo>
                  <a:pt x="783233" y="76942"/>
                </a:lnTo>
                <a:lnTo>
                  <a:pt x="783233" y="76812"/>
                </a:lnTo>
                <a:lnTo>
                  <a:pt x="783234" y="76683"/>
                </a:lnTo>
                <a:lnTo>
                  <a:pt x="783234" y="76557"/>
                </a:lnTo>
                <a:lnTo>
                  <a:pt x="783234" y="76433"/>
                </a:lnTo>
                <a:lnTo>
                  <a:pt x="783235" y="76310"/>
                </a:lnTo>
                <a:lnTo>
                  <a:pt x="783217" y="74502"/>
                </a:lnTo>
                <a:lnTo>
                  <a:pt x="783164" y="72730"/>
                </a:lnTo>
                <a:lnTo>
                  <a:pt x="783076" y="70993"/>
                </a:lnTo>
                <a:lnTo>
                  <a:pt x="782952" y="69292"/>
                </a:lnTo>
                <a:lnTo>
                  <a:pt x="782793" y="67626"/>
                </a:lnTo>
                <a:lnTo>
                  <a:pt x="782598" y="65996"/>
                </a:lnTo>
                <a:lnTo>
                  <a:pt x="782369" y="64401"/>
                </a:lnTo>
                <a:lnTo>
                  <a:pt x="782104" y="62841"/>
                </a:lnTo>
                <a:lnTo>
                  <a:pt x="781803" y="61318"/>
                </a:lnTo>
                <a:lnTo>
                  <a:pt x="781468" y="59829"/>
                </a:lnTo>
                <a:lnTo>
                  <a:pt x="781097" y="58377"/>
                </a:lnTo>
                <a:lnTo>
                  <a:pt x="780690" y="56959"/>
                </a:lnTo>
                <a:lnTo>
                  <a:pt x="780248" y="55577"/>
                </a:lnTo>
                <a:lnTo>
                  <a:pt x="779771" y="54231"/>
                </a:lnTo>
                <a:lnTo>
                  <a:pt x="779259" y="52920"/>
                </a:lnTo>
                <a:lnTo>
                  <a:pt x="778711" y="51645"/>
                </a:lnTo>
                <a:lnTo>
                  <a:pt x="778128" y="50405"/>
                </a:lnTo>
                <a:lnTo>
                  <a:pt x="777510" y="49201"/>
                </a:lnTo>
                <a:lnTo>
                  <a:pt x="776856" y="48032"/>
                </a:lnTo>
                <a:lnTo>
                  <a:pt x="776167" y="46899"/>
                </a:lnTo>
                <a:lnTo>
                  <a:pt x="775442" y="45801"/>
                </a:lnTo>
                <a:lnTo>
                  <a:pt x="774683" y="44739"/>
                </a:lnTo>
                <a:lnTo>
                  <a:pt x="773887" y="43712"/>
                </a:lnTo>
                <a:lnTo>
                  <a:pt x="773057" y="42721"/>
                </a:lnTo>
                <a:lnTo>
                  <a:pt x="772195" y="41767"/>
                </a:lnTo>
                <a:lnTo>
                  <a:pt x="771306" y="40855"/>
                </a:lnTo>
                <a:lnTo>
                  <a:pt x="770390" y="39982"/>
                </a:lnTo>
                <a:lnTo>
                  <a:pt x="769447" y="39150"/>
                </a:lnTo>
                <a:lnTo>
                  <a:pt x="768476" y="38359"/>
                </a:lnTo>
                <a:lnTo>
                  <a:pt x="767478" y="37609"/>
                </a:lnTo>
                <a:lnTo>
                  <a:pt x="766453" y="36899"/>
                </a:lnTo>
                <a:lnTo>
                  <a:pt x="765400" y="36229"/>
                </a:lnTo>
                <a:lnTo>
                  <a:pt x="764321" y="35600"/>
                </a:lnTo>
                <a:lnTo>
                  <a:pt x="763214" y="35012"/>
                </a:lnTo>
                <a:lnTo>
                  <a:pt x="762080" y="34464"/>
                </a:lnTo>
                <a:lnTo>
                  <a:pt x="760919" y="33957"/>
                </a:lnTo>
                <a:lnTo>
                  <a:pt x="759730" y="33490"/>
                </a:lnTo>
                <a:lnTo>
                  <a:pt x="758514" y="33064"/>
                </a:lnTo>
                <a:lnTo>
                  <a:pt x="757271" y="32679"/>
                </a:lnTo>
                <a:lnTo>
                  <a:pt x="756001" y="32334"/>
                </a:lnTo>
                <a:lnTo>
                  <a:pt x="754704" y="32030"/>
                </a:lnTo>
                <a:lnTo>
                  <a:pt x="753379" y="31766"/>
                </a:lnTo>
                <a:lnTo>
                  <a:pt x="752027" y="31543"/>
                </a:lnTo>
                <a:lnTo>
                  <a:pt x="750648" y="31360"/>
                </a:lnTo>
                <a:lnTo>
                  <a:pt x="749241" y="31218"/>
                </a:lnTo>
                <a:lnTo>
                  <a:pt x="747808" y="31117"/>
                </a:lnTo>
                <a:lnTo>
                  <a:pt x="746347" y="31056"/>
                </a:lnTo>
                <a:lnTo>
                  <a:pt x="744859" y="31036"/>
                </a:lnTo>
                <a:lnTo>
                  <a:pt x="743746" y="31047"/>
                </a:lnTo>
                <a:lnTo>
                  <a:pt x="742649" y="31079"/>
                </a:lnTo>
                <a:lnTo>
                  <a:pt x="741568" y="31133"/>
                </a:lnTo>
                <a:lnTo>
                  <a:pt x="740503" y="31209"/>
                </a:lnTo>
                <a:lnTo>
                  <a:pt x="739453" y="31306"/>
                </a:lnTo>
                <a:lnTo>
                  <a:pt x="738419" y="31425"/>
                </a:lnTo>
                <a:lnTo>
                  <a:pt x="737401" y="31565"/>
                </a:lnTo>
                <a:lnTo>
                  <a:pt x="736398" y="31727"/>
                </a:lnTo>
                <a:lnTo>
                  <a:pt x="735411" y="31911"/>
                </a:lnTo>
                <a:lnTo>
                  <a:pt x="734440" y="32117"/>
                </a:lnTo>
                <a:lnTo>
                  <a:pt x="733485" y="32344"/>
                </a:lnTo>
                <a:lnTo>
                  <a:pt x="732545" y="32592"/>
                </a:lnTo>
                <a:lnTo>
                  <a:pt x="731621" y="32862"/>
                </a:lnTo>
                <a:lnTo>
                  <a:pt x="730713" y="33154"/>
                </a:lnTo>
                <a:lnTo>
                  <a:pt x="729821" y="33468"/>
                </a:lnTo>
                <a:lnTo>
                  <a:pt x="728944" y="33803"/>
                </a:lnTo>
                <a:lnTo>
                  <a:pt x="728083" y="34159"/>
                </a:lnTo>
                <a:lnTo>
                  <a:pt x="727238" y="34537"/>
                </a:lnTo>
                <a:lnTo>
                  <a:pt x="726408" y="34937"/>
                </a:lnTo>
                <a:lnTo>
                  <a:pt x="725594" y="35359"/>
                </a:lnTo>
                <a:lnTo>
                  <a:pt x="724796" y="35802"/>
                </a:lnTo>
                <a:lnTo>
                  <a:pt x="724014" y="36267"/>
                </a:lnTo>
                <a:lnTo>
                  <a:pt x="723247" y="36753"/>
                </a:lnTo>
                <a:lnTo>
                  <a:pt x="722496" y="37261"/>
                </a:lnTo>
                <a:lnTo>
                  <a:pt x="721761" y="37788"/>
                </a:lnTo>
                <a:lnTo>
                  <a:pt x="721041" y="38332"/>
                </a:lnTo>
                <a:lnTo>
                  <a:pt x="720338" y="38893"/>
                </a:lnTo>
                <a:lnTo>
                  <a:pt x="719649" y="39470"/>
                </a:lnTo>
                <a:lnTo>
                  <a:pt x="718977" y="40064"/>
                </a:lnTo>
                <a:lnTo>
                  <a:pt x="718321" y="40675"/>
                </a:lnTo>
                <a:lnTo>
                  <a:pt x="717680" y="41302"/>
                </a:lnTo>
                <a:lnTo>
                  <a:pt x="717055" y="41946"/>
                </a:lnTo>
                <a:lnTo>
                  <a:pt x="716445" y="42607"/>
                </a:lnTo>
                <a:lnTo>
                  <a:pt x="715851" y="43285"/>
                </a:lnTo>
                <a:lnTo>
                  <a:pt x="715273" y="43979"/>
                </a:lnTo>
                <a:lnTo>
                  <a:pt x="714711" y="44691"/>
                </a:lnTo>
                <a:lnTo>
                  <a:pt x="714165" y="45418"/>
                </a:lnTo>
                <a:lnTo>
                  <a:pt x="713634" y="46163"/>
                </a:lnTo>
                <a:lnTo>
                  <a:pt x="713119" y="46924"/>
                </a:lnTo>
                <a:lnTo>
                  <a:pt x="712619" y="47702"/>
                </a:lnTo>
                <a:lnTo>
                  <a:pt x="712136" y="48497"/>
                </a:lnTo>
                <a:lnTo>
                  <a:pt x="711668" y="49309"/>
                </a:lnTo>
                <a:lnTo>
                  <a:pt x="711216" y="50137"/>
                </a:lnTo>
                <a:lnTo>
                  <a:pt x="710779" y="50982"/>
                </a:lnTo>
                <a:lnTo>
                  <a:pt x="710358" y="51843"/>
                </a:lnTo>
                <a:lnTo>
                  <a:pt x="709953" y="52722"/>
                </a:lnTo>
                <a:lnTo>
                  <a:pt x="709564" y="53617"/>
                </a:lnTo>
                <a:lnTo>
                  <a:pt x="709191" y="54529"/>
                </a:lnTo>
                <a:lnTo>
                  <a:pt x="708832" y="55455"/>
                </a:lnTo>
                <a:lnTo>
                  <a:pt x="708490" y="56393"/>
                </a:lnTo>
                <a:lnTo>
                  <a:pt x="708162" y="57343"/>
                </a:lnTo>
                <a:lnTo>
                  <a:pt x="707850" y="58305"/>
                </a:lnTo>
                <a:lnTo>
                  <a:pt x="707552" y="59280"/>
                </a:lnTo>
                <a:lnTo>
                  <a:pt x="707271" y="60266"/>
                </a:lnTo>
                <a:lnTo>
                  <a:pt x="707004" y="61264"/>
                </a:lnTo>
                <a:lnTo>
                  <a:pt x="706752" y="62274"/>
                </a:lnTo>
                <a:lnTo>
                  <a:pt x="706516" y="63296"/>
                </a:lnTo>
                <a:lnTo>
                  <a:pt x="706295" y="64330"/>
                </a:lnTo>
                <a:lnTo>
                  <a:pt x="706090" y="65376"/>
                </a:lnTo>
                <a:lnTo>
                  <a:pt x="705899" y="66434"/>
                </a:lnTo>
                <a:lnTo>
                  <a:pt x="705724" y="67504"/>
                </a:lnTo>
                <a:lnTo>
                  <a:pt x="705564" y="68586"/>
                </a:lnTo>
                <a:lnTo>
                  <a:pt x="705419" y="69680"/>
                </a:lnTo>
                <a:lnTo>
                  <a:pt x="705290" y="70785"/>
                </a:lnTo>
                <a:lnTo>
                  <a:pt x="705175" y="71903"/>
                </a:lnTo>
                <a:lnTo>
                  <a:pt x="705076" y="73033"/>
                </a:lnTo>
                <a:lnTo>
                  <a:pt x="704992" y="74175"/>
                </a:lnTo>
                <a:lnTo>
                  <a:pt x="704924" y="75329"/>
                </a:lnTo>
                <a:lnTo>
                  <a:pt x="704871" y="76495"/>
                </a:lnTo>
                <a:lnTo>
                  <a:pt x="704832" y="77672"/>
                </a:lnTo>
                <a:lnTo>
                  <a:pt x="704810" y="78862"/>
                </a:lnTo>
                <a:lnTo>
                  <a:pt x="704802" y="80064"/>
                </a:lnTo>
                <a:lnTo>
                  <a:pt x="704810" y="81218"/>
                </a:lnTo>
                <a:lnTo>
                  <a:pt x="704833" y="82363"/>
                </a:lnTo>
                <a:lnTo>
                  <a:pt x="704873" y="83498"/>
                </a:lnTo>
                <a:lnTo>
                  <a:pt x="704928" y="84624"/>
                </a:lnTo>
                <a:lnTo>
                  <a:pt x="704999" y="85740"/>
                </a:lnTo>
                <a:lnTo>
                  <a:pt x="705085" y="86846"/>
                </a:lnTo>
                <a:lnTo>
                  <a:pt x="705187" y="87943"/>
                </a:lnTo>
                <a:lnTo>
                  <a:pt x="705305" y="89030"/>
                </a:lnTo>
                <a:lnTo>
                  <a:pt x="705439" y="90107"/>
                </a:lnTo>
                <a:lnTo>
                  <a:pt x="705588" y="91175"/>
                </a:lnTo>
                <a:lnTo>
                  <a:pt x="705753" y="92233"/>
                </a:lnTo>
                <a:lnTo>
                  <a:pt x="705934" y="93282"/>
                </a:lnTo>
                <a:lnTo>
                  <a:pt x="706131" y="94321"/>
                </a:lnTo>
                <a:lnTo>
                  <a:pt x="706343" y="95350"/>
                </a:lnTo>
                <a:lnTo>
                  <a:pt x="706571" y="96370"/>
                </a:lnTo>
                <a:lnTo>
                  <a:pt x="706815" y="97380"/>
                </a:lnTo>
                <a:lnTo>
                  <a:pt x="707074" y="98380"/>
                </a:lnTo>
                <a:lnTo>
                  <a:pt x="707349" y="99371"/>
                </a:lnTo>
                <a:lnTo>
                  <a:pt x="707640" y="100352"/>
                </a:lnTo>
                <a:lnTo>
                  <a:pt x="707947" y="101324"/>
                </a:lnTo>
                <a:lnTo>
                  <a:pt x="708269" y="102286"/>
                </a:lnTo>
                <a:lnTo>
                  <a:pt x="708607" y="103238"/>
                </a:lnTo>
                <a:lnTo>
                  <a:pt x="708961" y="104181"/>
                </a:lnTo>
                <a:lnTo>
                  <a:pt x="709331" y="105114"/>
                </a:lnTo>
                <a:lnTo>
                  <a:pt x="709716" y="106034"/>
                </a:lnTo>
                <a:lnTo>
                  <a:pt x="710118" y="106938"/>
                </a:lnTo>
                <a:lnTo>
                  <a:pt x="710536" y="107826"/>
                </a:lnTo>
                <a:lnTo>
                  <a:pt x="710971" y="108697"/>
                </a:lnTo>
                <a:lnTo>
                  <a:pt x="711422" y="109552"/>
                </a:lnTo>
                <a:lnTo>
                  <a:pt x="711890" y="110391"/>
                </a:lnTo>
                <a:lnTo>
                  <a:pt x="712373" y="111214"/>
                </a:lnTo>
                <a:lnTo>
                  <a:pt x="712874" y="112021"/>
                </a:lnTo>
                <a:lnTo>
                  <a:pt x="713390" y="112811"/>
                </a:lnTo>
                <a:lnTo>
                  <a:pt x="713923" y="113586"/>
                </a:lnTo>
                <a:lnTo>
                  <a:pt x="714472" y="114344"/>
                </a:lnTo>
                <a:lnTo>
                  <a:pt x="715038" y="115086"/>
                </a:lnTo>
                <a:lnTo>
                  <a:pt x="715620" y="115811"/>
                </a:lnTo>
                <a:lnTo>
                  <a:pt x="716218" y="116521"/>
                </a:lnTo>
                <a:lnTo>
                  <a:pt x="716833" y="117214"/>
                </a:lnTo>
                <a:lnTo>
                  <a:pt x="717464" y="117891"/>
                </a:lnTo>
                <a:lnTo>
                  <a:pt x="718112" y="118552"/>
                </a:lnTo>
                <a:lnTo>
                  <a:pt x="718776" y="119196"/>
                </a:lnTo>
                <a:lnTo>
                  <a:pt x="719456" y="119825"/>
                </a:lnTo>
                <a:lnTo>
                  <a:pt x="720153" y="120437"/>
                </a:lnTo>
                <a:lnTo>
                  <a:pt x="720866" y="121033"/>
                </a:lnTo>
                <a:lnTo>
                  <a:pt x="721595" y="121612"/>
                </a:lnTo>
                <a:lnTo>
                  <a:pt x="722341" y="122176"/>
                </a:lnTo>
                <a:lnTo>
                  <a:pt x="723103" y="122723"/>
                </a:lnTo>
                <a:lnTo>
                  <a:pt x="723882" y="123251"/>
                </a:lnTo>
                <a:lnTo>
                  <a:pt x="724678" y="123756"/>
                </a:lnTo>
                <a:lnTo>
                  <a:pt x="725491" y="124239"/>
                </a:lnTo>
                <a:lnTo>
                  <a:pt x="726322" y="124700"/>
                </a:lnTo>
                <a:lnTo>
                  <a:pt x="727169" y="125138"/>
                </a:lnTo>
                <a:lnTo>
                  <a:pt x="728034" y="125553"/>
                </a:lnTo>
                <a:lnTo>
                  <a:pt x="728916" y="125946"/>
                </a:lnTo>
                <a:lnTo>
                  <a:pt x="729815" y="126317"/>
                </a:lnTo>
                <a:lnTo>
                  <a:pt x="730732" y="126665"/>
                </a:lnTo>
                <a:lnTo>
                  <a:pt x="731665" y="126990"/>
                </a:lnTo>
                <a:lnTo>
                  <a:pt x="732616" y="127293"/>
                </a:lnTo>
                <a:lnTo>
                  <a:pt x="733584" y="127574"/>
                </a:lnTo>
                <a:lnTo>
                  <a:pt x="734569" y="127832"/>
                </a:lnTo>
                <a:lnTo>
                  <a:pt x="735571" y="128068"/>
                </a:lnTo>
                <a:lnTo>
                  <a:pt x="736591" y="128282"/>
                </a:lnTo>
                <a:lnTo>
                  <a:pt x="737627" y="128472"/>
                </a:lnTo>
                <a:lnTo>
                  <a:pt x="738681" y="128641"/>
                </a:lnTo>
                <a:lnTo>
                  <a:pt x="739752" y="128787"/>
                </a:lnTo>
                <a:lnTo>
                  <a:pt x="740841" y="128910"/>
                </a:lnTo>
                <a:lnTo>
                  <a:pt x="741946" y="129011"/>
                </a:lnTo>
                <a:lnTo>
                  <a:pt x="743069" y="129090"/>
                </a:lnTo>
                <a:lnTo>
                  <a:pt x="744208" y="129146"/>
                </a:lnTo>
                <a:lnTo>
                  <a:pt x="745365" y="129180"/>
                </a:lnTo>
                <a:lnTo>
                  <a:pt x="746539" y="129191"/>
                </a:lnTo>
                <a:lnTo>
                  <a:pt x="747468" y="129184"/>
                </a:lnTo>
                <a:lnTo>
                  <a:pt x="748385" y="129164"/>
                </a:lnTo>
                <a:lnTo>
                  <a:pt x="749292" y="129130"/>
                </a:lnTo>
                <a:lnTo>
                  <a:pt x="750189" y="129082"/>
                </a:lnTo>
                <a:lnTo>
                  <a:pt x="751074" y="129020"/>
                </a:lnTo>
                <a:close/>
                <a:moveTo>
                  <a:pt x="721266" y="65764"/>
                </a:moveTo>
                <a:lnTo>
                  <a:pt x="721454" y="64739"/>
                </a:lnTo>
                <a:lnTo>
                  <a:pt x="721660" y="63737"/>
                </a:lnTo>
                <a:lnTo>
                  <a:pt x="721884" y="62758"/>
                </a:lnTo>
                <a:lnTo>
                  <a:pt x="722125" y="61802"/>
                </a:lnTo>
                <a:lnTo>
                  <a:pt x="722383" y="60869"/>
                </a:lnTo>
                <a:lnTo>
                  <a:pt x="722658" y="59959"/>
                </a:lnTo>
                <a:lnTo>
                  <a:pt x="722951" y="59071"/>
                </a:lnTo>
                <a:lnTo>
                  <a:pt x="723261" y="58207"/>
                </a:lnTo>
                <a:lnTo>
                  <a:pt x="723589" y="57365"/>
                </a:lnTo>
                <a:lnTo>
                  <a:pt x="723934" y="56547"/>
                </a:lnTo>
                <a:lnTo>
                  <a:pt x="724296" y="55751"/>
                </a:lnTo>
                <a:lnTo>
                  <a:pt x="724676" y="54978"/>
                </a:lnTo>
                <a:lnTo>
                  <a:pt x="725073" y="54229"/>
                </a:lnTo>
                <a:lnTo>
                  <a:pt x="725487" y="53502"/>
                </a:lnTo>
                <a:lnTo>
                  <a:pt x="725918" y="52798"/>
                </a:lnTo>
                <a:lnTo>
                  <a:pt x="726367" y="52117"/>
                </a:lnTo>
                <a:lnTo>
                  <a:pt x="726834" y="51459"/>
                </a:lnTo>
                <a:lnTo>
                  <a:pt x="727317" y="50823"/>
                </a:lnTo>
                <a:lnTo>
                  <a:pt x="727818" y="50211"/>
                </a:lnTo>
                <a:lnTo>
                  <a:pt x="728336" y="49623"/>
                </a:lnTo>
                <a:lnTo>
                  <a:pt x="728871" y="49060"/>
                </a:lnTo>
                <a:lnTo>
                  <a:pt x="729422" y="48521"/>
                </a:lnTo>
                <a:lnTo>
                  <a:pt x="729990" y="48008"/>
                </a:lnTo>
                <a:lnTo>
                  <a:pt x="730575" y="47520"/>
                </a:lnTo>
                <a:lnTo>
                  <a:pt x="731177" y="47057"/>
                </a:lnTo>
                <a:lnTo>
                  <a:pt x="731795" y="46619"/>
                </a:lnTo>
                <a:lnTo>
                  <a:pt x="732430" y="46206"/>
                </a:lnTo>
                <a:lnTo>
                  <a:pt x="733081" y="45818"/>
                </a:lnTo>
                <a:lnTo>
                  <a:pt x="733750" y="45455"/>
                </a:lnTo>
                <a:lnTo>
                  <a:pt x="734435" y="45117"/>
                </a:lnTo>
                <a:lnTo>
                  <a:pt x="735136" y="44804"/>
                </a:lnTo>
                <a:lnTo>
                  <a:pt x="735855" y="44516"/>
                </a:lnTo>
                <a:lnTo>
                  <a:pt x="736590" y="44253"/>
                </a:lnTo>
                <a:lnTo>
                  <a:pt x="737341" y="44015"/>
                </a:lnTo>
                <a:lnTo>
                  <a:pt x="738110" y="43802"/>
                </a:lnTo>
                <a:lnTo>
                  <a:pt x="738895" y="43615"/>
                </a:lnTo>
                <a:lnTo>
                  <a:pt x="739697" y="43452"/>
                </a:lnTo>
                <a:lnTo>
                  <a:pt x="740515" y="43314"/>
                </a:lnTo>
                <a:lnTo>
                  <a:pt x="741351" y="43202"/>
                </a:lnTo>
                <a:lnTo>
                  <a:pt x="742203" y="43114"/>
                </a:lnTo>
                <a:lnTo>
                  <a:pt x="743071" y="43051"/>
                </a:lnTo>
                <a:lnTo>
                  <a:pt x="743957" y="43014"/>
                </a:lnTo>
                <a:lnTo>
                  <a:pt x="744859" y="43001"/>
                </a:lnTo>
                <a:lnTo>
                  <a:pt x="745745" y="43014"/>
                </a:lnTo>
                <a:lnTo>
                  <a:pt x="746615" y="43052"/>
                </a:lnTo>
                <a:lnTo>
                  <a:pt x="747469" y="43115"/>
                </a:lnTo>
                <a:lnTo>
                  <a:pt x="748306" y="43203"/>
                </a:lnTo>
                <a:lnTo>
                  <a:pt x="749126" y="43316"/>
                </a:lnTo>
                <a:lnTo>
                  <a:pt x="749930" y="43455"/>
                </a:lnTo>
                <a:lnTo>
                  <a:pt x="750717" y="43619"/>
                </a:lnTo>
                <a:lnTo>
                  <a:pt x="751488" y="43808"/>
                </a:lnTo>
                <a:lnTo>
                  <a:pt x="752242" y="44022"/>
                </a:lnTo>
                <a:lnTo>
                  <a:pt x="752980" y="44262"/>
                </a:lnTo>
                <a:lnTo>
                  <a:pt x="753701" y="44526"/>
                </a:lnTo>
                <a:lnTo>
                  <a:pt x="754406" y="44816"/>
                </a:lnTo>
                <a:lnTo>
                  <a:pt x="755094" y="45131"/>
                </a:lnTo>
                <a:lnTo>
                  <a:pt x="755766" y="45472"/>
                </a:lnTo>
                <a:lnTo>
                  <a:pt x="756421" y="45837"/>
                </a:lnTo>
                <a:lnTo>
                  <a:pt x="757059" y="46228"/>
                </a:lnTo>
                <a:lnTo>
                  <a:pt x="757681" y="46644"/>
                </a:lnTo>
                <a:lnTo>
                  <a:pt x="758287" y="47085"/>
                </a:lnTo>
                <a:lnTo>
                  <a:pt x="758876" y="47551"/>
                </a:lnTo>
                <a:lnTo>
                  <a:pt x="759448" y="48043"/>
                </a:lnTo>
                <a:lnTo>
                  <a:pt x="760004" y="48559"/>
                </a:lnTo>
                <a:lnTo>
                  <a:pt x="760543" y="49101"/>
                </a:lnTo>
                <a:lnTo>
                  <a:pt x="761066" y="49668"/>
                </a:lnTo>
                <a:lnTo>
                  <a:pt x="761572" y="50261"/>
                </a:lnTo>
                <a:lnTo>
                  <a:pt x="762060" y="50877"/>
                </a:lnTo>
                <a:lnTo>
                  <a:pt x="762529" y="51515"/>
                </a:lnTo>
                <a:lnTo>
                  <a:pt x="762977" y="52176"/>
                </a:lnTo>
                <a:lnTo>
                  <a:pt x="763406" y="52860"/>
                </a:lnTo>
                <a:lnTo>
                  <a:pt x="763815" y="53566"/>
                </a:lnTo>
                <a:lnTo>
                  <a:pt x="764204" y="54294"/>
                </a:lnTo>
                <a:lnTo>
                  <a:pt x="764574" y="55044"/>
                </a:lnTo>
                <a:lnTo>
                  <a:pt x="764923" y="55817"/>
                </a:lnTo>
                <a:lnTo>
                  <a:pt x="765253" y="56613"/>
                </a:lnTo>
                <a:lnTo>
                  <a:pt x="765563" y="57431"/>
                </a:lnTo>
                <a:lnTo>
                  <a:pt x="765854" y="58271"/>
                </a:lnTo>
                <a:lnTo>
                  <a:pt x="766124" y="59133"/>
                </a:lnTo>
                <a:lnTo>
                  <a:pt x="766375" y="60018"/>
                </a:lnTo>
                <a:lnTo>
                  <a:pt x="766606" y="60926"/>
                </a:lnTo>
                <a:lnTo>
                  <a:pt x="766817" y="61856"/>
                </a:lnTo>
                <a:lnTo>
                  <a:pt x="767009" y="62808"/>
                </a:lnTo>
                <a:lnTo>
                  <a:pt x="767180" y="63783"/>
                </a:lnTo>
                <a:lnTo>
                  <a:pt x="767332" y="64780"/>
                </a:lnTo>
                <a:lnTo>
                  <a:pt x="767464" y="65799"/>
                </a:lnTo>
                <a:lnTo>
                  <a:pt x="767577" y="66841"/>
                </a:lnTo>
                <a:lnTo>
                  <a:pt x="767669" y="67905"/>
                </a:lnTo>
                <a:lnTo>
                  <a:pt x="767742" y="68992"/>
                </a:lnTo>
                <a:lnTo>
                  <a:pt x="767795" y="70101"/>
                </a:lnTo>
                <a:lnTo>
                  <a:pt x="767828" y="71233"/>
                </a:lnTo>
                <a:lnTo>
                  <a:pt x="720582" y="71233"/>
                </a:lnTo>
                <a:lnTo>
                  <a:pt x="720684" y="70093"/>
                </a:lnTo>
                <a:lnTo>
                  <a:pt x="720803" y="68977"/>
                </a:lnTo>
                <a:lnTo>
                  <a:pt x="720940" y="67883"/>
                </a:lnTo>
                <a:lnTo>
                  <a:pt x="721094" y="66812"/>
                </a:lnTo>
                <a:lnTo>
                  <a:pt x="721266" y="65764"/>
                </a:lnTo>
                <a:close/>
                <a:moveTo>
                  <a:pt x="1160998" y="127508"/>
                </a:moveTo>
                <a:lnTo>
                  <a:pt x="1178459" y="127508"/>
                </a:lnTo>
                <a:lnTo>
                  <a:pt x="1131866" y="1683"/>
                </a:lnTo>
                <a:lnTo>
                  <a:pt x="1114219" y="1683"/>
                </a:lnTo>
                <a:lnTo>
                  <a:pt x="1067160" y="127508"/>
                </a:lnTo>
                <a:lnTo>
                  <a:pt x="1084433" y="127508"/>
                </a:lnTo>
                <a:lnTo>
                  <a:pt x="1096852" y="92173"/>
                </a:lnTo>
                <a:lnTo>
                  <a:pt x="1149140" y="92173"/>
                </a:lnTo>
                <a:lnTo>
                  <a:pt x="1160998" y="127508"/>
                </a:lnTo>
                <a:close/>
                <a:moveTo>
                  <a:pt x="1122996" y="18416"/>
                </a:moveTo>
                <a:lnTo>
                  <a:pt x="1144191" y="78057"/>
                </a:lnTo>
                <a:lnTo>
                  <a:pt x="1101427" y="78057"/>
                </a:lnTo>
                <a:lnTo>
                  <a:pt x="1122996" y="18416"/>
                </a:lnTo>
                <a:close/>
                <a:moveTo>
                  <a:pt x="1277296" y="129017"/>
                </a:moveTo>
                <a:lnTo>
                  <a:pt x="1278334" y="128940"/>
                </a:lnTo>
                <a:lnTo>
                  <a:pt x="1279363" y="128849"/>
                </a:lnTo>
                <a:lnTo>
                  <a:pt x="1280384" y="128744"/>
                </a:lnTo>
                <a:lnTo>
                  <a:pt x="1281394" y="128626"/>
                </a:lnTo>
                <a:lnTo>
                  <a:pt x="1282396" y="128493"/>
                </a:lnTo>
                <a:lnTo>
                  <a:pt x="1283388" y="128347"/>
                </a:lnTo>
                <a:lnTo>
                  <a:pt x="1284371" y="128186"/>
                </a:lnTo>
                <a:lnTo>
                  <a:pt x="1285345" y="128012"/>
                </a:lnTo>
                <a:lnTo>
                  <a:pt x="1286310" y="127823"/>
                </a:lnTo>
                <a:lnTo>
                  <a:pt x="1287265" y="127621"/>
                </a:lnTo>
                <a:lnTo>
                  <a:pt x="1288211" y="127405"/>
                </a:lnTo>
                <a:lnTo>
                  <a:pt x="1289148" y="127174"/>
                </a:lnTo>
                <a:lnTo>
                  <a:pt x="1290076" y="126930"/>
                </a:lnTo>
                <a:lnTo>
                  <a:pt x="1290994" y="126672"/>
                </a:lnTo>
                <a:lnTo>
                  <a:pt x="1291903" y="126400"/>
                </a:lnTo>
                <a:lnTo>
                  <a:pt x="1292803" y="126113"/>
                </a:lnTo>
                <a:lnTo>
                  <a:pt x="1293694" y="125813"/>
                </a:lnTo>
                <a:lnTo>
                  <a:pt x="1294575" y="125499"/>
                </a:lnTo>
                <a:lnTo>
                  <a:pt x="1295448" y="125171"/>
                </a:lnTo>
                <a:lnTo>
                  <a:pt x="1296308" y="124830"/>
                </a:lnTo>
                <a:lnTo>
                  <a:pt x="1297153" y="124474"/>
                </a:lnTo>
                <a:lnTo>
                  <a:pt x="1297983" y="124104"/>
                </a:lnTo>
                <a:lnTo>
                  <a:pt x="1298799" y="123721"/>
                </a:lnTo>
                <a:lnTo>
                  <a:pt x="1299599" y="123324"/>
                </a:lnTo>
                <a:lnTo>
                  <a:pt x="1300385" y="122913"/>
                </a:lnTo>
                <a:lnTo>
                  <a:pt x="1301155" y="122489"/>
                </a:lnTo>
                <a:lnTo>
                  <a:pt x="1301911" y="122050"/>
                </a:lnTo>
                <a:lnTo>
                  <a:pt x="1302652" y="121598"/>
                </a:lnTo>
                <a:lnTo>
                  <a:pt x="1303378" y="121132"/>
                </a:lnTo>
                <a:lnTo>
                  <a:pt x="1304089" y="120652"/>
                </a:lnTo>
                <a:lnTo>
                  <a:pt x="1304785" y="120158"/>
                </a:lnTo>
                <a:lnTo>
                  <a:pt x="1305466" y="119651"/>
                </a:lnTo>
                <a:lnTo>
                  <a:pt x="1306132" y="119130"/>
                </a:lnTo>
                <a:lnTo>
                  <a:pt x="1306783" y="118595"/>
                </a:lnTo>
                <a:lnTo>
                  <a:pt x="1307420" y="118046"/>
                </a:lnTo>
                <a:lnTo>
                  <a:pt x="1308041" y="117483"/>
                </a:lnTo>
                <a:lnTo>
                  <a:pt x="1308648" y="116907"/>
                </a:lnTo>
                <a:lnTo>
                  <a:pt x="1309240" y="116317"/>
                </a:lnTo>
                <a:lnTo>
                  <a:pt x="1309816" y="115713"/>
                </a:lnTo>
                <a:lnTo>
                  <a:pt x="1310378" y="115095"/>
                </a:lnTo>
                <a:lnTo>
                  <a:pt x="1310925" y="114464"/>
                </a:lnTo>
                <a:lnTo>
                  <a:pt x="1311457" y="113818"/>
                </a:lnTo>
                <a:lnTo>
                  <a:pt x="1311974" y="113159"/>
                </a:lnTo>
                <a:lnTo>
                  <a:pt x="1312473" y="112486"/>
                </a:lnTo>
                <a:lnTo>
                  <a:pt x="1312951" y="111798"/>
                </a:lnTo>
                <a:lnTo>
                  <a:pt x="1313408" y="111096"/>
                </a:lnTo>
                <a:lnTo>
                  <a:pt x="1313843" y="110379"/>
                </a:lnTo>
                <a:lnTo>
                  <a:pt x="1314257" y="109648"/>
                </a:lnTo>
                <a:lnTo>
                  <a:pt x="1314650" y="108903"/>
                </a:lnTo>
                <a:lnTo>
                  <a:pt x="1315022" y="108143"/>
                </a:lnTo>
                <a:lnTo>
                  <a:pt x="1315372" y="107368"/>
                </a:lnTo>
                <a:lnTo>
                  <a:pt x="1315701" y="106580"/>
                </a:lnTo>
                <a:lnTo>
                  <a:pt x="1316009" y="105776"/>
                </a:lnTo>
                <a:lnTo>
                  <a:pt x="1316296" y="104959"/>
                </a:lnTo>
                <a:lnTo>
                  <a:pt x="1316561" y="104126"/>
                </a:lnTo>
                <a:lnTo>
                  <a:pt x="1316805" y="103280"/>
                </a:lnTo>
                <a:lnTo>
                  <a:pt x="1317028" y="102419"/>
                </a:lnTo>
                <a:lnTo>
                  <a:pt x="1317230" y="101543"/>
                </a:lnTo>
                <a:lnTo>
                  <a:pt x="1317411" y="100653"/>
                </a:lnTo>
                <a:lnTo>
                  <a:pt x="1317570" y="99749"/>
                </a:lnTo>
                <a:lnTo>
                  <a:pt x="1317708" y="98830"/>
                </a:lnTo>
                <a:lnTo>
                  <a:pt x="1317825" y="97897"/>
                </a:lnTo>
                <a:lnTo>
                  <a:pt x="1317920" y="96949"/>
                </a:lnTo>
                <a:lnTo>
                  <a:pt x="1317995" y="95987"/>
                </a:lnTo>
                <a:lnTo>
                  <a:pt x="1318048" y="95010"/>
                </a:lnTo>
                <a:lnTo>
                  <a:pt x="1318080" y="94019"/>
                </a:lnTo>
                <a:lnTo>
                  <a:pt x="1318090" y="93014"/>
                </a:lnTo>
                <a:lnTo>
                  <a:pt x="1318083" y="92071"/>
                </a:lnTo>
                <a:lnTo>
                  <a:pt x="1318060" y="91144"/>
                </a:lnTo>
                <a:lnTo>
                  <a:pt x="1318023" y="90231"/>
                </a:lnTo>
                <a:lnTo>
                  <a:pt x="1317971" y="89334"/>
                </a:lnTo>
                <a:lnTo>
                  <a:pt x="1317904" y="88453"/>
                </a:lnTo>
                <a:lnTo>
                  <a:pt x="1317822" y="87586"/>
                </a:lnTo>
                <a:lnTo>
                  <a:pt x="1317725" y="86735"/>
                </a:lnTo>
                <a:lnTo>
                  <a:pt x="1317613" y="85899"/>
                </a:lnTo>
                <a:lnTo>
                  <a:pt x="1317486" y="85078"/>
                </a:lnTo>
                <a:lnTo>
                  <a:pt x="1317345" y="84273"/>
                </a:lnTo>
                <a:lnTo>
                  <a:pt x="1317188" y="83482"/>
                </a:lnTo>
                <a:lnTo>
                  <a:pt x="1317016" y="82708"/>
                </a:lnTo>
                <a:lnTo>
                  <a:pt x="1316830" y="81948"/>
                </a:lnTo>
                <a:lnTo>
                  <a:pt x="1316629" y="81203"/>
                </a:lnTo>
                <a:lnTo>
                  <a:pt x="1316412" y="80474"/>
                </a:lnTo>
                <a:lnTo>
                  <a:pt x="1316181" y="79760"/>
                </a:lnTo>
                <a:lnTo>
                  <a:pt x="1315935" y="79062"/>
                </a:lnTo>
                <a:lnTo>
                  <a:pt x="1315674" y="78378"/>
                </a:lnTo>
                <a:lnTo>
                  <a:pt x="1315398" y="77710"/>
                </a:lnTo>
                <a:lnTo>
                  <a:pt x="1315108" y="77057"/>
                </a:lnTo>
                <a:lnTo>
                  <a:pt x="1314802" y="76419"/>
                </a:lnTo>
                <a:lnTo>
                  <a:pt x="1314481" y="75797"/>
                </a:lnTo>
                <a:lnTo>
                  <a:pt x="1314146" y="75190"/>
                </a:lnTo>
                <a:lnTo>
                  <a:pt x="1313795" y="74598"/>
                </a:lnTo>
                <a:lnTo>
                  <a:pt x="1313429" y="74018"/>
                </a:lnTo>
                <a:lnTo>
                  <a:pt x="1313046" y="73447"/>
                </a:lnTo>
                <a:lnTo>
                  <a:pt x="1312647" y="72885"/>
                </a:lnTo>
                <a:lnTo>
                  <a:pt x="1312231" y="72331"/>
                </a:lnTo>
                <a:lnTo>
                  <a:pt x="1311799" y="71786"/>
                </a:lnTo>
                <a:lnTo>
                  <a:pt x="1311350" y="71250"/>
                </a:lnTo>
                <a:lnTo>
                  <a:pt x="1310885" y="70723"/>
                </a:lnTo>
                <a:lnTo>
                  <a:pt x="1310403" y="70204"/>
                </a:lnTo>
                <a:lnTo>
                  <a:pt x="1309904" y="69695"/>
                </a:lnTo>
                <a:lnTo>
                  <a:pt x="1309389" y="69194"/>
                </a:lnTo>
                <a:lnTo>
                  <a:pt x="1308858" y="68701"/>
                </a:lnTo>
                <a:lnTo>
                  <a:pt x="1308310" y="68218"/>
                </a:lnTo>
                <a:lnTo>
                  <a:pt x="1307745" y="67743"/>
                </a:lnTo>
                <a:lnTo>
                  <a:pt x="1307164" y="67277"/>
                </a:lnTo>
                <a:lnTo>
                  <a:pt x="1306566" y="66820"/>
                </a:lnTo>
                <a:lnTo>
                  <a:pt x="1305952" y="66372"/>
                </a:lnTo>
                <a:lnTo>
                  <a:pt x="1305321" y="65932"/>
                </a:lnTo>
                <a:lnTo>
                  <a:pt x="1304674" y="65501"/>
                </a:lnTo>
                <a:lnTo>
                  <a:pt x="1304010" y="65079"/>
                </a:lnTo>
                <a:lnTo>
                  <a:pt x="1303330" y="64666"/>
                </a:lnTo>
                <a:lnTo>
                  <a:pt x="1302633" y="64261"/>
                </a:lnTo>
                <a:lnTo>
                  <a:pt x="1301919" y="63865"/>
                </a:lnTo>
                <a:lnTo>
                  <a:pt x="1301189" y="63478"/>
                </a:lnTo>
                <a:lnTo>
                  <a:pt x="1300443" y="63100"/>
                </a:lnTo>
                <a:lnTo>
                  <a:pt x="1299679" y="62727"/>
                </a:lnTo>
                <a:lnTo>
                  <a:pt x="1298895" y="62356"/>
                </a:lnTo>
                <a:lnTo>
                  <a:pt x="1298093" y="61987"/>
                </a:lnTo>
                <a:lnTo>
                  <a:pt x="1297271" y="61620"/>
                </a:lnTo>
                <a:lnTo>
                  <a:pt x="1296430" y="61255"/>
                </a:lnTo>
                <a:lnTo>
                  <a:pt x="1295570" y="60891"/>
                </a:lnTo>
                <a:lnTo>
                  <a:pt x="1294691" y="60530"/>
                </a:lnTo>
                <a:lnTo>
                  <a:pt x="1293793" y="60171"/>
                </a:lnTo>
                <a:lnTo>
                  <a:pt x="1292875" y="59813"/>
                </a:lnTo>
                <a:lnTo>
                  <a:pt x="1291939" y="59458"/>
                </a:lnTo>
                <a:lnTo>
                  <a:pt x="1290983" y="59104"/>
                </a:lnTo>
                <a:lnTo>
                  <a:pt x="1290009" y="58753"/>
                </a:lnTo>
                <a:lnTo>
                  <a:pt x="1289015" y="58403"/>
                </a:lnTo>
                <a:lnTo>
                  <a:pt x="1288002" y="58056"/>
                </a:lnTo>
                <a:lnTo>
                  <a:pt x="1286970" y="57710"/>
                </a:lnTo>
                <a:lnTo>
                  <a:pt x="1285918" y="57366"/>
                </a:lnTo>
                <a:lnTo>
                  <a:pt x="1284848" y="57025"/>
                </a:lnTo>
                <a:lnTo>
                  <a:pt x="1283759" y="56685"/>
                </a:lnTo>
                <a:lnTo>
                  <a:pt x="1282650" y="56347"/>
                </a:lnTo>
                <a:lnTo>
                  <a:pt x="1281522" y="56011"/>
                </a:lnTo>
                <a:lnTo>
                  <a:pt x="1280375" y="55677"/>
                </a:lnTo>
                <a:lnTo>
                  <a:pt x="1279209" y="55345"/>
                </a:lnTo>
                <a:lnTo>
                  <a:pt x="1278024" y="55015"/>
                </a:lnTo>
                <a:lnTo>
                  <a:pt x="1276820" y="54687"/>
                </a:lnTo>
                <a:lnTo>
                  <a:pt x="1275779" y="54414"/>
                </a:lnTo>
                <a:lnTo>
                  <a:pt x="1274757" y="54143"/>
                </a:lnTo>
                <a:lnTo>
                  <a:pt x="1273754" y="53873"/>
                </a:lnTo>
                <a:lnTo>
                  <a:pt x="1272770" y="53604"/>
                </a:lnTo>
                <a:lnTo>
                  <a:pt x="1271805" y="53335"/>
                </a:lnTo>
                <a:lnTo>
                  <a:pt x="1270859" y="53068"/>
                </a:lnTo>
                <a:lnTo>
                  <a:pt x="1269931" y="52802"/>
                </a:lnTo>
                <a:lnTo>
                  <a:pt x="1269023" y="52536"/>
                </a:lnTo>
                <a:lnTo>
                  <a:pt x="1268134" y="52272"/>
                </a:lnTo>
                <a:lnTo>
                  <a:pt x="1267264" y="52009"/>
                </a:lnTo>
                <a:lnTo>
                  <a:pt x="1266412" y="51746"/>
                </a:lnTo>
                <a:lnTo>
                  <a:pt x="1265580" y="51485"/>
                </a:lnTo>
                <a:lnTo>
                  <a:pt x="1264767" y="51224"/>
                </a:lnTo>
                <a:lnTo>
                  <a:pt x="1263972" y="50965"/>
                </a:lnTo>
                <a:lnTo>
                  <a:pt x="1263197" y="50706"/>
                </a:lnTo>
                <a:lnTo>
                  <a:pt x="1262441" y="50449"/>
                </a:lnTo>
                <a:lnTo>
                  <a:pt x="1261703" y="50192"/>
                </a:lnTo>
                <a:lnTo>
                  <a:pt x="1260984" y="49937"/>
                </a:lnTo>
                <a:lnTo>
                  <a:pt x="1260285" y="49682"/>
                </a:lnTo>
                <a:lnTo>
                  <a:pt x="1259604" y="49428"/>
                </a:lnTo>
                <a:lnTo>
                  <a:pt x="1258943" y="49176"/>
                </a:lnTo>
                <a:lnTo>
                  <a:pt x="1258300" y="48924"/>
                </a:lnTo>
                <a:lnTo>
                  <a:pt x="1257676" y="48673"/>
                </a:lnTo>
                <a:lnTo>
                  <a:pt x="1257072" y="48423"/>
                </a:lnTo>
                <a:lnTo>
                  <a:pt x="1256484" y="48173"/>
                </a:lnTo>
                <a:lnTo>
                  <a:pt x="1255911" y="47920"/>
                </a:lnTo>
                <a:lnTo>
                  <a:pt x="1255352" y="47664"/>
                </a:lnTo>
                <a:lnTo>
                  <a:pt x="1254809" y="47407"/>
                </a:lnTo>
                <a:lnTo>
                  <a:pt x="1254280" y="47146"/>
                </a:lnTo>
                <a:lnTo>
                  <a:pt x="1253766" y="46884"/>
                </a:lnTo>
                <a:lnTo>
                  <a:pt x="1253266" y="46619"/>
                </a:lnTo>
                <a:lnTo>
                  <a:pt x="1252782" y="46351"/>
                </a:lnTo>
                <a:lnTo>
                  <a:pt x="1252312" y="46081"/>
                </a:lnTo>
                <a:lnTo>
                  <a:pt x="1251857" y="45809"/>
                </a:lnTo>
                <a:lnTo>
                  <a:pt x="1251416" y="45534"/>
                </a:lnTo>
                <a:lnTo>
                  <a:pt x="1250991" y="45257"/>
                </a:lnTo>
                <a:lnTo>
                  <a:pt x="1250580" y="44977"/>
                </a:lnTo>
                <a:lnTo>
                  <a:pt x="1250184" y="44695"/>
                </a:lnTo>
                <a:lnTo>
                  <a:pt x="1249802" y="44410"/>
                </a:lnTo>
                <a:lnTo>
                  <a:pt x="1249436" y="44123"/>
                </a:lnTo>
                <a:lnTo>
                  <a:pt x="1249084" y="43834"/>
                </a:lnTo>
                <a:lnTo>
                  <a:pt x="1248747" y="43542"/>
                </a:lnTo>
                <a:lnTo>
                  <a:pt x="1248425" y="43247"/>
                </a:lnTo>
                <a:lnTo>
                  <a:pt x="1248117" y="42951"/>
                </a:lnTo>
                <a:lnTo>
                  <a:pt x="1247824" y="42652"/>
                </a:lnTo>
                <a:lnTo>
                  <a:pt x="1247546" y="42350"/>
                </a:lnTo>
                <a:lnTo>
                  <a:pt x="1247283" y="42046"/>
                </a:lnTo>
                <a:lnTo>
                  <a:pt x="1247034" y="41739"/>
                </a:lnTo>
                <a:lnTo>
                  <a:pt x="1246798" y="41428"/>
                </a:lnTo>
                <a:lnTo>
                  <a:pt x="1246572" y="41111"/>
                </a:lnTo>
                <a:lnTo>
                  <a:pt x="1246356" y="40788"/>
                </a:lnTo>
                <a:lnTo>
                  <a:pt x="1246150" y="40458"/>
                </a:lnTo>
                <a:lnTo>
                  <a:pt x="1245954" y="40122"/>
                </a:lnTo>
                <a:lnTo>
                  <a:pt x="1245768" y="39779"/>
                </a:lnTo>
                <a:lnTo>
                  <a:pt x="1245592" y="39430"/>
                </a:lnTo>
                <a:lnTo>
                  <a:pt x="1245426" y="39075"/>
                </a:lnTo>
                <a:lnTo>
                  <a:pt x="1245270" y="38714"/>
                </a:lnTo>
                <a:lnTo>
                  <a:pt x="1245125" y="38346"/>
                </a:lnTo>
                <a:lnTo>
                  <a:pt x="1244989" y="37972"/>
                </a:lnTo>
                <a:lnTo>
                  <a:pt x="1244863" y="37591"/>
                </a:lnTo>
                <a:lnTo>
                  <a:pt x="1244748" y="37204"/>
                </a:lnTo>
                <a:lnTo>
                  <a:pt x="1244642" y="36811"/>
                </a:lnTo>
                <a:lnTo>
                  <a:pt x="1244547" y="36412"/>
                </a:lnTo>
                <a:lnTo>
                  <a:pt x="1244461" y="36006"/>
                </a:lnTo>
                <a:lnTo>
                  <a:pt x="1244386" y="35594"/>
                </a:lnTo>
                <a:lnTo>
                  <a:pt x="1244321" y="35175"/>
                </a:lnTo>
                <a:lnTo>
                  <a:pt x="1244265" y="34750"/>
                </a:lnTo>
                <a:lnTo>
                  <a:pt x="1244220" y="34319"/>
                </a:lnTo>
                <a:lnTo>
                  <a:pt x="1244185" y="33882"/>
                </a:lnTo>
                <a:lnTo>
                  <a:pt x="1244160" y="33438"/>
                </a:lnTo>
                <a:lnTo>
                  <a:pt x="1244145" y="32988"/>
                </a:lnTo>
                <a:lnTo>
                  <a:pt x="1244140" y="32531"/>
                </a:lnTo>
                <a:lnTo>
                  <a:pt x="1244151" y="31768"/>
                </a:lnTo>
                <a:lnTo>
                  <a:pt x="1244187" y="31020"/>
                </a:lnTo>
                <a:lnTo>
                  <a:pt x="1244245" y="30287"/>
                </a:lnTo>
                <a:lnTo>
                  <a:pt x="1244328" y="29570"/>
                </a:lnTo>
                <a:lnTo>
                  <a:pt x="1244433" y="28868"/>
                </a:lnTo>
                <a:lnTo>
                  <a:pt x="1244563" y="28182"/>
                </a:lnTo>
                <a:lnTo>
                  <a:pt x="1244715" y="27511"/>
                </a:lnTo>
                <a:lnTo>
                  <a:pt x="1244892" y="26855"/>
                </a:lnTo>
                <a:lnTo>
                  <a:pt x="1245092" y="26215"/>
                </a:lnTo>
                <a:lnTo>
                  <a:pt x="1245315" y="25590"/>
                </a:lnTo>
                <a:lnTo>
                  <a:pt x="1245562" y="24981"/>
                </a:lnTo>
                <a:lnTo>
                  <a:pt x="1245832" y="24387"/>
                </a:lnTo>
                <a:lnTo>
                  <a:pt x="1246126" y="23808"/>
                </a:lnTo>
                <a:lnTo>
                  <a:pt x="1246443" y="23245"/>
                </a:lnTo>
                <a:lnTo>
                  <a:pt x="1246784" y="22698"/>
                </a:lnTo>
                <a:lnTo>
                  <a:pt x="1247148" y="22165"/>
                </a:lnTo>
                <a:lnTo>
                  <a:pt x="1247536" y="21649"/>
                </a:lnTo>
                <a:lnTo>
                  <a:pt x="1247947" y="21147"/>
                </a:lnTo>
                <a:lnTo>
                  <a:pt x="1248382" y="20661"/>
                </a:lnTo>
                <a:lnTo>
                  <a:pt x="1248841" y="20191"/>
                </a:lnTo>
                <a:lnTo>
                  <a:pt x="1249322" y="19735"/>
                </a:lnTo>
                <a:lnTo>
                  <a:pt x="1249828" y="19296"/>
                </a:lnTo>
                <a:lnTo>
                  <a:pt x="1250357" y="18871"/>
                </a:lnTo>
                <a:lnTo>
                  <a:pt x="1250909" y="18463"/>
                </a:lnTo>
                <a:lnTo>
                  <a:pt x="1251482" y="18070"/>
                </a:lnTo>
                <a:lnTo>
                  <a:pt x="1252073" y="17694"/>
                </a:lnTo>
                <a:lnTo>
                  <a:pt x="1252682" y="17334"/>
                </a:lnTo>
                <a:lnTo>
                  <a:pt x="1253310" y="16992"/>
                </a:lnTo>
                <a:lnTo>
                  <a:pt x="1253955" y="16666"/>
                </a:lnTo>
                <a:lnTo>
                  <a:pt x="1254618" y="16356"/>
                </a:lnTo>
                <a:lnTo>
                  <a:pt x="1255299" y="16064"/>
                </a:lnTo>
                <a:lnTo>
                  <a:pt x="1255998" y="15788"/>
                </a:lnTo>
                <a:lnTo>
                  <a:pt x="1256715" y="15529"/>
                </a:lnTo>
                <a:lnTo>
                  <a:pt x="1257450" y="15286"/>
                </a:lnTo>
                <a:lnTo>
                  <a:pt x="1258203" y="15061"/>
                </a:lnTo>
                <a:lnTo>
                  <a:pt x="1258974" y="14852"/>
                </a:lnTo>
                <a:lnTo>
                  <a:pt x="1259763" y="14660"/>
                </a:lnTo>
                <a:lnTo>
                  <a:pt x="1260570" y="14484"/>
                </a:lnTo>
                <a:lnTo>
                  <a:pt x="1261395" y="14325"/>
                </a:lnTo>
                <a:lnTo>
                  <a:pt x="1262238" y="14183"/>
                </a:lnTo>
                <a:lnTo>
                  <a:pt x="1263099" y="14058"/>
                </a:lnTo>
                <a:lnTo>
                  <a:pt x="1263978" y="13949"/>
                </a:lnTo>
                <a:lnTo>
                  <a:pt x="1264875" y="13857"/>
                </a:lnTo>
                <a:lnTo>
                  <a:pt x="1265790" y="13782"/>
                </a:lnTo>
                <a:lnTo>
                  <a:pt x="1266723" y="13723"/>
                </a:lnTo>
                <a:lnTo>
                  <a:pt x="1267674" y="13682"/>
                </a:lnTo>
                <a:lnTo>
                  <a:pt x="1268643" y="13657"/>
                </a:lnTo>
                <a:lnTo>
                  <a:pt x="1269630" y="13648"/>
                </a:lnTo>
                <a:lnTo>
                  <a:pt x="1270596" y="13658"/>
                </a:lnTo>
                <a:lnTo>
                  <a:pt x="1271549" y="13686"/>
                </a:lnTo>
                <a:lnTo>
                  <a:pt x="1272490" y="13734"/>
                </a:lnTo>
                <a:lnTo>
                  <a:pt x="1273417" y="13800"/>
                </a:lnTo>
                <a:lnTo>
                  <a:pt x="1274331" y="13886"/>
                </a:lnTo>
                <a:lnTo>
                  <a:pt x="1275232" y="13990"/>
                </a:lnTo>
                <a:lnTo>
                  <a:pt x="1276121" y="14113"/>
                </a:lnTo>
                <a:lnTo>
                  <a:pt x="1276996" y="14256"/>
                </a:lnTo>
                <a:lnTo>
                  <a:pt x="1277859" y="14417"/>
                </a:lnTo>
                <a:lnTo>
                  <a:pt x="1278708" y="14598"/>
                </a:lnTo>
                <a:lnTo>
                  <a:pt x="1279544" y="14797"/>
                </a:lnTo>
                <a:lnTo>
                  <a:pt x="1280368" y="15015"/>
                </a:lnTo>
                <a:lnTo>
                  <a:pt x="1281178" y="15253"/>
                </a:lnTo>
                <a:lnTo>
                  <a:pt x="1281976" y="15509"/>
                </a:lnTo>
                <a:lnTo>
                  <a:pt x="1282761" y="15784"/>
                </a:lnTo>
                <a:lnTo>
                  <a:pt x="1283532" y="16079"/>
                </a:lnTo>
                <a:lnTo>
                  <a:pt x="1284291" y="16392"/>
                </a:lnTo>
                <a:lnTo>
                  <a:pt x="1285037" y="16724"/>
                </a:lnTo>
                <a:lnTo>
                  <a:pt x="1285769" y="17076"/>
                </a:lnTo>
                <a:lnTo>
                  <a:pt x="1286489" y="17446"/>
                </a:lnTo>
                <a:lnTo>
                  <a:pt x="1287196" y="17835"/>
                </a:lnTo>
                <a:lnTo>
                  <a:pt x="1287890" y="18243"/>
                </a:lnTo>
                <a:lnTo>
                  <a:pt x="1288570" y="18671"/>
                </a:lnTo>
                <a:lnTo>
                  <a:pt x="1289238" y="19117"/>
                </a:lnTo>
                <a:lnTo>
                  <a:pt x="1289886" y="19582"/>
                </a:lnTo>
                <a:lnTo>
                  <a:pt x="1290505" y="20064"/>
                </a:lnTo>
                <a:lnTo>
                  <a:pt x="1291096" y="20565"/>
                </a:lnTo>
                <a:lnTo>
                  <a:pt x="1291658" y="21084"/>
                </a:lnTo>
                <a:lnTo>
                  <a:pt x="1292193" y="21621"/>
                </a:lnTo>
                <a:lnTo>
                  <a:pt x="1292699" y="22175"/>
                </a:lnTo>
                <a:lnTo>
                  <a:pt x="1293177" y="22748"/>
                </a:lnTo>
                <a:lnTo>
                  <a:pt x="1293627" y="23339"/>
                </a:lnTo>
                <a:lnTo>
                  <a:pt x="1294048" y="23948"/>
                </a:lnTo>
                <a:lnTo>
                  <a:pt x="1294442" y="24575"/>
                </a:lnTo>
                <a:lnTo>
                  <a:pt x="1294807" y="25220"/>
                </a:lnTo>
                <a:lnTo>
                  <a:pt x="1295144" y="25883"/>
                </a:lnTo>
                <a:lnTo>
                  <a:pt x="1295453" y="26564"/>
                </a:lnTo>
                <a:lnTo>
                  <a:pt x="1295733" y="27262"/>
                </a:lnTo>
                <a:lnTo>
                  <a:pt x="1295986" y="27979"/>
                </a:lnTo>
                <a:lnTo>
                  <a:pt x="1296210" y="28714"/>
                </a:lnTo>
                <a:lnTo>
                  <a:pt x="1296406" y="29467"/>
                </a:lnTo>
                <a:lnTo>
                  <a:pt x="1296574" y="30238"/>
                </a:lnTo>
                <a:lnTo>
                  <a:pt x="1296713" y="31027"/>
                </a:lnTo>
                <a:lnTo>
                  <a:pt x="1296825" y="31834"/>
                </a:lnTo>
                <a:lnTo>
                  <a:pt x="1296908" y="32659"/>
                </a:lnTo>
                <a:lnTo>
                  <a:pt x="1296963" y="33502"/>
                </a:lnTo>
                <a:lnTo>
                  <a:pt x="1296990" y="34363"/>
                </a:lnTo>
                <a:lnTo>
                  <a:pt x="1296988" y="35242"/>
                </a:lnTo>
                <a:lnTo>
                  <a:pt x="1313889" y="35242"/>
                </a:lnTo>
                <a:lnTo>
                  <a:pt x="1313878" y="34275"/>
                </a:lnTo>
                <a:lnTo>
                  <a:pt x="1313847" y="33322"/>
                </a:lnTo>
                <a:lnTo>
                  <a:pt x="1313794" y="32381"/>
                </a:lnTo>
                <a:lnTo>
                  <a:pt x="1313721" y="31454"/>
                </a:lnTo>
                <a:lnTo>
                  <a:pt x="1313627" y="30540"/>
                </a:lnTo>
                <a:lnTo>
                  <a:pt x="1313512" y="29639"/>
                </a:lnTo>
                <a:lnTo>
                  <a:pt x="1313376" y="28752"/>
                </a:lnTo>
                <a:lnTo>
                  <a:pt x="1313219" y="27878"/>
                </a:lnTo>
                <a:lnTo>
                  <a:pt x="1313042" y="27018"/>
                </a:lnTo>
                <a:lnTo>
                  <a:pt x="1312843" y="26170"/>
                </a:lnTo>
                <a:lnTo>
                  <a:pt x="1312623" y="25336"/>
                </a:lnTo>
                <a:lnTo>
                  <a:pt x="1312383" y="24515"/>
                </a:lnTo>
                <a:lnTo>
                  <a:pt x="1312121" y="23708"/>
                </a:lnTo>
                <a:lnTo>
                  <a:pt x="1311839" y="22914"/>
                </a:lnTo>
                <a:lnTo>
                  <a:pt x="1311536" y="22133"/>
                </a:lnTo>
                <a:lnTo>
                  <a:pt x="1311212" y="21366"/>
                </a:lnTo>
                <a:lnTo>
                  <a:pt x="1310867" y="20611"/>
                </a:lnTo>
                <a:lnTo>
                  <a:pt x="1310501" y="19871"/>
                </a:lnTo>
                <a:lnTo>
                  <a:pt x="1310114" y="19143"/>
                </a:lnTo>
                <a:lnTo>
                  <a:pt x="1309706" y="18429"/>
                </a:lnTo>
                <a:lnTo>
                  <a:pt x="1309278" y="17728"/>
                </a:lnTo>
                <a:lnTo>
                  <a:pt x="1308828" y="17040"/>
                </a:lnTo>
                <a:lnTo>
                  <a:pt x="1308357" y="16366"/>
                </a:lnTo>
                <a:lnTo>
                  <a:pt x="1307866" y="15705"/>
                </a:lnTo>
                <a:lnTo>
                  <a:pt x="1307357" y="15057"/>
                </a:lnTo>
                <a:lnTo>
                  <a:pt x="1306834" y="14423"/>
                </a:lnTo>
                <a:lnTo>
                  <a:pt x="1306297" y="13803"/>
                </a:lnTo>
                <a:lnTo>
                  <a:pt x="1305746" y="13196"/>
                </a:lnTo>
                <a:lnTo>
                  <a:pt x="1305180" y="12603"/>
                </a:lnTo>
                <a:lnTo>
                  <a:pt x="1304601" y="12024"/>
                </a:lnTo>
                <a:lnTo>
                  <a:pt x="1304007" y="11458"/>
                </a:lnTo>
                <a:lnTo>
                  <a:pt x="1303400" y="10906"/>
                </a:lnTo>
                <a:lnTo>
                  <a:pt x="1302778" y="10368"/>
                </a:lnTo>
                <a:lnTo>
                  <a:pt x="1302142" y="9843"/>
                </a:lnTo>
                <a:lnTo>
                  <a:pt x="1301492" y="9332"/>
                </a:lnTo>
                <a:lnTo>
                  <a:pt x="1300828" y="8834"/>
                </a:lnTo>
                <a:lnTo>
                  <a:pt x="1300150" y="8350"/>
                </a:lnTo>
                <a:lnTo>
                  <a:pt x="1299458" y="7880"/>
                </a:lnTo>
                <a:lnTo>
                  <a:pt x="1298751" y="7423"/>
                </a:lnTo>
                <a:lnTo>
                  <a:pt x="1298031" y="6980"/>
                </a:lnTo>
                <a:lnTo>
                  <a:pt x="1297296" y="6550"/>
                </a:lnTo>
                <a:lnTo>
                  <a:pt x="1296548" y="6135"/>
                </a:lnTo>
                <a:lnTo>
                  <a:pt x="1295785" y="5733"/>
                </a:lnTo>
                <a:lnTo>
                  <a:pt x="1295008" y="5344"/>
                </a:lnTo>
                <a:lnTo>
                  <a:pt x="1294217" y="4969"/>
                </a:lnTo>
                <a:lnTo>
                  <a:pt x="1293412" y="4608"/>
                </a:lnTo>
                <a:lnTo>
                  <a:pt x="1292593" y="4260"/>
                </a:lnTo>
                <a:lnTo>
                  <a:pt x="1291759" y="3926"/>
                </a:lnTo>
                <a:lnTo>
                  <a:pt x="1290915" y="3606"/>
                </a:lnTo>
                <a:lnTo>
                  <a:pt x="1290064" y="3299"/>
                </a:lnTo>
                <a:lnTo>
                  <a:pt x="1289206" y="3006"/>
                </a:lnTo>
                <a:lnTo>
                  <a:pt x="1288341" y="2727"/>
                </a:lnTo>
                <a:lnTo>
                  <a:pt x="1287468" y="2461"/>
                </a:lnTo>
                <a:lnTo>
                  <a:pt x="1286589" y="2208"/>
                </a:lnTo>
                <a:lnTo>
                  <a:pt x="1285702" y="1970"/>
                </a:lnTo>
                <a:lnTo>
                  <a:pt x="1284808" y="1745"/>
                </a:lnTo>
                <a:lnTo>
                  <a:pt x="1283907" y="1534"/>
                </a:lnTo>
                <a:lnTo>
                  <a:pt x="1282999" y="1336"/>
                </a:lnTo>
                <a:lnTo>
                  <a:pt x="1282084" y="1152"/>
                </a:lnTo>
                <a:lnTo>
                  <a:pt x="1281162" y="982"/>
                </a:lnTo>
                <a:lnTo>
                  <a:pt x="1280232" y="825"/>
                </a:lnTo>
                <a:lnTo>
                  <a:pt x="1279295" y="682"/>
                </a:lnTo>
                <a:lnTo>
                  <a:pt x="1278352" y="552"/>
                </a:lnTo>
                <a:lnTo>
                  <a:pt x="1277401" y="436"/>
                </a:lnTo>
                <a:lnTo>
                  <a:pt x="1276443" y="334"/>
                </a:lnTo>
                <a:lnTo>
                  <a:pt x="1275478" y="245"/>
                </a:lnTo>
                <a:lnTo>
                  <a:pt x="1274505" y="170"/>
                </a:lnTo>
                <a:lnTo>
                  <a:pt x="1273526" y="109"/>
                </a:lnTo>
                <a:lnTo>
                  <a:pt x="1272539" y="61"/>
                </a:lnTo>
                <a:lnTo>
                  <a:pt x="1271546" y="27"/>
                </a:lnTo>
                <a:lnTo>
                  <a:pt x="1270545" y="7"/>
                </a:lnTo>
                <a:lnTo>
                  <a:pt x="1269537" y="0"/>
                </a:lnTo>
                <a:lnTo>
                  <a:pt x="1268454" y="7"/>
                </a:lnTo>
                <a:lnTo>
                  <a:pt x="1267384" y="27"/>
                </a:lnTo>
                <a:lnTo>
                  <a:pt x="1266326" y="60"/>
                </a:lnTo>
                <a:lnTo>
                  <a:pt x="1265282" y="106"/>
                </a:lnTo>
                <a:lnTo>
                  <a:pt x="1264250" y="166"/>
                </a:lnTo>
                <a:lnTo>
                  <a:pt x="1263231" y="240"/>
                </a:lnTo>
                <a:lnTo>
                  <a:pt x="1262225" y="326"/>
                </a:lnTo>
                <a:lnTo>
                  <a:pt x="1261232" y="426"/>
                </a:lnTo>
                <a:lnTo>
                  <a:pt x="1260251" y="539"/>
                </a:lnTo>
                <a:lnTo>
                  <a:pt x="1259284" y="665"/>
                </a:lnTo>
                <a:lnTo>
                  <a:pt x="1258329" y="805"/>
                </a:lnTo>
                <a:lnTo>
                  <a:pt x="1257387" y="958"/>
                </a:lnTo>
                <a:lnTo>
                  <a:pt x="1256457" y="1125"/>
                </a:lnTo>
                <a:lnTo>
                  <a:pt x="1255541" y="1304"/>
                </a:lnTo>
                <a:lnTo>
                  <a:pt x="1254637" y="1497"/>
                </a:lnTo>
                <a:lnTo>
                  <a:pt x="1253747" y="1703"/>
                </a:lnTo>
                <a:lnTo>
                  <a:pt x="1252869" y="1923"/>
                </a:lnTo>
                <a:lnTo>
                  <a:pt x="1252003" y="2156"/>
                </a:lnTo>
                <a:lnTo>
                  <a:pt x="1251151" y="2402"/>
                </a:lnTo>
                <a:lnTo>
                  <a:pt x="1250311" y="2662"/>
                </a:lnTo>
                <a:lnTo>
                  <a:pt x="1249484" y="2934"/>
                </a:lnTo>
                <a:lnTo>
                  <a:pt x="1248670" y="3221"/>
                </a:lnTo>
                <a:lnTo>
                  <a:pt x="1247869" y="3520"/>
                </a:lnTo>
                <a:lnTo>
                  <a:pt x="1247081" y="3833"/>
                </a:lnTo>
                <a:lnTo>
                  <a:pt x="1246306" y="4158"/>
                </a:lnTo>
                <a:lnTo>
                  <a:pt x="1245547" y="4496"/>
                </a:lnTo>
                <a:lnTo>
                  <a:pt x="1244803" y="4846"/>
                </a:lnTo>
                <a:lnTo>
                  <a:pt x="1244073" y="5208"/>
                </a:lnTo>
                <a:lnTo>
                  <a:pt x="1243359" y="5582"/>
                </a:lnTo>
                <a:lnTo>
                  <a:pt x="1242660" y="5968"/>
                </a:lnTo>
                <a:lnTo>
                  <a:pt x="1241976" y="6367"/>
                </a:lnTo>
                <a:lnTo>
                  <a:pt x="1241307" y="6777"/>
                </a:lnTo>
                <a:lnTo>
                  <a:pt x="1240653" y="7200"/>
                </a:lnTo>
                <a:lnTo>
                  <a:pt x="1240015" y="7635"/>
                </a:lnTo>
                <a:lnTo>
                  <a:pt x="1239391" y="8082"/>
                </a:lnTo>
                <a:lnTo>
                  <a:pt x="1238782" y="8542"/>
                </a:lnTo>
                <a:lnTo>
                  <a:pt x="1238189" y="9013"/>
                </a:lnTo>
                <a:lnTo>
                  <a:pt x="1237610" y="9497"/>
                </a:lnTo>
                <a:lnTo>
                  <a:pt x="1237047" y="9993"/>
                </a:lnTo>
                <a:lnTo>
                  <a:pt x="1236499" y="10501"/>
                </a:lnTo>
                <a:lnTo>
                  <a:pt x="1235965" y="11021"/>
                </a:lnTo>
                <a:lnTo>
                  <a:pt x="1235447" y="11554"/>
                </a:lnTo>
                <a:lnTo>
                  <a:pt x="1234944" y="12098"/>
                </a:lnTo>
                <a:lnTo>
                  <a:pt x="1234456" y="12655"/>
                </a:lnTo>
                <a:lnTo>
                  <a:pt x="1233983" y="13224"/>
                </a:lnTo>
                <a:lnTo>
                  <a:pt x="1233525" y="13805"/>
                </a:lnTo>
                <a:lnTo>
                  <a:pt x="1233083" y="14398"/>
                </a:lnTo>
                <a:lnTo>
                  <a:pt x="1232655" y="15004"/>
                </a:lnTo>
                <a:lnTo>
                  <a:pt x="1232243" y="15621"/>
                </a:lnTo>
                <a:lnTo>
                  <a:pt x="1231850" y="16250"/>
                </a:lnTo>
                <a:lnTo>
                  <a:pt x="1231473" y="16892"/>
                </a:lnTo>
                <a:lnTo>
                  <a:pt x="1231114" y="17545"/>
                </a:lnTo>
                <a:lnTo>
                  <a:pt x="1230773" y="18209"/>
                </a:lnTo>
                <a:lnTo>
                  <a:pt x="1230449" y="18886"/>
                </a:lnTo>
                <a:lnTo>
                  <a:pt x="1230143" y="19575"/>
                </a:lnTo>
                <a:lnTo>
                  <a:pt x="1229854" y="20275"/>
                </a:lnTo>
                <a:lnTo>
                  <a:pt x="1229582" y="20987"/>
                </a:lnTo>
                <a:lnTo>
                  <a:pt x="1229328" y="21711"/>
                </a:lnTo>
                <a:lnTo>
                  <a:pt x="1229092" y="22447"/>
                </a:lnTo>
                <a:lnTo>
                  <a:pt x="1228873" y="23195"/>
                </a:lnTo>
                <a:lnTo>
                  <a:pt x="1228672" y="23955"/>
                </a:lnTo>
                <a:lnTo>
                  <a:pt x="1228488" y="24726"/>
                </a:lnTo>
                <a:lnTo>
                  <a:pt x="1228322" y="25509"/>
                </a:lnTo>
                <a:lnTo>
                  <a:pt x="1228173" y="26305"/>
                </a:lnTo>
                <a:lnTo>
                  <a:pt x="1228042" y="27112"/>
                </a:lnTo>
                <a:lnTo>
                  <a:pt x="1227928" y="27930"/>
                </a:lnTo>
                <a:lnTo>
                  <a:pt x="1227832" y="28761"/>
                </a:lnTo>
                <a:lnTo>
                  <a:pt x="1227753" y="29604"/>
                </a:lnTo>
                <a:lnTo>
                  <a:pt x="1227692" y="30458"/>
                </a:lnTo>
                <a:lnTo>
                  <a:pt x="1227648" y="31324"/>
                </a:lnTo>
                <a:lnTo>
                  <a:pt x="1227622" y="32202"/>
                </a:lnTo>
                <a:lnTo>
                  <a:pt x="1227613" y="33092"/>
                </a:lnTo>
                <a:lnTo>
                  <a:pt x="1227620" y="33935"/>
                </a:lnTo>
                <a:lnTo>
                  <a:pt x="1227644" y="34766"/>
                </a:lnTo>
                <a:lnTo>
                  <a:pt x="1227682" y="35584"/>
                </a:lnTo>
                <a:lnTo>
                  <a:pt x="1227736" y="36390"/>
                </a:lnTo>
                <a:lnTo>
                  <a:pt x="1227805" y="37184"/>
                </a:lnTo>
                <a:lnTo>
                  <a:pt x="1227890" y="37965"/>
                </a:lnTo>
                <a:lnTo>
                  <a:pt x="1227990" y="38734"/>
                </a:lnTo>
                <a:lnTo>
                  <a:pt x="1228106" y="39491"/>
                </a:lnTo>
                <a:lnTo>
                  <a:pt x="1228236" y="40235"/>
                </a:lnTo>
                <a:lnTo>
                  <a:pt x="1228383" y="40967"/>
                </a:lnTo>
                <a:lnTo>
                  <a:pt x="1228544" y="41686"/>
                </a:lnTo>
                <a:lnTo>
                  <a:pt x="1228722" y="42394"/>
                </a:lnTo>
                <a:lnTo>
                  <a:pt x="1228914" y="43089"/>
                </a:lnTo>
                <a:lnTo>
                  <a:pt x="1229122" y="43771"/>
                </a:lnTo>
                <a:lnTo>
                  <a:pt x="1229345" y="44442"/>
                </a:lnTo>
                <a:lnTo>
                  <a:pt x="1229584" y="45100"/>
                </a:lnTo>
                <a:lnTo>
                  <a:pt x="1229838" y="45745"/>
                </a:lnTo>
                <a:lnTo>
                  <a:pt x="1230108" y="46378"/>
                </a:lnTo>
                <a:lnTo>
                  <a:pt x="1230392" y="46999"/>
                </a:lnTo>
                <a:lnTo>
                  <a:pt x="1230693" y="47608"/>
                </a:lnTo>
                <a:lnTo>
                  <a:pt x="1231008" y="48204"/>
                </a:lnTo>
                <a:lnTo>
                  <a:pt x="1231340" y="48788"/>
                </a:lnTo>
                <a:lnTo>
                  <a:pt x="1231686" y="49360"/>
                </a:lnTo>
                <a:lnTo>
                  <a:pt x="1232048" y="49919"/>
                </a:lnTo>
                <a:lnTo>
                  <a:pt x="1232426" y="50468"/>
                </a:lnTo>
                <a:lnTo>
                  <a:pt x="1232820" y="51010"/>
                </a:lnTo>
                <a:lnTo>
                  <a:pt x="1233230" y="51544"/>
                </a:lnTo>
                <a:lnTo>
                  <a:pt x="1233657" y="52070"/>
                </a:lnTo>
                <a:lnTo>
                  <a:pt x="1234101" y="52589"/>
                </a:lnTo>
                <a:lnTo>
                  <a:pt x="1234560" y="53100"/>
                </a:lnTo>
                <a:lnTo>
                  <a:pt x="1235036" y="53604"/>
                </a:lnTo>
                <a:lnTo>
                  <a:pt x="1235529" y="54100"/>
                </a:lnTo>
                <a:lnTo>
                  <a:pt x="1236037" y="54588"/>
                </a:lnTo>
                <a:lnTo>
                  <a:pt x="1236563" y="55069"/>
                </a:lnTo>
                <a:lnTo>
                  <a:pt x="1237104" y="55542"/>
                </a:lnTo>
                <a:lnTo>
                  <a:pt x="1237662" y="56007"/>
                </a:lnTo>
                <a:lnTo>
                  <a:pt x="1238236" y="56465"/>
                </a:lnTo>
                <a:lnTo>
                  <a:pt x="1238827" y="56915"/>
                </a:lnTo>
                <a:lnTo>
                  <a:pt x="1239434" y="57357"/>
                </a:lnTo>
                <a:lnTo>
                  <a:pt x="1240057" y="57792"/>
                </a:lnTo>
                <a:lnTo>
                  <a:pt x="1240697" y="58219"/>
                </a:lnTo>
                <a:lnTo>
                  <a:pt x="1241353" y="58639"/>
                </a:lnTo>
                <a:lnTo>
                  <a:pt x="1242026" y="59051"/>
                </a:lnTo>
                <a:lnTo>
                  <a:pt x="1242714" y="59455"/>
                </a:lnTo>
                <a:lnTo>
                  <a:pt x="1243420" y="59852"/>
                </a:lnTo>
                <a:lnTo>
                  <a:pt x="1244141" y="60241"/>
                </a:lnTo>
                <a:lnTo>
                  <a:pt x="1244879" y="60623"/>
                </a:lnTo>
                <a:lnTo>
                  <a:pt x="1245634" y="60997"/>
                </a:lnTo>
                <a:lnTo>
                  <a:pt x="1246405" y="61365"/>
                </a:lnTo>
                <a:lnTo>
                  <a:pt x="1247194" y="61732"/>
                </a:lnTo>
                <a:lnTo>
                  <a:pt x="1248000" y="62096"/>
                </a:lnTo>
                <a:lnTo>
                  <a:pt x="1248824" y="62457"/>
                </a:lnTo>
                <a:lnTo>
                  <a:pt x="1249665" y="62816"/>
                </a:lnTo>
                <a:lnTo>
                  <a:pt x="1250524" y="63173"/>
                </a:lnTo>
                <a:lnTo>
                  <a:pt x="1251400" y="63527"/>
                </a:lnTo>
                <a:lnTo>
                  <a:pt x="1252294" y="63879"/>
                </a:lnTo>
                <a:lnTo>
                  <a:pt x="1253205" y="64228"/>
                </a:lnTo>
                <a:lnTo>
                  <a:pt x="1254134" y="64575"/>
                </a:lnTo>
                <a:lnTo>
                  <a:pt x="1255081" y="64920"/>
                </a:lnTo>
                <a:lnTo>
                  <a:pt x="1256045" y="65262"/>
                </a:lnTo>
                <a:lnTo>
                  <a:pt x="1257026" y="65601"/>
                </a:lnTo>
                <a:lnTo>
                  <a:pt x="1258025" y="65938"/>
                </a:lnTo>
                <a:lnTo>
                  <a:pt x="1259041" y="66273"/>
                </a:lnTo>
                <a:lnTo>
                  <a:pt x="1260075" y="66605"/>
                </a:lnTo>
                <a:lnTo>
                  <a:pt x="1261127" y="66935"/>
                </a:lnTo>
                <a:lnTo>
                  <a:pt x="1262195" y="67263"/>
                </a:lnTo>
                <a:lnTo>
                  <a:pt x="1263282" y="67588"/>
                </a:lnTo>
                <a:lnTo>
                  <a:pt x="1264386" y="67910"/>
                </a:lnTo>
                <a:lnTo>
                  <a:pt x="1265507" y="68230"/>
                </a:lnTo>
                <a:lnTo>
                  <a:pt x="1266646" y="68548"/>
                </a:lnTo>
                <a:lnTo>
                  <a:pt x="1267803" y="68863"/>
                </a:lnTo>
                <a:lnTo>
                  <a:pt x="1268977" y="69176"/>
                </a:lnTo>
                <a:lnTo>
                  <a:pt x="1269979" y="69433"/>
                </a:lnTo>
                <a:lnTo>
                  <a:pt x="1270965" y="69691"/>
                </a:lnTo>
                <a:lnTo>
                  <a:pt x="1271932" y="69948"/>
                </a:lnTo>
                <a:lnTo>
                  <a:pt x="1272883" y="70206"/>
                </a:lnTo>
                <a:lnTo>
                  <a:pt x="1273815" y="70464"/>
                </a:lnTo>
                <a:lnTo>
                  <a:pt x="1274731" y="70721"/>
                </a:lnTo>
                <a:lnTo>
                  <a:pt x="1275628" y="70980"/>
                </a:lnTo>
                <a:lnTo>
                  <a:pt x="1276509" y="71238"/>
                </a:lnTo>
                <a:lnTo>
                  <a:pt x="1277371" y="71496"/>
                </a:lnTo>
                <a:lnTo>
                  <a:pt x="1278217" y="71755"/>
                </a:lnTo>
                <a:lnTo>
                  <a:pt x="1279044" y="72014"/>
                </a:lnTo>
                <a:lnTo>
                  <a:pt x="1279854" y="72273"/>
                </a:lnTo>
                <a:lnTo>
                  <a:pt x="1280647" y="72532"/>
                </a:lnTo>
                <a:lnTo>
                  <a:pt x="1281422" y="72791"/>
                </a:lnTo>
                <a:lnTo>
                  <a:pt x="1282180" y="73050"/>
                </a:lnTo>
                <a:lnTo>
                  <a:pt x="1282920" y="73310"/>
                </a:lnTo>
                <a:lnTo>
                  <a:pt x="1283643" y="73570"/>
                </a:lnTo>
                <a:lnTo>
                  <a:pt x="1284348" y="73830"/>
                </a:lnTo>
                <a:lnTo>
                  <a:pt x="1285036" y="74090"/>
                </a:lnTo>
                <a:lnTo>
                  <a:pt x="1285706" y="74350"/>
                </a:lnTo>
                <a:lnTo>
                  <a:pt x="1286358" y="74610"/>
                </a:lnTo>
                <a:lnTo>
                  <a:pt x="1286993" y="74871"/>
                </a:lnTo>
                <a:lnTo>
                  <a:pt x="1287611" y="75132"/>
                </a:lnTo>
                <a:lnTo>
                  <a:pt x="1288211" y="75393"/>
                </a:lnTo>
                <a:lnTo>
                  <a:pt x="1288796" y="75655"/>
                </a:lnTo>
                <a:lnTo>
                  <a:pt x="1289366" y="75922"/>
                </a:lnTo>
                <a:lnTo>
                  <a:pt x="1289923" y="76192"/>
                </a:lnTo>
                <a:lnTo>
                  <a:pt x="1290465" y="76466"/>
                </a:lnTo>
                <a:lnTo>
                  <a:pt x="1290994" y="76744"/>
                </a:lnTo>
                <a:lnTo>
                  <a:pt x="1291508" y="77026"/>
                </a:lnTo>
                <a:lnTo>
                  <a:pt x="1292009" y="77311"/>
                </a:lnTo>
                <a:lnTo>
                  <a:pt x="1292496" y="77600"/>
                </a:lnTo>
                <a:lnTo>
                  <a:pt x="1292969" y="77893"/>
                </a:lnTo>
                <a:lnTo>
                  <a:pt x="1293428" y="78189"/>
                </a:lnTo>
                <a:lnTo>
                  <a:pt x="1293873" y="78489"/>
                </a:lnTo>
                <a:lnTo>
                  <a:pt x="1294304" y="78793"/>
                </a:lnTo>
                <a:lnTo>
                  <a:pt x="1294721" y="79101"/>
                </a:lnTo>
                <a:lnTo>
                  <a:pt x="1295124" y="79412"/>
                </a:lnTo>
                <a:lnTo>
                  <a:pt x="1295513" y="79727"/>
                </a:lnTo>
                <a:lnTo>
                  <a:pt x="1295888" y="80046"/>
                </a:lnTo>
                <a:lnTo>
                  <a:pt x="1296250" y="80368"/>
                </a:lnTo>
                <a:lnTo>
                  <a:pt x="1296597" y="80695"/>
                </a:lnTo>
                <a:lnTo>
                  <a:pt x="1296931" y="81025"/>
                </a:lnTo>
                <a:lnTo>
                  <a:pt x="1297250" y="81359"/>
                </a:lnTo>
                <a:lnTo>
                  <a:pt x="1297556" y="81696"/>
                </a:lnTo>
                <a:lnTo>
                  <a:pt x="1297847" y="82037"/>
                </a:lnTo>
                <a:lnTo>
                  <a:pt x="1298125" y="82382"/>
                </a:lnTo>
                <a:lnTo>
                  <a:pt x="1298389" y="82731"/>
                </a:lnTo>
                <a:lnTo>
                  <a:pt x="1298640" y="83086"/>
                </a:lnTo>
                <a:lnTo>
                  <a:pt x="1298881" y="83449"/>
                </a:lnTo>
                <a:lnTo>
                  <a:pt x="1299111" y="83821"/>
                </a:lnTo>
                <a:lnTo>
                  <a:pt x="1299330" y="84201"/>
                </a:lnTo>
                <a:lnTo>
                  <a:pt x="1299539" y="84589"/>
                </a:lnTo>
                <a:lnTo>
                  <a:pt x="1299737" y="84986"/>
                </a:lnTo>
                <a:lnTo>
                  <a:pt x="1299924" y="85392"/>
                </a:lnTo>
                <a:lnTo>
                  <a:pt x="1300101" y="85805"/>
                </a:lnTo>
                <a:lnTo>
                  <a:pt x="1300266" y="86228"/>
                </a:lnTo>
                <a:lnTo>
                  <a:pt x="1300422" y="86658"/>
                </a:lnTo>
                <a:lnTo>
                  <a:pt x="1300566" y="87098"/>
                </a:lnTo>
                <a:lnTo>
                  <a:pt x="1300700" y="87545"/>
                </a:lnTo>
                <a:lnTo>
                  <a:pt x="1300823" y="88001"/>
                </a:lnTo>
                <a:lnTo>
                  <a:pt x="1300935" y="88466"/>
                </a:lnTo>
                <a:lnTo>
                  <a:pt x="1301037" y="88939"/>
                </a:lnTo>
                <a:lnTo>
                  <a:pt x="1301128" y="89420"/>
                </a:lnTo>
                <a:lnTo>
                  <a:pt x="1301208" y="89910"/>
                </a:lnTo>
                <a:lnTo>
                  <a:pt x="1301277" y="90408"/>
                </a:lnTo>
                <a:lnTo>
                  <a:pt x="1301336" y="90915"/>
                </a:lnTo>
                <a:lnTo>
                  <a:pt x="1301384" y="91430"/>
                </a:lnTo>
                <a:lnTo>
                  <a:pt x="1301422" y="91953"/>
                </a:lnTo>
                <a:lnTo>
                  <a:pt x="1301449" y="92485"/>
                </a:lnTo>
                <a:lnTo>
                  <a:pt x="1301465" y="93026"/>
                </a:lnTo>
                <a:lnTo>
                  <a:pt x="1301470" y="93575"/>
                </a:lnTo>
                <a:lnTo>
                  <a:pt x="1301463" y="94193"/>
                </a:lnTo>
                <a:lnTo>
                  <a:pt x="1301443" y="94803"/>
                </a:lnTo>
                <a:lnTo>
                  <a:pt x="1301409" y="95403"/>
                </a:lnTo>
                <a:lnTo>
                  <a:pt x="1301361" y="95994"/>
                </a:lnTo>
                <a:lnTo>
                  <a:pt x="1301300" y="96575"/>
                </a:lnTo>
                <a:lnTo>
                  <a:pt x="1301225" y="97147"/>
                </a:lnTo>
                <a:lnTo>
                  <a:pt x="1301136" y="97711"/>
                </a:lnTo>
                <a:lnTo>
                  <a:pt x="1301034" y="98264"/>
                </a:lnTo>
                <a:lnTo>
                  <a:pt x="1300919" y="98809"/>
                </a:lnTo>
                <a:lnTo>
                  <a:pt x="1300789" y="99344"/>
                </a:lnTo>
                <a:lnTo>
                  <a:pt x="1300646" y="99870"/>
                </a:lnTo>
                <a:lnTo>
                  <a:pt x="1300490" y="100387"/>
                </a:lnTo>
                <a:lnTo>
                  <a:pt x="1300319" y="100895"/>
                </a:lnTo>
                <a:lnTo>
                  <a:pt x="1300136" y="101393"/>
                </a:lnTo>
                <a:lnTo>
                  <a:pt x="1299938" y="101882"/>
                </a:lnTo>
                <a:lnTo>
                  <a:pt x="1299727" y="102362"/>
                </a:lnTo>
                <a:lnTo>
                  <a:pt x="1299502" y="102833"/>
                </a:lnTo>
                <a:lnTo>
                  <a:pt x="1299264" y="103294"/>
                </a:lnTo>
                <a:lnTo>
                  <a:pt x="1299012" y="103746"/>
                </a:lnTo>
                <a:lnTo>
                  <a:pt x="1298747" y="104189"/>
                </a:lnTo>
                <a:lnTo>
                  <a:pt x="1298468" y="104622"/>
                </a:lnTo>
                <a:lnTo>
                  <a:pt x="1298175" y="105047"/>
                </a:lnTo>
                <a:lnTo>
                  <a:pt x="1297868" y="105462"/>
                </a:lnTo>
                <a:lnTo>
                  <a:pt x="1297548" y="105868"/>
                </a:lnTo>
                <a:lnTo>
                  <a:pt x="1297217" y="106264"/>
                </a:lnTo>
                <a:lnTo>
                  <a:pt x="1296876" y="106653"/>
                </a:lnTo>
                <a:lnTo>
                  <a:pt x="1296526" y="107033"/>
                </a:lnTo>
                <a:lnTo>
                  <a:pt x="1296167" y="107405"/>
                </a:lnTo>
                <a:lnTo>
                  <a:pt x="1295799" y="107768"/>
                </a:lnTo>
                <a:lnTo>
                  <a:pt x="1295421" y="108123"/>
                </a:lnTo>
                <a:lnTo>
                  <a:pt x="1295034" y="108469"/>
                </a:lnTo>
                <a:lnTo>
                  <a:pt x="1294638" y="108807"/>
                </a:lnTo>
                <a:lnTo>
                  <a:pt x="1294233" y="109136"/>
                </a:lnTo>
                <a:lnTo>
                  <a:pt x="1293818" y="109457"/>
                </a:lnTo>
                <a:lnTo>
                  <a:pt x="1293395" y="109770"/>
                </a:lnTo>
                <a:lnTo>
                  <a:pt x="1292962" y="110074"/>
                </a:lnTo>
                <a:lnTo>
                  <a:pt x="1292519" y="110370"/>
                </a:lnTo>
                <a:lnTo>
                  <a:pt x="1292068" y="110657"/>
                </a:lnTo>
                <a:lnTo>
                  <a:pt x="1291607" y="110936"/>
                </a:lnTo>
                <a:lnTo>
                  <a:pt x="1291137" y="111206"/>
                </a:lnTo>
                <a:lnTo>
                  <a:pt x="1290658" y="111468"/>
                </a:lnTo>
                <a:lnTo>
                  <a:pt x="1290169" y="111722"/>
                </a:lnTo>
                <a:lnTo>
                  <a:pt x="1289671" y="111967"/>
                </a:lnTo>
                <a:lnTo>
                  <a:pt x="1289164" y="112203"/>
                </a:lnTo>
                <a:lnTo>
                  <a:pt x="1288648" y="112432"/>
                </a:lnTo>
                <a:lnTo>
                  <a:pt x="1288123" y="112651"/>
                </a:lnTo>
                <a:lnTo>
                  <a:pt x="1287588" y="112863"/>
                </a:lnTo>
                <a:lnTo>
                  <a:pt x="1287044" y="113066"/>
                </a:lnTo>
                <a:lnTo>
                  <a:pt x="1286493" y="113260"/>
                </a:lnTo>
                <a:lnTo>
                  <a:pt x="1285937" y="113446"/>
                </a:lnTo>
                <a:lnTo>
                  <a:pt x="1285376" y="113624"/>
                </a:lnTo>
                <a:lnTo>
                  <a:pt x="1284810" y="113794"/>
                </a:lnTo>
                <a:lnTo>
                  <a:pt x="1284238" y="113955"/>
                </a:lnTo>
                <a:lnTo>
                  <a:pt x="1283662" y="114108"/>
                </a:lnTo>
                <a:lnTo>
                  <a:pt x="1283081" y="114253"/>
                </a:lnTo>
                <a:lnTo>
                  <a:pt x="1282495" y="114390"/>
                </a:lnTo>
                <a:lnTo>
                  <a:pt x="1281903" y="114518"/>
                </a:lnTo>
                <a:lnTo>
                  <a:pt x="1281307" y="114638"/>
                </a:lnTo>
                <a:lnTo>
                  <a:pt x="1280706" y="114750"/>
                </a:lnTo>
                <a:lnTo>
                  <a:pt x="1280100" y="114853"/>
                </a:lnTo>
                <a:lnTo>
                  <a:pt x="1279488" y="114949"/>
                </a:lnTo>
                <a:lnTo>
                  <a:pt x="1278872" y="115035"/>
                </a:lnTo>
                <a:lnTo>
                  <a:pt x="1278250" y="115114"/>
                </a:lnTo>
                <a:lnTo>
                  <a:pt x="1277624" y="115184"/>
                </a:lnTo>
                <a:lnTo>
                  <a:pt x="1276992" y="115247"/>
                </a:lnTo>
                <a:lnTo>
                  <a:pt x="1276356" y="115300"/>
                </a:lnTo>
                <a:lnTo>
                  <a:pt x="1275714" y="115346"/>
                </a:lnTo>
                <a:lnTo>
                  <a:pt x="1275068" y="115383"/>
                </a:lnTo>
                <a:lnTo>
                  <a:pt x="1274416" y="115412"/>
                </a:lnTo>
                <a:lnTo>
                  <a:pt x="1273760" y="115433"/>
                </a:lnTo>
                <a:lnTo>
                  <a:pt x="1273098" y="115445"/>
                </a:lnTo>
                <a:lnTo>
                  <a:pt x="1272431" y="115449"/>
                </a:lnTo>
                <a:lnTo>
                  <a:pt x="1271718" y="115445"/>
                </a:lnTo>
                <a:lnTo>
                  <a:pt x="1271010" y="115433"/>
                </a:lnTo>
                <a:lnTo>
                  <a:pt x="1270306" y="115413"/>
                </a:lnTo>
                <a:lnTo>
                  <a:pt x="1269608" y="115384"/>
                </a:lnTo>
                <a:lnTo>
                  <a:pt x="1268915" y="115348"/>
                </a:lnTo>
                <a:lnTo>
                  <a:pt x="1268227" y="115303"/>
                </a:lnTo>
                <a:lnTo>
                  <a:pt x="1267543" y="115251"/>
                </a:lnTo>
                <a:lnTo>
                  <a:pt x="1266865" y="115190"/>
                </a:lnTo>
                <a:lnTo>
                  <a:pt x="1266192" y="115121"/>
                </a:lnTo>
                <a:lnTo>
                  <a:pt x="1265524" y="115044"/>
                </a:lnTo>
                <a:lnTo>
                  <a:pt x="1264861" y="114958"/>
                </a:lnTo>
                <a:lnTo>
                  <a:pt x="1264203" y="114865"/>
                </a:lnTo>
                <a:lnTo>
                  <a:pt x="1263550" y="114764"/>
                </a:lnTo>
                <a:lnTo>
                  <a:pt x="1262902" y="114654"/>
                </a:lnTo>
                <a:lnTo>
                  <a:pt x="1262259" y="114536"/>
                </a:lnTo>
                <a:lnTo>
                  <a:pt x="1261621" y="114411"/>
                </a:lnTo>
                <a:lnTo>
                  <a:pt x="1260988" y="114277"/>
                </a:lnTo>
                <a:lnTo>
                  <a:pt x="1260360" y="114135"/>
                </a:lnTo>
                <a:lnTo>
                  <a:pt x="1259737" y="113985"/>
                </a:lnTo>
                <a:lnTo>
                  <a:pt x="1259119" y="113826"/>
                </a:lnTo>
                <a:lnTo>
                  <a:pt x="1258506" y="113660"/>
                </a:lnTo>
                <a:lnTo>
                  <a:pt x="1257899" y="113486"/>
                </a:lnTo>
                <a:lnTo>
                  <a:pt x="1257296" y="113303"/>
                </a:lnTo>
                <a:lnTo>
                  <a:pt x="1256698" y="113112"/>
                </a:lnTo>
                <a:lnTo>
                  <a:pt x="1256108" y="112912"/>
                </a:lnTo>
                <a:lnTo>
                  <a:pt x="1255527" y="112699"/>
                </a:lnTo>
                <a:lnTo>
                  <a:pt x="1254956" y="112475"/>
                </a:lnTo>
                <a:lnTo>
                  <a:pt x="1254395" y="112240"/>
                </a:lnTo>
                <a:lnTo>
                  <a:pt x="1253843" y="111992"/>
                </a:lnTo>
                <a:lnTo>
                  <a:pt x="1253302" y="111733"/>
                </a:lnTo>
                <a:lnTo>
                  <a:pt x="1252770" y="111463"/>
                </a:lnTo>
                <a:lnTo>
                  <a:pt x="1252247" y="111180"/>
                </a:lnTo>
                <a:lnTo>
                  <a:pt x="1251735" y="110886"/>
                </a:lnTo>
                <a:lnTo>
                  <a:pt x="1251232" y="110581"/>
                </a:lnTo>
                <a:lnTo>
                  <a:pt x="1250739" y="110263"/>
                </a:lnTo>
                <a:lnTo>
                  <a:pt x="1250255" y="109934"/>
                </a:lnTo>
                <a:lnTo>
                  <a:pt x="1249782" y="109593"/>
                </a:lnTo>
                <a:lnTo>
                  <a:pt x="1249318" y="109241"/>
                </a:lnTo>
                <a:lnTo>
                  <a:pt x="1248864" y="108876"/>
                </a:lnTo>
                <a:lnTo>
                  <a:pt x="1248419" y="108501"/>
                </a:lnTo>
                <a:lnTo>
                  <a:pt x="1247984" y="108113"/>
                </a:lnTo>
                <a:lnTo>
                  <a:pt x="1247559" y="107714"/>
                </a:lnTo>
                <a:lnTo>
                  <a:pt x="1247144" y="107303"/>
                </a:lnTo>
                <a:lnTo>
                  <a:pt x="1246738" y="106880"/>
                </a:lnTo>
                <a:lnTo>
                  <a:pt x="1246343" y="106446"/>
                </a:lnTo>
                <a:lnTo>
                  <a:pt x="1245956" y="106000"/>
                </a:lnTo>
                <a:lnTo>
                  <a:pt x="1245580" y="105542"/>
                </a:lnTo>
                <a:lnTo>
                  <a:pt x="1245213" y="105073"/>
                </a:lnTo>
                <a:lnTo>
                  <a:pt x="1244859" y="104590"/>
                </a:lnTo>
                <a:lnTo>
                  <a:pt x="1244519" y="104093"/>
                </a:lnTo>
                <a:lnTo>
                  <a:pt x="1244194" y="103580"/>
                </a:lnTo>
                <a:lnTo>
                  <a:pt x="1243884" y="103053"/>
                </a:lnTo>
                <a:lnTo>
                  <a:pt x="1243589" y="102510"/>
                </a:lnTo>
                <a:lnTo>
                  <a:pt x="1243308" y="101953"/>
                </a:lnTo>
                <a:lnTo>
                  <a:pt x="1243042" y="101381"/>
                </a:lnTo>
                <a:lnTo>
                  <a:pt x="1242791" y="100794"/>
                </a:lnTo>
                <a:lnTo>
                  <a:pt x="1242554" y="100191"/>
                </a:lnTo>
                <a:lnTo>
                  <a:pt x="1242333" y="99574"/>
                </a:lnTo>
                <a:lnTo>
                  <a:pt x="1242126" y="98942"/>
                </a:lnTo>
                <a:lnTo>
                  <a:pt x="1241934" y="98296"/>
                </a:lnTo>
                <a:lnTo>
                  <a:pt x="1241756" y="97634"/>
                </a:lnTo>
                <a:lnTo>
                  <a:pt x="1241594" y="96957"/>
                </a:lnTo>
                <a:lnTo>
                  <a:pt x="1241446" y="96265"/>
                </a:lnTo>
                <a:lnTo>
                  <a:pt x="1241313" y="95559"/>
                </a:lnTo>
                <a:lnTo>
                  <a:pt x="1241194" y="94837"/>
                </a:lnTo>
                <a:lnTo>
                  <a:pt x="1241090" y="94101"/>
                </a:lnTo>
                <a:lnTo>
                  <a:pt x="1241002" y="93349"/>
                </a:lnTo>
                <a:lnTo>
                  <a:pt x="1240927" y="92583"/>
                </a:lnTo>
                <a:lnTo>
                  <a:pt x="1240868" y="91801"/>
                </a:lnTo>
                <a:lnTo>
                  <a:pt x="1240823" y="91005"/>
                </a:lnTo>
                <a:lnTo>
                  <a:pt x="1240793" y="90194"/>
                </a:lnTo>
                <a:lnTo>
                  <a:pt x="1240778" y="89368"/>
                </a:lnTo>
                <a:lnTo>
                  <a:pt x="1223971" y="89368"/>
                </a:lnTo>
                <a:lnTo>
                  <a:pt x="1223982" y="90527"/>
                </a:lnTo>
                <a:lnTo>
                  <a:pt x="1224015" y="91669"/>
                </a:lnTo>
                <a:lnTo>
                  <a:pt x="1224070" y="92792"/>
                </a:lnTo>
                <a:lnTo>
                  <a:pt x="1224148" y="93897"/>
                </a:lnTo>
                <a:lnTo>
                  <a:pt x="1224247" y="94983"/>
                </a:lnTo>
                <a:lnTo>
                  <a:pt x="1224368" y="96052"/>
                </a:lnTo>
                <a:lnTo>
                  <a:pt x="1224511" y="97102"/>
                </a:lnTo>
                <a:lnTo>
                  <a:pt x="1224677" y="98135"/>
                </a:lnTo>
                <a:lnTo>
                  <a:pt x="1224864" y="99149"/>
                </a:lnTo>
                <a:lnTo>
                  <a:pt x="1225074" y="100144"/>
                </a:lnTo>
                <a:lnTo>
                  <a:pt x="1225305" y="101122"/>
                </a:lnTo>
                <a:lnTo>
                  <a:pt x="1225559" y="102082"/>
                </a:lnTo>
                <a:lnTo>
                  <a:pt x="1225834" y="103023"/>
                </a:lnTo>
                <a:lnTo>
                  <a:pt x="1226132" y="103946"/>
                </a:lnTo>
                <a:lnTo>
                  <a:pt x="1226451" y="104851"/>
                </a:lnTo>
                <a:lnTo>
                  <a:pt x="1226793" y="105738"/>
                </a:lnTo>
                <a:lnTo>
                  <a:pt x="1227157" y="106606"/>
                </a:lnTo>
                <a:lnTo>
                  <a:pt x="1227543" y="107457"/>
                </a:lnTo>
                <a:lnTo>
                  <a:pt x="1227951" y="108289"/>
                </a:lnTo>
                <a:lnTo>
                  <a:pt x="1228380" y="109103"/>
                </a:lnTo>
                <a:lnTo>
                  <a:pt x="1228832" y="109899"/>
                </a:lnTo>
                <a:lnTo>
                  <a:pt x="1229306" y="110677"/>
                </a:lnTo>
                <a:lnTo>
                  <a:pt x="1229802" y="111436"/>
                </a:lnTo>
                <a:lnTo>
                  <a:pt x="1230321" y="112177"/>
                </a:lnTo>
                <a:lnTo>
                  <a:pt x="1230858" y="112902"/>
                </a:lnTo>
                <a:lnTo>
                  <a:pt x="1231411" y="113610"/>
                </a:lnTo>
                <a:lnTo>
                  <a:pt x="1231979" y="114301"/>
                </a:lnTo>
                <a:lnTo>
                  <a:pt x="1232564" y="114977"/>
                </a:lnTo>
                <a:lnTo>
                  <a:pt x="1233165" y="115636"/>
                </a:lnTo>
                <a:lnTo>
                  <a:pt x="1233781" y="116279"/>
                </a:lnTo>
                <a:lnTo>
                  <a:pt x="1234414" y="116906"/>
                </a:lnTo>
                <a:lnTo>
                  <a:pt x="1235062" y="117516"/>
                </a:lnTo>
                <a:lnTo>
                  <a:pt x="1235726" y="118111"/>
                </a:lnTo>
                <a:lnTo>
                  <a:pt x="1236406" y="118689"/>
                </a:lnTo>
                <a:lnTo>
                  <a:pt x="1237102" y="119251"/>
                </a:lnTo>
                <a:lnTo>
                  <a:pt x="1237814" y="119796"/>
                </a:lnTo>
                <a:lnTo>
                  <a:pt x="1238541" y="120326"/>
                </a:lnTo>
                <a:lnTo>
                  <a:pt x="1239285" y="120839"/>
                </a:lnTo>
                <a:lnTo>
                  <a:pt x="1240044" y="121336"/>
                </a:lnTo>
                <a:lnTo>
                  <a:pt x="1240820" y="121816"/>
                </a:lnTo>
                <a:lnTo>
                  <a:pt x="1241611" y="122281"/>
                </a:lnTo>
                <a:lnTo>
                  <a:pt x="1242418" y="122729"/>
                </a:lnTo>
                <a:lnTo>
                  <a:pt x="1243241" y="123161"/>
                </a:lnTo>
                <a:lnTo>
                  <a:pt x="1244080" y="123577"/>
                </a:lnTo>
                <a:lnTo>
                  <a:pt x="1244935" y="123977"/>
                </a:lnTo>
                <a:lnTo>
                  <a:pt x="1245805" y="124360"/>
                </a:lnTo>
                <a:lnTo>
                  <a:pt x="1246692" y="124727"/>
                </a:lnTo>
                <a:lnTo>
                  <a:pt x="1247594" y="125078"/>
                </a:lnTo>
                <a:lnTo>
                  <a:pt x="1248509" y="125414"/>
                </a:lnTo>
                <a:lnTo>
                  <a:pt x="1249433" y="125735"/>
                </a:lnTo>
                <a:lnTo>
                  <a:pt x="1250365" y="126042"/>
                </a:lnTo>
                <a:lnTo>
                  <a:pt x="1251306" y="126335"/>
                </a:lnTo>
                <a:lnTo>
                  <a:pt x="1252256" y="126613"/>
                </a:lnTo>
                <a:lnTo>
                  <a:pt x="1253214" y="126877"/>
                </a:lnTo>
                <a:lnTo>
                  <a:pt x="1254181" y="127127"/>
                </a:lnTo>
                <a:lnTo>
                  <a:pt x="1255157" y="127363"/>
                </a:lnTo>
                <a:lnTo>
                  <a:pt x="1256142" y="127584"/>
                </a:lnTo>
                <a:lnTo>
                  <a:pt x="1257136" y="127791"/>
                </a:lnTo>
                <a:lnTo>
                  <a:pt x="1258138" y="127984"/>
                </a:lnTo>
                <a:lnTo>
                  <a:pt x="1259149" y="128163"/>
                </a:lnTo>
                <a:lnTo>
                  <a:pt x="1260169" y="128327"/>
                </a:lnTo>
                <a:lnTo>
                  <a:pt x="1261198" y="128477"/>
                </a:lnTo>
                <a:lnTo>
                  <a:pt x="1262235" y="128613"/>
                </a:lnTo>
                <a:lnTo>
                  <a:pt x="1263281" y="128734"/>
                </a:lnTo>
                <a:lnTo>
                  <a:pt x="1264336" y="128841"/>
                </a:lnTo>
                <a:lnTo>
                  <a:pt x="1265399" y="128934"/>
                </a:lnTo>
                <a:lnTo>
                  <a:pt x="1266472" y="129013"/>
                </a:lnTo>
                <a:lnTo>
                  <a:pt x="1267553" y="129077"/>
                </a:lnTo>
                <a:lnTo>
                  <a:pt x="1268642" y="129127"/>
                </a:lnTo>
                <a:lnTo>
                  <a:pt x="1269741" y="129163"/>
                </a:lnTo>
                <a:lnTo>
                  <a:pt x="1270848" y="129184"/>
                </a:lnTo>
                <a:lnTo>
                  <a:pt x="1271964" y="129191"/>
                </a:lnTo>
                <a:lnTo>
                  <a:pt x="1273049" y="129184"/>
                </a:lnTo>
                <a:lnTo>
                  <a:pt x="1274125" y="129163"/>
                </a:lnTo>
                <a:lnTo>
                  <a:pt x="1275191" y="129128"/>
                </a:lnTo>
                <a:lnTo>
                  <a:pt x="1276248" y="129079"/>
                </a:lnTo>
                <a:lnTo>
                  <a:pt x="1277296" y="129017"/>
                </a:lnTo>
                <a:close/>
                <a:moveTo>
                  <a:pt x="1540617" y="114762"/>
                </a:moveTo>
                <a:lnTo>
                  <a:pt x="1539985" y="114721"/>
                </a:lnTo>
                <a:lnTo>
                  <a:pt x="1539373" y="114663"/>
                </a:lnTo>
                <a:lnTo>
                  <a:pt x="1538783" y="114589"/>
                </a:lnTo>
                <a:lnTo>
                  <a:pt x="1538213" y="114499"/>
                </a:lnTo>
                <a:lnTo>
                  <a:pt x="1537664" y="114392"/>
                </a:lnTo>
                <a:lnTo>
                  <a:pt x="1537136" y="114268"/>
                </a:lnTo>
                <a:lnTo>
                  <a:pt x="1536629" y="114128"/>
                </a:lnTo>
                <a:lnTo>
                  <a:pt x="1536143" y="113972"/>
                </a:lnTo>
                <a:lnTo>
                  <a:pt x="1535678" y="113799"/>
                </a:lnTo>
                <a:lnTo>
                  <a:pt x="1535234" y="113610"/>
                </a:lnTo>
                <a:lnTo>
                  <a:pt x="1534810" y="113404"/>
                </a:lnTo>
                <a:lnTo>
                  <a:pt x="1534408" y="113182"/>
                </a:lnTo>
                <a:lnTo>
                  <a:pt x="1534026" y="112943"/>
                </a:lnTo>
                <a:lnTo>
                  <a:pt x="1533666" y="112688"/>
                </a:lnTo>
                <a:lnTo>
                  <a:pt x="1533326" y="112416"/>
                </a:lnTo>
                <a:lnTo>
                  <a:pt x="1533007" y="112128"/>
                </a:lnTo>
                <a:lnTo>
                  <a:pt x="1532710" y="111823"/>
                </a:lnTo>
                <a:lnTo>
                  <a:pt x="1532433" y="111502"/>
                </a:lnTo>
                <a:lnTo>
                  <a:pt x="1532177" y="111165"/>
                </a:lnTo>
                <a:lnTo>
                  <a:pt x="1531941" y="110811"/>
                </a:lnTo>
                <a:lnTo>
                  <a:pt x="1531727" y="110441"/>
                </a:lnTo>
                <a:lnTo>
                  <a:pt x="1531534" y="110054"/>
                </a:lnTo>
                <a:lnTo>
                  <a:pt x="1531355" y="109651"/>
                </a:lnTo>
                <a:lnTo>
                  <a:pt x="1531183" y="109234"/>
                </a:lnTo>
                <a:lnTo>
                  <a:pt x="1531020" y="108801"/>
                </a:lnTo>
                <a:lnTo>
                  <a:pt x="1530863" y="108354"/>
                </a:lnTo>
                <a:lnTo>
                  <a:pt x="1530715" y="107893"/>
                </a:lnTo>
                <a:lnTo>
                  <a:pt x="1530574" y="107416"/>
                </a:lnTo>
                <a:lnTo>
                  <a:pt x="1530441" y="106925"/>
                </a:lnTo>
                <a:lnTo>
                  <a:pt x="1530315" y="106419"/>
                </a:lnTo>
                <a:lnTo>
                  <a:pt x="1530197" y="105899"/>
                </a:lnTo>
                <a:lnTo>
                  <a:pt x="1530086" y="105363"/>
                </a:lnTo>
                <a:lnTo>
                  <a:pt x="1529983" y="104813"/>
                </a:lnTo>
                <a:lnTo>
                  <a:pt x="1529888" y="104248"/>
                </a:lnTo>
                <a:lnTo>
                  <a:pt x="1529801" y="103669"/>
                </a:lnTo>
                <a:lnTo>
                  <a:pt x="1529721" y="103074"/>
                </a:lnTo>
                <a:lnTo>
                  <a:pt x="1529648" y="102465"/>
                </a:lnTo>
                <a:lnTo>
                  <a:pt x="1529583" y="101842"/>
                </a:lnTo>
                <a:lnTo>
                  <a:pt x="1529526" y="101203"/>
                </a:lnTo>
                <a:lnTo>
                  <a:pt x="1529477" y="100550"/>
                </a:lnTo>
                <a:lnTo>
                  <a:pt x="1529435" y="99882"/>
                </a:lnTo>
                <a:lnTo>
                  <a:pt x="1529401" y="99199"/>
                </a:lnTo>
                <a:lnTo>
                  <a:pt x="1529374" y="98502"/>
                </a:lnTo>
                <a:lnTo>
                  <a:pt x="1529355" y="97789"/>
                </a:lnTo>
                <a:lnTo>
                  <a:pt x="1529343" y="97062"/>
                </a:lnTo>
                <a:lnTo>
                  <a:pt x="1529340" y="96321"/>
                </a:lnTo>
                <a:lnTo>
                  <a:pt x="1529340" y="45338"/>
                </a:lnTo>
                <a:lnTo>
                  <a:pt x="1551842" y="45338"/>
                </a:lnTo>
                <a:lnTo>
                  <a:pt x="1551842" y="32718"/>
                </a:lnTo>
                <a:lnTo>
                  <a:pt x="1529340" y="32718"/>
                </a:lnTo>
                <a:lnTo>
                  <a:pt x="1529340" y="11872"/>
                </a:lnTo>
                <a:lnTo>
                  <a:pt x="1513746" y="11872"/>
                </a:lnTo>
                <a:lnTo>
                  <a:pt x="1513746" y="32718"/>
                </a:lnTo>
                <a:lnTo>
                  <a:pt x="1498620" y="32718"/>
                </a:lnTo>
                <a:lnTo>
                  <a:pt x="1498620" y="45338"/>
                </a:lnTo>
                <a:lnTo>
                  <a:pt x="1513746" y="45338"/>
                </a:lnTo>
                <a:lnTo>
                  <a:pt x="1513746" y="96657"/>
                </a:lnTo>
                <a:lnTo>
                  <a:pt x="1513750" y="97460"/>
                </a:lnTo>
                <a:lnTo>
                  <a:pt x="1513762" y="98253"/>
                </a:lnTo>
                <a:lnTo>
                  <a:pt x="1513781" y="99037"/>
                </a:lnTo>
                <a:lnTo>
                  <a:pt x="1513807" y="99811"/>
                </a:lnTo>
                <a:lnTo>
                  <a:pt x="1513842" y="100575"/>
                </a:lnTo>
                <a:lnTo>
                  <a:pt x="1513884" y="101330"/>
                </a:lnTo>
                <a:lnTo>
                  <a:pt x="1513933" y="102075"/>
                </a:lnTo>
                <a:lnTo>
                  <a:pt x="1513990" y="102811"/>
                </a:lnTo>
                <a:lnTo>
                  <a:pt x="1514055" y="103536"/>
                </a:lnTo>
                <a:lnTo>
                  <a:pt x="1514127" y="104252"/>
                </a:lnTo>
                <a:lnTo>
                  <a:pt x="1514207" y="104958"/>
                </a:lnTo>
                <a:lnTo>
                  <a:pt x="1514295" y="105655"/>
                </a:lnTo>
                <a:lnTo>
                  <a:pt x="1514390" y="106342"/>
                </a:lnTo>
                <a:lnTo>
                  <a:pt x="1514493" y="107019"/>
                </a:lnTo>
                <a:lnTo>
                  <a:pt x="1514604" y="107687"/>
                </a:lnTo>
                <a:lnTo>
                  <a:pt x="1514722" y="108344"/>
                </a:lnTo>
                <a:lnTo>
                  <a:pt x="1514847" y="108993"/>
                </a:lnTo>
                <a:lnTo>
                  <a:pt x="1514981" y="109631"/>
                </a:lnTo>
                <a:lnTo>
                  <a:pt x="1515122" y="110260"/>
                </a:lnTo>
                <a:lnTo>
                  <a:pt x="1515270" y="110879"/>
                </a:lnTo>
                <a:lnTo>
                  <a:pt x="1515426" y="111488"/>
                </a:lnTo>
                <a:lnTo>
                  <a:pt x="1515590" y="112088"/>
                </a:lnTo>
                <a:lnTo>
                  <a:pt x="1515762" y="112678"/>
                </a:lnTo>
                <a:lnTo>
                  <a:pt x="1515941" y="113258"/>
                </a:lnTo>
                <a:lnTo>
                  <a:pt x="1516130" y="113828"/>
                </a:lnTo>
                <a:lnTo>
                  <a:pt x="1516332" y="114387"/>
                </a:lnTo>
                <a:lnTo>
                  <a:pt x="1516548" y="114934"/>
                </a:lnTo>
                <a:lnTo>
                  <a:pt x="1516776" y="115471"/>
                </a:lnTo>
                <a:lnTo>
                  <a:pt x="1517017" y="115995"/>
                </a:lnTo>
                <a:lnTo>
                  <a:pt x="1517271" y="116509"/>
                </a:lnTo>
                <a:lnTo>
                  <a:pt x="1517538" y="117012"/>
                </a:lnTo>
                <a:lnTo>
                  <a:pt x="1517819" y="117503"/>
                </a:lnTo>
                <a:lnTo>
                  <a:pt x="1518112" y="117983"/>
                </a:lnTo>
                <a:lnTo>
                  <a:pt x="1518418" y="118452"/>
                </a:lnTo>
                <a:lnTo>
                  <a:pt x="1518737" y="118909"/>
                </a:lnTo>
                <a:lnTo>
                  <a:pt x="1519069" y="119356"/>
                </a:lnTo>
                <a:lnTo>
                  <a:pt x="1519414" y="119791"/>
                </a:lnTo>
                <a:lnTo>
                  <a:pt x="1519772" y="120215"/>
                </a:lnTo>
                <a:lnTo>
                  <a:pt x="1520142" y="120628"/>
                </a:lnTo>
                <a:lnTo>
                  <a:pt x="1520526" y="121029"/>
                </a:lnTo>
                <a:lnTo>
                  <a:pt x="1520923" y="121419"/>
                </a:lnTo>
                <a:lnTo>
                  <a:pt x="1521333" y="121798"/>
                </a:lnTo>
                <a:lnTo>
                  <a:pt x="1521756" y="122166"/>
                </a:lnTo>
                <a:lnTo>
                  <a:pt x="1522191" y="122523"/>
                </a:lnTo>
                <a:lnTo>
                  <a:pt x="1522640" y="122868"/>
                </a:lnTo>
                <a:lnTo>
                  <a:pt x="1523102" y="123202"/>
                </a:lnTo>
                <a:lnTo>
                  <a:pt x="1523576" y="123525"/>
                </a:lnTo>
                <a:lnTo>
                  <a:pt x="1524064" y="123836"/>
                </a:lnTo>
                <a:lnTo>
                  <a:pt x="1524567" y="124136"/>
                </a:lnTo>
                <a:lnTo>
                  <a:pt x="1525087" y="124423"/>
                </a:lnTo>
                <a:lnTo>
                  <a:pt x="1525624" y="124697"/>
                </a:lnTo>
                <a:lnTo>
                  <a:pt x="1526179" y="124958"/>
                </a:lnTo>
                <a:lnTo>
                  <a:pt x="1526751" y="125207"/>
                </a:lnTo>
                <a:lnTo>
                  <a:pt x="1527341" y="125443"/>
                </a:lnTo>
                <a:lnTo>
                  <a:pt x="1527948" y="125666"/>
                </a:lnTo>
                <a:lnTo>
                  <a:pt x="1528572" y="125876"/>
                </a:lnTo>
                <a:lnTo>
                  <a:pt x="1529213" y="126074"/>
                </a:lnTo>
                <a:lnTo>
                  <a:pt x="1529872" y="126259"/>
                </a:lnTo>
                <a:lnTo>
                  <a:pt x="1530549" y="126431"/>
                </a:lnTo>
                <a:lnTo>
                  <a:pt x="1531242" y="126590"/>
                </a:lnTo>
                <a:lnTo>
                  <a:pt x="1531953" y="126737"/>
                </a:lnTo>
                <a:lnTo>
                  <a:pt x="1532681" y="126871"/>
                </a:lnTo>
                <a:lnTo>
                  <a:pt x="1533427" y="126992"/>
                </a:lnTo>
                <a:lnTo>
                  <a:pt x="1534190" y="127100"/>
                </a:lnTo>
                <a:lnTo>
                  <a:pt x="1534970" y="127196"/>
                </a:lnTo>
                <a:lnTo>
                  <a:pt x="1535768" y="127279"/>
                </a:lnTo>
                <a:lnTo>
                  <a:pt x="1536583" y="127349"/>
                </a:lnTo>
                <a:lnTo>
                  <a:pt x="1537415" y="127406"/>
                </a:lnTo>
                <a:lnTo>
                  <a:pt x="1538265" y="127451"/>
                </a:lnTo>
                <a:lnTo>
                  <a:pt x="1539132" y="127483"/>
                </a:lnTo>
                <a:lnTo>
                  <a:pt x="1540016" y="127502"/>
                </a:lnTo>
                <a:lnTo>
                  <a:pt x="1540918" y="127508"/>
                </a:lnTo>
                <a:lnTo>
                  <a:pt x="1551842" y="127508"/>
                </a:lnTo>
                <a:lnTo>
                  <a:pt x="1551842" y="114795"/>
                </a:lnTo>
                <a:lnTo>
                  <a:pt x="1541945" y="114795"/>
                </a:lnTo>
                <a:lnTo>
                  <a:pt x="1541271" y="114787"/>
                </a:lnTo>
                <a:lnTo>
                  <a:pt x="1540617" y="114762"/>
                </a:lnTo>
                <a:close/>
                <a:moveTo>
                  <a:pt x="1735035" y="45322"/>
                </a:moveTo>
                <a:lnTo>
                  <a:pt x="1734621" y="44416"/>
                </a:lnTo>
                <a:lnTo>
                  <a:pt x="1734185" y="43535"/>
                </a:lnTo>
                <a:lnTo>
                  <a:pt x="1733726" y="42679"/>
                </a:lnTo>
                <a:lnTo>
                  <a:pt x="1733245" y="41849"/>
                </a:lnTo>
                <a:lnTo>
                  <a:pt x="1732742" y="41042"/>
                </a:lnTo>
                <a:lnTo>
                  <a:pt x="1732216" y="40261"/>
                </a:lnTo>
                <a:lnTo>
                  <a:pt x="1731664" y="39508"/>
                </a:lnTo>
                <a:lnTo>
                  <a:pt x="1731083" y="38788"/>
                </a:lnTo>
                <a:lnTo>
                  <a:pt x="1730472" y="38099"/>
                </a:lnTo>
                <a:lnTo>
                  <a:pt x="1729832" y="37442"/>
                </a:lnTo>
                <a:lnTo>
                  <a:pt x="1729163" y="36818"/>
                </a:lnTo>
                <a:lnTo>
                  <a:pt x="1728464" y="36225"/>
                </a:lnTo>
                <a:lnTo>
                  <a:pt x="1727735" y="35664"/>
                </a:lnTo>
                <a:lnTo>
                  <a:pt x="1726977" y="35136"/>
                </a:lnTo>
                <a:lnTo>
                  <a:pt x="1726189" y="34639"/>
                </a:lnTo>
                <a:lnTo>
                  <a:pt x="1725372" y="34175"/>
                </a:lnTo>
                <a:lnTo>
                  <a:pt x="1724525" y="33743"/>
                </a:lnTo>
                <a:lnTo>
                  <a:pt x="1723649" y="33342"/>
                </a:lnTo>
                <a:lnTo>
                  <a:pt x="1722743" y="32974"/>
                </a:lnTo>
                <a:lnTo>
                  <a:pt x="1721808" y="32637"/>
                </a:lnTo>
                <a:lnTo>
                  <a:pt x="1720844" y="32333"/>
                </a:lnTo>
                <a:lnTo>
                  <a:pt x="1719849" y="32061"/>
                </a:lnTo>
                <a:lnTo>
                  <a:pt x="1718826" y="31821"/>
                </a:lnTo>
                <a:lnTo>
                  <a:pt x="1717772" y="31612"/>
                </a:lnTo>
                <a:lnTo>
                  <a:pt x="1716690" y="31436"/>
                </a:lnTo>
                <a:lnTo>
                  <a:pt x="1715578" y="31292"/>
                </a:lnTo>
                <a:lnTo>
                  <a:pt x="1714436" y="31180"/>
                </a:lnTo>
                <a:lnTo>
                  <a:pt x="1713265" y="31100"/>
                </a:lnTo>
                <a:lnTo>
                  <a:pt x="1712064" y="31052"/>
                </a:lnTo>
                <a:lnTo>
                  <a:pt x="1710834" y="31036"/>
                </a:lnTo>
                <a:lnTo>
                  <a:pt x="1709945" y="31044"/>
                </a:lnTo>
                <a:lnTo>
                  <a:pt x="1709069" y="31069"/>
                </a:lnTo>
                <a:lnTo>
                  <a:pt x="1708205" y="31110"/>
                </a:lnTo>
                <a:lnTo>
                  <a:pt x="1707353" y="31167"/>
                </a:lnTo>
                <a:lnTo>
                  <a:pt x="1706514" y="31241"/>
                </a:lnTo>
                <a:lnTo>
                  <a:pt x="1705687" y="31331"/>
                </a:lnTo>
                <a:lnTo>
                  <a:pt x="1704872" y="31437"/>
                </a:lnTo>
                <a:lnTo>
                  <a:pt x="1704069" y="31560"/>
                </a:lnTo>
                <a:lnTo>
                  <a:pt x="1703279" y="31700"/>
                </a:lnTo>
                <a:lnTo>
                  <a:pt x="1702502" y="31855"/>
                </a:lnTo>
                <a:lnTo>
                  <a:pt x="1701736" y="32027"/>
                </a:lnTo>
                <a:lnTo>
                  <a:pt x="1700983" y="32216"/>
                </a:lnTo>
                <a:lnTo>
                  <a:pt x="1700242" y="32421"/>
                </a:lnTo>
                <a:lnTo>
                  <a:pt x="1699514" y="32642"/>
                </a:lnTo>
                <a:lnTo>
                  <a:pt x="1698797" y="32880"/>
                </a:lnTo>
                <a:lnTo>
                  <a:pt x="1698094" y="33134"/>
                </a:lnTo>
                <a:lnTo>
                  <a:pt x="1697402" y="33404"/>
                </a:lnTo>
                <a:lnTo>
                  <a:pt x="1696723" y="33691"/>
                </a:lnTo>
                <a:lnTo>
                  <a:pt x="1696056" y="33994"/>
                </a:lnTo>
                <a:lnTo>
                  <a:pt x="1695401" y="34314"/>
                </a:lnTo>
                <a:lnTo>
                  <a:pt x="1694759" y="34650"/>
                </a:lnTo>
                <a:lnTo>
                  <a:pt x="1694129" y="35003"/>
                </a:lnTo>
                <a:lnTo>
                  <a:pt x="1693512" y="35371"/>
                </a:lnTo>
                <a:lnTo>
                  <a:pt x="1692906" y="35757"/>
                </a:lnTo>
                <a:lnTo>
                  <a:pt x="1692313" y="36151"/>
                </a:lnTo>
                <a:lnTo>
                  <a:pt x="1691731" y="36548"/>
                </a:lnTo>
                <a:lnTo>
                  <a:pt x="1691160" y="36948"/>
                </a:lnTo>
                <a:lnTo>
                  <a:pt x="1690601" y="37350"/>
                </a:lnTo>
                <a:lnTo>
                  <a:pt x="1690052" y="37754"/>
                </a:lnTo>
                <a:lnTo>
                  <a:pt x="1689516" y="38161"/>
                </a:lnTo>
                <a:lnTo>
                  <a:pt x="1688990" y="38570"/>
                </a:lnTo>
                <a:lnTo>
                  <a:pt x="1688476" y="38982"/>
                </a:lnTo>
                <a:lnTo>
                  <a:pt x="1687974" y="39396"/>
                </a:lnTo>
                <a:lnTo>
                  <a:pt x="1687482" y="39812"/>
                </a:lnTo>
                <a:lnTo>
                  <a:pt x="1687002" y="40231"/>
                </a:lnTo>
                <a:lnTo>
                  <a:pt x="1686534" y="40653"/>
                </a:lnTo>
                <a:lnTo>
                  <a:pt x="1686076" y="41076"/>
                </a:lnTo>
                <a:lnTo>
                  <a:pt x="1685630" y="41503"/>
                </a:lnTo>
                <a:lnTo>
                  <a:pt x="1685196" y="41931"/>
                </a:lnTo>
                <a:lnTo>
                  <a:pt x="1684773" y="42363"/>
                </a:lnTo>
                <a:lnTo>
                  <a:pt x="1684361" y="42796"/>
                </a:lnTo>
                <a:lnTo>
                  <a:pt x="1683960" y="43232"/>
                </a:lnTo>
                <a:lnTo>
                  <a:pt x="1683571" y="43671"/>
                </a:lnTo>
                <a:lnTo>
                  <a:pt x="1683193" y="44111"/>
                </a:lnTo>
                <a:lnTo>
                  <a:pt x="1682826" y="44555"/>
                </a:lnTo>
                <a:lnTo>
                  <a:pt x="1682471" y="45001"/>
                </a:lnTo>
                <a:lnTo>
                  <a:pt x="1682128" y="45449"/>
                </a:lnTo>
                <a:lnTo>
                  <a:pt x="1681795" y="45899"/>
                </a:lnTo>
                <a:lnTo>
                  <a:pt x="1681422" y="32718"/>
                </a:lnTo>
                <a:lnTo>
                  <a:pt x="1666295" y="32718"/>
                </a:lnTo>
                <a:lnTo>
                  <a:pt x="1666295" y="127508"/>
                </a:lnTo>
                <a:lnTo>
                  <a:pt x="1681888" y="127508"/>
                </a:lnTo>
                <a:lnTo>
                  <a:pt x="1681888" y="59258"/>
                </a:lnTo>
                <a:lnTo>
                  <a:pt x="1682219" y="58798"/>
                </a:lnTo>
                <a:lnTo>
                  <a:pt x="1682559" y="58340"/>
                </a:lnTo>
                <a:lnTo>
                  <a:pt x="1682906" y="57885"/>
                </a:lnTo>
                <a:lnTo>
                  <a:pt x="1683262" y="57432"/>
                </a:lnTo>
                <a:lnTo>
                  <a:pt x="1683626" y="56982"/>
                </a:lnTo>
                <a:lnTo>
                  <a:pt x="1683998" y="56534"/>
                </a:lnTo>
                <a:lnTo>
                  <a:pt x="1684379" y="56089"/>
                </a:lnTo>
                <a:lnTo>
                  <a:pt x="1684767" y="55647"/>
                </a:lnTo>
                <a:lnTo>
                  <a:pt x="1685164" y="55207"/>
                </a:lnTo>
                <a:lnTo>
                  <a:pt x="1685570" y="54770"/>
                </a:lnTo>
                <a:lnTo>
                  <a:pt x="1685983" y="54335"/>
                </a:lnTo>
                <a:lnTo>
                  <a:pt x="1686405" y="53903"/>
                </a:lnTo>
                <a:lnTo>
                  <a:pt x="1686835" y="53473"/>
                </a:lnTo>
                <a:lnTo>
                  <a:pt x="1687274" y="53047"/>
                </a:lnTo>
                <a:lnTo>
                  <a:pt x="1687721" y="52622"/>
                </a:lnTo>
                <a:lnTo>
                  <a:pt x="1688175" y="52201"/>
                </a:lnTo>
                <a:lnTo>
                  <a:pt x="1688639" y="51781"/>
                </a:lnTo>
                <a:lnTo>
                  <a:pt x="1689110" y="51365"/>
                </a:lnTo>
                <a:lnTo>
                  <a:pt x="1689590" y="50951"/>
                </a:lnTo>
                <a:lnTo>
                  <a:pt x="1690078" y="50540"/>
                </a:lnTo>
                <a:lnTo>
                  <a:pt x="1690574" y="50131"/>
                </a:lnTo>
                <a:lnTo>
                  <a:pt x="1691079" y="49725"/>
                </a:lnTo>
                <a:lnTo>
                  <a:pt x="1691592" y="49321"/>
                </a:lnTo>
                <a:lnTo>
                  <a:pt x="1692113" y="48920"/>
                </a:lnTo>
                <a:lnTo>
                  <a:pt x="1692642" y="48528"/>
                </a:lnTo>
                <a:lnTo>
                  <a:pt x="1693182" y="48154"/>
                </a:lnTo>
                <a:lnTo>
                  <a:pt x="1693730" y="47796"/>
                </a:lnTo>
                <a:lnTo>
                  <a:pt x="1694287" y="47454"/>
                </a:lnTo>
                <a:lnTo>
                  <a:pt x="1694854" y="47129"/>
                </a:lnTo>
                <a:lnTo>
                  <a:pt x="1695430" y="46821"/>
                </a:lnTo>
                <a:lnTo>
                  <a:pt x="1696016" y="46530"/>
                </a:lnTo>
                <a:lnTo>
                  <a:pt x="1696610" y="46255"/>
                </a:lnTo>
                <a:lnTo>
                  <a:pt x="1697214" y="45997"/>
                </a:lnTo>
                <a:lnTo>
                  <a:pt x="1697827" y="45755"/>
                </a:lnTo>
                <a:lnTo>
                  <a:pt x="1698449" y="45531"/>
                </a:lnTo>
                <a:lnTo>
                  <a:pt x="1699081" y="45322"/>
                </a:lnTo>
                <a:lnTo>
                  <a:pt x="1699721" y="45131"/>
                </a:lnTo>
                <a:lnTo>
                  <a:pt x="1700371" y="44956"/>
                </a:lnTo>
                <a:lnTo>
                  <a:pt x="1701030" y="44798"/>
                </a:lnTo>
                <a:lnTo>
                  <a:pt x="1701699" y="44656"/>
                </a:lnTo>
                <a:lnTo>
                  <a:pt x="1702377" y="44531"/>
                </a:lnTo>
                <a:lnTo>
                  <a:pt x="1703063" y="44423"/>
                </a:lnTo>
                <a:lnTo>
                  <a:pt x="1703760" y="44331"/>
                </a:lnTo>
                <a:lnTo>
                  <a:pt x="1704465" y="44256"/>
                </a:lnTo>
                <a:lnTo>
                  <a:pt x="1705180" y="44198"/>
                </a:lnTo>
                <a:lnTo>
                  <a:pt x="1705903" y="44156"/>
                </a:lnTo>
                <a:lnTo>
                  <a:pt x="1706637" y="44131"/>
                </a:lnTo>
                <a:lnTo>
                  <a:pt x="1707379" y="44123"/>
                </a:lnTo>
                <a:lnTo>
                  <a:pt x="1707918" y="44128"/>
                </a:lnTo>
                <a:lnTo>
                  <a:pt x="1708447" y="44144"/>
                </a:lnTo>
                <a:lnTo>
                  <a:pt x="1708964" y="44170"/>
                </a:lnTo>
                <a:lnTo>
                  <a:pt x="1709471" y="44207"/>
                </a:lnTo>
                <a:lnTo>
                  <a:pt x="1709967" y="44254"/>
                </a:lnTo>
                <a:lnTo>
                  <a:pt x="1710451" y="44312"/>
                </a:lnTo>
                <a:lnTo>
                  <a:pt x="1710926" y="44380"/>
                </a:lnTo>
                <a:lnTo>
                  <a:pt x="1711389" y="44458"/>
                </a:lnTo>
                <a:lnTo>
                  <a:pt x="1711841" y="44548"/>
                </a:lnTo>
                <a:lnTo>
                  <a:pt x="1712283" y="44647"/>
                </a:lnTo>
                <a:lnTo>
                  <a:pt x="1712713" y="44757"/>
                </a:lnTo>
                <a:lnTo>
                  <a:pt x="1713133" y="44878"/>
                </a:lnTo>
                <a:lnTo>
                  <a:pt x="1713542" y="45009"/>
                </a:lnTo>
                <a:lnTo>
                  <a:pt x="1713940" y="45150"/>
                </a:lnTo>
                <a:lnTo>
                  <a:pt x="1714327" y="45302"/>
                </a:lnTo>
                <a:lnTo>
                  <a:pt x="1714703" y="45464"/>
                </a:lnTo>
                <a:lnTo>
                  <a:pt x="1715069" y="45637"/>
                </a:lnTo>
                <a:lnTo>
                  <a:pt x="1715424" y="45821"/>
                </a:lnTo>
                <a:lnTo>
                  <a:pt x="1715767" y="46014"/>
                </a:lnTo>
                <a:lnTo>
                  <a:pt x="1716100" y="46219"/>
                </a:lnTo>
                <a:lnTo>
                  <a:pt x="1716422" y="46434"/>
                </a:lnTo>
                <a:lnTo>
                  <a:pt x="1716733" y="46659"/>
                </a:lnTo>
                <a:lnTo>
                  <a:pt x="1717034" y="46895"/>
                </a:lnTo>
                <a:lnTo>
                  <a:pt x="1717323" y="47141"/>
                </a:lnTo>
                <a:lnTo>
                  <a:pt x="1717603" y="47396"/>
                </a:lnTo>
                <a:lnTo>
                  <a:pt x="1717876" y="47659"/>
                </a:lnTo>
                <a:lnTo>
                  <a:pt x="1718141" y="47931"/>
                </a:lnTo>
                <a:lnTo>
                  <a:pt x="1718398" y="48210"/>
                </a:lnTo>
                <a:lnTo>
                  <a:pt x="1718648" y="48498"/>
                </a:lnTo>
                <a:lnTo>
                  <a:pt x="1718890" y="48794"/>
                </a:lnTo>
                <a:lnTo>
                  <a:pt x="1719124" y="49098"/>
                </a:lnTo>
                <a:lnTo>
                  <a:pt x="1719351" y="49409"/>
                </a:lnTo>
                <a:lnTo>
                  <a:pt x="1719571" y="49729"/>
                </a:lnTo>
                <a:lnTo>
                  <a:pt x="1719782" y="50057"/>
                </a:lnTo>
                <a:lnTo>
                  <a:pt x="1719986" y="50393"/>
                </a:lnTo>
                <a:lnTo>
                  <a:pt x="1720183" y="50738"/>
                </a:lnTo>
                <a:lnTo>
                  <a:pt x="1720371" y="51090"/>
                </a:lnTo>
                <a:lnTo>
                  <a:pt x="1720553" y="51450"/>
                </a:lnTo>
                <a:lnTo>
                  <a:pt x="1720726" y="51819"/>
                </a:lnTo>
                <a:lnTo>
                  <a:pt x="1720892" y="52195"/>
                </a:lnTo>
                <a:lnTo>
                  <a:pt x="1721050" y="52580"/>
                </a:lnTo>
                <a:lnTo>
                  <a:pt x="1721201" y="52973"/>
                </a:lnTo>
                <a:lnTo>
                  <a:pt x="1721344" y="53373"/>
                </a:lnTo>
                <a:lnTo>
                  <a:pt x="1721479" y="53782"/>
                </a:lnTo>
                <a:lnTo>
                  <a:pt x="1721607" y="54199"/>
                </a:lnTo>
                <a:lnTo>
                  <a:pt x="1721727" y="54624"/>
                </a:lnTo>
                <a:lnTo>
                  <a:pt x="1721840" y="55057"/>
                </a:lnTo>
                <a:lnTo>
                  <a:pt x="1721945" y="55499"/>
                </a:lnTo>
                <a:lnTo>
                  <a:pt x="1722044" y="55946"/>
                </a:lnTo>
                <a:lnTo>
                  <a:pt x="1722139" y="56399"/>
                </a:lnTo>
                <a:lnTo>
                  <a:pt x="1722229" y="56857"/>
                </a:lnTo>
                <a:lnTo>
                  <a:pt x="1722316" y="57320"/>
                </a:lnTo>
                <a:lnTo>
                  <a:pt x="1722398" y="57788"/>
                </a:lnTo>
                <a:lnTo>
                  <a:pt x="1722476" y="58262"/>
                </a:lnTo>
                <a:lnTo>
                  <a:pt x="1722550" y="58740"/>
                </a:lnTo>
                <a:lnTo>
                  <a:pt x="1722619" y="59224"/>
                </a:lnTo>
                <a:lnTo>
                  <a:pt x="1722685" y="59713"/>
                </a:lnTo>
                <a:lnTo>
                  <a:pt x="1722746" y="60207"/>
                </a:lnTo>
                <a:lnTo>
                  <a:pt x="1722803" y="60706"/>
                </a:lnTo>
                <a:lnTo>
                  <a:pt x="1722855" y="61210"/>
                </a:lnTo>
                <a:lnTo>
                  <a:pt x="1722904" y="61720"/>
                </a:lnTo>
                <a:lnTo>
                  <a:pt x="1722948" y="62235"/>
                </a:lnTo>
                <a:lnTo>
                  <a:pt x="1722988" y="62755"/>
                </a:lnTo>
                <a:lnTo>
                  <a:pt x="1723024" y="63280"/>
                </a:lnTo>
                <a:lnTo>
                  <a:pt x="1723056" y="63810"/>
                </a:lnTo>
                <a:lnTo>
                  <a:pt x="1723083" y="64345"/>
                </a:lnTo>
                <a:lnTo>
                  <a:pt x="1723106" y="64886"/>
                </a:lnTo>
                <a:lnTo>
                  <a:pt x="1723125" y="65431"/>
                </a:lnTo>
                <a:lnTo>
                  <a:pt x="1723140" y="65982"/>
                </a:lnTo>
                <a:lnTo>
                  <a:pt x="1723150" y="66538"/>
                </a:lnTo>
                <a:lnTo>
                  <a:pt x="1723157" y="67099"/>
                </a:lnTo>
                <a:lnTo>
                  <a:pt x="1723159" y="67666"/>
                </a:lnTo>
                <a:lnTo>
                  <a:pt x="1723159" y="127508"/>
                </a:lnTo>
                <a:lnTo>
                  <a:pt x="1738659" y="127508"/>
                </a:lnTo>
                <a:lnTo>
                  <a:pt x="1738659" y="65875"/>
                </a:lnTo>
                <a:lnTo>
                  <a:pt x="1738647" y="64522"/>
                </a:lnTo>
                <a:lnTo>
                  <a:pt x="1738614" y="63193"/>
                </a:lnTo>
                <a:lnTo>
                  <a:pt x="1738558" y="61890"/>
                </a:lnTo>
                <a:lnTo>
                  <a:pt x="1738480" y="60611"/>
                </a:lnTo>
                <a:lnTo>
                  <a:pt x="1738379" y="59357"/>
                </a:lnTo>
                <a:lnTo>
                  <a:pt x="1738268" y="58247"/>
                </a:lnTo>
                <a:lnTo>
                  <a:pt x="1738285" y="58332"/>
                </a:lnTo>
                <a:lnTo>
                  <a:pt x="1738609" y="57897"/>
                </a:lnTo>
                <a:lnTo>
                  <a:pt x="1738941" y="57465"/>
                </a:lnTo>
                <a:lnTo>
                  <a:pt x="1739283" y="57035"/>
                </a:lnTo>
                <a:lnTo>
                  <a:pt x="1739634" y="56608"/>
                </a:lnTo>
                <a:lnTo>
                  <a:pt x="1739994" y="56184"/>
                </a:lnTo>
                <a:lnTo>
                  <a:pt x="1740363" y="55762"/>
                </a:lnTo>
                <a:lnTo>
                  <a:pt x="1740741" y="55342"/>
                </a:lnTo>
                <a:lnTo>
                  <a:pt x="1741128" y="54925"/>
                </a:lnTo>
                <a:lnTo>
                  <a:pt x="1741524" y="54511"/>
                </a:lnTo>
                <a:lnTo>
                  <a:pt x="1741929" y="54100"/>
                </a:lnTo>
                <a:lnTo>
                  <a:pt x="1742344" y="53691"/>
                </a:lnTo>
                <a:lnTo>
                  <a:pt x="1742767" y="53284"/>
                </a:lnTo>
                <a:lnTo>
                  <a:pt x="1743199" y="52881"/>
                </a:lnTo>
                <a:lnTo>
                  <a:pt x="1743641" y="52479"/>
                </a:lnTo>
                <a:lnTo>
                  <a:pt x="1744092" y="52081"/>
                </a:lnTo>
                <a:lnTo>
                  <a:pt x="1744551" y="51685"/>
                </a:lnTo>
                <a:lnTo>
                  <a:pt x="1745020" y="51291"/>
                </a:lnTo>
                <a:lnTo>
                  <a:pt x="1745498" y="50901"/>
                </a:lnTo>
                <a:lnTo>
                  <a:pt x="1745985" y="50512"/>
                </a:lnTo>
                <a:lnTo>
                  <a:pt x="1746481" y="50127"/>
                </a:lnTo>
                <a:lnTo>
                  <a:pt x="1746986" y="49744"/>
                </a:lnTo>
                <a:lnTo>
                  <a:pt x="1747500" y="49363"/>
                </a:lnTo>
                <a:lnTo>
                  <a:pt x="1748024" y="48985"/>
                </a:lnTo>
                <a:lnTo>
                  <a:pt x="1748556" y="48610"/>
                </a:lnTo>
                <a:lnTo>
                  <a:pt x="1749097" y="48244"/>
                </a:lnTo>
                <a:lnTo>
                  <a:pt x="1749647" y="47894"/>
                </a:lnTo>
                <a:lnTo>
                  <a:pt x="1750206" y="47559"/>
                </a:lnTo>
                <a:lnTo>
                  <a:pt x="1750774" y="47239"/>
                </a:lnTo>
                <a:lnTo>
                  <a:pt x="1751350" y="46935"/>
                </a:lnTo>
                <a:lnTo>
                  <a:pt x="1751935" y="46647"/>
                </a:lnTo>
                <a:lnTo>
                  <a:pt x="1752529" y="46374"/>
                </a:lnTo>
                <a:lnTo>
                  <a:pt x="1753131" y="46117"/>
                </a:lnTo>
                <a:lnTo>
                  <a:pt x="1753743" y="45876"/>
                </a:lnTo>
                <a:lnTo>
                  <a:pt x="1754363" y="45650"/>
                </a:lnTo>
                <a:lnTo>
                  <a:pt x="1754991" y="45440"/>
                </a:lnTo>
                <a:lnTo>
                  <a:pt x="1755629" y="45245"/>
                </a:lnTo>
                <a:lnTo>
                  <a:pt x="1756275" y="45066"/>
                </a:lnTo>
                <a:lnTo>
                  <a:pt x="1756930" y="44902"/>
                </a:lnTo>
                <a:lnTo>
                  <a:pt x="1757594" y="44754"/>
                </a:lnTo>
                <a:lnTo>
                  <a:pt x="1758267" y="44622"/>
                </a:lnTo>
                <a:lnTo>
                  <a:pt x="1758948" y="44505"/>
                </a:lnTo>
                <a:lnTo>
                  <a:pt x="1759638" y="44404"/>
                </a:lnTo>
                <a:lnTo>
                  <a:pt x="1760337" y="44318"/>
                </a:lnTo>
                <a:lnTo>
                  <a:pt x="1761045" y="44248"/>
                </a:lnTo>
                <a:lnTo>
                  <a:pt x="1761761" y="44193"/>
                </a:lnTo>
                <a:lnTo>
                  <a:pt x="1762486" y="44154"/>
                </a:lnTo>
                <a:lnTo>
                  <a:pt x="1763220" y="44131"/>
                </a:lnTo>
                <a:lnTo>
                  <a:pt x="1763962" y="44123"/>
                </a:lnTo>
                <a:lnTo>
                  <a:pt x="1764494" y="44128"/>
                </a:lnTo>
                <a:lnTo>
                  <a:pt x="1765015" y="44144"/>
                </a:lnTo>
                <a:lnTo>
                  <a:pt x="1765525" y="44170"/>
                </a:lnTo>
                <a:lnTo>
                  <a:pt x="1766024" y="44207"/>
                </a:lnTo>
                <a:lnTo>
                  <a:pt x="1766513" y="44254"/>
                </a:lnTo>
                <a:lnTo>
                  <a:pt x="1766991" y="44312"/>
                </a:lnTo>
                <a:lnTo>
                  <a:pt x="1767459" y="44380"/>
                </a:lnTo>
                <a:lnTo>
                  <a:pt x="1767915" y="44458"/>
                </a:lnTo>
                <a:lnTo>
                  <a:pt x="1768361" y="44548"/>
                </a:lnTo>
                <a:lnTo>
                  <a:pt x="1768796" y="44647"/>
                </a:lnTo>
                <a:lnTo>
                  <a:pt x="1769221" y="44757"/>
                </a:lnTo>
                <a:lnTo>
                  <a:pt x="1769635" y="44878"/>
                </a:lnTo>
                <a:lnTo>
                  <a:pt x="1770038" y="45009"/>
                </a:lnTo>
                <a:lnTo>
                  <a:pt x="1770430" y="45150"/>
                </a:lnTo>
                <a:lnTo>
                  <a:pt x="1770812" y="45302"/>
                </a:lnTo>
                <a:lnTo>
                  <a:pt x="1771183" y="45464"/>
                </a:lnTo>
                <a:lnTo>
                  <a:pt x="1771544" y="45637"/>
                </a:lnTo>
                <a:lnTo>
                  <a:pt x="1771893" y="45821"/>
                </a:lnTo>
                <a:lnTo>
                  <a:pt x="1772232" y="46014"/>
                </a:lnTo>
                <a:lnTo>
                  <a:pt x="1772560" y="46219"/>
                </a:lnTo>
                <a:lnTo>
                  <a:pt x="1772878" y="46434"/>
                </a:lnTo>
                <a:lnTo>
                  <a:pt x="1773185" y="46659"/>
                </a:lnTo>
                <a:lnTo>
                  <a:pt x="1773481" y="46895"/>
                </a:lnTo>
                <a:lnTo>
                  <a:pt x="1773766" y="47141"/>
                </a:lnTo>
                <a:lnTo>
                  <a:pt x="1774043" y="47396"/>
                </a:lnTo>
                <a:lnTo>
                  <a:pt x="1774312" y="47659"/>
                </a:lnTo>
                <a:lnTo>
                  <a:pt x="1774574" y="47931"/>
                </a:lnTo>
                <a:lnTo>
                  <a:pt x="1774829" y="48210"/>
                </a:lnTo>
                <a:lnTo>
                  <a:pt x="1775076" y="48498"/>
                </a:lnTo>
                <a:lnTo>
                  <a:pt x="1775316" y="48794"/>
                </a:lnTo>
                <a:lnTo>
                  <a:pt x="1775549" y="49098"/>
                </a:lnTo>
                <a:lnTo>
                  <a:pt x="1775774" y="49409"/>
                </a:lnTo>
                <a:lnTo>
                  <a:pt x="1775992" y="49729"/>
                </a:lnTo>
                <a:lnTo>
                  <a:pt x="1776203" y="50057"/>
                </a:lnTo>
                <a:lnTo>
                  <a:pt x="1776406" y="50393"/>
                </a:lnTo>
                <a:lnTo>
                  <a:pt x="1776603" y="50738"/>
                </a:lnTo>
                <a:lnTo>
                  <a:pt x="1776792" y="51090"/>
                </a:lnTo>
                <a:lnTo>
                  <a:pt x="1776973" y="51450"/>
                </a:lnTo>
                <a:lnTo>
                  <a:pt x="1777148" y="51819"/>
                </a:lnTo>
                <a:lnTo>
                  <a:pt x="1777315" y="52195"/>
                </a:lnTo>
                <a:lnTo>
                  <a:pt x="1777474" y="52580"/>
                </a:lnTo>
                <a:lnTo>
                  <a:pt x="1777627" y="52973"/>
                </a:lnTo>
                <a:lnTo>
                  <a:pt x="1777772" y="53373"/>
                </a:lnTo>
                <a:lnTo>
                  <a:pt x="1777910" y="53782"/>
                </a:lnTo>
                <a:lnTo>
                  <a:pt x="1778040" y="54199"/>
                </a:lnTo>
                <a:lnTo>
                  <a:pt x="1778164" y="54624"/>
                </a:lnTo>
                <a:lnTo>
                  <a:pt x="1778280" y="55057"/>
                </a:lnTo>
                <a:lnTo>
                  <a:pt x="1778388" y="55499"/>
                </a:lnTo>
                <a:lnTo>
                  <a:pt x="1778491" y="55946"/>
                </a:lnTo>
                <a:lnTo>
                  <a:pt x="1778590" y="56399"/>
                </a:lnTo>
                <a:lnTo>
                  <a:pt x="1778684" y="56857"/>
                </a:lnTo>
                <a:lnTo>
                  <a:pt x="1778774" y="57320"/>
                </a:lnTo>
                <a:lnTo>
                  <a:pt x="1778859" y="57788"/>
                </a:lnTo>
                <a:lnTo>
                  <a:pt x="1778940" y="58262"/>
                </a:lnTo>
                <a:lnTo>
                  <a:pt x="1779016" y="58740"/>
                </a:lnTo>
                <a:lnTo>
                  <a:pt x="1779089" y="59224"/>
                </a:lnTo>
                <a:lnTo>
                  <a:pt x="1779157" y="59713"/>
                </a:lnTo>
                <a:lnTo>
                  <a:pt x="1779220" y="60207"/>
                </a:lnTo>
                <a:lnTo>
                  <a:pt x="1779279" y="60706"/>
                </a:lnTo>
                <a:lnTo>
                  <a:pt x="1779334" y="61210"/>
                </a:lnTo>
                <a:lnTo>
                  <a:pt x="1779384" y="61720"/>
                </a:lnTo>
                <a:lnTo>
                  <a:pt x="1779430" y="62235"/>
                </a:lnTo>
                <a:lnTo>
                  <a:pt x="1779472" y="62755"/>
                </a:lnTo>
                <a:lnTo>
                  <a:pt x="1779509" y="63280"/>
                </a:lnTo>
                <a:lnTo>
                  <a:pt x="1779542" y="63810"/>
                </a:lnTo>
                <a:lnTo>
                  <a:pt x="1779570" y="64345"/>
                </a:lnTo>
                <a:lnTo>
                  <a:pt x="1779594" y="64886"/>
                </a:lnTo>
                <a:lnTo>
                  <a:pt x="1779614" y="65431"/>
                </a:lnTo>
                <a:lnTo>
                  <a:pt x="1779629" y="65982"/>
                </a:lnTo>
                <a:lnTo>
                  <a:pt x="1779640" y="66538"/>
                </a:lnTo>
                <a:lnTo>
                  <a:pt x="1779647" y="67099"/>
                </a:lnTo>
                <a:lnTo>
                  <a:pt x="1779649" y="67666"/>
                </a:lnTo>
                <a:lnTo>
                  <a:pt x="1779649" y="127508"/>
                </a:lnTo>
                <a:lnTo>
                  <a:pt x="1795242" y="127508"/>
                </a:lnTo>
                <a:lnTo>
                  <a:pt x="1795242" y="65875"/>
                </a:lnTo>
                <a:lnTo>
                  <a:pt x="1795231" y="64522"/>
                </a:lnTo>
                <a:lnTo>
                  <a:pt x="1795197" y="63193"/>
                </a:lnTo>
                <a:lnTo>
                  <a:pt x="1795140" y="61890"/>
                </a:lnTo>
                <a:lnTo>
                  <a:pt x="1795060" y="60611"/>
                </a:lnTo>
                <a:lnTo>
                  <a:pt x="1794958" y="59357"/>
                </a:lnTo>
                <a:lnTo>
                  <a:pt x="1794834" y="58129"/>
                </a:lnTo>
                <a:lnTo>
                  <a:pt x="1794686" y="56924"/>
                </a:lnTo>
                <a:lnTo>
                  <a:pt x="1794516" y="55745"/>
                </a:lnTo>
                <a:lnTo>
                  <a:pt x="1794323" y="54591"/>
                </a:lnTo>
                <a:lnTo>
                  <a:pt x="1794107" y="53462"/>
                </a:lnTo>
                <a:lnTo>
                  <a:pt x="1793869" y="52357"/>
                </a:lnTo>
                <a:lnTo>
                  <a:pt x="1793608" y="51277"/>
                </a:lnTo>
                <a:lnTo>
                  <a:pt x="1793324" y="50223"/>
                </a:lnTo>
                <a:lnTo>
                  <a:pt x="1793018" y="49193"/>
                </a:lnTo>
                <a:lnTo>
                  <a:pt x="1792689" y="48188"/>
                </a:lnTo>
                <a:lnTo>
                  <a:pt x="1792337" y="47207"/>
                </a:lnTo>
                <a:lnTo>
                  <a:pt x="1791963" y="46252"/>
                </a:lnTo>
                <a:lnTo>
                  <a:pt x="1791566" y="45322"/>
                </a:lnTo>
                <a:lnTo>
                  <a:pt x="1791146" y="44416"/>
                </a:lnTo>
                <a:lnTo>
                  <a:pt x="1790703" y="43535"/>
                </a:lnTo>
                <a:lnTo>
                  <a:pt x="1790238" y="42679"/>
                </a:lnTo>
                <a:lnTo>
                  <a:pt x="1789750" y="41849"/>
                </a:lnTo>
                <a:lnTo>
                  <a:pt x="1789239" y="41042"/>
                </a:lnTo>
                <a:lnTo>
                  <a:pt x="1788706" y="40261"/>
                </a:lnTo>
                <a:lnTo>
                  <a:pt x="1788147" y="39508"/>
                </a:lnTo>
                <a:lnTo>
                  <a:pt x="1787560" y="38788"/>
                </a:lnTo>
                <a:lnTo>
                  <a:pt x="1786945" y="38099"/>
                </a:lnTo>
                <a:lnTo>
                  <a:pt x="1786302" y="37442"/>
                </a:lnTo>
                <a:lnTo>
                  <a:pt x="1785630" y="36818"/>
                </a:lnTo>
                <a:lnTo>
                  <a:pt x="1784930" y="36225"/>
                </a:lnTo>
                <a:lnTo>
                  <a:pt x="1784202" y="35664"/>
                </a:lnTo>
                <a:lnTo>
                  <a:pt x="1783446" y="35136"/>
                </a:lnTo>
                <a:lnTo>
                  <a:pt x="1782662" y="34639"/>
                </a:lnTo>
                <a:lnTo>
                  <a:pt x="1781849" y="34175"/>
                </a:lnTo>
                <a:lnTo>
                  <a:pt x="1781008" y="33743"/>
                </a:lnTo>
                <a:lnTo>
                  <a:pt x="1780139" y="33342"/>
                </a:lnTo>
                <a:lnTo>
                  <a:pt x="1779242" y="32974"/>
                </a:lnTo>
                <a:lnTo>
                  <a:pt x="1778316" y="32637"/>
                </a:lnTo>
                <a:lnTo>
                  <a:pt x="1777363" y="32333"/>
                </a:lnTo>
                <a:lnTo>
                  <a:pt x="1776381" y="32061"/>
                </a:lnTo>
                <a:lnTo>
                  <a:pt x="1775371" y="31821"/>
                </a:lnTo>
                <a:lnTo>
                  <a:pt x="1774333" y="31612"/>
                </a:lnTo>
                <a:lnTo>
                  <a:pt x="1773266" y="31436"/>
                </a:lnTo>
                <a:lnTo>
                  <a:pt x="1772171" y="31292"/>
                </a:lnTo>
                <a:lnTo>
                  <a:pt x="1771048" y="31180"/>
                </a:lnTo>
                <a:lnTo>
                  <a:pt x="1769897" y="31100"/>
                </a:lnTo>
                <a:lnTo>
                  <a:pt x="1768718" y="31052"/>
                </a:lnTo>
                <a:lnTo>
                  <a:pt x="1767511" y="31036"/>
                </a:lnTo>
                <a:lnTo>
                  <a:pt x="1766606" y="31044"/>
                </a:lnTo>
                <a:lnTo>
                  <a:pt x="1765712" y="31070"/>
                </a:lnTo>
                <a:lnTo>
                  <a:pt x="1764829" y="31113"/>
                </a:lnTo>
                <a:lnTo>
                  <a:pt x="1763957" y="31173"/>
                </a:lnTo>
                <a:lnTo>
                  <a:pt x="1763096" y="31251"/>
                </a:lnTo>
                <a:lnTo>
                  <a:pt x="1762247" y="31345"/>
                </a:lnTo>
                <a:lnTo>
                  <a:pt x="1761408" y="31457"/>
                </a:lnTo>
                <a:lnTo>
                  <a:pt x="1760580" y="31586"/>
                </a:lnTo>
                <a:lnTo>
                  <a:pt x="1759764" y="31732"/>
                </a:lnTo>
                <a:lnTo>
                  <a:pt x="1758958" y="31896"/>
                </a:lnTo>
                <a:lnTo>
                  <a:pt x="1758163" y="32077"/>
                </a:lnTo>
                <a:lnTo>
                  <a:pt x="1757380" y="32274"/>
                </a:lnTo>
                <a:lnTo>
                  <a:pt x="1756607" y="32489"/>
                </a:lnTo>
                <a:lnTo>
                  <a:pt x="1755846" y="32722"/>
                </a:lnTo>
                <a:lnTo>
                  <a:pt x="1755095" y="32971"/>
                </a:lnTo>
                <a:lnTo>
                  <a:pt x="1754355" y="33238"/>
                </a:lnTo>
                <a:lnTo>
                  <a:pt x="1753627" y="33522"/>
                </a:lnTo>
                <a:lnTo>
                  <a:pt x="1752910" y="33823"/>
                </a:lnTo>
                <a:lnTo>
                  <a:pt x="1752203" y="34141"/>
                </a:lnTo>
                <a:lnTo>
                  <a:pt x="1751508" y="34476"/>
                </a:lnTo>
                <a:lnTo>
                  <a:pt x="1750823" y="34829"/>
                </a:lnTo>
                <a:lnTo>
                  <a:pt x="1750150" y="35199"/>
                </a:lnTo>
                <a:lnTo>
                  <a:pt x="1749487" y="35586"/>
                </a:lnTo>
                <a:lnTo>
                  <a:pt x="1748836" y="35990"/>
                </a:lnTo>
                <a:lnTo>
                  <a:pt x="1748195" y="36405"/>
                </a:lnTo>
                <a:lnTo>
                  <a:pt x="1747563" y="36823"/>
                </a:lnTo>
                <a:lnTo>
                  <a:pt x="1746940" y="37244"/>
                </a:lnTo>
                <a:lnTo>
                  <a:pt x="1746325" y="37668"/>
                </a:lnTo>
                <a:lnTo>
                  <a:pt x="1745721" y="38095"/>
                </a:lnTo>
                <a:lnTo>
                  <a:pt x="1745125" y="38526"/>
                </a:lnTo>
                <a:lnTo>
                  <a:pt x="1744538" y="38960"/>
                </a:lnTo>
                <a:lnTo>
                  <a:pt x="1743960" y="39397"/>
                </a:lnTo>
                <a:lnTo>
                  <a:pt x="1743391" y="39838"/>
                </a:lnTo>
                <a:lnTo>
                  <a:pt x="1742832" y="40281"/>
                </a:lnTo>
                <a:lnTo>
                  <a:pt x="1742281" y="40728"/>
                </a:lnTo>
                <a:lnTo>
                  <a:pt x="1741740" y="41178"/>
                </a:lnTo>
                <a:lnTo>
                  <a:pt x="1741208" y="41632"/>
                </a:lnTo>
                <a:lnTo>
                  <a:pt x="1740684" y="42089"/>
                </a:lnTo>
                <a:lnTo>
                  <a:pt x="1740170" y="42549"/>
                </a:lnTo>
                <a:lnTo>
                  <a:pt x="1739665" y="43012"/>
                </a:lnTo>
                <a:lnTo>
                  <a:pt x="1739169" y="43478"/>
                </a:lnTo>
                <a:lnTo>
                  <a:pt x="1738682" y="43948"/>
                </a:lnTo>
                <a:lnTo>
                  <a:pt x="1738204" y="44421"/>
                </a:lnTo>
                <a:lnTo>
                  <a:pt x="1737735" y="44897"/>
                </a:lnTo>
                <a:lnTo>
                  <a:pt x="1737276" y="45376"/>
                </a:lnTo>
                <a:lnTo>
                  <a:pt x="1736825" y="45859"/>
                </a:lnTo>
                <a:lnTo>
                  <a:pt x="1736383" y="46345"/>
                </a:lnTo>
                <a:lnTo>
                  <a:pt x="1735951" y="46834"/>
                </a:lnTo>
                <a:lnTo>
                  <a:pt x="1736367" y="48886"/>
                </a:lnTo>
                <a:lnTo>
                  <a:pt x="1736142" y="48188"/>
                </a:lnTo>
                <a:lnTo>
                  <a:pt x="1735795" y="47207"/>
                </a:lnTo>
                <a:lnTo>
                  <a:pt x="1735426" y="46252"/>
                </a:lnTo>
                <a:lnTo>
                  <a:pt x="1735035" y="45322"/>
                </a:lnTo>
                <a:close/>
                <a:moveTo>
                  <a:pt x="1456145" y="129121"/>
                </a:moveTo>
                <a:lnTo>
                  <a:pt x="1456762" y="129090"/>
                </a:lnTo>
                <a:lnTo>
                  <a:pt x="1457376" y="129053"/>
                </a:lnTo>
                <a:lnTo>
                  <a:pt x="1457986" y="129011"/>
                </a:lnTo>
                <a:lnTo>
                  <a:pt x="1458593" y="128963"/>
                </a:lnTo>
                <a:lnTo>
                  <a:pt x="1459195" y="128910"/>
                </a:lnTo>
                <a:lnTo>
                  <a:pt x="1459794" y="128850"/>
                </a:lnTo>
                <a:lnTo>
                  <a:pt x="1460389" y="128786"/>
                </a:lnTo>
                <a:lnTo>
                  <a:pt x="1460981" y="128715"/>
                </a:lnTo>
                <a:lnTo>
                  <a:pt x="1461569" y="128639"/>
                </a:lnTo>
                <a:lnTo>
                  <a:pt x="1462153" y="128558"/>
                </a:lnTo>
                <a:lnTo>
                  <a:pt x="1462733" y="128470"/>
                </a:lnTo>
                <a:lnTo>
                  <a:pt x="1463309" y="128378"/>
                </a:lnTo>
                <a:lnTo>
                  <a:pt x="1463882" y="128279"/>
                </a:lnTo>
                <a:lnTo>
                  <a:pt x="1464451" y="128175"/>
                </a:lnTo>
                <a:lnTo>
                  <a:pt x="1465016" y="128065"/>
                </a:lnTo>
                <a:lnTo>
                  <a:pt x="1465578" y="127950"/>
                </a:lnTo>
                <a:lnTo>
                  <a:pt x="1466136" y="127829"/>
                </a:lnTo>
                <a:lnTo>
                  <a:pt x="1466690" y="127702"/>
                </a:lnTo>
                <a:lnTo>
                  <a:pt x="1467241" y="127570"/>
                </a:lnTo>
                <a:lnTo>
                  <a:pt x="1467786" y="127432"/>
                </a:lnTo>
                <a:lnTo>
                  <a:pt x="1468326" y="127288"/>
                </a:lnTo>
                <a:lnTo>
                  <a:pt x="1468860" y="127138"/>
                </a:lnTo>
                <a:lnTo>
                  <a:pt x="1469388" y="126981"/>
                </a:lnTo>
                <a:lnTo>
                  <a:pt x="1469910" y="126819"/>
                </a:lnTo>
                <a:lnTo>
                  <a:pt x="1470427" y="126650"/>
                </a:lnTo>
                <a:lnTo>
                  <a:pt x="1470937" y="126475"/>
                </a:lnTo>
                <a:lnTo>
                  <a:pt x="1471442" y="126294"/>
                </a:lnTo>
                <a:lnTo>
                  <a:pt x="1471941" y="126107"/>
                </a:lnTo>
                <a:lnTo>
                  <a:pt x="1472434" y="125914"/>
                </a:lnTo>
                <a:lnTo>
                  <a:pt x="1472922" y="125715"/>
                </a:lnTo>
                <a:lnTo>
                  <a:pt x="1473403" y="125510"/>
                </a:lnTo>
                <a:lnTo>
                  <a:pt x="1473879" y="125298"/>
                </a:lnTo>
                <a:lnTo>
                  <a:pt x="1474348" y="125080"/>
                </a:lnTo>
                <a:lnTo>
                  <a:pt x="1474812" y="124856"/>
                </a:lnTo>
                <a:lnTo>
                  <a:pt x="1475271" y="124626"/>
                </a:lnTo>
                <a:lnTo>
                  <a:pt x="1475723" y="124390"/>
                </a:lnTo>
                <a:lnTo>
                  <a:pt x="1476169" y="124148"/>
                </a:lnTo>
                <a:lnTo>
                  <a:pt x="1476610" y="123900"/>
                </a:lnTo>
                <a:lnTo>
                  <a:pt x="1477045" y="123645"/>
                </a:lnTo>
                <a:lnTo>
                  <a:pt x="1477474" y="123384"/>
                </a:lnTo>
                <a:lnTo>
                  <a:pt x="1477897" y="123118"/>
                </a:lnTo>
                <a:lnTo>
                  <a:pt x="1478314" y="122845"/>
                </a:lnTo>
                <a:lnTo>
                  <a:pt x="1478725" y="122566"/>
                </a:lnTo>
                <a:lnTo>
                  <a:pt x="1479130" y="122280"/>
                </a:lnTo>
                <a:lnTo>
                  <a:pt x="1479527" y="121988"/>
                </a:lnTo>
                <a:lnTo>
                  <a:pt x="1479917" y="121689"/>
                </a:lnTo>
                <a:lnTo>
                  <a:pt x="1480298" y="121384"/>
                </a:lnTo>
                <a:lnTo>
                  <a:pt x="1480673" y="121072"/>
                </a:lnTo>
                <a:lnTo>
                  <a:pt x="1481039" y="120753"/>
                </a:lnTo>
                <a:lnTo>
                  <a:pt x="1481398" y="120428"/>
                </a:lnTo>
                <a:lnTo>
                  <a:pt x="1481750" y="120096"/>
                </a:lnTo>
                <a:lnTo>
                  <a:pt x="1482093" y="119757"/>
                </a:lnTo>
                <a:lnTo>
                  <a:pt x="1482429" y="119412"/>
                </a:lnTo>
                <a:lnTo>
                  <a:pt x="1482758" y="119060"/>
                </a:lnTo>
                <a:lnTo>
                  <a:pt x="1483079" y="118701"/>
                </a:lnTo>
                <a:lnTo>
                  <a:pt x="1483392" y="118336"/>
                </a:lnTo>
                <a:lnTo>
                  <a:pt x="1483698" y="117964"/>
                </a:lnTo>
                <a:lnTo>
                  <a:pt x="1483996" y="117586"/>
                </a:lnTo>
                <a:lnTo>
                  <a:pt x="1484286" y="117201"/>
                </a:lnTo>
                <a:lnTo>
                  <a:pt x="1484569" y="116809"/>
                </a:lnTo>
                <a:lnTo>
                  <a:pt x="1484844" y="116411"/>
                </a:lnTo>
                <a:lnTo>
                  <a:pt x="1485112" y="116006"/>
                </a:lnTo>
                <a:lnTo>
                  <a:pt x="1485372" y="115594"/>
                </a:lnTo>
                <a:lnTo>
                  <a:pt x="1485624" y="115176"/>
                </a:lnTo>
                <a:lnTo>
                  <a:pt x="1485869" y="114751"/>
                </a:lnTo>
                <a:lnTo>
                  <a:pt x="1486106" y="114319"/>
                </a:lnTo>
                <a:lnTo>
                  <a:pt x="1486335" y="113881"/>
                </a:lnTo>
                <a:lnTo>
                  <a:pt x="1486556" y="113435"/>
                </a:lnTo>
                <a:lnTo>
                  <a:pt x="1486768" y="112983"/>
                </a:lnTo>
                <a:lnTo>
                  <a:pt x="1486970" y="112524"/>
                </a:lnTo>
                <a:lnTo>
                  <a:pt x="1487163" y="112059"/>
                </a:lnTo>
                <a:lnTo>
                  <a:pt x="1487346" y="111586"/>
                </a:lnTo>
                <a:lnTo>
                  <a:pt x="1487520" y="111107"/>
                </a:lnTo>
                <a:lnTo>
                  <a:pt x="1487684" y="110621"/>
                </a:lnTo>
                <a:lnTo>
                  <a:pt x="1487839" y="110128"/>
                </a:lnTo>
                <a:lnTo>
                  <a:pt x="1487985" y="109628"/>
                </a:lnTo>
                <a:lnTo>
                  <a:pt x="1488122" y="109122"/>
                </a:lnTo>
                <a:lnTo>
                  <a:pt x="1488248" y="108609"/>
                </a:lnTo>
                <a:lnTo>
                  <a:pt x="1488366" y="108088"/>
                </a:lnTo>
                <a:lnTo>
                  <a:pt x="1488474" y="107561"/>
                </a:lnTo>
                <a:lnTo>
                  <a:pt x="1488573" y="107028"/>
                </a:lnTo>
                <a:lnTo>
                  <a:pt x="1488662" y="106487"/>
                </a:lnTo>
                <a:lnTo>
                  <a:pt x="1488742" y="105940"/>
                </a:lnTo>
                <a:lnTo>
                  <a:pt x="1488813" y="105386"/>
                </a:lnTo>
                <a:lnTo>
                  <a:pt x="1488874" y="104825"/>
                </a:lnTo>
                <a:lnTo>
                  <a:pt x="1488925" y="104257"/>
                </a:lnTo>
                <a:lnTo>
                  <a:pt x="1488968" y="103682"/>
                </a:lnTo>
                <a:lnTo>
                  <a:pt x="1489001" y="103101"/>
                </a:lnTo>
                <a:lnTo>
                  <a:pt x="1489024" y="102513"/>
                </a:lnTo>
                <a:lnTo>
                  <a:pt x="1489038" y="101918"/>
                </a:lnTo>
                <a:lnTo>
                  <a:pt x="1489043" y="101316"/>
                </a:lnTo>
                <a:lnTo>
                  <a:pt x="1489037" y="100586"/>
                </a:lnTo>
                <a:lnTo>
                  <a:pt x="1489019" y="99866"/>
                </a:lnTo>
                <a:lnTo>
                  <a:pt x="1488988" y="99158"/>
                </a:lnTo>
                <a:lnTo>
                  <a:pt x="1488946" y="98461"/>
                </a:lnTo>
                <a:lnTo>
                  <a:pt x="1488891" y="97776"/>
                </a:lnTo>
                <a:lnTo>
                  <a:pt x="1488824" y="97102"/>
                </a:lnTo>
                <a:lnTo>
                  <a:pt x="1488745" y="96439"/>
                </a:lnTo>
                <a:lnTo>
                  <a:pt x="1488654" y="95787"/>
                </a:lnTo>
                <a:lnTo>
                  <a:pt x="1488551" y="95146"/>
                </a:lnTo>
                <a:lnTo>
                  <a:pt x="1488435" y="94517"/>
                </a:lnTo>
                <a:lnTo>
                  <a:pt x="1488307" y="93899"/>
                </a:lnTo>
                <a:lnTo>
                  <a:pt x="1488168" y="93292"/>
                </a:lnTo>
                <a:lnTo>
                  <a:pt x="1488016" y="92697"/>
                </a:lnTo>
                <a:lnTo>
                  <a:pt x="1487851" y="92112"/>
                </a:lnTo>
                <a:lnTo>
                  <a:pt x="1487675" y="91539"/>
                </a:lnTo>
                <a:lnTo>
                  <a:pt x="1487487" y="90977"/>
                </a:lnTo>
                <a:lnTo>
                  <a:pt x="1487286" y="90427"/>
                </a:lnTo>
                <a:lnTo>
                  <a:pt x="1487073" y="89888"/>
                </a:lnTo>
                <a:lnTo>
                  <a:pt x="1486848" y="89359"/>
                </a:lnTo>
                <a:lnTo>
                  <a:pt x="1486611" y="88843"/>
                </a:lnTo>
                <a:lnTo>
                  <a:pt x="1486362" y="88337"/>
                </a:lnTo>
                <a:lnTo>
                  <a:pt x="1486101" y="87843"/>
                </a:lnTo>
                <a:lnTo>
                  <a:pt x="1485827" y="87360"/>
                </a:lnTo>
                <a:lnTo>
                  <a:pt x="1485541" y="86888"/>
                </a:lnTo>
                <a:lnTo>
                  <a:pt x="1485244" y="86425"/>
                </a:lnTo>
                <a:lnTo>
                  <a:pt x="1484935" y="85969"/>
                </a:lnTo>
                <a:lnTo>
                  <a:pt x="1484614" y="85521"/>
                </a:lnTo>
                <a:lnTo>
                  <a:pt x="1484281" y="85080"/>
                </a:lnTo>
                <a:lnTo>
                  <a:pt x="1483937" y="84645"/>
                </a:lnTo>
                <a:lnTo>
                  <a:pt x="1483581" y="84218"/>
                </a:lnTo>
                <a:lnTo>
                  <a:pt x="1483213" y="83799"/>
                </a:lnTo>
                <a:lnTo>
                  <a:pt x="1482834" y="83386"/>
                </a:lnTo>
                <a:lnTo>
                  <a:pt x="1482443" y="82980"/>
                </a:lnTo>
                <a:lnTo>
                  <a:pt x="1482040" y="82582"/>
                </a:lnTo>
                <a:lnTo>
                  <a:pt x="1481626" y="82191"/>
                </a:lnTo>
                <a:lnTo>
                  <a:pt x="1481200" y="81807"/>
                </a:lnTo>
                <a:lnTo>
                  <a:pt x="1480762" y="81430"/>
                </a:lnTo>
                <a:lnTo>
                  <a:pt x="1480313" y="81061"/>
                </a:lnTo>
                <a:lnTo>
                  <a:pt x="1479852" y="80698"/>
                </a:lnTo>
                <a:lnTo>
                  <a:pt x="1479379" y="80343"/>
                </a:lnTo>
                <a:lnTo>
                  <a:pt x="1478895" y="79995"/>
                </a:lnTo>
                <a:lnTo>
                  <a:pt x="1478399" y="79654"/>
                </a:lnTo>
                <a:lnTo>
                  <a:pt x="1477891" y="79320"/>
                </a:lnTo>
                <a:lnTo>
                  <a:pt x="1477371" y="78994"/>
                </a:lnTo>
                <a:lnTo>
                  <a:pt x="1476840" y="78674"/>
                </a:lnTo>
                <a:lnTo>
                  <a:pt x="1476298" y="78362"/>
                </a:lnTo>
                <a:lnTo>
                  <a:pt x="1475743" y="78057"/>
                </a:lnTo>
                <a:lnTo>
                  <a:pt x="1475177" y="77759"/>
                </a:lnTo>
                <a:lnTo>
                  <a:pt x="1474599" y="77466"/>
                </a:lnTo>
                <a:lnTo>
                  <a:pt x="1474010" y="77177"/>
                </a:lnTo>
                <a:lnTo>
                  <a:pt x="1473408" y="76891"/>
                </a:lnTo>
                <a:lnTo>
                  <a:pt x="1472795" y="76608"/>
                </a:lnTo>
                <a:lnTo>
                  <a:pt x="1472170" y="76329"/>
                </a:lnTo>
                <a:lnTo>
                  <a:pt x="1471533" y="76053"/>
                </a:lnTo>
                <a:lnTo>
                  <a:pt x="1470884" y="75780"/>
                </a:lnTo>
                <a:lnTo>
                  <a:pt x="1470223" y="75511"/>
                </a:lnTo>
                <a:lnTo>
                  <a:pt x="1469551" y="75246"/>
                </a:lnTo>
                <a:lnTo>
                  <a:pt x="1468866" y="74984"/>
                </a:lnTo>
                <a:lnTo>
                  <a:pt x="1468170" y="74725"/>
                </a:lnTo>
                <a:lnTo>
                  <a:pt x="1467462" y="74469"/>
                </a:lnTo>
                <a:lnTo>
                  <a:pt x="1466742" y="74218"/>
                </a:lnTo>
                <a:lnTo>
                  <a:pt x="1466011" y="73969"/>
                </a:lnTo>
                <a:lnTo>
                  <a:pt x="1465267" y="73724"/>
                </a:lnTo>
                <a:lnTo>
                  <a:pt x="1464512" y="73482"/>
                </a:lnTo>
                <a:lnTo>
                  <a:pt x="1463745" y="73244"/>
                </a:lnTo>
                <a:lnTo>
                  <a:pt x="1462966" y="73009"/>
                </a:lnTo>
                <a:lnTo>
                  <a:pt x="1462175" y="72777"/>
                </a:lnTo>
                <a:lnTo>
                  <a:pt x="1461372" y="72549"/>
                </a:lnTo>
                <a:lnTo>
                  <a:pt x="1460558" y="72325"/>
                </a:lnTo>
                <a:lnTo>
                  <a:pt x="1459732" y="72103"/>
                </a:lnTo>
                <a:lnTo>
                  <a:pt x="1458893" y="71885"/>
                </a:lnTo>
                <a:lnTo>
                  <a:pt x="1458043" y="71671"/>
                </a:lnTo>
                <a:lnTo>
                  <a:pt x="1457280" y="71475"/>
                </a:lnTo>
                <a:lnTo>
                  <a:pt x="1456529" y="71280"/>
                </a:lnTo>
                <a:lnTo>
                  <a:pt x="1455791" y="71086"/>
                </a:lnTo>
                <a:lnTo>
                  <a:pt x="1455066" y="70893"/>
                </a:lnTo>
                <a:lnTo>
                  <a:pt x="1454354" y="70700"/>
                </a:lnTo>
                <a:lnTo>
                  <a:pt x="1453655" y="70509"/>
                </a:lnTo>
                <a:lnTo>
                  <a:pt x="1452969" y="70318"/>
                </a:lnTo>
                <a:lnTo>
                  <a:pt x="1452296" y="70128"/>
                </a:lnTo>
                <a:lnTo>
                  <a:pt x="1451636" y="69939"/>
                </a:lnTo>
                <a:lnTo>
                  <a:pt x="1450989" y="69751"/>
                </a:lnTo>
                <a:lnTo>
                  <a:pt x="1450354" y="69564"/>
                </a:lnTo>
                <a:lnTo>
                  <a:pt x="1449733" y="69378"/>
                </a:lnTo>
                <a:lnTo>
                  <a:pt x="1449125" y="69192"/>
                </a:lnTo>
                <a:lnTo>
                  <a:pt x="1448530" y="69007"/>
                </a:lnTo>
                <a:lnTo>
                  <a:pt x="1447948" y="68824"/>
                </a:lnTo>
                <a:lnTo>
                  <a:pt x="1447378" y="68641"/>
                </a:lnTo>
                <a:lnTo>
                  <a:pt x="1446822" y="68458"/>
                </a:lnTo>
                <a:lnTo>
                  <a:pt x="1446279" y="68277"/>
                </a:lnTo>
                <a:lnTo>
                  <a:pt x="1445748" y="68097"/>
                </a:lnTo>
                <a:lnTo>
                  <a:pt x="1445231" y="67917"/>
                </a:lnTo>
                <a:lnTo>
                  <a:pt x="1444726" y="67738"/>
                </a:lnTo>
                <a:lnTo>
                  <a:pt x="1444235" y="67560"/>
                </a:lnTo>
                <a:lnTo>
                  <a:pt x="1443756" y="67383"/>
                </a:lnTo>
                <a:lnTo>
                  <a:pt x="1443291" y="67207"/>
                </a:lnTo>
                <a:lnTo>
                  <a:pt x="1442837" y="67030"/>
                </a:lnTo>
                <a:lnTo>
                  <a:pt x="1442395" y="66851"/>
                </a:lnTo>
                <a:lnTo>
                  <a:pt x="1441963" y="66671"/>
                </a:lnTo>
                <a:lnTo>
                  <a:pt x="1441542" y="66488"/>
                </a:lnTo>
                <a:lnTo>
                  <a:pt x="1441133" y="66304"/>
                </a:lnTo>
                <a:lnTo>
                  <a:pt x="1440735" y="66118"/>
                </a:lnTo>
                <a:lnTo>
                  <a:pt x="1440347" y="65929"/>
                </a:lnTo>
                <a:lnTo>
                  <a:pt x="1439971" y="65739"/>
                </a:lnTo>
                <a:lnTo>
                  <a:pt x="1439605" y="65548"/>
                </a:lnTo>
                <a:lnTo>
                  <a:pt x="1439251" y="65354"/>
                </a:lnTo>
                <a:lnTo>
                  <a:pt x="1438908" y="65158"/>
                </a:lnTo>
                <a:lnTo>
                  <a:pt x="1438575" y="64961"/>
                </a:lnTo>
                <a:lnTo>
                  <a:pt x="1438254" y="64761"/>
                </a:lnTo>
                <a:lnTo>
                  <a:pt x="1437944" y="64560"/>
                </a:lnTo>
                <a:lnTo>
                  <a:pt x="1437645" y="64357"/>
                </a:lnTo>
                <a:lnTo>
                  <a:pt x="1437356" y="64152"/>
                </a:lnTo>
                <a:lnTo>
                  <a:pt x="1437079" y="63945"/>
                </a:lnTo>
                <a:lnTo>
                  <a:pt x="1436813" y="63737"/>
                </a:lnTo>
                <a:lnTo>
                  <a:pt x="1436558" y="63526"/>
                </a:lnTo>
                <a:lnTo>
                  <a:pt x="1436314" y="63314"/>
                </a:lnTo>
                <a:lnTo>
                  <a:pt x="1436081" y="63099"/>
                </a:lnTo>
                <a:lnTo>
                  <a:pt x="1435858" y="62883"/>
                </a:lnTo>
                <a:lnTo>
                  <a:pt x="1435647" y="62665"/>
                </a:lnTo>
                <a:lnTo>
                  <a:pt x="1435447" y="62445"/>
                </a:lnTo>
                <a:lnTo>
                  <a:pt x="1435257" y="62222"/>
                </a:lnTo>
                <a:lnTo>
                  <a:pt x="1435075" y="61995"/>
                </a:lnTo>
                <a:lnTo>
                  <a:pt x="1434900" y="61764"/>
                </a:lnTo>
                <a:lnTo>
                  <a:pt x="1434734" y="61529"/>
                </a:lnTo>
                <a:lnTo>
                  <a:pt x="1434576" y="61289"/>
                </a:lnTo>
                <a:lnTo>
                  <a:pt x="1434426" y="61046"/>
                </a:lnTo>
                <a:lnTo>
                  <a:pt x="1434284" y="60798"/>
                </a:lnTo>
                <a:lnTo>
                  <a:pt x="1434151" y="60547"/>
                </a:lnTo>
                <a:lnTo>
                  <a:pt x="1434025" y="60291"/>
                </a:lnTo>
                <a:lnTo>
                  <a:pt x="1433907" y="60031"/>
                </a:lnTo>
                <a:lnTo>
                  <a:pt x="1433798" y="59767"/>
                </a:lnTo>
                <a:lnTo>
                  <a:pt x="1433697" y="59499"/>
                </a:lnTo>
                <a:lnTo>
                  <a:pt x="1433603" y="59227"/>
                </a:lnTo>
                <a:lnTo>
                  <a:pt x="1433518" y="58951"/>
                </a:lnTo>
                <a:lnTo>
                  <a:pt x="1433441" y="58671"/>
                </a:lnTo>
                <a:lnTo>
                  <a:pt x="1433372" y="58387"/>
                </a:lnTo>
                <a:lnTo>
                  <a:pt x="1433312" y="58098"/>
                </a:lnTo>
                <a:lnTo>
                  <a:pt x="1433259" y="57806"/>
                </a:lnTo>
                <a:lnTo>
                  <a:pt x="1433214" y="57510"/>
                </a:lnTo>
                <a:lnTo>
                  <a:pt x="1433178" y="57209"/>
                </a:lnTo>
                <a:lnTo>
                  <a:pt x="1433150" y="56904"/>
                </a:lnTo>
                <a:lnTo>
                  <a:pt x="1433129" y="56596"/>
                </a:lnTo>
                <a:lnTo>
                  <a:pt x="1433117" y="56283"/>
                </a:lnTo>
                <a:lnTo>
                  <a:pt x="1433113" y="55966"/>
                </a:lnTo>
                <a:lnTo>
                  <a:pt x="1433122" y="55407"/>
                </a:lnTo>
                <a:lnTo>
                  <a:pt x="1433149" y="54861"/>
                </a:lnTo>
                <a:lnTo>
                  <a:pt x="1433195" y="54327"/>
                </a:lnTo>
                <a:lnTo>
                  <a:pt x="1433258" y="53806"/>
                </a:lnTo>
                <a:lnTo>
                  <a:pt x="1433340" y="53297"/>
                </a:lnTo>
                <a:lnTo>
                  <a:pt x="1433440" y="52801"/>
                </a:lnTo>
                <a:lnTo>
                  <a:pt x="1433558" y="52317"/>
                </a:lnTo>
                <a:lnTo>
                  <a:pt x="1433694" y="51845"/>
                </a:lnTo>
                <a:lnTo>
                  <a:pt x="1433848" y="51387"/>
                </a:lnTo>
                <a:lnTo>
                  <a:pt x="1434021" y="50940"/>
                </a:lnTo>
                <a:lnTo>
                  <a:pt x="1434211" y="50506"/>
                </a:lnTo>
                <a:lnTo>
                  <a:pt x="1434420" y="50085"/>
                </a:lnTo>
                <a:lnTo>
                  <a:pt x="1434647" y="49676"/>
                </a:lnTo>
                <a:lnTo>
                  <a:pt x="1434892" y="49279"/>
                </a:lnTo>
                <a:lnTo>
                  <a:pt x="1435156" y="48895"/>
                </a:lnTo>
                <a:lnTo>
                  <a:pt x="1435437" y="48524"/>
                </a:lnTo>
                <a:lnTo>
                  <a:pt x="1435737" y="48165"/>
                </a:lnTo>
                <a:lnTo>
                  <a:pt x="1436054" y="47818"/>
                </a:lnTo>
                <a:lnTo>
                  <a:pt x="1436390" y="47484"/>
                </a:lnTo>
                <a:lnTo>
                  <a:pt x="1436744" y="47163"/>
                </a:lnTo>
                <a:lnTo>
                  <a:pt x="1437116" y="46854"/>
                </a:lnTo>
                <a:lnTo>
                  <a:pt x="1437507" y="46557"/>
                </a:lnTo>
                <a:lnTo>
                  <a:pt x="1437915" y="46273"/>
                </a:lnTo>
                <a:lnTo>
                  <a:pt x="1438342" y="46002"/>
                </a:lnTo>
                <a:lnTo>
                  <a:pt x="1438783" y="45741"/>
                </a:lnTo>
                <a:lnTo>
                  <a:pt x="1439235" y="45492"/>
                </a:lnTo>
                <a:lnTo>
                  <a:pt x="1439699" y="45255"/>
                </a:lnTo>
                <a:lnTo>
                  <a:pt x="1440173" y="45028"/>
                </a:lnTo>
                <a:lnTo>
                  <a:pt x="1440658" y="44812"/>
                </a:lnTo>
                <a:lnTo>
                  <a:pt x="1441155" y="44607"/>
                </a:lnTo>
                <a:lnTo>
                  <a:pt x="1441662" y="44414"/>
                </a:lnTo>
                <a:lnTo>
                  <a:pt x="1442181" y="44231"/>
                </a:lnTo>
                <a:lnTo>
                  <a:pt x="1442710" y="44059"/>
                </a:lnTo>
                <a:lnTo>
                  <a:pt x="1443250" y="43899"/>
                </a:lnTo>
                <a:lnTo>
                  <a:pt x="1443802" y="43750"/>
                </a:lnTo>
                <a:lnTo>
                  <a:pt x="1444364" y="43611"/>
                </a:lnTo>
                <a:lnTo>
                  <a:pt x="1444938" y="43484"/>
                </a:lnTo>
                <a:lnTo>
                  <a:pt x="1445522" y="43368"/>
                </a:lnTo>
                <a:lnTo>
                  <a:pt x="1446118" y="43263"/>
                </a:lnTo>
                <a:lnTo>
                  <a:pt x="1446725" y="43169"/>
                </a:lnTo>
                <a:lnTo>
                  <a:pt x="1447342" y="43086"/>
                </a:lnTo>
                <a:lnTo>
                  <a:pt x="1447971" y="43014"/>
                </a:lnTo>
                <a:lnTo>
                  <a:pt x="1448611" y="42953"/>
                </a:lnTo>
                <a:lnTo>
                  <a:pt x="1449261" y="42903"/>
                </a:lnTo>
                <a:lnTo>
                  <a:pt x="1449923" y="42864"/>
                </a:lnTo>
                <a:lnTo>
                  <a:pt x="1450596" y="42837"/>
                </a:lnTo>
                <a:lnTo>
                  <a:pt x="1451279" y="42820"/>
                </a:lnTo>
                <a:lnTo>
                  <a:pt x="1451974" y="42814"/>
                </a:lnTo>
                <a:lnTo>
                  <a:pt x="1452670" y="42822"/>
                </a:lnTo>
                <a:lnTo>
                  <a:pt x="1453356" y="42844"/>
                </a:lnTo>
                <a:lnTo>
                  <a:pt x="1454034" y="42882"/>
                </a:lnTo>
                <a:lnTo>
                  <a:pt x="1454701" y="42934"/>
                </a:lnTo>
                <a:lnTo>
                  <a:pt x="1455360" y="43001"/>
                </a:lnTo>
                <a:lnTo>
                  <a:pt x="1456010" y="43084"/>
                </a:lnTo>
                <a:lnTo>
                  <a:pt x="1456650" y="43181"/>
                </a:lnTo>
                <a:lnTo>
                  <a:pt x="1457281" y="43293"/>
                </a:lnTo>
                <a:lnTo>
                  <a:pt x="1457903" y="43420"/>
                </a:lnTo>
                <a:lnTo>
                  <a:pt x="1458515" y="43562"/>
                </a:lnTo>
                <a:lnTo>
                  <a:pt x="1459118" y="43719"/>
                </a:lnTo>
                <a:lnTo>
                  <a:pt x="1459712" y="43891"/>
                </a:lnTo>
                <a:lnTo>
                  <a:pt x="1460297" y="44078"/>
                </a:lnTo>
                <a:lnTo>
                  <a:pt x="1460873" y="44280"/>
                </a:lnTo>
                <a:lnTo>
                  <a:pt x="1461439" y="44496"/>
                </a:lnTo>
                <a:lnTo>
                  <a:pt x="1461996" y="44728"/>
                </a:lnTo>
                <a:lnTo>
                  <a:pt x="1462544" y="44975"/>
                </a:lnTo>
                <a:lnTo>
                  <a:pt x="1463083" y="45237"/>
                </a:lnTo>
                <a:lnTo>
                  <a:pt x="1463612" y="45513"/>
                </a:lnTo>
                <a:lnTo>
                  <a:pt x="1464132" y="45805"/>
                </a:lnTo>
                <a:lnTo>
                  <a:pt x="1464643" y="46111"/>
                </a:lnTo>
                <a:lnTo>
                  <a:pt x="1465145" y="46433"/>
                </a:lnTo>
                <a:lnTo>
                  <a:pt x="1465637" y="46769"/>
                </a:lnTo>
                <a:lnTo>
                  <a:pt x="1466120" y="47120"/>
                </a:lnTo>
                <a:lnTo>
                  <a:pt x="1466589" y="47490"/>
                </a:lnTo>
                <a:lnTo>
                  <a:pt x="1467037" y="47879"/>
                </a:lnTo>
                <a:lnTo>
                  <a:pt x="1467466" y="48289"/>
                </a:lnTo>
                <a:lnTo>
                  <a:pt x="1467875" y="48720"/>
                </a:lnTo>
                <a:lnTo>
                  <a:pt x="1468264" y="49172"/>
                </a:lnTo>
                <a:lnTo>
                  <a:pt x="1468632" y="49644"/>
                </a:lnTo>
                <a:lnTo>
                  <a:pt x="1468981" y="50136"/>
                </a:lnTo>
                <a:lnTo>
                  <a:pt x="1469310" y="50650"/>
                </a:lnTo>
                <a:lnTo>
                  <a:pt x="1469619" y="51183"/>
                </a:lnTo>
                <a:lnTo>
                  <a:pt x="1469908" y="51738"/>
                </a:lnTo>
                <a:lnTo>
                  <a:pt x="1470178" y="52313"/>
                </a:lnTo>
                <a:lnTo>
                  <a:pt x="1470427" y="52908"/>
                </a:lnTo>
                <a:lnTo>
                  <a:pt x="1470656" y="53524"/>
                </a:lnTo>
                <a:lnTo>
                  <a:pt x="1470866" y="54161"/>
                </a:lnTo>
                <a:lnTo>
                  <a:pt x="1471055" y="54818"/>
                </a:lnTo>
                <a:lnTo>
                  <a:pt x="1471224" y="55496"/>
                </a:lnTo>
                <a:lnTo>
                  <a:pt x="1471374" y="56194"/>
                </a:lnTo>
                <a:lnTo>
                  <a:pt x="1471504" y="56913"/>
                </a:lnTo>
                <a:lnTo>
                  <a:pt x="1471613" y="57653"/>
                </a:lnTo>
                <a:lnTo>
                  <a:pt x="1471703" y="58413"/>
                </a:lnTo>
                <a:lnTo>
                  <a:pt x="1471773" y="59194"/>
                </a:lnTo>
                <a:lnTo>
                  <a:pt x="1471823" y="59995"/>
                </a:lnTo>
                <a:lnTo>
                  <a:pt x="1471852" y="60817"/>
                </a:lnTo>
                <a:lnTo>
                  <a:pt x="1471862" y="61660"/>
                </a:lnTo>
                <a:lnTo>
                  <a:pt x="1486989" y="61660"/>
                </a:lnTo>
                <a:lnTo>
                  <a:pt x="1486984" y="60993"/>
                </a:lnTo>
                <a:lnTo>
                  <a:pt x="1486970" y="60334"/>
                </a:lnTo>
                <a:lnTo>
                  <a:pt x="1486946" y="59682"/>
                </a:lnTo>
                <a:lnTo>
                  <a:pt x="1486912" y="59038"/>
                </a:lnTo>
                <a:lnTo>
                  <a:pt x="1486869" y="58402"/>
                </a:lnTo>
                <a:lnTo>
                  <a:pt x="1486817" y="57774"/>
                </a:lnTo>
                <a:lnTo>
                  <a:pt x="1486754" y="57153"/>
                </a:lnTo>
                <a:lnTo>
                  <a:pt x="1486683" y="56540"/>
                </a:lnTo>
                <a:lnTo>
                  <a:pt x="1486601" y="55934"/>
                </a:lnTo>
                <a:lnTo>
                  <a:pt x="1486511" y="55336"/>
                </a:lnTo>
                <a:lnTo>
                  <a:pt x="1486410" y="54746"/>
                </a:lnTo>
                <a:lnTo>
                  <a:pt x="1486300" y="54164"/>
                </a:lnTo>
                <a:lnTo>
                  <a:pt x="1486181" y="53589"/>
                </a:lnTo>
                <a:lnTo>
                  <a:pt x="1486051" y="53022"/>
                </a:lnTo>
                <a:lnTo>
                  <a:pt x="1485913" y="52462"/>
                </a:lnTo>
                <a:lnTo>
                  <a:pt x="1485765" y="51910"/>
                </a:lnTo>
                <a:lnTo>
                  <a:pt x="1485607" y="51366"/>
                </a:lnTo>
                <a:lnTo>
                  <a:pt x="1485439" y="50830"/>
                </a:lnTo>
                <a:lnTo>
                  <a:pt x="1485262" y="50301"/>
                </a:lnTo>
                <a:lnTo>
                  <a:pt x="1485076" y="49780"/>
                </a:lnTo>
                <a:lnTo>
                  <a:pt x="1484880" y="49266"/>
                </a:lnTo>
                <a:lnTo>
                  <a:pt x="1484674" y="48760"/>
                </a:lnTo>
                <a:lnTo>
                  <a:pt x="1484459" y="48262"/>
                </a:lnTo>
                <a:lnTo>
                  <a:pt x="1484234" y="47772"/>
                </a:lnTo>
                <a:lnTo>
                  <a:pt x="1484001" y="47289"/>
                </a:lnTo>
                <a:lnTo>
                  <a:pt x="1483761" y="46814"/>
                </a:lnTo>
                <a:lnTo>
                  <a:pt x="1483513" y="46346"/>
                </a:lnTo>
                <a:lnTo>
                  <a:pt x="1483258" y="45885"/>
                </a:lnTo>
                <a:lnTo>
                  <a:pt x="1482995" y="45432"/>
                </a:lnTo>
                <a:lnTo>
                  <a:pt x="1482726" y="44987"/>
                </a:lnTo>
                <a:lnTo>
                  <a:pt x="1482449" y="44549"/>
                </a:lnTo>
                <a:lnTo>
                  <a:pt x="1482165" y="44119"/>
                </a:lnTo>
                <a:lnTo>
                  <a:pt x="1481873" y="43696"/>
                </a:lnTo>
                <a:lnTo>
                  <a:pt x="1481574" y="43280"/>
                </a:lnTo>
                <a:lnTo>
                  <a:pt x="1481268" y="42872"/>
                </a:lnTo>
                <a:lnTo>
                  <a:pt x="1480955" y="42472"/>
                </a:lnTo>
                <a:lnTo>
                  <a:pt x="1480634" y="42079"/>
                </a:lnTo>
                <a:lnTo>
                  <a:pt x="1480306" y="41694"/>
                </a:lnTo>
                <a:lnTo>
                  <a:pt x="1479971" y="41316"/>
                </a:lnTo>
                <a:lnTo>
                  <a:pt x="1479628" y="40945"/>
                </a:lnTo>
                <a:lnTo>
                  <a:pt x="1479278" y="40582"/>
                </a:lnTo>
                <a:lnTo>
                  <a:pt x="1478921" y="40227"/>
                </a:lnTo>
                <a:lnTo>
                  <a:pt x="1478556" y="39879"/>
                </a:lnTo>
                <a:lnTo>
                  <a:pt x="1478185" y="39538"/>
                </a:lnTo>
                <a:lnTo>
                  <a:pt x="1477805" y="39205"/>
                </a:lnTo>
                <a:lnTo>
                  <a:pt x="1477419" y="38880"/>
                </a:lnTo>
                <a:lnTo>
                  <a:pt x="1477025" y="38562"/>
                </a:lnTo>
                <a:lnTo>
                  <a:pt x="1476624" y="38251"/>
                </a:lnTo>
                <a:lnTo>
                  <a:pt x="1476217" y="37948"/>
                </a:lnTo>
                <a:lnTo>
                  <a:pt x="1475805" y="37651"/>
                </a:lnTo>
                <a:lnTo>
                  <a:pt x="1475388" y="37361"/>
                </a:lnTo>
                <a:lnTo>
                  <a:pt x="1474966" y="37078"/>
                </a:lnTo>
                <a:lnTo>
                  <a:pt x="1474539" y="36801"/>
                </a:lnTo>
                <a:lnTo>
                  <a:pt x="1474106" y="36531"/>
                </a:lnTo>
                <a:lnTo>
                  <a:pt x="1473669" y="36267"/>
                </a:lnTo>
                <a:lnTo>
                  <a:pt x="1473227" y="36010"/>
                </a:lnTo>
                <a:lnTo>
                  <a:pt x="1472779" y="35760"/>
                </a:lnTo>
                <a:lnTo>
                  <a:pt x="1472327" y="35516"/>
                </a:lnTo>
                <a:lnTo>
                  <a:pt x="1471870" y="35279"/>
                </a:lnTo>
                <a:lnTo>
                  <a:pt x="1471407" y="35049"/>
                </a:lnTo>
                <a:lnTo>
                  <a:pt x="1470940" y="34825"/>
                </a:lnTo>
                <a:lnTo>
                  <a:pt x="1470467" y="34608"/>
                </a:lnTo>
                <a:lnTo>
                  <a:pt x="1469990" y="34398"/>
                </a:lnTo>
                <a:lnTo>
                  <a:pt x="1469507" y="34194"/>
                </a:lnTo>
                <a:lnTo>
                  <a:pt x="1469020" y="33997"/>
                </a:lnTo>
                <a:lnTo>
                  <a:pt x="1468527" y="33806"/>
                </a:lnTo>
                <a:lnTo>
                  <a:pt x="1468030" y="33623"/>
                </a:lnTo>
                <a:lnTo>
                  <a:pt x="1467527" y="33445"/>
                </a:lnTo>
                <a:lnTo>
                  <a:pt x="1467020" y="33275"/>
                </a:lnTo>
                <a:lnTo>
                  <a:pt x="1466507" y="33111"/>
                </a:lnTo>
                <a:lnTo>
                  <a:pt x="1465989" y="32954"/>
                </a:lnTo>
                <a:lnTo>
                  <a:pt x="1465466" y="32803"/>
                </a:lnTo>
                <a:lnTo>
                  <a:pt x="1464940" y="32659"/>
                </a:lnTo>
                <a:lnTo>
                  <a:pt x="1464410" y="32521"/>
                </a:lnTo>
                <a:lnTo>
                  <a:pt x="1463877" y="32389"/>
                </a:lnTo>
                <a:lnTo>
                  <a:pt x="1463341" y="32263"/>
                </a:lnTo>
                <a:lnTo>
                  <a:pt x="1462802" y="32143"/>
                </a:lnTo>
                <a:lnTo>
                  <a:pt x="1462260" y="32030"/>
                </a:lnTo>
                <a:lnTo>
                  <a:pt x="1461714" y="31923"/>
                </a:lnTo>
                <a:lnTo>
                  <a:pt x="1461166" y="31821"/>
                </a:lnTo>
                <a:lnTo>
                  <a:pt x="1460615" y="31726"/>
                </a:lnTo>
                <a:lnTo>
                  <a:pt x="1460060" y="31637"/>
                </a:lnTo>
                <a:lnTo>
                  <a:pt x="1459503" y="31554"/>
                </a:lnTo>
                <a:lnTo>
                  <a:pt x="1458942" y="31478"/>
                </a:lnTo>
                <a:lnTo>
                  <a:pt x="1458378" y="31407"/>
                </a:lnTo>
                <a:lnTo>
                  <a:pt x="1457812" y="31343"/>
                </a:lnTo>
                <a:lnTo>
                  <a:pt x="1457242" y="31284"/>
                </a:lnTo>
                <a:lnTo>
                  <a:pt x="1456669" y="31232"/>
                </a:lnTo>
                <a:lnTo>
                  <a:pt x="1456093" y="31186"/>
                </a:lnTo>
                <a:lnTo>
                  <a:pt x="1455514" y="31146"/>
                </a:lnTo>
                <a:lnTo>
                  <a:pt x="1454931" y="31112"/>
                </a:lnTo>
                <a:lnTo>
                  <a:pt x="1454346" y="31085"/>
                </a:lnTo>
                <a:lnTo>
                  <a:pt x="1453758" y="31063"/>
                </a:lnTo>
                <a:lnTo>
                  <a:pt x="1453166" y="31048"/>
                </a:lnTo>
                <a:lnTo>
                  <a:pt x="1452572" y="31039"/>
                </a:lnTo>
                <a:lnTo>
                  <a:pt x="1451974" y="31036"/>
                </a:lnTo>
                <a:lnTo>
                  <a:pt x="1451369" y="31039"/>
                </a:lnTo>
                <a:lnTo>
                  <a:pt x="1450768" y="31047"/>
                </a:lnTo>
                <a:lnTo>
                  <a:pt x="1450170" y="31061"/>
                </a:lnTo>
                <a:lnTo>
                  <a:pt x="1449576" y="31081"/>
                </a:lnTo>
                <a:lnTo>
                  <a:pt x="1448986" y="31106"/>
                </a:lnTo>
                <a:lnTo>
                  <a:pt x="1448400" y="31137"/>
                </a:lnTo>
                <a:lnTo>
                  <a:pt x="1447817" y="31174"/>
                </a:lnTo>
                <a:lnTo>
                  <a:pt x="1447238" y="31216"/>
                </a:lnTo>
                <a:lnTo>
                  <a:pt x="1446663" y="31264"/>
                </a:lnTo>
                <a:lnTo>
                  <a:pt x="1446091" y="31317"/>
                </a:lnTo>
                <a:lnTo>
                  <a:pt x="1445524" y="31376"/>
                </a:lnTo>
                <a:lnTo>
                  <a:pt x="1444960" y="31441"/>
                </a:lnTo>
                <a:lnTo>
                  <a:pt x="1444399" y="31511"/>
                </a:lnTo>
                <a:lnTo>
                  <a:pt x="1443843" y="31587"/>
                </a:lnTo>
                <a:lnTo>
                  <a:pt x="1443290" y="31669"/>
                </a:lnTo>
                <a:lnTo>
                  <a:pt x="1442741" y="31756"/>
                </a:lnTo>
                <a:lnTo>
                  <a:pt x="1442195" y="31849"/>
                </a:lnTo>
                <a:lnTo>
                  <a:pt x="1441654" y="31948"/>
                </a:lnTo>
                <a:lnTo>
                  <a:pt x="1441116" y="32052"/>
                </a:lnTo>
                <a:lnTo>
                  <a:pt x="1440582" y="32162"/>
                </a:lnTo>
                <a:lnTo>
                  <a:pt x="1440051" y="32277"/>
                </a:lnTo>
                <a:lnTo>
                  <a:pt x="1439524" y="32398"/>
                </a:lnTo>
                <a:lnTo>
                  <a:pt x="1439001" y="32525"/>
                </a:lnTo>
                <a:lnTo>
                  <a:pt x="1438482" y="32657"/>
                </a:lnTo>
                <a:lnTo>
                  <a:pt x="1437967" y="32795"/>
                </a:lnTo>
                <a:lnTo>
                  <a:pt x="1437458" y="32938"/>
                </a:lnTo>
                <a:lnTo>
                  <a:pt x="1436954" y="33086"/>
                </a:lnTo>
                <a:lnTo>
                  <a:pt x="1436456" y="33240"/>
                </a:lnTo>
                <a:lnTo>
                  <a:pt x="1435964" y="33400"/>
                </a:lnTo>
                <a:lnTo>
                  <a:pt x="1435477" y="33565"/>
                </a:lnTo>
                <a:lnTo>
                  <a:pt x="1434995" y="33735"/>
                </a:lnTo>
                <a:lnTo>
                  <a:pt x="1434519" y="33911"/>
                </a:lnTo>
                <a:lnTo>
                  <a:pt x="1434048" y="34092"/>
                </a:lnTo>
                <a:lnTo>
                  <a:pt x="1433583" y="34279"/>
                </a:lnTo>
                <a:lnTo>
                  <a:pt x="1433124" y="34471"/>
                </a:lnTo>
                <a:lnTo>
                  <a:pt x="1432670" y="34668"/>
                </a:lnTo>
                <a:lnTo>
                  <a:pt x="1432221" y="34871"/>
                </a:lnTo>
                <a:lnTo>
                  <a:pt x="1431778" y="35080"/>
                </a:lnTo>
                <a:lnTo>
                  <a:pt x="1431340" y="35294"/>
                </a:lnTo>
                <a:lnTo>
                  <a:pt x="1430908" y="35513"/>
                </a:lnTo>
                <a:lnTo>
                  <a:pt x="1430482" y="35738"/>
                </a:lnTo>
                <a:lnTo>
                  <a:pt x="1430061" y="35969"/>
                </a:lnTo>
                <a:lnTo>
                  <a:pt x="1429645" y="36205"/>
                </a:lnTo>
                <a:lnTo>
                  <a:pt x="1429236" y="36446"/>
                </a:lnTo>
                <a:lnTo>
                  <a:pt x="1428831" y="36693"/>
                </a:lnTo>
                <a:lnTo>
                  <a:pt x="1428432" y="36945"/>
                </a:lnTo>
                <a:lnTo>
                  <a:pt x="1428039" y="37202"/>
                </a:lnTo>
                <a:lnTo>
                  <a:pt x="1427651" y="37466"/>
                </a:lnTo>
                <a:lnTo>
                  <a:pt x="1427269" y="37734"/>
                </a:lnTo>
                <a:lnTo>
                  <a:pt x="1426895" y="38008"/>
                </a:lnTo>
                <a:lnTo>
                  <a:pt x="1426527" y="38288"/>
                </a:lnTo>
                <a:lnTo>
                  <a:pt x="1426167" y="38573"/>
                </a:lnTo>
                <a:lnTo>
                  <a:pt x="1425814" y="38863"/>
                </a:lnTo>
                <a:lnTo>
                  <a:pt x="1425468" y="39159"/>
                </a:lnTo>
                <a:lnTo>
                  <a:pt x="1425129" y="39460"/>
                </a:lnTo>
                <a:lnTo>
                  <a:pt x="1424798" y="39767"/>
                </a:lnTo>
                <a:lnTo>
                  <a:pt x="1424473" y="40079"/>
                </a:lnTo>
                <a:lnTo>
                  <a:pt x="1424156" y="40397"/>
                </a:lnTo>
                <a:lnTo>
                  <a:pt x="1423846" y="40720"/>
                </a:lnTo>
                <a:lnTo>
                  <a:pt x="1423542" y="41048"/>
                </a:lnTo>
                <a:lnTo>
                  <a:pt x="1423246" y="41383"/>
                </a:lnTo>
                <a:lnTo>
                  <a:pt x="1422958" y="41722"/>
                </a:lnTo>
                <a:lnTo>
                  <a:pt x="1422676" y="42067"/>
                </a:lnTo>
                <a:lnTo>
                  <a:pt x="1422401" y="42417"/>
                </a:lnTo>
                <a:lnTo>
                  <a:pt x="1422134" y="42773"/>
                </a:lnTo>
                <a:lnTo>
                  <a:pt x="1421873" y="43135"/>
                </a:lnTo>
                <a:lnTo>
                  <a:pt x="1421620" y="43501"/>
                </a:lnTo>
                <a:lnTo>
                  <a:pt x="1421374" y="43874"/>
                </a:lnTo>
                <a:lnTo>
                  <a:pt x="1421135" y="44251"/>
                </a:lnTo>
                <a:lnTo>
                  <a:pt x="1420903" y="44635"/>
                </a:lnTo>
                <a:lnTo>
                  <a:pt x="1420679" y="45023"/>
                </a:lnTo>
                <a:lnTo>
                  <a:pt x="1420461" y="45417"/>
                </a:lnTo>
                <a:lnTo>
                  <a:pt x="1420252" y="45816"/>
                </a:lnTo>
                <a:lnTo>
                  <a:pt x="1420051" y="46221"/>
                </a:lnTo>
                <a:lnTo>
                  <a:pt x="1419859" y="46631"/>
                </a:lnTo>
                <a:lnTo>
                  <a:pt x="1419677" y="47046"/>
                </a:lnTo>
                <a:lnTo>
                  <a:pt x="1419503" y="47466"/>
                </a:lnTo>
                <a:lnTo>
                  <a:pt x="1419338" y="47892"/>
                </a:lnTo>
                <a:lnTo>
                  <a:pt x="1419182" y="48323"/>
                </a:lnTo>
                <a:lnTo>
                  <a:pt x="1419035" y="48759"/>
                </a:lnTo>
                <a:lnTo>
                  <a:pt x="1418896" y="49200"/>
                </a:lnTo>
                <a:lnTo>
                  <a:pt x="1418767" y="49647"/>
                </a:lnTo>
                <a:lnTo>
                  <a:pt x="1418647" y="50099"/>
                </a:lnTo>
                <a:lnTo>
                  <a:pt x="1418535" y="50557"/>
                </a:lnTo>
                <a:lnTo>
                  <a:pt x="1418433" y="51019"/>
                </a:lnTo>
                <a:lnTo>
                  <a:pt x="1418339" y="51487"/>
                </a:lnTo>
                <a:lnTo>
                  <a:pt x="1418255" y="51960"/>
                </a:lnTo>
                <a:lnTo>
                  <a:pt x="1418179" y="52439"/>
                </a:lnTo>
                <a:lnTo>
                  <a:pt x="1418112" y="52923"/>
                </a:lnTo>
                <a:lnTo>
                  <a:pt x="1418054" y="53412"/>
                </a:lnTo>
                <a:lnTo>
                  <a:pt x="1418005" y="53906"/>
                </a:lnTo>
                <a:lnTo>
                  <a:pt x="1417965" y="54406"/>
                </a:lnTo>
                <a:lnTo>
                  <a:pt x="1417934" y="54910"/>
                </a:lnTo>
                <a:lnTo>
                  <a:pt x="1417911" y="55421"/>
                </a:lnTo>
                <a:lnTo>
                  <a:pt x="1417898" y="55936"/>
                </a:lnTo>
                <a:lnTo>
                  <a:pt x="1417893" y="56457"/>
                </a:lnTo>
                <a:lnTo>
                  <a:pt x="1417900" y="57131"/>
                </a:lnTo>
                <a:lnTo>
                  <a:pt x="1417919" y="57795"/>
                </a:lnTo>
                <a:lnTo>
                  <a:pt x="1417950" y="58450"/>
                </a:lnTo>
                <a:lnTo>
                  <a:pt x="1417995" y="59095"/>
                </a:lnTo>
                <a:lnTo>
                  <a:pt x="1418051" y="59730"/>
                </a:lnTo>
                <a:lnTo>
                  <a:pt x="1418121" y="60356"/>
                </a:lnTo>
                <a:lnTo>
                  <a:pt x="1418203" y="60971"/>
                </a:lnTo>
                <a:lnTo>
                  <a:pt x="1418298" y="61578"/>
                </a:lnTo>
                <a:lnTo>
                  <a:pt x="1418406" y="62174"/>
                </a:lnTo>
                <a:lnTo>
                  <a:pt x="1418526" y="62761"/>
                </a:lnTo>
                <a:lnTo>
                  <a:pt x="1418658" y="63337"/>
                </a:lnTo>
                <a:lnTo>
                  <a:pt x="1418804" y="63905"/>
                </a:lnTo>
                <a:lnTo>
                  <a:pt x="1418962" y="64462"/>
                </a:lnTo>
                <a:lnTo>
                  <a:pt x="1419133" y="65010"/>
                </a:lnTo>
                <a:lnTo>
                  <a:pt x="1419316" y="65548"/>
                </a:lnTo>
                <a:lnTo>
                  <a:pt x="1419512" y="66076"/>
                </a:lnTo>
                <a:lnTo>
                  <a:pt x="1419721" y="66595"/>
                </a:lnTo>
                <a:lnTo>
                  <a:pt x="1419942" y="67104"/>
                </a:lnTo>
                <a:lnTo>
                  <a:pt x="1420176" y="67603"/>
                </a:lnTo>
                <a:lnTo>
                  <a:pt x="1420422" y="68092"/>
                </a:lnTo>
                <a:lnTo>
                  <a:pt x="1420681" y="68572"/>
                </a:lnTo>
                <a:lnTo>
                  <a:pt x="1420953" y="69042"/>
                </a:lnTo>
                <a:lnTo>
                  <a:pt x="1421238" y="69503"/>
                </a:lnTo>
                <a:lnTo>
                  <a:pt x="1421535" y="69953"/>
                </a:lnTo>
                <a:lnTo>
                  <a:pt x="1421845" y="70396"/>
                </a:lnTo>
                <a:lnTo>
                  <a:pt x="1422166" y="70832"/>
                </a:lnTo>
                <a:lnTo>
                  <a:pt x="1422501" y="71261"/>
                </a:lnTo>
                <a:lnTo>
                  <a:pt x="1422847" y="71684"/>
                </a:lnTo>
                <a:lnTo>
                  <a:pt x="1423206" y="72101"/>
                </a:lnTo>
                <a:lnTo>
                  <a:pt x="1423577" y="72511"/>
                </a:lnTo>
                <a:lnTo>
                  <a:pt x="1423961" y="72915"/>
                </a:lnTo>
                <a:lnTo>
                  <a:pt x="1424357" y="73312"/>
                </a:lnTo>
                <a:lnTo>
                  <a:pt x="1424765" y="73703"/>
                </a:lnTo>
                <a:lnTo>
                  <a:pt x="1425186" y="74087"/>
                </a:lnTo>
                <a:lnTo>
                  <a:pt x="1425618" y="74465"/>
                </a:lnTo>
                <a:lnTo>
                  <a:pt x="1426063" y="74836"/>
                </a:lnTo>
                <a:lnTo>
                  <a:pt x="1426521" y="75201"/>
                </a:lnTo>
                <a:lnTo>
                  <a:pt x="1426991" y="75559"/>
                </a:lnTo>
                <a:lnTo>
                  <a:pt x="1427473" y="75911"/>
                </a:lnTo>
                <a:lnTo>
                  <a:pt x="1427967" y="76257"/>
                </a:lnTo>
                <a:lnTo>
                  <a:pt x="1428474" y="76596"/>
                </a:lnTo>
                <a:lnTo>
                  <a:pt x="1428993" y="76928"/>
                </a:lnTo>
                <a:lnTo>
                  <a:pt x="1429524" y="77254"/>
                </a:lnTo>
                <a:lnTo>
                  <a:pt x="1430068" y="77574"/>
                </a:lnTo>
                <a:lnTo>
                  <a:pt x="1430624" y="77887"/>
                </a:lnTo>
                <a:lnTo>
                  <a:pt x="1431192" y="78193"/>
                </a:lnTo>
                <a:lnTo>
                  <a:pt x="1431773" y="78493"/>
                </a:lnTo>
                <a:lnTo>
                  <a:pt x="1432366" y="78787"/>
                </a:lnTo>
                <a:lnTo>
                  <a:pt x="1432971" y="79076"/>
                </a:lnTo>
                <a:lnTo>
                  <a:pt x="1433588" y="79362"/>
                </a:lnTo>
                <a:lnTo>
                  <a:pt x="1434217" y="79645"/>
                </a:lnTo>
                <a:lnTo>
                  <a:pt x="1434859" y="79926"/>
                </a:lnTo>
                <a:lnTo>
                  <a:pt x="1435512" y="80203"/>
                </a:lnTo>
                <a:lnTo>
                  <a:pt x="1436177" y="80477"/>
                </a:lnTo>
                <a:lnTo>
                  <a:pt x="1436854" y="80749"/>
                </a:lnTo>
                <a:lnTo>
                  <a:pt x="1437543" y="81018"/>
                </a:lnTo>
                <a:lnTo>
                  <a:pt x="1438244" y="81283"/>
                </a:lnTo>
                <a:lnTo>
                  <a:pt x="1438957" y="81546"/>
                </a:lnTo>
                <a:lnTo>
                  <a:pt x="1439682" y="81806"/>
                </a:lnTo>
                <a:lnTo>
                  <a:pt x="1440419" y="82063"/>
                </a:lnTo>
                <a:lnTo>
                  <a:pt x="1441169" y="82318"/>
                </a:lnTo>
                <a:lnTo>
                  <a:pt x="1441930" y="82569"/>
                </a:lnTo>
                <a:lnTo>
                  <a:pt x="1442703" y="82817"/>
                </a:lnTo>
                <a:lnTo>
                  <a:pt x="1443488" y="83063"/>
                </a:lnTo>
                <a:lnTo>
                  <a:pt x="1444285" y="83305"/>
                </a:lnTo>
                <a:lnTo>
                  <a:pt x="1445094" y="83545"/>
                </a:lnTo>
                <a:lnTo>
                  <a:pt x="1445915" y="83782"/>
                </a:lnTo>
                <a:lnTo>
                  <a:pt x="1446748" y="84015"/>
                </a:lnTo>
                <a:lnTo>
                  <a:pt x="1447593" y="84246"/>
                </a:lnTo>
                <a:lnTo>
                  <a:pt x="1448450" y="84474"/>
                </a:lnTo>
                <a:lnTo>
                  <a:pt x="1449319" y="84700"/>
                </a:lnTo>
                <a:lnTo>
                  <a:pt x="1450200" y="84922"/>
                </a:lnTo>
                <a:lnTo>
                  <a:pt x="1451283" y="85208"/>
                </a:lnTo>
                <a:lnTo>
                  <a:pt x="1452339" y="85494"/>
                </a:lnTo>
                <a:lnTo>
                  <a:pt x="1453367" y="85779"/>
                </a:lnTo>
                <a:lnTo>
                  <a:pt x="1454367" y="86064"/>
                </a:lnTo>
                <a:lnTo>
                  <a:pt x="1455339" y="86349"/>
                </a:lnTo>
                <a:lnTo>
                  <a:pt x="1456284" y="86634"/>
                </a:lnTo>
                <a:lnTo>
                  <a:pt x="1457201" y="86918"/>
                </a:lnTo>
                <a:lnTo>
                  <a:pt x="1458090" y="87201"/>
                </a:lnTo>
                <a:lnTo>
                  <a:pt x="1458952" y="87485"/>
                </a:lnTo>
                <a:lnTo>
                  <a:pt x="1459785" y="87768"/>
                </a:lnTo>
                <a:lnTo>
                  <a:pt x="1460591" y="88051"/>
                </a:lnTo>
                <a:lnTo>
                  <a:pt x="1461370" y="88333"/>
                </a:lnTo>
                <a:lnTo>
                  <a:pt x="1462120" y="88615"/>
                </a:lnTo>
                <a:lnTo>
                  <a:pt x="1462843" y="88897"/>
                </a:lnTo>
                <a:lnTo>
                  <a:pt x="1463538" y="89178"/>
                </a:lnTo>
                <a:lnTo>
                  <a:pt x="1464206" y="89460"/>
                </a:lnTo>
                <a:lnTo>
                  <a:pt x="1464846" y="89740"/>
                </a:lnTo>
                <a:lnTo>
                  <a:pt x="1465458" y="90021"/>
                </a:lnTo>
                <a:lnTo>
                  <a:pt x="1466042" y="90301"/>
                </a:lnTo>
                <a:lnTo>
                  <a:pt x="1466599" y="90581"/>
                </a:lnTo>
                <a:lnTo>
                  <a:pt x="1467127" y="90860"/>
                </a:lnTo>
                <a:lnTo>
                  <a:pt x="1467629" y="91139"/>
                </a:lnTo>
                <a:lnTo>
                  <a:pt x="1468102" y="91418"/>
                </a:lnTo>
                <a:lnTo>
                  <a:pt x="1468548" y="91696"/>
                </a:lnTo>
                <a:lnTo>
                  <a:pt x="1468971" y="91981"/>
                </a:lnTo>
                <a:lnTo>
                  <a:pt x="1469375" y="92278"/>
                </a:lnTo>
                <a:lnTo>
                  <a:pt x="1469762" y="92589"/>
                </a:lnTo>
                <a:lnTo>
                  <a:pt x="1470131" y="92912"/>
                </a:lnTo>
                <a:lnTo>
                  <a:pt x="1470482" y="93248"/>
                </a:lnTo>
                <a:lnTo>
                  <a:pt x="1470815" y="93598"/>
                </a:lnTo>
                <a:lnTo>
                  <a:pt x="1471130" y="93960"/>
                </a:lnTo>
                <a:lnTo>
                  <a:pt x="1471427" y="94335"/>
                </a:lnTo>
                <a:lnTo>
                  <a:pt x="1471706" y="94723"/>
                </a:lnTo>
                <a:lnTo>
                  <a:pt x="1471967" y="95124"/>
                </a:lnTo>
                <a:lnTo>
                  <a:pt x="1472209" y="95538"/>
                </a:lnTo>
                <a:lnTo>
                  <a:pt x="1472434" y="95965"/>
                </a:lnTo>
                <a:lnTo>
                  <a:pt x="1472641" y="96405"/>
                </a:lnTo>
                <a:lnTo>
                  <a:pt x="1472830" y="96858"/>
                </a:lnTo>
                <a:lnTo>
                  <a:pt x="1473001" y="97324"/>
                </a:lnTo>
                <a:lnTo>
                  <a:pt x="1473154" y="97802"/>
                </a:lnTo>
                <a:lnTo>
                  <a:pt x="1473289" y="98294"/>
                </a:lnTo>
                <a:lnTo>
                  <a:pt x="1473406" y="98799"/>
                </a:lnTo>
                <a:lnTo>
                  <a:pt x="1473505" y="99317"/>
                </a:lnTo>
                <a:lnTo>
                  <a:pt x="1473586" y="99847"/>
                </a:lnTo>
                <a:lnTo>
                  <a:pt x="1473649" y="100391"/>
                </a:lnTo>
                <a:lnTo>
                  <a:pt x="1473694" y="100947"/>
                </a:lnTo>
                <a:lnTo>
                  <a:pt x="1473721" y="101517"/>
                </a:lnTo>
                <a:lnTo>
                  <a:pt x="1473730" y="102099"/>
                </a:lnTo>
                <a:lnTo>
                  <a:pt x="1473720" y="102779"/>
                </a:lnTo>
                <a:lnTo>
                  <a:pt x="1473690" y="103444"/>
                </a:lnTo>
                <a:lnTo>
                  <a:pt x="1473640" y="104092"/>
                </a:lnTo>
                <a:lnTo>
                  <a:pt x="1473570" y="104724"/>
                </a:lnTo>
                <a:lnTo>
                  <a:pt x="1473481" y="105340"/>
                </a:lnTo>
                <a:lnTo>
                  <a:pt x="1473371" y="105940"/>
                </a:lnTo>
                <a:lnTo>
                  <a:pt x="1473241" y="106523"/>
                </a:lnTo>
                <a:lnTo>
                  <a:pt x="1473092" y="107091"/>
                </a:lnTo>
                <a:lnTo>
                  <a:pt x="1472922" y="107642"/>
                </a:lnTo>
                <a:lnTo>
                  <a:pt x="1472733" y="108178"/>
                </a:lnTo>
                <a:lnTo>
                  <a:pt x="1472524" y="108697"/>
                </a:lnTo>
                <a:lnTo>
                  <a:pt x="1472294" y="109200"/>
                </a:lnTo>
                <a:lnTo>
                  <a:pt x="1472045" y="109687"/>
                </a:lnTo>
                <a:lnTo>
                  <a:pt x="1471776" y="110158"/>
                </a:lnTo>
                <a:lnTo>
                  <a:pt x="1471487" y="110613"/>
                </a:lnTo>
                <a:lnTo>
                  <a:pt x="1471178" y="111051"/>
                </a:lnTo>
                <a:lnTo>
                  <a:pt x="1470849" y="111474"/>
                </a:lnTo>
                <a:lnTo>
                  <a:pt x="1470500" y="111880"/>
                </a:lnTo>
                <a:lnTo>
                  <a:pt x="1470131" y="112270"/>
                </a:lnTo>
                <a:lnTo>
                  <a:pt x="1469742" y="112644"/>
                </a:lnTo>
                <a:lnTo>
                  <a:pt x="1469333" y="113003"/>
                </a:lnTo>
                <a:lnTo>
                  <a:pt x="1468905" y="113344"/>
                </a:lnTo>
                <a:lnTo>
                  <a:pt x="1468456" y="113670"/>
                </a:lnTo>
                <a:lnTo>
                  <a:pt x="1467988" y="113980"/>
                </a:lnTo>
                <a:lnTo>
                  <a:pt x="1467504" y="114275"/>
                </a:lnTo>
                <a:lnTo>
                  <a:pt x="1467009" y="114558"/>
                </a:lnTo>
                <a:lnTo>
                  <a:pt x="1466503" y="114828"/>
                </a:lnTo>
                <a:lnTo>
                  <a:pt x="1465987" y="115086"/>
                </a:lnTo>
                <a:lnTo>
                  <a:pt x="1465459" y="115331"/>
                </a:lnTo>
                <a:lnTo>
                  <a:pt x="1464921" y="115563"/>
                </a:lnTo>
                <a:lnTo>
                  <a:pt x="1464372" y="115783"/>
                </a:lnTo>
                <a:lnTo>
                  <a:pt x="1463812" y="115991"/>
                </a:lnTo>
                <a:lnTo>
                  <a:pt x="1463241" y="116186"/>
                </a:lnTo>
                <a:lnTo>
                  <a:pt x="1462659" y="116368"/>
                </a:lnTo>
                <a:lnTo>
                  <a:pt x="1462067" y="116537"/>
                </a:lnTo>
                <a:lnTo>
                  <a:pt x="1461463" y="116695"/>
                </a:lnTo>
                <a:lnTo>
                  <a:pt x="1460849" y="116839"/>
                </a:lnTo>
                <a:lnTo>
                  <a:pt x="1460224" y="116971"/>
                </a:lnTo>
                <a:lnTo>
                  <a:pt x="1459588" y="117090"/>
                </a:lnTo>
                <a:lnTo>
                  <a:pt x="1458941" y="117197"/>
                </a:lnTo>
                <a:lnTo>
                  <a:pt x="1458283" y="117291"/>
                </a:lnTo>
                <a:lnTo>
                  <a:pt x="1457614" y="117373"/>
                </a:lnTo>
                <a:lnTo>
                  <a:pt x="1456935" y="117442"/>
                </a:lnTo>
                <a:lnTo>
                  <a:pt x="1456245" y="117499"/>
                </a:lnTo>
                <a:lnTo>
                  <a:pt x="1455544" y="117543"/>
                </a:lnTo>
                <a:lnTo>
                  <a:pt x="1454831" y="117574"/>
                </a:lnTo>
                <a:lnTo>
                  <a:pt x="1454109" y="117593"/>
                </a:lnTo>
                <a:lnTo>
                  <a:pt x="1453375" y="117599"/>
                </a:lnTo>
                <a:lnTo>
                  <a:pt x="1452556" y="117592"/>
                </a:lnTo>
                <a:lnTo>
                  <a:pt x="1451748" y="117568"/>
                </a:lnTo>
                <a:lnTo>
                  <a:pt x="1450952" y="117528"/>
                </a:lnTo>
                <a:lnTo>
                  <a:pt x="1450166" y="117473"/>
                </a:lnTo>
                <a:lnTo>
                  <a:pt x="1449393" y="117402"/>
                </a:lnTo>
                <a:lnTo>
                  <a:pt x="1448630" y="117315"/>
                </a:lnTo>
                <a:lnTo>
                  <a:pt x="1447879" y="117213"/>
                </a:lnTo>
                <a:lnTo>
                  <a:pt x="1447140" y="117094"/>
                </a:lnTo>
                <a:lnTo>
                  <a:pt x="1446411" y="116960"/>
                </a:lnTo>
                <a:lnTo>
                  <a:pt x="1445694" y="116810"/>
                </a:lnTo>
                <a:lnTo>
                  <a:pt x="1444989" y="116645"/>
                </a:lnTo>
                <a:lnTo>
                  <a:pt x="1444294" y="116463"/>
                </a:lnTo>
                <a:lnTo>
                  <a:pt x="1443611" y="116266"/>
                </a:lnTo>
                <a:lnTo>
                  <a:pt x="1442940" y="116053"/>
                </a:lnTo>
                <a:lnTo>
                  <a:pt x="1442280" y="115824"/>
                </a:lnTo>
                <a:lnTo>
                  <a:pt x="1441631" y="115579"/>
                </a:lnTo>
                <a:lnTo>
                  <a:pt x="1440993" y="115319"/>
                </a:lnTo>
                <a:lnTo>
                  <a:pt x="1440367" y="115043"/>
                </a:lnTo>
                <a:lnTo>
                  <a:pt x="1439752" y="114751"/>
                </a:lnTo>
                <a:lnTo>
                  <a:pt x="1439149" y="114443"/>
                </a:lnTo>
                <a:lnTo>
                  <a:pt x="1438556" y="114119"/>
                </a:lnTo>
                <a:lnTo>
                  <a:pt x="1437976" y="113780"/>
                </a:lnTo>
                <a:lnTo>
                  <a:pt x="1437406" y="113425"/>
                </a:lnTo>
                <a:lnTo>
                  <a:pt x="1436848" y="113054"/>
                </a:lnTo>
                <a:lnTo>
                  <a:pt x="1436307" y="112663"/>
                </a:lnTo>
                <a:lnTo>
                  <a:pt x="1435789" y="112249"/>
                </a:lnTo>
                <a:lnTo>
                  <a:pt x="1435294" y="111811"/>
                </a:lnTo>
                <a:lnTo>
                  <a:pt x="1434822" y="111350"/>
                </a:lnTo>
                <a:lnTo>
                  <a:pt x="1434373" y="110865"/>
                </a:lnTo>
                <a:lnTo>
                  <a:pt x="1433948" y="110357"/>
                </a:lnTo>
                <a:lnTo>
                  <a:pt x="1433545" y="109825"/>
                </a:lnTo>
                <a:lnTo>
                  <a:pt x="1433165" y="109270"/>
                </a:lnTo>
                <a:lnTo>
                  <a:pt x="1432808" y="108691"/>
                </a:lnTo>
                <a:lnTo>
                  <a:pt x="1432474" y="108089"/>
                </a:lnTo>
                <a:lnTo>
                  <a:pt x="1432164" y="107463"/>
                </a:lnTo>
                <a:lnTo>
                  <a:pt x="1431876" y="106814"/>
                </a:lnTo>
                <a:lnTo>
                  <a:pt x="1431611" y="106141"/>
                </a:lnTo>
                <a:lnTo>
                  <a:pt x="1431369" y="105445"/>
                </a:lnTo>
                <a:lnTo>
                  <a:pt x="1431151" y="104725"/>
                </a:lnTo>
                <a:lnTo>
                  <a:pt x="1430955" y="103982"/>
                </a:lnTo>
                <a:lnTo>
                  <a:pt x="1430782" y="103216"/>
                </a:lnTo>
                <a:lnTo>
                  <a:pt x="1430633" y="102425"/>
                </a:lnTo>
                <a:lnTo>
                  <a:pt x="1430506" y="101612"/>
                </a:lnTo>
                <a:lnTo>
                  <a:pt x="1430403" y="100775"/>
                </a:lnTo>
                <a:lnTo>
                  <a:pt x="1430322" y="99914"/>
                </a:lnTo>
                <a:lnTo>
                  <a:pt x="1430265" y="99030"/>
                </a:lnTo>
                <a:lnTo>
                  <a:pt x="1430230" y="98122"/>
                </a:lnTo>
                <a:lnTo>
                  <a:pt x="1430219" y="97191"/>
                </a:lnTo>
                <a:lnTo>
                  <a:pt x="1415186" y="97191"/>
                </a:lnTo>
                <a:lnTo>
                  <a:pt x="1415191" y="97915"/>
                </a:lnTo>
                <a:lnTo>
                  <a:pt x="1415206" y="98629"/>
                </a:lnTo>
                <a:lnTo>
                  <a:pt x="1415232" y="99334"/>
                </a:lnTo>
                <a:lnTo>
                  <a:pt x="1415267" y="100030"/>
                </a:lnTo>
                <a:lnTo>
                  <a:pt x="1415313" y="100717"/>
                </a:lnTo>
                <a:lnTo>
                  <a:pt x="1415369" y="101394"/>
                </a:lnTo>
                <a:lnTo>
                  <a:pt x="1415436" y="102063"/>
                </a:lnTo>
                <a:lnTo>
                  <a:pt x="1415512" y="102722"/>
                </a:lnTo>
                <a:lnTo>
                  <a:pt x="1415599" y="103371"/>
                </a:lnTo>
                <a:lnTo>
                  <a:pt x="1415696" y="104012"/>
                </a:lnTo>
                <a:lnTo>
                  <a:pt x="1415803" y="104644"/>
                </a:lnTo>
                <a:lnTo>
                  <a:pt x="1415921" y="105266"/>
                </a:lnTo>
                <a:lnTo>
                  <a:pt x="1416049" y="105879"/>
                </a:lnTo>
                <a:lnTo>
                  <a:pt x="1416186" y="106483"/>
                </a:lnTo>
                <a:lnTo>
                  <a:pt x="1416335" y="107077"/>
                </a:lnTo>
                <a:lnTo>
                  <a:pt x="1416493" y="107662"/>
                </a:lnTo>
                <a:lnTo>
                  <a:pt x="1416661" y="108239"/>
                </a:lnTo>
                <a:lnTo>
                  <a:pt x="1416840" y="108806"/>
                </a:lnTo>
                <a:lnTo>
                  <a:pt x="1417029" y="109363"/>
                </a:lnTo>
                <a:lnTo>
                  <a:pt x="1417228" y="109912"/>
                </a:lnTo>
                <a:lnTo>
                  <a:pt x="1417438" y="110451"/>
                </a:lnTo>
                <a:lnTo>
                  <a:pt x="1417657" y="110981"/>
                </a:lnTo>
                <a:lnTo>
                  <a:pt x="1417887" y="111502"/>
                </a:lnTo>
                <a:lnTo>
                  <a:pt x="1418127" y="112014"/>
                </a:lnTo>
                <a:lnTo>
                  <a:pt x="1418376" y="112517"/>
                </a:lnTo>
                <a:lnTo>
                  <a:pt x="1418633" y="113012"/>
                </a:lnTo>
                <a:lnTo>
                  <a:pt x="1418898" y="113500"/>
                </a:lnTo>
                <a:lnTo>
                  <a:pt x="1419171" y="113980"/>
                </a:lnTo>
                <a:lnTo>
                  <a:pt x="1419452" y="114451"/>
                </a:lnTo>
                <a:lnTo>
                  <a:pt x="1419740" y="114915"/>
                </a:lnTo>
                <a:lnTo>
                  <a:pt x="1420037" y="115372"/>
                </a:lnTo>
                <a:lnTo>
                  <a:pt x="1420342" y="115820"/>
                </a:lnTo>
                <a:lnTo>
                  <a:pt x="1420654" y="116261"/>
                </a:lnTo>
                <a:lnTo>
                  <a:pt x="1420975" y="116693"/>
                </a:lnTo>
                <a:lnTo>
                  <a:pt x="1421304" y="117118"/>
                </a:lnTo>
                <a:lnTo>
                  <a:pt x="1421640" y="117535"/>
                </a:lnTo>
                <a:lnTo>
                  <a:pt x="1421984" y="117944"/>
                </a:lnTo>
                <a:lnTo>
                  <a:pt x="1422337" y="118346"/>
                </a:lnTo>
                <a:lnTo>
                  <a:pt x="1422697" y="118739"/>
                </a:lnTo>
                <a:lnTo>
                  <a:pt x="1423065" y="119125"/>
                </a:lnTo>
                <a:lnTo>
                  <a:pt x="1423441" y="119503"/>
                </a:lnTo>
                <a:lnTo>
                  <a:pt x="1423825" y="119873"/>
                </a:lnTo>
                <a:lnTo>
                  <a:pt x="1424218" y="120235"/>
                </a:lnTo>
                <a:lnTo>
                  <a:pt x="1424618" y="120589"/>
                </a:lnTo>
                <a:lnTo>
                  <a:pt x="1425025" y="120936"/>
                </a:lnTo>
                <a:lnTo>
                  <a:pt x="1425441" y="121275"/>
                </a:lnTo>
                <a:lnTo>
                  <a:pt x="1425865" y="121606"/>
                </a:lnTo>
                <a:lnTo>
                  <a:pt x="1426297" y="121929"/>
                </a:lnTo>
                <a:lnTo>
                  <a:pt x="1426735" y="122244"/>
                </a:lnTo>
                <a:lnTo>
                  <a:pt x="1427180" y="122552"/>
                </a:lnTo>
                <a:lnTo>
                  <a:pt x="1427630" y="122853"/>
                </a:lnTo>
                <a:lnTo>
                  <a:pt x="1428085" y="123146"/>
                </a:lnTo>
                <a:lnTo>
                  <a:pt x="1428547" y="123432"/>
                </a:lnTo>
                <a:lnTo>
                  <a:pt x="1429013" y="123710"/>
                </a:lnTo>
                <a:lnTo>
                  <a:pt x="1429486" y="123982"/>
                </a:lnTo>
                <a:lnTo>
                  <a:pt x="1429964" y="124246"/>
                </a:lnTo>
                <a:lnTo>
                  <a:pt x="1430448" y="124502"/>
                </a:lnTo>
                <a:lnTo>
                  <a:pt x="1430938" y="124752"/>
                </a:lnTo>
                <a:lnTo>
                  <a:pt x="1431433" y="124994"/>
                </a:lnTo>
                <a:lnTo>
                  <a:pt x="1431934" y="125228"/>
                </a:lnTo>
                <a:lnTo>
                  <a:pt x="1432441" y="125456"/>
                </a:lnTo>
                <a:lnTo>
                  <a:pt x="1432953" y="125676"/>
                </a:lnTo>
                <a:lnTo>
                  <a:pt x="1433471" y="125888"/>
                </a:lnTo>
                <a:lnTo>
                  <a:pt x="1433995" y="126094"/>
                </a:lnTo>
                <a:lnTo>
                  <a:pt x="1434524" y="126292"/>
                </a:lnTo>
                <a:lnTo>
                  <a:pt x="1435059" y="126483"/>
                </a:lnTo>
                <a:lnTo>
                  <a:pt x="1435600" y="126666"/>
                </a:lnTo>
                <a:lnTo>
                  <a:pt x="1436146" y="126842"/>
                </a:lnTo>
                <a:lnTo>
                  <a:pt x="1436698" y="127011"/>
                </a:lnTo>
                <a:lnTo>
                  <a:pt x="1437256" y="127172"/>
                </a:lnTo>
                <a:lnTo>
                  <a:pt x="1437820" y="127327"/>
                </a:lnTo>
                <a:lnTo>
                  <a:pt x="1438389" y="127473"/>
                </a:lnTo>
                <a:lnTo>
                  <a:pt x="1438962" y="127614"/>
                </a:lnTo>
                <a:lnTo>
                  <a:pt x="1439539" y="127748"/>
                </a:lnTo>
                <a:lnTo>
                  <a:pt x="1440118" y="127876"/>
                </a:lnTo>
                <a:lnTo>
                  <a:pt x="1440701" y="127998"/>
                </a:lnTo>
                <a:lnTo>
                  <a:pt x="1441287" y="128115"/>
                </a:lnTo>
                <a:lnTo>
                  <a:pt x="1441875" y="128225"/>
                </a:lnTo>
                <a:lnTo>
                  <a:pt x="1442467" y="128329"/>
                </a:lnTo>
                <a:lnTo>
                  <a:pt x="1443062" y="128428"/>
                </a:lnTo>
                <a:lnTo>
                  <a:pt x="1443660" y="128520"/>
                </a:lnTo>
                <a:lnTo>
                  <a:pt x="1444262" y="128607"/>
                </a:lnTo>
                <a:lnTo>
                  <a:pt x="1444866" y="128687"/>
                </a:lnTo>
                <a:lnTo>
                  <a:pt x="1445473" y="128762"/>
                </a:lnTo>
                <a:lnTo>
                  <a:pt x="1446084" y="128830"/>
                </a:lnTo>
                <a:lnTo>
                  <a:pt x="1446697" y="128893"/>
                </a:lnTo>
                <a:lnTo>
                  <a:pt x="1447314" y="128950"/>
                </a:lnTo>
                <a:lnTo>
                  <a:pt x="1447933" y="129000"/>
                </a:lnTo>
                <a:lnTo>
                  <a:pt x="1448556" y="129045"/>
                </a:lnTo>
                <a:lnTo>
                  <a:pt x="1449182" y="129084"/>
                </a:lnTo>
                <a:lnTo>
                  <a:pt x="1449811" y="129117"/>
                </a:lnTo>
                <a:lnTo>
                  <a:pt x="1450443" y="129143"/>
                </a:lnTo>
                <a:lnTo>
                  <a:pt x="1451078" y="129164"/>
                </a:lnTo>
                <a:lnTo>
                  <a:pt x="1451716" y="129179"/>
                </a:lnTo>
                <a:lnTo>
                  <a:pt x="1452357" y="129188"/>
                </a:lnTo>
                <a:lnTo>
                  <a:pt x="1453001" y="129191"/>
                </a:lnTo>
                <a:lnTo>
                  <a:pt x="1453637" y="129188"/>
                </a:lnTo>
                <a:lnTo>
                  <a:pt x="1454270" y="129180"/>
                </a:lnTo>
                <a:lnTo>
                  <a:pt x="1454899" y="129166"/>
                </a:lnTo>
                <a:lnTo>
                  <a:pt x="1455524" y="129146"/>
                </a:lnTo>
                <a:lnTo>
                  <a:pt x="1456145" y="129121"/>
                </a:lnTo>
                <a:close/>
                <a:moveTo>
                  <a:pt x="1609940" y="129082"/>
                </a:moveTo>
                <a:lnTo>
                  <a:pt x="1610826" y="129020"/>
                </a:lnTo>
                <a:lnTo>
                  <a:pt x="1611701" y="128945"/>
                </a:lnTo>
                <a:lnTo>
                  <a:pt x="1612565" y="128856"/>
                </a:lnTo>
                <a:lnTo>
                  <a:pt x="1613418" y="128754"/>
                </a:lnTo>
                <a:lnTo>
                  <a:pt x="1614261" y="128638"/>
                </a:lnTo>
                <a:lnTo>
                  <a:pt x="1615093" y="128508"/>
                </a:lnTo>
                <a:lnTo>
                  <a:pt x="1615914" y="128364"/>
                </a:lnTo>
                <a:lnTo>
                  <a:pt x="1616725" y="128207"/>
                </a:lnTo>
                <a:lnTo>
                  <a:pt x="1617525" y="128037"/>
                </a:lnTo>
                <a:lnTo>
                  <a:pt x="1618314" y="127852"/>
                </a:lnTo>
                <a:lnTo>
                  <a:pt x="1619093" y="127654"/>
                </a:lnTo>
                <a:lnTo>
                  <a:pt x="1619861" y="127442"/>
                </a:lnTo>
                <a:lnTo>
                  <a:pt x="1620618" y="127217"/>
                </a:lnTo>
                <a:lnTo>
                  <a:pt x="1621365" y="126978"/>
                </a:lnTo>
                <a:lnTo>
                  <a:pt x="1622100" y="126725"/>
                </a:lnTo>
                <a:lnTo>
                  <a:pt x="1622825" y="126458"/>
                </a:lnTo>
                <a:lnTo>
                  <a:pt x="1623540" y="126178"/>
                </a:lnTo>
                <a:lnTo>
                  <a:pt x="1624243" y="125885"/>
                </a:lnTo>
                <a:lnTo>
                  <a:pt x="1624936" y="125577"/>
                </a:lnTo>
                <a:lnTo>
                  <a:pt x="1625619" y="125256"/>
                </a:lnTo>
                <a:lnTo>
                  <a:pt x="1626289" y="124922"/>
                </a:lnTo>
                <a:lnTo>
                  <a:pt x="1626948" y="124577"/>
                </a:lnTo>
                <a:lnTo>
                  <a:pt x="1627593" y="124220"/>
                </a:lnTo>
                <a:lnTo>
                  <a:pt x="1628227" y="123852"/>
                </a:lnTo>
                <a:lnTo>
                  <a:pt x="1628847" y="123472"/>
                </a:lnTo>
                <a:lnTo>
                  <a:pt x="1629456" y="123081"/>
                </a:lnTo>
                <a:lnTo>
                  <a:pt x="1630052" y="122678"/>
                </a:lnTo>
                <a:lnTo>
                  <a:pt x="1630635" y="122264"/>
                </a:lnTo>
                <a:lnTo>
                  <a:pt x="1631206" y="121838"/>
                </a:lnTo>
                <a:lnTo>
                  <a:pt x="1631764" y="121401"/>
                </a:lnTo>
                <a:lnTo>
                  <a:pt x="1632310" y="120953"/>
                </a:lnTo>
                <a:lnTo>
                  <a:pt x="1632843" y="120493"/>
                </a:lnTo>
                <a:lnTo>
                  <a:pt x="1633364" y="120022"/>
                </a:lnTo>
                <a:lnTo>
                  <a:pt x="1633873" y="119539"/>
                </a:lnTo>
                <a:lnTo>
                  <a:pt x="1634369" y="119044"/>
                </a:lnTo>
                <a:lnTo>
                  <a:pt x="1634852" y="118538"/>
                </a:lnTo>
                <a:lnTo>
                  <a:pt x="1635323" y="118021"/>
                </a:lnTo>
                <a:lnTo>
                  <a:pt x="1635782" y="117492"/>
                </a:lnTo>
                <a:lnTo>
                  <a:pt x="1636228" y="116952"/>
                </a:lnTo>
                <a:lnTo>
                  <a:pt x="1636661" y="116401"/>
                </a:lnTo>
                <a:lnTo>
                  <a:pt x="1637082" y="115837"/>
                </a:lnTo>
                <a:lnTo>
                  <a:pt x="1637491" y="115263"/>
                </a:lnTo>
                <a:lnTo>
                  <a:pt x="1637887" y="114677"/>
                </a:lnTo>
                <a:lnTo>
                  <a:pt x="1638271" y="114079"/>
                </a:lnTo>
                <a:lnTo>
                  <a:pt x="1638641" y="113471"/>
                </a:lnTo>
                <a:lnTo>
                  <a:pt x="1638996" y="112853"/>
                </a:lnTo>
                <a:lnTo>
                  <a:pt x="1639336" y="112226"/>
                </a:lnTo>
                <a:lnTo>
                  <a:pt x="1639662" y="111588"/>
                </a:lnTo>
                <a:lnTo>
                  <a:pt x="1639973" y="110942"/>
                </a:lnTo>
                <a:lnTo>
                  <a:pt x="1640269" y="110285"/>
                </a:lnTo>
                <a:lnTo>
                  <a:pt x="1640551" y="109619"/>
                </a:lnTo>
                <a:lnTo>
                  <a:pt x="1640818" y="108944"/>
                </a:lnTo>
                <a:lnTo>
                  <a:pt x="1641070" y="108258"/>
                </a:lnTo>
                <a:lnTo>
                  <a:pt x="1641307" y="107564"/>
                </a:lnTo>
                <a:lnTo>
                  <a:pt x="1641529" y="106859"/>
                </a:lnTo>
                <a:lnTo>
                  <a:pt x="1641737" y="106145"/>
                </a:lnTo>
                <a:lnTo>
                  <a:pt x="1641930" y="105421"/>
                </a:lnTo>
                <a:lnTo>
                  <a:pt x="1642108" y="104688"/>
                </a:lnTo>
                <a:lnTo>
                  <a:pt x="1642272" y="103945"/>
                </a:lnTo>
                <a:lnTo>
                  <a:pt x="1642421" y="103193"/>
                </a:lnTo>
                <a:lnTo>
                  <a:pt x="1642555" y="102430"/>
                </a:lnTo>
                <a:lnTo>
                  <a:pt x="1642674" y="101659"/>
                </a:lnTo>
                <a:lnTo>
                  <a:pt x="1642778" y="100877"/>
                </a:lnTo>
                <a:lnTo>
                  <a:pt x="1642868" y="100086"/>
                </a:lnTo>
                <a:lnTo>
                  <a:pt x="1642943" y="99286"/>
                </a:lnTo>
                <a:lnTo>
                  <a:pt x="1643003" y="98475"/>
                </a:lnTo>
                <a:lnTo>
                  <a:pt x="1643049" y="97656"/>
                </a:lnTo>
                <a:lnTo>
                  <a:pt x="1643079" y="96826"/>
                </a:lnTo>
                <a:lnTo>
                  <a:pt x="1627673" y="96826"/>
                </a:lnTo>
                <a:lnTo>
                  <a:pt x="1627640" y="97639"/>
                </a:lnTo>
                <a:lnTo>
                  <a:pt x="1627590" y="98436"/>
                </a:lnTo>
                <a:lnTo>
                  <a:pt x="1627521" y="99217"/>
                </a:lnTo>
                <a:lnTo>
                  <a:pt x="1627433" y="99982"/>
                </a:lnTo>
                <a:lnTo>
                  <a:pt x="1627327" y="100731"/>
                </a:lnTo>
                <a:lnTo>
                  <a:pt x="1627203" y="101464"/>
                </a:lnTo>
                <a:lnTo>
                  <a:pt x="1627061" y="102180"/>
                </a:lnTo>
                <a:lnTo>
                  <a:pt x="1626900" y="102881"/>
                </a:lnTo>
                <a:lnTo>
                  <a:pt x="1626721" y="103566"/>
                </a:lnTo>
                <a:lnTo>
                  <a:pt x="1626524" y="104234"/>
                </a:lnTo>
                <a:lnTo>
                  <a:pt x="1626308" y="104886"/>
                </a:lnTo>
                <a:lnTo>
                  <a:pt x="1626074" y="105523"/>
                </a:lnTo>
                <a:lnTo>
                  <a:pt x="1625822" y="106143"/>
                </a:lnTo>
                <a:lnTo>
                  <a:pt x="1625551" y="106747"/>
                </a:lnTo>
                <a:lnTo>
                  <a:pt x="1625262" y="107335"/>
                </a:lnTo>
                <a:lnTo>
                  <a:pt x="1624955" y="107908"/>
                </a:lnTo>
                <a:lnTo>
                  <a:pt x="1624629" y="108464"/>
                </a:lnTo>
                <a:lnTo>
                  <a:pt x="1624285" y="109004"/>
                </a:lnTo>
                <a:lnTo>
                  <a:pt x="1623923" y="109527"/>
                </a:lnTo>
                <a:lnTo>
                  <a:pt x="1623543" y="110035"/>
                </a:lnTo>
                <a:lnTo>
                  <a:pt x="1623144" y="110527"/>
                </a:lnTo>
                <a:lnTo>
                  <a:pt x="1622727" y="111003"/>
                </a:lnTo>
                <a:lnTo>
                  <a:pt x="1622291" y="111462"/>
                </a:lnTo>
                <a:lnTo>
                  <a:pt x="1621837" y="111906"/>
                </a:lnTo>
                <a:lnTo>
                  <a:pt x="1621367" y="112332"/>
                </a:lnTo>
                <a:lnTo>
                  <a:pt x="1620880" y="112741"/>
                </a:lnTo>
                <a:lnTo>
                  <a:pt x="1620379" y="113131"/>
                </a:lnTo>
                <a:lnTo>
                  <a:pt x="1619862" y="113503"/>
                </a:lnTo>
                <a:lnTo>
                  <a:pt x="1619330" y="113857"/>
                </a:lnTo>
                <a:lnTo>
                  <a:pt x="1618782" y="114192"/>
                </a:lnTo>
                <a:lnTo>
                  <a:pt x="1618219" y="114510"/>
                </a:lnTo>
                <a:lnTo>
                  <a:pt x="1617641" y="114809"/>
                </a:lnTo>
                <a:lnTo>
                  <a:pt x="1617047" y="115091"/>
                </a:lnTo>
                <a:lnTo>
                  <a:pt x="1616438" y="115354"/>
                </a:lnTo>
                <a:lnTo>
                  <a:pt x="1615813" y="115599"/>
                </a:lnTo>
                <a:lnTo>
                  <a:pt x="1615173" y="115825"/>
                </a:lnTo>
                <a:lnTo>
                  <a:pt x="1614517" y="116034"/>
                </a:lnTo>
                <a:lnTo>
                  <a:pt x="1613846" y="116225"/>
                </a:lnTo>
                <a:lnTo>
                  <a:pt x="1613160" y="116397"/>
                </a:lnTo>
                <a:lnTo>
                  <a:pt x="1612459" y="116551"/>
                </a:lnTo>
                <a:lnTo>
                  <a:pt x="1611741" y="116687"/>
                </a:lnTo>
                <a:lnTo>
                  <a:pt x="1611009" y="116805"/>
                </a:lnTo>
                <a:lnTo>
                  <a:pt x="1610261" y="116905"/>
                </a:lnTo>
                <a:lnTo>
                  <a:pt x="1609498" y="116987"/>
                </a:lnTo>
                <a:lnTo>
                  <a:pt x="1608719" y="117050"/>
                </a:lnTo>
                <a:lnTo>
                  <a:pt x="1607925" y="117096"/>
                </a:lnTo>
                <a:lnTo>
                  <a:pt x="1607116" y="117123"/>
                </a:lnTo>
                <a:lnTo>
                  <a:pt x="1606291" y="117132"/>
                </a:lnTo>
                <a:lnTo>
                  <a:pt x="1605527" y="117124"/>
                </a:lnTo>
                <a:lnTo>
                  <a:pt x="1604774" y="117099"/>
                </a:lnTo>
                <a:lnTo>
                  <a:pt x="1604035" y="117058"/>
                </a:lnTo>
                <a:lnTo>
                  <a:pt x="1603307" y="117001"/>
                </a:lnTo>
                <a:lnTo>
                  <a:pt x="1602591" y="116927"/>
                </a:lnTo>
                <a:lnTo>
                  <a:pt x="1601888" y="116836"/>
                </a:lnTo>
                <a:lnTo>
                  <a:pt x="1601196" y="116730"/>
                </a:lnTo>
                <a:lnTo>
                  <a:pt x="1600517" y="116606"/>
                </a:lnTo>
                <a:lnTo>
                  <a:pt x="1599850" y="116467"/>
                </a:lnTo>
                <a:lnTo>
                  <a:pt x="1599195" y="116311"/>
                </a:lnTo>
                <a:lnTo>
                  <a:pt x="1598553" y="116138"/>
                </a:lnTo>
                <a:lnTo>
                  <a:pt x="1597922" y="115950"/>
                </a:lnTo>
                <a:lnTo>
                  <a:pt x="1597304" y="115744"/>
                </a:lnTo>
                <a:lnTo>
                  <a:pt x="1596698" y="115523"/>
                </a:lnTo>
                <a:lnTo>
                  <a:pt x="1596104" y="115285"/>
                </a:lnTo>
                <a:lnTo>
                  <a:pt x="1595522" y="115030"/>
                </a:lnTo>
                <a:lnTo>
                  <a:pt x="1594952" y="114759"/>
                </a:lnTo>
                <a:lnTo>
                  <a:pt x="1594395" y="114472"/>
                </a:lnTo>
                <a:lnTo>
                  <a:pt x="1593849" y="114168"/>
                </a:lnTo>
                <a:lnTo>
                  <a:pt x="1593316" y="113848"/>
                </a:lnTo>
                <a:lnTo>
                  <a:pt x="1592795" y="113511"/>
                </a:lnTo>
                <a:lnTo>
                  <a:pt x="1592286" y="113158"/>
                </a:lnTo>
                <a:lnTo>
                  <a:pt x="1591789" y="112788"/>
                </a:lnTo>
                <a:lnTo>
                  <a:pt x="1591305" y="112402"/>
                </a:lnTo>
                <a:lnTo>
                  <a:pt x="1590831" y="112003"/>
                </a:lnTo>
                <a:lnTo>
                  <a:pt x="1590369" y="111592"/>
                </a:lnTo>
                <a:lnTo>
                  <a:pt x="1589918" y="111171"/>
                </a:lnTo>
                <a:lnTo>
                  <a:pt x="1589477" y="110739"/>
                </a:lnTo>
                <a:lnTo>
                  <a:pt x="1589048" y="110296"/>
                </a:lnTo>
                <a:lnTo>
                  <a:pt x="1588629" y="109842"/>
                </a:lnTo>
                <a:lnTo>
                  <a:pt x="1588221" y="109378"/>
                </a:lnTo>
                <a:lnTo>
                  <a:pt x="1587824" y="108903"/>
                </a:lnTo>
                <a:lnTo>
                  <a:pt x="1587438" y="108417"/>
                </a:lnTo>
                <a:lnTo>
                  <a:pt x="1587062" y="107920"/>
                </a:lnTo>
                <a:lnTo>
                  <a:pt x="1586698" y="107413"/>
                </a:lnTo>
                <a:lnTo>
                  <a:pt x="1586344" y="106894"/>
                </a:lnTo>
                <a:lnTo>
                  <a:pt x="1586001" y="106365"/>
                </a:lnTo>
                <a:lnTo>
                  <a:pt x="1585669" y="105826"/>
                </a:lnTo>
                <a:lnTo>
                  <a:pt x="1585348" y="105275"/>
                </a:lnTo>
                <a:lnTo>
                  <a:pt x="1585038" y="104714"/>
                </a:lnTo>
                <a:lnTo>
                  <a:pt x="1584739" y="104141"/>
                </a:lnTo>
                <a:lnTo>
                  <a:pt x="1584450" y="103559"/>
                </a:lnTo>
                <a:lnTo>
                  <a:pt x="1584173" y="102965"/>
                </a:lnTo>
                <a:lnTo>
                  <a:pt x="1583906" y="102360"/>
                </a:lnTo>
                <a:lnTo>
                  <a:pt x="1583650" y="101745"/>
                </a:lnTo>
                <a:lnTo>
                  <a:pt x="1583405" y="101119"/>
                </a:lnTo>
                <a:lnTo>
                  <a:pt x="1583171" y="100483"/>
                </a:lnTo>
                <a:lnTo>
                  <a:pt x="1582948" y="99835"/>
                </a:lnTo>
                <a:lnTo>
                  <a:pt x="1582734" y="99179"/>
                </a:lnTo>
                <a:lnTo>
                  <a:pt x="1582530" y="98519"/>
                </a:lnTo>
                <a:lnTo>
                  <a:pt x="1582334" y="97852"/>
                </a:lnTo>
                <a:lnTo>
                  <a:pt x="1582146" y="97181"/>
                </a:lnTo>
                <a:lnTo>
                  <a:pt x="1581968" y="96504"/>
                </a:lnTo>
                <a:lnTo>
                  <a:pt x="1581798" y="95822"/>
                </a:lnTo>
                <a:lnTo>
                  <a:pt x="1581637" y="95135"/>
                </a:lnTo>
                <a:lnTo>
                  <a:pt x="1581485" y="94442"/>
                </a:lnTo>
                <a:lnTo>
                  <a:pt x="1581341" y="93744"/>
                </a:lnTo>
                <a:lnTo>
                  <a:pt x="1581207" y="93041"/>
                </a:lnTo>
                <a:lnTo>
                  <a:pt x="1581081" y="92332"/>
                </a:lnTo>
                <a:lnTo>
                  <a:pt x="1580964" y="91618"/>
                </a:lnTo>
                <a:lnTo>
                  <a:pt x="1580855" y="90899"/>
                </a:lnTo>
                <a:lnTo>
                  <a:pt x="1580755" y="90174"/>
                </a:lnTo>
                <a:lnTo>
                  <a:pt x="1580665" y="89445"/>
                </a:lnTo>
                <a:lnTo>
                  <a:pt x="1580582" y="88709"/>
                </a:lnTo>
                <a:lnTo>
                  <a:pt x="1580509" y="87969"/>
                </a:lnTo>
                <a:lnTo>
                  <a:pt x="1580444" y="87223"/>
                </a:lnTo>
                <a:lnTo>
                  <a:pt x="1580388" y="86472"/>
                </a:lnTo>
                <a:lnTo>
                  <a:pt x="1580341" y="85716"/>
                </a:lnTo>
                <a:lnTo>
                  <a:pt x="1580303" y="84954"/>
                </a:lnTo>
                <a:lnTo>
                  <a:pt x="1580273" y="84187"/>
                </a:lnTo>
                <a:lnTo>
                  <a:pt x="1580252" y="83415"/>
                </a:lnTo>
                <a:lnTo>
                  <a:pt x="1580240" y="82637"/>
                </a:lnTo>
                <a:lnTo>
                  <a:pt x="1642706" y="82637"/>
                </a:lnTo>
                <a:lnTo>
                  <a:pt x="1642721" y="82562"/>
                </a:lnTo>
                <a:lnTo>
                  <a:pt x="1642736" y="82484"/>
                </a:lnTo>
                <a:lnTo>
                  <a:pt x="1642750" y="82401"/>
                </a:lnTo>
                <a:lnTo>
                  <a:pt x="1642764" y="82314"/>
                </a:lnTo>
                <a:lnTo>
                  <a:pt x="1642778" y="82224"/>
                </a:lnTo>
                <a:lnTo>
                  <a:pt x="1642790" y="82129"/>
                </a:lnTo>
                <a:lnTo>
                  <a:pt x="1642803" y="82031"/>
                </a:lnTo>
                <a:lnTo>
                  <a:pt x="1642815" y="81929"/>
                </a:lnTo>
                <a:lnTo>
                  <a:pt x="1642826" y="81823"/>
                </a:lnTo>
                <a:lnTo>
                  <a:pt x="1642837" y="81713"/>
                </a:lnTo>
                <a:lnTo>
                  <a:pt x="1642848" y="81599"/>
                </a:lnTo>
                <a:lnTo>
                  <a:pt x="1642858" y="81481"/>
                </a:lnTo>
                <a:lnTo>
                  <a:pt x="1642867" y="81360"/>
                </a:lnTo>
                <a:lnTo>
                  <a:pt x="1642876" y="81234"/>
                </a:lnTo>
                <a:lnTo>
                  <a:pt x="1642885" y="81105"/>
                </a:lnTo>
                <a:lnTo>
                  <a:pt x="1642893" y="80972"/>
                </a:lnTo>
                <a:lnTo>
                  <a:pt x="1642900" y="80834"/>
                </a:lnTo>
                <a:lnTo>
                  <a:pt x="1642907" y="80693"/>
                </a:lnTo>
                <a:lnTo>
                  <a:pt x="1642914" y="80549"/>
                </a:lnTo>
                <a:lnTo>
                  <a:pt x="1642920" y="80400"/>
                </a:lnTo>
                <a:lnTo>
                  <a:pt x="1642925" y="80247"/>
                </a:lnTo>
                <a:lnTo>
                  <a:pt x="1642931" y="80091"/>
                </a:lnTo>
                <a:lnTo>
                  <a:pt x="1642935" y="79930"/>
                </a:lnTo>
                <a:lnTo>
                  <a:pt x="1642939" y="79766"/>
                </a:lnTo>
                <a:lnTo>
                  <a:pt x="1642943" y="79600"/>
                </a:lnTo>
                <a:lnTo>
                  <a:pt x="1642947" y="79437"/>
                </a:lnTo>
                <a:lnTo>
                  <a:pt x="1642950" y="79275"/>
                </a:lnTo>
                <a:lnTo>
                  <a:pt x="1642954" y="79116"/>
                </a:lnTo>
                <a:lnTo>
                  <a:pt x="1642957" y="78958"/>
                </a:lnTo>
                <a:lnTo>
                  <a:pt x="1642960" y="78802"/>
                </a:lnTo>
                <a:lnTo>
                  <a:pt x="1642963" y="78647"/>
                </a:lnTo>
                <a:lnTo>
                  <a:pt x="1642965" y="78495"/>
                </a:lnTo>
                <a:lnTo>
                  <a:pt x="1642968" y="78345"/>
                </a:lnTo>
                <a:lnTo>
                  <a:pt x="1642970" y="78196"/>
                </a:lnTo>
                <a:lnTo>
                  <a:pt x="1642972" y="78049"/>
                </a:lnTo>
                <a:lnTo>
                  <a:pt x="1642974" y="77904"/>
                </a:lnTo>
                <a:lnTo>
                  <a:pt x="1642976" y="77761"/>
                </a:lnTo>
                <a:lnTo>
                  <a:pt x="1642978" y="77620"/>
                </a:lnTo>
                <a:lnTo>
                  <a:pt x="1642979" y="77481"/>
                </a:lnTo>
                <a:lnTo>
                  <a:pt x="1642981" y="77343"/>
                </a:lnTo>
                <a:lnTo>
                  <a:pt x="1642982" y="77207"/>
                </a:lnTo>
                <a:lnTo>
                  <a:pt x="1642983" y="77074"/>
                </a:lnTo>
                <a:lnTo>
                  <a:pt x="1642984" y="76942"/>
                </a:lnTo>
                <a:lnTo>
                  <a:pt x="1642985" y="76812"/>
                </a:lnTo>
                <a:lnTo>
                  <a:pt x="1642985" y="76683"/>
                </a:lnTo>
                <a:lnTo>
                  <a:pt x="1642986" y="76557"/>
                </a:lnTo>
                <a:lnTo>
                  <a:pt x="1642986" y="76433"/>
                </a:lnTo>
                <a:lnTo>
                  <a:pt x="1642986" y="76310"/>
                </a:lnTo>
                <a:lnTo>
                  <a:pt x="1642968" y="74502"/>
                </a:lnTo>
                <a:lnTo>
                  <a:pt x="1642915" y="72730"/>
                </a:lnTo>
                <a:lnTo>
                  <a:pt x="1642827" y="70993"/>
                </a:lnTo>
                <a:lnTo>
                  <a:pt x="1642703" y="69292"/>
                </a:lnTo>
                <a:lnTo>
                  <a:pt x="1642544" y="67626"/>
                </a:lnTo>
                <a:lnTo>
                  <a:pt x="1642350" y="65996"/>
                </a:lnTo>
                <a:lnTo>
                  <a:pt x="1642120" y="64401"/>
                </a:lnTo>
                <a:lnTo>
                  <a:pt x="1641855" y="62841"/>
                </a:lnTo>
                <a:lnTo>
                  <a:pt x="1641555" y="61318"/>
                </a:lnTo>
                <a:lnTo>
                  <a:pt x="1641219" y="59829"/>
                </a:lnTo>
                <a:lnTo>
                  <a:pt x="1640848" y="58377"/>
                </a:lnTo>
                <a:lnTo>
                  <a:pt x="1640442" y="56959"/>
                </a:lnTo>
                <a:lnTo>
                  <a:pt x="1640000" y="55577"/>
                </a:lnTo>
                <a:lnTo>
                  <a:pt x="1639523" y="54231"/>
                </a:lnTo>
                <a:lnTo>
                  <a:pt x="1639010" y="52920"/>
                </a:lnTo>
                <a:lnTo>
                  <a:pt x="1638463" y="51645"/>
                </a:lnTo>
                <a:lnTo>
                  <a:pt x="1637880" y="50405"/>
                </a:lnTo>
                <a:lnTo>
                  <a:pt x="1637261" y="49201"/>
                </a:lnTo>
                <a:lnTo>
                  <a:pt x="1636607" y="48032"/>
                </a:lnTo>
                <a:lnTo>
                  <a:pt x="1635918" y="46899"/>
                </a:lnTo>
                <a:lnTo>
                  <a:pt x="1635194" y="45801"/>
                </a:lnTo>
                <a:lnTo>
                  <a:pt x="1634434" y="44739"/>
                </a:lnTo>
                <a:lnTo>
                  <a:pt x="1633639" y="43712"/>
                </a:lnTo>
                <a:lnTo>
                  <a:pt x="1632808" y="42721"/>
                </a:lnTo>
                <a:lnTo>
                  <a:pt x="1631947" y="41767"/>
                </a:lnTo>
                <a:lnTo>
                  <a:pt x="1631058" y="40855"/>
                </a:lnTo>
                <a:lnTo>
                  <a:pt x="1630141" y="39982"/>
                </a:lnTo>
                <a:lnTo>
                  <a:pt x="1629198" y="39150"/>
                </a:lnTo>
                <a:lnTo>
                  <a:pt x="1628227" y="38359"/>
                </a:lnTo>
                <a:lnTo>
                  <a:pt x="1627229" y="37609"/>
                </a:lnTo>
                <a:lnTo>
                  <a:pt x="1626204" y="36899"/>
                </a:lnTo>
                <a:lnTo>
                  <a:pt x="1625152" y="36229"/>
                </a:lnTo>
                <a:lnTo>
                  <a:pt x="1624072" y="35600"/>
                </a:lnTo>
                <a:lnTo>
                  <a:pt x="1622965" y="35012"/>
                </a:lnTo>
                <a:lnTo>
                  <a:pt x="1621831" y="34464"/>
                </a:lnTo>
                <a:lnTo>
                  <a:pt x="1620670" y="33957"/>
                </a:lnTo>
                <a:lnTo>
                  <a:pt x="1619482" y="33490"/>
                </a:lnTo>
                <a:lnTo>
                  <a:pt x="1618266" y="33064"/>
                </a:lnTo>
                <a:lnTo>
                  <a:pt x="1617023" y="32679"/>
                </a:lnTo>
                <a:lnTo>
                  <a:pt x="1615752" y="32334"/>
                </a:lnTo>
                <a:lnTo>
                  <a:pt x="1614455" y="32030"/>
                </a:lnTo>
                <a:lnTo>
                  <a:pt x="1613130" y="31766"/>
                </a:lnTo>
                <a:lnTo>
                  <a:pt x="1611778" y="31543"/>
                </a:lnTo>
                <a:lnTo>
                  <a:pt x="1610399" y="31360"/>
                </a:lnTo>
                <a:lnTo>
                  <a:pt x="1608993" y="31218"/>
                </a:lnTo>
                <a:lnTo>
                  <a:pt x="1607559" y="31117"/>
                </a:lnTo>
                <a:lnTo>
                  <a:pt x="1606098" y="31056"/>
                </a:lnTo>
                <a:lnTo>
                  <a:pt x="1604610" y="31036"/>
                </a:lnTo>
                <a:lnTo>
                  <a:pt x="1603497" y="31047"/>
                </a:lnTo>
                <a:lnTo>
                  <a:pt x="1602401" y="31079"/>
                </a:lnTo>
                <a:lnTo>
                  <a:pt x="1601319" y="31133"/>
                </a:lnTo>
                <a:lnTo>
                  <a:pt x="1600254" y="31209"/>
                </a:lnTo>
                <a:lnTo>
                  <a:pt x="1599204" y="31306"/>
                </a:lnTo>
                <a:lnTo>
                  <a:pt x="1598170" y="31425"/>
                </a:lnTo>
                <a:lnTo>
                  <a:pt x="1597152" y="31565"/>
                </a:lnTo>
                <a:lnTo>
                  <a:pt x="1596150" y="31727"/>
                </a:lnTo>
                <a:lnTo>
                  <a:pt x="1595163" y="31911"/>
                </a:lnTo>
                <a:lnTo>
                  <a:pt x="1594192" y="32117"/>
                </a:lnTo>
                <a:lnTo>
                  <a:pt x="1593236" y="32344"/>
                </a:lnTo>
                <a:lnTo>
                  <a:pt x="1592297" y="32592"/>
                </a:lnTo>
                <a:lnTo>
                  <a:pt x="1591373" y="32862"/>
                </a:lnTo>
                <a:lnTo>
                  <a:pt x="1590465" y="33154"/>
                </a:lnTo>
                <a:lnTo>
                  <a:pt x="1589572" y="33468"/>
                </a:lnTo>
                <a:lnTo>
                  <a:pt x="1588695" y="33803"/>
                </a:lnTo>
                <a:lnTo>
                  <a:pt x="1587834" y="34159"/>
                </a:lnTo>
                <a:lnTo>
                  <a:pt x="1586989" y="34537"/>
                </a:lnTo>
                <a:lnTo>
                  <a:pt x="1586159" y="34937"/>
                </a:lnTo>
                <a:lnTo>
                  <a:pt x="1585346" y="35359"/>
                </a:lnTo>
                <a:lnTo>
                  <a:pt x="1584547" y="35802"/>
                </a:lnTo>
                <a:lnTo>
                  <a:pt x="1583765" y="36267"/>
                </a:lnTo>
                <a:lnTo>
                  <a:pt x="1582998" y="36753"/>
                </a:lnTo>
                <a:lnTo>
                  <a:pt x="1582247" y="37261"/>
                </a:lnTo>
                <a:lnTo>
                  <a:pt x="1581512" y="37788"/>
                </a:lnTo>
                <a:lnTo>
                  <a:pt x="1580793" y="38332"/>
                </a:lnTo>
                <a:lnTo>
                  <a:pt x="1580089" y="38893"/>
                </a:lnTo>
                <a:lnTo>
                  <a:pt x="1579401" y="39470"/>
                </a:lnTo>
                <a:lnTo>
                  <a:pt x="1578729" y="40064"/>
                </a:lnTo>
                <a:lnTo>
                  <a:pt x="1578072" y="40675"/>
                </a:lnTo>
                <a:lnTo>
                  <a:pt x="1577431" y="41302"/>
                </a:lnTo>
                <a:lnTo>
                  <a:pt x="1576806" y="41946"/>
                </a:lnTo>
                <a:lnTo>
                  <a:pt x="1576197" y="42607"/>
                </a:lnTo>
                <a:lnTo>
                  <a:pt x="1575603" y="43285"/>
                </a:lnTo>
                <a:lnTo>
                  <a:pt x="1575025" y="43979"/>
                </a:lnTo>
                <a:lnTo>
                  <a:pt x="1574463" y="44691"/>
                </a:lnTo>
                <a:lnTo>
                  <a:pt x="1573916" y="45418"/>
                </a:lnTo>
                <a:lnTo>
                  <a:pt x="1573385" y="46163"/>
                </a:lnTo>
                <a:lnTo>
                  <a:pt x="1572870" y="46924"/>
                </a:lnTo>
                <a:lnTo>
                  <a:pt x="1572371" y="47702"/>
                </a:lnTo>
                <a:lnTo>
                  <a:pt x="1571887" y="48497"/>
                </a:lnTo>
                <a:lnTo>
                  <a:pt x="1571419" y="49309"/>
                </a:lnTo>
                <a:lnTo>
                  <a:pt x="1570967" y="50137"/>
                </a:lnTo>
                <a:lnTo>
                  <a:pt x="1570531" y="50982"/>
                </a:lnTo>
                <a:lnTo>
                  <a:pt x="1570110" y="51843"/>
                </a:lnTo>
                <a:lnTo>
                  <a:pt x="1569705" y="52722"/>
                </a:lnTo>
                <a:lnTo>
                  <a:pt x="1569316" y="53617"/>
                </a:lnTo>
                <a:lnTo>
                  <a:pt x="1568942" y="54529"/>
                </a:lnTo>
                <a:lnTo>
                  <a:pt x="1568584" y="55455"/>
                </a:lnTo>
                <a:lnTo>
                  <a:pt x="1568241" y="56393"/>
                </a:lnTo>
                <a:lnTo>
                  <a:pt x="1567913" y="57343"/>
                </a:lnTo>
                <a:lnTo>
                  <a:pt x="1567601" y="58305"/>
                </a:lnTo>
                <a:lnTo>
                  <a:pt x="1567304" y="59280"/>
                </a:lnTo>
                <a:lnTo>
                  <a:pt x="1567022" y="60266"/>
                </a:lnTo>
                <a:lnTo>
                  <a:pt x="1566755" y="61264"/>
                </a:lnTo>
                <a:lnTo>
                  <a:pt x="1566504" y="62274"/>
                </a:lnTo>
                <a:lnTo>
                  <a:pt x="1566268" y="63296"/>
                </a:lnTo>
                <a:lnTo>
                  <a:pt x="1566047" y="64330"/>
                </a:lnTo>
                <a:lnTo>
                  <a:pt x="1565841" y="65376"/>
                </a:lnTo>
                <a:lnTo>
                  <a:pt x="1565651" y="66434"/>
                </a:lnTo>
                <a:lnTo>
                  <a:pt x="1565475" y="67504"/>
                </a:lnTo>
                <a:lnTo>
                  <a:pt x="1565315" y="68586"/>
                </a:lnTo>
                <a:lnTo>
                  <a:pt x="1565171" y="69680"/>
                </a:lnTo>
                <a:lnTo>
                  <a:pt x="1565041" y="70785"/>
                </a:lnTo>
                <a:lnTo>
                  <a:pt x="1564927" y="71903"/>
                </a:lnTo>
                <a:lnTo>
                  <a:pt x="1564828" y="73033"/>
                </a:lnTo>
                <a:lnTo>
                  <a:pt x="1564744" y="74175"/>
                </a:lnTo>
                <a:lnTo>
                  <a:pt x="1564675" y="75329"/>
                </a:lnTo>
                <a:lnTo>
                  <a:pt x="1564622" y="76495"/>
                </a:lnTo>
                <a:lnTo>
                  <a:pt x="1564584" y="77672"/>
                </a:lnTo>
                <a:lnTo>
                  <a:pt x="1564561" y="78862"/>
                </a:lnTo>
                <a:lnTo>
                  <a:pt x="1564553" y="80064"/>
                </a:lnTo>
                <a:lnTo>
                  <a:pt x="1564561" y="81218"/>
                </a:lnTo>
                <a:lnTo>
                  <a:pt x="1564585" y="82363"/>
                </a:lnTo>
                <a:lnTo>
                  <a:pt x="1564624" y="83498"/>
                </a:lnTo>
                <a:lnTo>
                  <a:pt x="1564679" y="84624"/>
                </a:lnTo>
                <a:lnTo>
                  <a:pt x="1564750" y="85740"/>
                </a:lnTo>
                <a:lnTo>
                  <a:pt x="1564837" y="86846"/>
                </a:lnTo>
                <a:lnTo>
                  <a:pt x="1564939" y="87943"/>
                </a:lnTo>
                <a:lnTo>
                  <a:pt x="1565057" y="89030"/>
                </a:lnTo>
                <a:lnTo>
                  <a:pt x="1565190" y="90107"/>
                </a:lnTo>
                <a:lnTo>
                  <a:pt x="1565340" y="91175"/>
                </a:lnTo>
                <a:lnTo>
                  <a:pt x="1565505" y="92233"/>
                </a:lnTo>
                <a:lnTo>
                  <a:pt x="1565686" y="93282"/>
                </a:lnTo>
                <a:lnTo>
                  <a:pt x="1565882" y="94321"/>
                </a:lnTo>
                <a:lnTo>
                  <a:pt x="1566094" y="95350"/>
                </a:lnTo>
                <a:lnTo>
                  <a:pt x="1566322" y="96370"/>
                </a:lnTo>
                <a:lnTo>
                  <a:pt x="1566566" y="97380"/>
                </a:lnTo>
                <a:lnTo>
                  <a:pt x="1566826" y="98380"/>
                </a:lnTo>
                <a:lnTo>
                  <a:pt x="1567101" y="99371"/>
                </a:lnTo>
                <a:lnTo>
                  <a:pt x="1567392" y="100352"/>
                </a:lnTo>
                <a:lnTo>
                  <a:pt x="1567698" y="101324"/>
                </a:lnTo>
                <a:lnTo>
                  <a:pt x="1568021" y="102286"/>
                </a:lnTo>
                <a:lnTo>
                  <a:pt x="1568359" y="103238"/>
                </a:lnTo>
                <a:lnTo>
                  <a:pt x="1568713" y="104181"/>
                </a:lnTo>
                <a:lnTo>
                  <a:pt x="1569082" y="105114"/>
                </a:lnTo>
                <a:lnTo>
                  <a:pt x="1569468" y="106034"/>
                </a:lnTo>
                <a:lnTo>
                  <a:pt x="1569870" y="106938"/>
                </a:lnTo>
                <a:lnTo>
                  <a:pt x="1570288" y="107826"/>
                </a:lnTo>
                <a:lnTo>
                  <a:pt x="1570723" y="108697"/>
                </a:lnTo>
                <a:lnTo>
                  <a:pt x="1571174" y="109552"/>
                </a:lnTo>
                <a:lnTo>
                  <a:pt x="1571641" y="110391"/>
                </a:lnTo>
                <a:lnTo>
                  <a:pt x="1572125" y="111214"/>
                </a:lnTo>
                <a:lnTo>
                  <a:pt x="1572625" y="112021"/>
                </a:lnTo>
                <a:lnTo>
                  <a:pt x="1573142" y="112811"/>
                </a:lnTo>
                <a:lnTo>
                  <a:pt x="1573674" y="113586"/>
                </a:lnTo>
                <a:lnTo>
                  <a:pt x="1574224" y="114344"/>
                </a:lnTo>
                <a:lnTo>
                  <a:pt x="1574789" y="115086"/>
                </a:lnTo>
                <a:lnTo>
                  <a:pt x="1575371" y="115811"/>
                </a:lnTo>
                <a:lnTo>
                  <a:pt x="1575970" y="116521"/>
                </a:lnTo>
                <a:lnTo>
                  <a:pt x="1576585" y="117214"/>
                </a:lnTo>
                <a:lnTo>
                  <a:pt x="1577216" y="117891"/>
                </a:lnTo>
                <a:lnTo>
                  <a:pt x="1577863" y="118552"/>
                </a:lnTo>
                <a:lnTo>
                  <a:pt x="1578527" y="119196"/>
                </a:lnTo>
                <a:lnTo>
                  <a:pt x="1579207" y="119825"/>
                </a:lnTo>
                <a:lnTo>
                  <a:pt x="1579904" y="120437"/>
                </a:lnTo>
                <a:lnTo>
                  <a:pt x="1580617" y="121033"/>
                </a:lnTo>
                <a:lnTo>
                  <a:pt x="1581346" y="121612"/>
                </a:lnTo>
                <a:lnTo>
                  <a:pt x="1582092" y="122176"/>
                </a:lnTo>
                <a:lnTo>
                  <a:pt x="1582854" y="122723"/>
                </a:lnTo>
                <a:lnTo>
                  <a:pt x="1583633" y="123251"/>
                </a:lnTo>
                <a:lnTo>
                  <a:pt x="1584429" y="123756"/>
                </a:lnTo>
                <a:lnTo>
                  <a:pt x="1585243" y="124239"/>
                </a:lnTo>
                <a:lnTo>
                  <a:pt x="1586073" y="124700"/>
                </a:lnTo>
                <a:lnTo>
                  <a:pt x="1586921" y="125138"/>
                </a:lnTo>
                <a:lnTo>
                  <a:pt x="1587786" y="125553"/>
                </a:lnTo>
                <a:lnTo>
                  <a:pt x="1588668" y="125946"/>
                </a:lnTo>
                <a:lnTo>
                  <a:pt x="1589567" y="126317"/>
                </a:lnTo>
                <a:lnTo>
                  <a:pt x="1590483" y="126665"/>
                </a:lnTo>
                <a:lnTo>
                  <a:pt x="1591417" y="126990"/>
                </a:lnTo>
                <a:lnTo>
                  <a:pt x="1592367" y="127293"/>
                </a:lnTo>
                <a:lnTo>
                  <a:pt x="1593335" y="127574"/>
                </a:lnTo>
                <a:lnTo>
                  <a:pt x="1594321" y="127832"/>
                </a:lnTo>
                <a:lnTo>
                  <a:pt x="1595323" y="128068"/>
                </a:lnTo>
                <a:lnTo>
                  <a:pt x="1596342" y="128282"/>
                </a:lnTo>
                <a:lnTo>
                  <a:pt x="1597379" y="128472"/>
                </a:lnTo>
                <a:lnTo>
                  <a:pt x="1598433" y="128641"/>
                </a:lnTo>
                <a:lnTo>
                  <a:pt x="1599504" y="128787"/>
                </a:lnTo>
                <a:lnTo>
                  <a:pt x="1600592" y="128910"/>
                </a:lnTo>
                <a:lnTo>
                  <a:pt x="1601697" y="129011"/>
                </a:lnTo>
                <a:lnTo>
                  <a:pt x="1602820" y="129090"/>
                </a:lnTo>
                <a:lnTo>
                  <a:pt x="1603960" y="129146"/>
                </a:lnTo>
                <a:lnTo>
                  <a:pt x="1605117" y="129180"/>
                </a:lnTo>
                <a:lnTo>
                  <a:pt x="1606291" y="129191"/>
                </a:lnTo>
                <a:lnTo>
                  <a:pt x="1607219" y="129184"/>
                </a:lnTo>
                <a:lnTo>
                  <a:pt x="1608137" y="129164"/>
                </a:lnTo>
                <a:lnTo>
                  <a:pt x="1609044" y="129130"/>
                </a:lnTo>
                <a:lnTo>
                  <a:pt x="1609940" y="129082"/>
                </a:lnTo>
                <a:close/>
                <a:moveTo>
                  <a:pt x="1580846" y="66812"/>
                </a:moveTo>
                <a:lnTo>
                  <a:pt x="1581017" y="65764"/>
                </a:lnTo>
                <a:lnTo>
                  <a:pt x="1581206" y="64739"/>
                </a:lnTo>
                <a:lnTo>
                  <a:pt x="1581412" y="63737"/>
                </a:lnTo>
                <a:lnTo>
                  <a:pt x="1581635" y="62758"/>
                </a:lnTo>
                <a:lnTo>
                  <a:pt x="1581876" y="61802"/>
                </a:lnTo>
                <a:lnTo>
                  <a:pt x="1582134" y="60869"/>
                </a:lnTo>
                <a:lnTo>
                  <a:pt x="1582410" y="59959"/>
                </a:lnTo>
                <a:lnTo>
                  <a:pt x="1582703" y="59071"/>
                </a:lnTo>
                <a:lnTo>
                  <a:pt x="1583013" y="58207"/>
                </a:lnTo>
                <a:lnTo>
                  <a:pt x="1583340" y="57365"/>
                </a:lnTo>
                <a:lnTo>
                  <a:pt x="1583685" y="56547"/>
                </a:lnTo>
                <a:lnTo>
                  <a:pt x="1584047" y="55751"/>
                </a:lnTo>
                <a:lnTo>
                  <a:pt x="1584427" y="54978"/>
                </a:lnTo>
                <a:lnTo>
                  <a:pt x="1584824" y="54229"/>
                </a:lnTo>
                <a:lnTo>
                  <a:pt x="1585238" y="53502"/>
                </a:lnTo>
                <a:lnTo>
                  <a:pt x="1585670" y="52798"/>
                </a:lnTo>
                <a:lnTo>
                  <a:pt x="1586119" y="52117"/>
                </a:lnTo>
                <a:lnTo>
                  <a:pt x="1586585" y="51459"/>
                </a:lnTo>
                <a:lnTo>
                  <a:pt x="1587069" y="50823"/>
                </a:lnTo>
                <a:lnTo>
                  <a:pt x="1587570" y="50211"/>
                </a:lnTo>
                <a:lnTo>
                  <a:pt x="1588088" y="49623"/>
                </a:lnTo>
                <a:lnTo>
                  <a:pt x="1588622" y="49060"/>
                </a:lnTo>
                <a:lnTo>
                  <a:pt x="1589174" y="48521"/>
                </a:lnTo>
                <a:lnTo>
                  <a:pt x="1589742" y="48008"/>
                </a:lnTo>
                <a:lnTo>
                  <a:pt x="1590327" y="47520"/>
                </a:lnTo>
                <a:lnTo>
                  <a:pt x="1590928" y="47057"/>
                </a:lnTo>
                <a:lnTo>
                  <a:pt x="1591546" y="46619"/>
                </a:lnTo>
                <a:lnTo>
                  <a:pt x="1592181" y="46206"/>
                </a:lnTo>
                <a:lnTo>
                  <a:pt x="1592833" y="45818"/>
                </a:lnTo>
                <a:lnTo>
                  <a:pt x="1593501" y="45455"/>
                </a:lnTo>
                <a:lnTo>
                  <a:pt x="1594186" y="45117"/>
                </a:lnTo>
                <a:lnTo>
                  <a:pt x="1594888" y="44804"/>
                </a:lnTo>
                <a:lnTo>
                  <a:pt x="1595606" y="44516"/>
                </a:lnTo>
                <a:lnTo>
                  <a:pt x="1596341" y="44253"/>
                </a:lnTo>
                <a:lnTo>
                  <a:pt x="1597093" y="44015"/>
                </a:lnTo>
                <a:lnTo>
                  <a:pt x="1597861" y="43802"/>
                </a:lnTo>
                <a:lnTo>
                  <a:pt x="1598647" y="43615"/>
                </a:lnTo>
                <a:lnTo>
                  <a:pt x="1599448" y="43452"/>
                </a:lnTo>
                <a:lnTo>
                  <a:pt x="1600267" y="43314"/>
                </a:lnTo>
                <a:lnTo>
                  <a:pt x="1601102" y="43202"/>
                </a:lnTo>
                <a:lnTo>
                  <a:pt x="1601954" y="43114"/>
                </a:lnTo>
                <a:lnTo>
                  <a:pt x="1602823" y="43051"/>
                </a:lnTo>
                <a:lnTo>
                  <a:pt x="1603708" y="43014"/>
                </a:lnTo>
                <a:lnTo>
                  <a:pt x="1604610" y="43001"/>
                </a:lnTo>
                <a:lnTo>
                  <a:pt x="1605497" y="43014"/>
                </a:lnTo>
                <a:lnTo>
                  <a:pt x="1606367" y="43052"/>
                </a:lnTo>
                <a:lnTo>
                  <a:pt x="1607220" y="43115"/>
                </a:lnTo>
                <a:lnTo>
                  <a:pt x="1608057" y="43203"/>
                </a:lnTo>
                <a:lnTo>
                  <a:pt x="1608877" y="43316"/>
                </a:lnTo>
                <a:lnTo>
                  <a:pt x="1609681" y="43455"/>
                </a:lnTo>
                <a:lnTo>
                  <a:pt x="1610469" y="43619"/>
                </a:lnTo>
                <a:lnTo>
                  <a:pt x="1611239" y="43808"/>
                </a:lnTo>
                <a:lnTo>
                  <a:pt x="1611994" y="44022"/>
                </a:lnTo>
                <a:lnTo>
                  <a:pt x="1612731" y="44262"/>
                </a:lnTo>
                <a:lnTo>
                  <a:pt x="1613453" y="44526"/>
                </a:lnTo>
                <a:lnTo>
                  <a:pt x="1614157" y="44816"/>
                </a:lnTo>
                <a:lnTo>
                  <a:pt x="1614846" y="45131"/>
                </a:lnTo>
                <a:lnTo>
                  <a:pt x="1615517" y="45472"/>
                </a:lnTo>
                <a:lnTo>
                  <a:pt x="1616172" y="45837"/>
                </a:lnTo>
                <a:lnTo>
                  <a:pt x="1616811" y="46228"/>
                </a:lnTo>
                <a:lnTo>
                  <a:pt x="1617433" y="46644"/>
                </a:lnTo>
                <a:lnTo>
                  <a:pt x="1618038" y="47085"/>
                </a:lnTo>
                <a:lnTo>
                  <a:pt x="1618627" y="47551"/>
                </a:lnTo>
                <a:lnTo>
                  <a:pt x="1619199" y="48043"/>
                </a:lnTo>
                <a:lnTo>
                  <a:pt x="1619755" y="48559"/>
                </a:lnTo>
                <a:lnTo>
                  <a:pt x="1620295" y="49101"/>
                </a:lnTo>
                <a:lnTo>
                  <a:pt x="1620817" y="49668"/>
                </a:lnTo>
                <a:lnTo>
                  <a:pt x="1621324" y="50261"/>
                </a:lnTo>
                <a:lnTo>
                  <a:pt x="1621812" y="50877"/>
                </a:lnTo>
                <a:lnTo>
                  <a:pt x="1622280" y="51515"/>
                </a:lnTo>
                <a:lnTo>
                  <a:pt x="1622729" y="52176"/>
                </a:lnTo>
                <a:lnTo>
                  <a:pt x="1623157" y="52860"/>
                </a:lnTo>
                <a:lnTo>
                  <a:pt x="1623566" y="53566"/>
                </a:lnTo>
                <a:lnTo>
                  <a:pt x="1623956" y="54294"/>
                </a:lnTo>
                <a:lnTo>
                  <a:pt x="1624325" y="55044"/>
                </a:lnTo>
                <a:lnTo>
                  <a:pt x="1624675" y="55817"/>
                </a:lnTo>
                <a:lnTo>
                  <a:pt x="1625005" y="56613"/>
                </a:lnTo>
                <a:lnTo>
                  <a:pt x="1625315" y="57431"/>
                </a:lnTo>
                <a:lnTo>
                  <a:pt x="1625605" y="58271"/>
                </a:lnTo>
                <a:lnTo>
                  <a:pt x="1625876" y="59133"/>
                </a:lnTo>
                <a:lnTo>
                  <a:pt x="1626126" y="60018"/>
                </a:lnTo>
                <a:lnTo>
                  <a:pt x="1626357" y="60926"/>
                </a:lnTo>
                <a:lnTo>
                  <a:pt x="1626569" y="61856"/>
                </a:lnTo>
                <a:lnTo>
                  <a:pt x="1626760" y="62808"/>
                </a:lnTo>
                <a:lnTo>
                  <a:pt x="1626932" y="63783"/>
                </a:lnTo>
                <a:lnTo>
                  <a:pt x="1627084" y="64780"/>
                </a:lnTo>
                <a:lnTo>
                  <a:pt x="1627216" y="65799"/>
                </a:lnTo>
                <a:lnTo>
                  <a:pt x="1627328" y="66841"/>
                </a:lnTo>
                <a:lnTo>
                  <a:pt x="1627421" y="67905"/>
                </a:lnTo>
                <a:lnTo>
                  <a:pt x="1627493" y="68992"/>
                </a:lnTo>
                <a:lnTo>
                  <a:pt x="1627546" y="70101"/>
                </a:lnTo>
                <a:lnTo>
                  <a:pt x="1627580" y="71233"/>
                </a:lnTo>
                <a:lnTo>
                  <a:pt x="1580333" y="71233"/>
                </a:lnTo>
                <a:lnTo>
                  <a:pt x="1580435" y="70093"/>
                </a:lnTo>
                <a:lnTo>
                  <a:pt x="1580555" y="68977"/>
                </a:lnTo>
                <a:lnTo>
                  <a:pt x="1580692" y="67883"/>
                </a:lnTo>
                <a:lnTo>
                  <a:pt x="1580846" y="66812"/>
                </a:lnTo>
                <a:close/>
                <a:moveTo>
                  <a:pt x="1344007" y="160913"/>
                </a:moveTo>
                <a:lnTo>
                  <a:pt x="1344614" y="160879"/>
                </a:lnTo>
                <a:lnTo>
                  <a:pt x="1345211" y="160836"/>
                </a:lnTo>
                <a:lnTo>
                  <a:pt x="1345800" y="160787"/>
                </a:lnTo>
                <a:lnTo>
                  <a:pt x="1346380" y="160729"/>
                </a:lnTo>
                <a:lnTo>
                  <a:pt x="1346952" y="160664"/>
                </a:lnTo>
                <a:lnTo>
                  <a:pt x="1347514" y="160591"/>
                </a:lnTo>
                <a:lnTo>
                  <a:pt x="1348068" y="160510"/>
                </a:lnTo>
                <a:lnTo>
                  <a:pt x="1348614" y="160422"/>
                </a:lnTo>
                <a:lnTo>
                  <a:pt x="1349150" y="160326"/>
                </a:lnTo>
                <a:lnTo>
                  <a:pt x="1349678" y="160222"/>
                </a:lnTo>
                <a:lnTo>
                  <a:pt x="1350196" y="160111"/>
                </a:lnTo>
                <a:lnTo>
                  <a:pt x="1350707" y="159992"/>
                </a:lnTo>
                <a:lnTo>
                  <a:pt x="1351208" y="159865"/>
                </a:lnTo>
                <a:lnTo>
                  <a:pt x="1351701" y="159731"/>
                </a:lnTo>
                <a:lnTo>
                  <a:pt x="1352185" y="159589"/>
                </a:lnTo>
                <a:lnTo>
                  <a:pt x="1352660" y="159439"/>
                </a:lnTo>
                <a:lnTo>
                  <a:pt x="1353126" y="159282"/>
                </a:lnTo>
                <a:lnTo>
                  <a:pt x="1353584" y="159116"/>
                </a:lnTo>
                <a:lnTo>
                  <a:pt x="1354033" y="158944"/>
                </a:lnTo>
                <a:lnTo>
                  <a:pt x="1354473" y="158763"/>
                </a:lnTo>
                <a:lnTo>
                  <a:pt x="1354906" y="158574"/>
                </a:lnTo>
                <a:lnTo>
                  <a:pt x="1355334" y="158375"/>
                </a:lnTo>
                <a:lnTo>
                  <a:pt x="1355757" y="158165"/>
                </a:lnTo>
                <a:lnTo>
                  <a:pt x="1356175" y="157944"/>
                </a:lnTo>
                <a:lnTo>
                  <a:pt x="1356588" y="157714"/>
                </a:lnTo>
                <a:lnTo>
                  <a:pt x="1356997" y="157473"/>
                </a:lnTo>
                <a:lnTo>
                  <a:pt x="1357400" y="157222"/>
                </a:lnTo>
                <a:lnTo>
                  <a:pt x="1357798" y="156960"/>
                </a:lnTo>
                <a:lnTo>
                  <a:pt x="1358191" y="156688"/>
                </a:lnTo>
                <a:lnTo>
                  <a:pt x="1358579" y="156406"/>
                </a:lnTo>
                <a:lnTo>
                  <a:pt x="1358962" y="156113"/>
                </a:lnTo>
                <a:lnTo>
                  <a:pt x="1359340" y="155810"/>
                </a:lnTo>
                <a:lnTo>
                  <a:pt x="1359713" y="155496"/>
                </a:lnTo>
                <a:lnTo>
                  <a:pt x="1360080" y="155173"/>
                </a:lnTo>
                <a:lnTo>
                  <a:pt x="1360443" y="154839"/>
                </a:lnTo>
                <a:lnTo>
                  <a:pt x="1360801" y="154494"/>
                </a:lnTo>
                <a:lnTo>
                  <a:pt x="1361154" y="154140"/>
                </a:lnTo>
                <a:lnTo>
                  <a:pt x="1361502" y="153774"/>
                </a:lnTo>
                <a:lnTo>
                  <a:pt x="1361845" y="153399"/>
                </a:lnTo>
                <a:lnTo>
                  <a:pt x="1362182" y="153013"/>
                </a:lnTo>
                <a:lnTo>
                  <a:pt x="1362515" y="152617"/>
                </a:lnTo>
                <a:lnTo>
                  <a:pt x="1362843" y="152211"/>
                </a:lnTo>
                <a:lnTo>
                  <a:pt x="1363165" y="151794"/>
                </a:lnTo>
                <a:lnTo>
                  <a:pt x="1363483" y="151367"/>
                </a:lnTo>
                <a:lnTo>
                  <a:pt x="1363797" y="150928"/>
                </a:lnTo>
                <a:lnTo>
                  <a:pt x="1364110" y="150476"/>
                </a:lnTo>
                <a:lnTo>
                  <a:pt x="1364420" y="150011"/>
                </a:lnTo>
                <a:lnTo>
                  <a:pt x="1364729" y="149533"/>
                </a:lnTo>
                <a:lnTo>
                  <a:pt x="1365036" y="149042"/>
                </a:lnTo>
                <a:lnTo>
                  <a:pt x="1365342" y="148538"/>
                </a:lnTo>
                <a:lnTo>
                  <a:pt x="1365645" y="148022"/>
                </a:lnTo>
                <a:lnTo>
                  <a:pt x="1365947" y="147492"/>
                </a:lnTo>
                <a:lnTo>
                  <a:pt x="1366247" y="146949"/>
                </a:lnTo>
                <a:lnTo>
                  <a:pt x="1366545" y="146393"/>
                </a:lnTo>
                <a:lnTo>
                  <a:pt x="1366842" y="145824"/>
                </a:lnTo>
                <a:lnTo>
                  <a:pt x="1367136" y="145242"/>
                </a:lnTo>
                <a:lnTo>
                  <a:pt x="1367429" y="144647"/>
                </a:lnTo>
                <a:lnTo>
                  <a:pt x="1367720" y="144039"/>
                </a:lnTo>
                <a:lnTo>
                  <a:pt x="1368009" y="143418"/>
                </a:lnTo>
                <a:lnTo>
                  <a:pt x="1368297" y="142784"/>
                </a:lnTo>
                <a:lnTo>
                  <a:pt x="1368583" y="142138"/>
                </a:lnTo>
                <a:lnTo>
                  <a:pt x="1368867" y="141478"/>
                </a:lnTo>
                <a:lnTo>
                  <a:pt x="1369149" y="140805"/>
                </a:lnTo>
                <a:lnTo>
                  <a:pt x="1369429" y="140119"/>
                </a:lnTo>
                <a:lnTo>
                  <a:pt x="1369708" y="139420"/>
                </a:lnTo>
                <a:lnTo>
                  <a:pt x="1369984" y="138708"/>
                </a:lnTo>
                <a:lnTo>
                  <a:pt x="1370259" y="137983"/>
                </a:lnTo>
                <a:lnTo>
                  <a:pt x="1370533" y="137245"/>
                </a:lnTo>
                <a:lnTo>
                  <a:pt x="1374641" y="126293"/>
                </a:lnTo>
                <a:lnTo>
                  <a:pt x="1407321" y="32718"/>
                </a:lnTo>
                <a:lnTo>
                  <a:pt x="1391448" y="32718"/>
                </a:lnTo>
                <a:lnTo>
                  <a:pt x="1366891" y="110282"/>
                </a:lnTo>
                <a:lnTo>
                  <a:pt x="1340280" y="32718"/>
                </a:lnTo>
                <a:lnTo>
                  <a:pt x="1323847" y="32718"/>
                </a:lnTo>
                <a:lnTo>
                  <a:pt x="1358674" y="127508"/>
                </a:lnTo>
                <a:lnTo>
                  <a:pt x="1355220" y="135624"/>
                </a:lnTo>
                <a:lnTo>
                  <a:pt x="1354993" y="136171"/>
                </a:lnTo>
                <a:lnTo>
                  <a:pt x="1354763" y="136704"/>
                </a:lnTo>
                <a:lnTo>
                  <a:pt x="1354531" y="137225"/>
                </a:lnTo>
                <a:lnTo>
                  <a:pt x="1354296" y="137733"/>
                </a:lnTo>
                <a:lnTo>
                  <a:pt x="1354059" y="138228"/>
                </a:lnTo>
                <a:lnTo>
                  <a:pt x="1353819" y="138710"/>
                </a:lnTo>
                <a:lnTo>
                  <a:pt x="1353577" y="139179"/>
                </a:lnTo>
                <a:lnTo>
                  <a:pt x="1353331" y="139635"/>
                </a:lnTo>
                <a:lnTo>
                  <a:pt x="1353084" y="140078"/>
                </a:lnTo>
                <a:lnTo>
                  <a:pt x="1352833" y="140508"/>
                </a:lnTo>
                <a:lnTo>
                  <a:pt x="1352581" y="140926"/>
                </a:lnTo>
                <a:lnTo>
                  <a:pt x="1352325" y="141330"/>
                </a:lnTo>
                <a:lnTo>
                  <a:pt x="1352067" y="141721"/>
                </a:lnTo>
                <a:lnTo>
                  <a:pt x="1351806" y="142099"/>
                </a:lnTo>
                <a:lnTo>
                  <a:pt x="1351543" y="142464"/>
                </a:lnTo>
                <a:lnTo>
                  <a:pt x="1351277" y="142817"/>
                </a:lnTo>
                <a:lnTo>
                  <a:pt x="1351009" y="143156"/>
                </a:lnTo>
                <a:lnTo>
                  <a:pt x="1350738" y="143482"/>
                </a:lnTo>
                <a:lnTo>
                  <a:pt x="1350464" y="143796"/>
                </a:lnTo>
                <a:lnTo>
                  <a:pt x="1350188" y="144096"/>
                </a:lnTo>
                <a:lnTo>
                  <a:pt x="1349909" y="144383"/>
                </a:lnTo>
                <a:lnTo>
                  <a:pt x="1349628" y="144658"/>
                </a:lnTo>
                <a:lnTo>
                  <a:pt x="1349344" y="144919"/>
                </a:lnTo>
                <a:lnTo>
                  <a:pt x="1349057" y="145168"/>
                </a:lnTo>
                <a:lnTo>
                  <a:pt x="1348765" y="145405"/>
                </a:lnTo>
                <a:lnTo>
                  <a:pt x="1348466" y="145632"/>
                </a:lnTo>
                <a:lnTo>
                  <a:pt x="1348158" y="145849"/>
                </a:lnTo>
                <a:lnTo>
                  <a:pt x="1347843" y="146056"/>
                </a:lnTo>
                <a:lnTo>
                  <a:pt x="1347520" y="146253"/>
                </a:lnTo>
                <a:lnTo>
                  <a:pt x="1347190" y="146439"/>
                </a:lnTo>
                <a:lnTo>
                  <a:pt x="1346851" y="146616"/>
                </a:lnTo>
                <a:lnTo>
                  <a:pt x="1346505" y="146782"/>
                </a:lnTo>
                <a:lnTo>
                  <a:pt x="1346151" y="146939"/>
                </a:lnTo>
                <a:lnTo>
                  <a:pt x="1345789" y="147085"/>
                </a:lnTo>
                <a:lnTo>
                  <a:pt x="1345419" y="147221"/>
                </a:lnTo>
                <a:lnTo>
                  <a:pt x="1345042" y="147348"/>
                </a:lnTo>
                <a:lnTo>
                  <a:pt x="1344657" y="147464"/>
                </a:lnTo>
                <a:lnTo>
                  <a:pt x="1344264" y="147570"/>
                </a:lnTo>
                <a:lnTo>
                  <a:pt x="1343863" y="147666"/>
                </a:lnTo>
                <a:lnTo>
                  <a:pt x="1343455" y="147751"/>
                </a:lnTo>
                <a:lnTo>
                  <a:pt x="1343038" y="147827"/>
                </a:lnTo>
                <a:lnTo>
                  <a:pt x="1342614" y="147893"/>
                </a:lnTo>
                <a:lnTo>
                  <a:pt x="1342183" y="147948"/>
                </a:lnTo>
                <a:lnTo>
                  <a:pt x="1341743" y="147994"/>
                </a:lnTo>
                <a:lnTo>
                  <a:pt x="1341296" y="148029"/>
                </a:lnTo>
                <a:lnTo>
                  <a:pt x="1340840" y="148054"/>
                </a:lnTo>
                <a:lnTo>
                  <a:pt x="1340377" y="148069"/>
                </a:lnTo>
                <a:lnTo>
                  <a:pt x="1339907" y="148074"/>
                </a:lnTo>
                <a:lnTo>
                  <a:pt x="1332157" y="148074"/>
                </a:lnTo>
                <a:lnTo>
                  <a:pt x="1332157" y="160975"/>
                </a:lnTo>
                <a:lnTo>
                  <a:pt x="1341494" y="160975"/>
                </a:lnTo>
                <a:lnTo>
                  <a:pt x="1342135" y="160971"/>
                </a:lnTo>
                <a:lnTo>
                  <a:pt x="1342768" y="160959"/>
                </a:lnTo>
                <a:lnTo>
                  <a:pt x="1343392" y="160940"/>
                </a:lnTo>
                <a:lnTo>
                  <a:pt x="1344007" y="160913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RetrievalPhase">
            <a:extLst xmlns:a="http://schemas.openxmlformats.org/drawingml/2006/main">
              <a:ext uri="{FF2B5EF4-FFF2-40B4-BE49-F238E27FC236}">
                <a16:creationId xmlns:a16="http://schemas.microsoft.com/office/drawing/2014/main" id="{7BE11628-7386-47DF-B432-B3926584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2588" y="394796"/>
            <a:ext cx="1062323" cy="112979"/>
          </a:xfrm>
          <a:custGeom xmlns:a="http://schemas.openxmlformats.org/drawingml/2006/main">
            <a:pathLst>
              <a:path w="1062323" h="112979">
                <a:moveTo>
                  <a:pt x="0" y="111536"/>
                </a:moveTo>
                <a:lnTo>
                  <a:pt x="0" y="3686"/>
                </a:lnTo>
                <a:lnTo>
                  <a:pt x="40737" y="3686"/>
                </a:lnTo>
                <a:cubicBezTo>
                  <a:pt x="46926" y="3686"/>
                  <a:pt x="52568" y="4674"/>
                  <a:pt x="57664" y="6651"/>
                </a:cubicBezTo>
                <a:cubicBezTo>
                  <a:pt x="62759" y="8627"/>
                  <a:pt x="66854" y="11725"/>
                  <a:pt x="69949" y="15945"/>
                </a:cubicBezTo>
                <a:cubicBezTo>
                  <a:pt x="73044" y="20165"/>
                  <a:pt x="74591" y="25641"/>
                  <a:pt x="74591" y="32371"/>
                </a:cubicBezTo>
                <a:cubicBezTo>
                  <a:pt x="74591" y="39209"/>
                  <a:pt x="72683" y="45031"/>
                  <a:pt x="68869" y="49839"/>
                </a:cubicBezTo>
                <a:cubicBezTo>
                  <a:pt x="65054" y="54646"/>
                  <a:pt x="59411" y="57905"/>
                  <a:pt x="51942" y="59614"/>
                </a:cubicBezTo>
                <a:cubicBezTo>
                  <a:pt x="55836" y="60202"/>
                  <a:pt x="59091" y="61444"/>
                  <a:pt x="61706" y="63340"/>
                </a:cubicBezTo>
                <a:cubicBezTo>
                  <a:pt x="64320" y="65237"/>
                  <a:pt x="66521" y="67921"/>
                  <a:pt x="68308" y="71393"/>
                </a:cubicBezTo>
                <a:cubicBezTo>
                  <a:pt x="70096" y="74865"/>
                  <a:pt x="71656" y="79245"/>
                  <a:pt x="72990" y="84534"/>
                </a:cubicBezTo>
                <a:lnTo>
                  <a:pt x="80033" y="111536"/>
                </a:lnTo>
                <a:lnTo>
                  <a:pt x="65387" y="111536"/>
                </a:lnTo>
                <a:lnTo>
                  <a:pt x="59145" y="86777"/>
                </a:lnTo>
                <a:cubicBezTo>
                  <a:pt x="57917" y="81809"/>
                  <a:pt x="56477" y="77790"/>
                  <a:pt x="54823" y="74718"/>
                </a:cubicBezTo>
                <a:cubicBezTo>
                  <a:pt x="53169" y="71647"/>
                  <a:pt x="51141" y="69403"/>
                  <a:pt x="48740" y="67988"/>
                </a:cubicBezTo>
                <a:cubicBezTo>
                  <a:pt x="46339" y="66572"/>
                  <a:pt x="43325" y="65864"/>
                  <a:pt x="39696" y="65864"/>
                </a:cubicBezTo>
                <a:lnTo>
                  <a:pt x="14406" y="65864"/>
                </a:lnTo>
                <a:lnTo>
                  <a:pt x="14406" y="111536"/>
                </a:lnTo>
                <a:lnTo>
                  <a:pt x="0" y="111536"/>
                </a:lnTo>
                <a:moveTo>
                  <a:pt x="14406" y="53845"/>
                </a:moveTo>
                <a:lnTo>
                  <a:pt x="38896" y="53845"/>
                </a:lnTo>
                <a:cubicBezTo>
                  <a:pt x="42844" y="53845"/>
                  <a:pt x="46419" y="53097"/>
                  <a:pt x="49621" y="51602"/>
                </a:cubicBezTo>
                <a:cubicBezTo>
                  <a:pt x="52822" y="50106"/>
                  <a:pt x="55370" y="47943"/>
                  <a:pt x="57264" y="45111"/>
                </a:cubicBezTo>
                <a:cubicBezTo>
                  <a:pt x="59158" y="42280"/>
                  <a:pt x="60105" y="38861"/>
                  <a:pt x="60105" y="34855"/>
                </a:cubicBezTo>
                <a:cubicBezTo>
                  <a:pt x="60105" y="28819"/>
                  <a:pt x="58331" y="24118"/>
                  <a:pt x="54783" y="20753"/>
                </a:cubicBezTo>
                <a:cubicBezTo>
                  <a:pt x="51235" y="17388"/>
                  <a:pt x="46099" y="15705"/>
                  <a:pt x="39376" y="15705"/>
                </a:cubicBezTo>
                <a:lnTo>
                  <a:pt x="14406" y="15705"/>
                </a:lnTo>
                <a:lnTo>
                  <a:pt x="14406" y="53845"/>
                </a:lnTo>
                <a:close/>
                <a:moveTo>
                  <a:pt x="133214" y="112979"/>
                </a:moveTo>
                <a:cubicBezTo>
                  <a:pt x="125104" y="112979"/>
                  <a:pt x="118408" y="111131"/>
                  <a:pt x="113125" y="107435"/>
                </a:cubicBezTo>
                <a:cubicBezTo>
                  <a:pt x="107843" y="103737"/>
                  <a:pt x="103908" y="98706"/>
                  <a:pt x="101321" y="92341"/>
                </a:cubicBezTo>
                <a:cubicBezTo>
                  <a:pt x="98733" y="85976"/>
                  <a:pt x="97439" y="78819"/>
                  <a:pt x="97439" y="70870"/>
                </a:cubicBezTo>
                <a:cubicBezTo>
                  <a:pt x="97439" y="62588"/>
                  <a:pt x="98693" y="55292"/>
                  <a:pt x="101200" y="48982"/>
                </a:cubicBezTo>
                <a:cubicBezTo>
                  <a:pt x="103708" y="42673"/>
                  <a:pt x="107510" y="37739"/>
                  <a:pt x="112605" y="34182"/>
                </a:cubicBezTo>
                <a:cubicBezTo>
                  <a:pt x="117701" y="30624"/>
                  <a:pt x="124090" y="28846"/>
                  <a:pt x="131773" y="28846"/>
                </a:cubicBezTo>
                <a:cubicBezTo>
                  <a:pt x="142071" y="28846"/>
                  <a:pt x="150127" y="32184"/>
                  <a:pt x="155943" y="38861"/>
                </a:cubicBezTo>
                <a:cubicBezTo>
                  <a:pt x="161759" y="45537"/>
                  <a:pt x="164667" y="55134"/>
                  <a:pt x="164667" y="67652"/>
                </a:cubicBezTo>
                <a:cubicBezTo>
                  <a:pt x="164667" y="68487"/>
                  <a:pt x="164653" y="69474"/>
                  <a:pt x="164627" y="70614"/>
                </a:cubicBezTo>
                <a:cubicBezTo>
                  <a:pt x="164600" y="71754"/>
                  <a:pt x="164533" y="72575"/>
                  <a:pt x="164427" y="73076"/>
                </a:cubicBezTo>
                <a:lnTo>
                  <a:pt x="110885" y="73076"/>
                </a:lnTo>
                <a:cubicBezTo>
                  <a:pt x="110938" y="78426"/>
                  <a:pt x="111712" y="83339"/>
                  <a:pt x="113205" y="87816"/>
                </a:cubicBezTo>
                <a:cubicBezTo>
                  <a:pt x="114699" y="92294"/>
                  <a:pt x="117087" y="95884"/>
                  <a:pt x="120368" y="98588"/>
                </a:cubicBezTo>
                <a:cubicBezTo>
                  <a:pt x="123650" y="101291"/>
                  <a:pt x="127932" y="102642"/>
                  <a:pt x="133214" y="102642"/>
                </a:cubicBezTo>
                <a:cubicBezTo>
                  <a:pt x="138923" y="102642"/>
                  <a:pt x="143365" y="101149"/>
                  <a:pt x="146539" y="98163"/>
                </a:cubicBezTo>
                <a:cubicBezTo>
                  <a:pt x="149714" y="95176"/>
                  <a:pt x="151381" y="90868"/>
                  <a:pt x="151541" y="85237"/>
                </a:cubicBezTo>
                <a:lnTo>
                  <a:pt x="164747" y="85237"/>
                </a:lnTo>
                <a:cubicBezTo>
                  <a:pt x="164587" y="90958"/>
                  <a:pt x="163213" y="95888"/>
                  <a:pt x="160625" y="100026"/>
                </a:cubicBezTo>
                <a:cubicBezTo>
                  <a:pt x="158037" y="104162"/>
                  <a:pt x="154423" y="107356"/>
                  <a:pt x="149781" y="109606"/>
                </a:cubicBezTo>
                <a:cubicBezTo>
                  <a:pt x="145139" y="111854"/>
                  <a:pt x="139616" y="112979"/>
                  <a:pt x="133214" y="112979"/>
                </a:cubicBezTo>
                <a:moveTo>
                  <a:pt x="110965" y="63300"/>
                </a:moveTo>
                <a:lnTo>
                  <a:pt x="151461" y="63300"/>
                </a:lnTo>
                <a:cubicBezTo>
                  <a:pt x="151301" y="55464"/>
                  <a:pt x="149514" y="49472"/>
                  <a:pt x="146099" y="45324"/>
                </a:cubicBezTo>
                <a:cubicBezTo>
                  <a:pt x="142684" y="41176"/>
                  <a:pt x="137909" y="39102"/>
                  <a:pt x="131773" y="39102"/>
                </a:cubicBezTo>
                <a:cubicBezTo>
                  <a:pt x="125531" y="39102"/>
                  <a:pt x="120662" y="41162"/>
                  <a:pt x="117167" y="45282"/>
                </a:cubicBezTo>
                <a:cubicBezTo>
                  <a:pt x="113672" y="49401"/>
                  <a:pt x="111605" y="55408"/>
                  <a:pt x="110965" y="63300"/>
                </a:cubicBezTo>
                <a:close/>
                <a:moveTo>
                  <a:pt x="214666" y="111536"/>
                </a:moveTo>
                <a:cubicBezTo>
                  <a:pt x="208423" y="111536"/>
                  <a:pt x="203608" y="110487"/>
                  <a:pt x="200220" y="108389"/>
                </a:cubicBezTo>
                <a:cubicBezTo>
                  <a:pt x="196832" y="106291"/>
                  <a:pt x="194511" y="103268"/>
                  <a:pt x="193257" y="99322"/>
                </a:cubicBezTo>
                <a:cubicBezTo>
                  <a:pt x="192003" y="95376"/>
                  <a:pt x="191376" y="90633"/>
                  <a:pt x="191376" y="85092"/>
                </a:cubicBezTo>
                <a:lnTo>
                  <a:pt x="191376" y="41105"/>
                </a:lnTo>
                <a:lnTo>
                  <a:pt x="178411" y="41105"/>
                </a:lnTo>
                <a:lnTo>
                  <a:pt x="178411" y="30288"/>
                </a:lnTo>
                <a:lnTo>
                  <a:pt x="191376" y="30288"/>
                </a:lnTo>
                <a:lnTo>
                  <a:pt x="191376" y="12420"/>
                </a:lnTo>
                <a:lnTo>
                  <a:pt x="204742" y="12420"/>
                </a:lnTo>
                <a:lnTo>
                  <a:pt x="204742" y="30288"/>
                </a:lnTo>
                <a:lnTo>
                  <a:pt x="224030" y="30288"/>
                </a:lnTo>
                <a:lnTo>
                  <a:pt x="224030" y="41105"/>
                </a:lnTo>
                <a:lnTo>
                  <a:pt x="204742" y="41105"/>
                </a:lnTo>
                <a:lnTo>
                  <a:pt x="204742" y="84804"/>
                </a:lnTo>
                <a:cubicBezTo>
                  <a:pt x="204742" y="89941"/>
                  <a:pt x="205369" y="93864"/>
                  <a:pt x="206623" y="96575"/>
                </a:cubicBezTo>
                <a:cubicBezTo>
                  <a:pt x="207876" y="99285"/>
                  <a:pt x="210851" y="100639"/>
                  <a:pt x="215546" y="100639"/>
                </a:cubicBezTo>
                <a:lnTo>
                  <a:pt x="224030" y="100639"/>
                </a:lnTo>
                <a:lnTo>
                  <a:pt x="224030" y="111536"/>
                </a:lnTo>
                <a:lnTo>
                  <a:pt x="214666" y="111536"/>
                </a:lnTo>
                <a:close/>
                <a:moveTo>
                  <a:pt x="239113" y="111536"/>
                </a:moveTo>
                <a:lnTo>
                  <a:pt x="239113" y="30288"/>
                </a:lnTo>
                <a:lnTo>
                  <a:pt x="251678" y="30288"/>
                </a:lnTo>
                <a:lnTo>
                  <a:pt x="252158" y="43028"/>
                </a:lnTo>
                <a:cubicBezTo>
                  <a:pt x="254399" y="39022"/>
                  <a:pt x="257467" y="35656"/>
                  <a:pt x="261362" y="32932"/>
                </a:cubicBezTo>
                <a:cubicBezTo>
                  <a:pt x="265257" y="30208"/>
                  <a:pt x="270299" y="28846"/>
                  <a:pt x="276488" y="28846"/>
                </a:cubicBezTo>
                <a:lnTo>
                  <a:pt x="278089" y="28846"/>
                </a:lnTo>
                <a:lnTo>
                  <a:pt x="278089" y="41105"/>
                </a:lnTo>
                <a:lnTo>
                  <a:pt x="276248" y="41105"/>
                </a:lnTo>
                <a:cubicBezTo>
                  <a:pt x="272353" y="41105"/>
                  <a:pt x="268938" y="41641"/>
                  <a:pt x="266004" y="42713"/>
                </a:cubicBezTo>
                <a:cubicBezTo>
                  <a:pt x="263069" y="43783"/>
                  <a:pt x="260521" y="45262"/>
                  <a:pt x="258361" y="47152"/>
                </a:cubicBezTo>
                <a:cubicBezTo>
                  <a:pt x="256200" y="49040"/>
                  <a:pt x="254239" y="51224"/>
                  <a:pt x="252478" y="53702"/>
                </a:cubicBezTo>
                <a:lnTo>
                  <a:pt x="252478" y="111536"/>
                </a:lnTo>
                <a:lnTo>
                  <a:pt x="239113" y="111536"/>
                </a:lnTo>
                <a:close/>
                <a:moveTo>
                  <a:pt x="293153" y="111536"/>
                </a:moveTo>
                <a:lnTo>
                  <a:pt x="293153" y="30288"/>
                </a:lnTo>
                <a:lnTo>
                  <a:pt x="306519" y="30288"/>
                </a:lnTo>
                <a:lnTo>
                  <a:pt x="306519" y="111536"/>
                </a:lnTo>
                <a:lnTo>
                  <a:pt x="293153" y="111536"/>
                </a:lnTo>
                <a:moveTo>
                  <a:pt x="299876" y="15545"/>
                </a:moveTo>
                <a:cubicBezTo>
                  <a:pt x="297315" y="15545"/>
                  <a:pt x="295287" y="14810"/>
                  <a:pt x="293793" y="13341"/>
                </a:cubicBezTo>
                <a:cubicBezTo>
                  <a:pt x="292299" y="11872"/>
                  <a:pt x="291552" y="10016"/>
                  <a:pt x="291552" y="7772"/>
                </a:cubicBezTo>
                <a:cubicBezTo>
                  <a:pt x="291552" y="5529"/>
                  <a:pt x="292299" y="3672"/>
                  <a:pt x="293793" y="2203"/>
                </a:cubicBezTo>
                <a:cubicBezTo>
                  <a:pt x="295287" y="734"/>
                  <a:pt x="297315" y="0"/>
                  <a:pt x="299876" y="0"/>
                </a:cubicBezTo>
                <a:cubicBezTo>
                  <a:pt x="302384" y="0"/>
                  <a:pt x="304411" y="734"/>
                  <a:pt x="305958" y="2203"/>
                </a:cubicBezTo>
                <a:cubicBezTo>
                  <a:pt x="307506" y="3672"/>
                  <a:pt x="308279" y="5529"/>
                  <a:pt x="308279" y="7772"/>
                </a:cubicBezTo>
                <a:cubicBezTo>
                  <a:pt x="308279" y="10016"/>
                  <a:pt x="307506" y="11872"/>
                  <a:pt x="305958" y="13341"/>
                </a:cubicBezTo>
                <a:cubicBezTo>
                  <a:pt x="304411" y="14810"/>
                  <a:pt x="302384" y="15545"/>
                  <a:pt x="299876" y="15545"/>
                </a:cubicBezTo>
                <a:close/>
                <a:moveTo>
                  <a:pt x="360358" y="112979"/>
                </a:moveTo>
                <a:cubicBezTo>
                  <a:pt x="352248" y="112979"/>
                  <a:pt x="345551" y="111131"/>
                  <a:pt x="340269" y="107435"/>
                </a:cubicBezTo>
                <a:cubicBezTo>
                  <a:pt x="334987" y="103737"/>
                  <a:pt x="331052" y="98706"/>
                  <a:pt x="328464" y="92341"/>
                </a:cubicBezTo>
                <a:cubicBezTo>
                  <a:pt x="325877" y="85976"/>
                  <a:pt x="324583" y="78819"/>
                  <a:pt x="324583" y="70870"/>
                </a:cubicBezTo>
                <a:cubicBezTo>
                  <a:pt x="324583" y="62588"/>
                  <a:pt x="325837" y="55292"/>
                  <a:pt x="328344" y="48982"/>
                </a:cubicBezTo>
                <a:cubicBezTo>
                  <a:pt x="330852" y="42673"/>
                  <a:pt x="334654" y="37739"/>
                  <a:pt x="339749" y="34182"/>
                </a:cubicBezTo>
                <a:cubicBezTo>
                  <a:pt x="344844" y="30624"/>
                  <a:pt x="351234" y="28846"/>
                  <a:pt x="358917" y="28846"/>
                </a:cubicBezTo>
                <a:cubicBezTo>
                  <a:pt x="369215" y="28846"/>
                  <a:pt x="377271" y="32184"/>
                  <a:pt x="383087" y="38861"/>
                </a:cubicBezTo>
                <a:cubicBezTo>
                  <a:pt x="388903" y="45537"/>
                  <a:pt x="391811" y="55134"/>
                  <a:pt x="391811" y="67652"/>
                </a:cubicBezTo>
                <a:cubicBezTo>
                  <a:pt x="391811" y="68487"/>
                  <a:pt x="391797" y="69474"/>
                  <a:pt x="391771" y="70614"/>
                </a:cubicBezTo>
                <a:cubicBezTo>
                  <a:pt x="391744" y="71754"/>
                  <a:pt x="391677" y="72575"/>
                  <a:pt x="391571" y="73076"/>
                </a:cubicBezTo>
                <a:lnTo>
                  <a:pt x="338028" y="73076"/>
                </a:lnTo>
                <a:cubicBezTo>
                  <a:pt x="338082" y="78426"/>
                  <a:pt x="338855" y="83339"/>
                  <a:pt x="340349" y="87816"/>
                </a:cubicBezTo>
                <a:cubicBezTo>
                  <a:pt x="341843" y="92294"/>
                  <a:pt x="344231" y="95884"/>
                  <a:pt x="347512" y="98588"/>
                </a:cubicBezTo>
                <a:cubicBezTo>
                  <a:pt x="350794" y="101291"/>
                  <a:pt x="355075" y="102642"/>
                  <a:pt x="360358" y="102642"/>
                </a:cubicBezTo>
                <a:cubicBezTo>
                  <a:pt x="366067" y="102642"/>
                  <a:pt x="370508" y="101149"/>
                  <a:pt x="373683" y="98163"/>
                </a:cubicBezTo>
                <a:cubicBezTo>
                  <a:pt x="376858" y="95176"/>
                  <a:pt x="378525" y="90868"/>
                  <a:pt x="378685" y="85237"/>
                </a:cubicBezTo>
                <a:lnTo>
                  <a:pt x="391891" y="85237"/>
                </a:lnTo>
                <a:cubicBezTo>
                  <a:pt x="391731" y="90958"/>
                  <a:pt x="390357" y="95888"/>
                  <a:pt x="387769" y="100026"/>
                </a:cubicBezTo>
                <a:cubicBezTo>
                  <a:pt x="385181" y="104162"/>
                  <a:pt x="381566" y="107356"/>
                  <a:pt x="376924" y="109606"/>
                </a:cubicBezTo>
                <a:cubicBezTo>
                  <a:pt x="372283" y="111854"/>
                  <a:pt x="366760" y="112979"/>
                  <a:pt x="360358" y="112979"/>
                </a:cubicBezTo>
                <a:moveTo>
                  <a:pt x="338108" y="63300"/>
                </a:moveTo>
                <a:lnTo>
                  <a:pt x="378605" y="63300"/>
                </a:lnTo>
                <a:cubicBezTo>
                  <a:pt x="378445" y="55464"/>
                  <a:pt x="376658" y="49472"/>
                  <a:pt x="373243" y="45324"/>
                </a:cubicBezTo>
                <a:cubicBezTo>
                  <a:pt x="369828" y="41176"/>
                  <a:pt x="365053" y="39102"/>
                  <a:pt x="358917" y="39102"/>
                </a:cubicBezTo>
                <a:cubicBezTo>
                  <a:pt x="352674" y="39102"/>
                  <a:pt x="347806" y="41162"/>
                  <a:pt x="344311" y="45282"/>
                </a:cubicBezTo>
                <a:cubicBezTo>
                  <a:pt x="340816" y="49401"/>
                  <a:pt x="338749" y="55408"/>
                  <a:pt x="338108" y="63300"/>
                </a:cubicBezTo>
                <a:close/>
                <a:moveTo>
                  <a:pt x="432526" y="111536"/>
                </a:moveTo>
                <a:lnTo>
                  <a:pt x="403954" y="30288"/>
                </a:lnTo>
                <a:lnTo>
                  <a:pt x="418040" y="30288"/>
                </a:lnTo>
                <a:lnTo>
                  <a:pt x="439889" y="97855"/>
                </a:lnTo>
                <a:lnTo>
                  <a:pt x="461898" y="30288"/>
                </a:lnTo>
                <a:lnTo>
                  <a:pt x="475503" y="30288"/>
                </a:lnTo>
                <a:lnTo>
                  <a:pt x="447252" y="111536"/>
                </a:lnTo>
                <a:lnTo>
                  <a:pt x="432526" y="111536"/>
                </a:lnTo>
                <a:close/>
                <a:moveTo>
                  <a:pt x="509723" y="112979"/>
                </a:moveTo>
                <a:cubicBezTo>
                  <a:pt x="505508" y="112979"/>
                  <a:pt x="501666" y="112123"/>
                  <a:pt x="498198" y="110412"/>
                </a:cubicBezTo>
                <a:cubicBezTo>
                  <a:pt x="494730" y="108699"/>
                  <a:pt x="491955" y="106132"/>
                  <a:pt x="489875" y="102710"/>
                </a:cubicBezTo>
                <a:cubicBezTo>
                  <a:pt x="487794" y="99286"/>
                  <a:pt x="486753" y="95035"/>
                  <a:pt x="486753" y="89955"/>
                </a:cubicBezTo>
                <a:cubicBezTo>
                  <a:pt x="486753" y="82668"/>
                  <a:pt x="488821" y="77148"/>
                  <a:pt x="492956" y="73394"/>
                </a:cubicBezTo>
                <a:cubicBezTo>
                  <a:pt x="497091" y="69639"/>
                  <a:pt x="502947" y="67099"/>
                  <a:pt x="510523" y="65774"/>
                </a:cubicBezTo>
                <a:cubicBezTo>
                  <a:pt x="518100" y="64449"/>
                  <a:pt x="526957" y="63731"/>
                  <a:pt x="537094" y="63621"/>
                </a:cubicBezTo>
                <a:lnTo>
                  <a:pt x="537094" y="57518"/>
                </a:lnTo>
                <a:cubicBezTo>
                  <a:pt x="537094" y="50356"/>
                  <a:pt x="535574" y="45442"/>
                  <a:pt x="532532" y="42778"/>
                </a:cubicBezTo>
                <a:cubicBezTo>
                  <a:pt x="529491" y="40113"/>
                  <a:pt x="525676" y="38781"/>
                  <a:pt x="521088" y="38781"/>
                </a:cubicBezTo>
                <a:cubicBezTo>
                  <a:pt x="516072" y="38781"/>
                  <a:pt x="511857" y="40189"/>
                  <a:pt x="508442" y="43006"/>
                </a:cubicBezTo>
                <a:cubicBezTo>
                  <a:pt x="505028" y="45822"/>
                  <a:pt x="503320" y="50330"/>
                  <a:pt x="503320" y="56529"/>
                </a:cubicBezTo>
                <a:lnTo>
                  <a:pt x="490355" y="56529"/>
                </a:lnTo>
                <a:cubicBezTo>
                  <a:pt x="490355" y="49969"/>
                  <a:pt x="491675" y="44646"/>
                  <a:pt x="494316" y="40562"/>
                </a:cubicBezTo>
                <a:cubicBezTo>
                  <a:pt x="496958" y="36475"/>
                  <a:pt x="500599" y="33501"/>
                  <a:pt x="505241" y="31640"/>
                </a:cubicBezTo>
                <a:cubicBezTo>
                  <a:pt x="509883" y="29777"/>
                  <a:pt x="515165" y="28846"/>
                  <a:pt x="521088" y="28846"/>
                </a:cubicBezTo>
                <a:cubicBezTo>
                  <a:pt x="524822" y="28846"/>
                  <a:pt x="528424" y="29235"/>
                  <a:pt x="531892" y="30015"/>
                </a:cubicBezTo>
                <a:cubicBezTo>
                  <a:pt x="535360" y="30793"/>
                  <a:pt x="538481" y="32211"/>
                  <a:pt x="541256" y="34269"/>
                </a:cubicBezTo>
                <a:cubicBezTo>
                  <a:pt x="544030" y="36327"/>
                  <a:pt x="546218" y="39206"/>
                  <a:pt x="547819" y="42905"/>
                </a:cubicBezTo>
                <a:cubicBezTo>
                  <a:pt x="549419" y="46605"/>
                  <a:pt x="550220" y="51375"/>
                  <a:pt x="550220" y="57216"/>
                </a:cubicBezTo>
                <a:lnTo>
                  <a:pt x="550220" y="111536"/>
                </a:lnTo>
                <a:lnTo>
                  <a:pt x="537894" y="111536"/>
                </a:lnTo>
                <a:lnTo>
                  <a:pt x="537414" y="100158"/>
                </a:lnTo>
                <a:cubicBezTo>
                  <a:pt x="534000" y="104111"/>
                  <a:pt x="530025" y="107236"/>
                  <a:pt x="525489" y="109533"/>
                </a:cubicBezTo>
                <a:cubicBezTo>
                  <a:pt x="520954" y="111830"/>
                  <a:pt x="515699" y="112979"/>
                  <a:pt x="509723" y="112979"/>
                </a:cubicBezTo>
                <a:moveTo>
                  <a:pt x="513244" y="102723"/>
                </a:moveTo>
                <a:cubicBezTo>
                  <a:pt x="518313" y="102723"/>
                  <a:pt x="522848" y="101469"/>
                  <a:pt x="526850" y="98962"/>
                </a:cubicBezTo>
                <a:cubicBezTo>
                  <a:pt x="530852" y="96454"/>
                  <a:pt x="534240" y="93172"/>
                  <a:pt x="537014" y="89113"/>
                </a:cubicBezTo>
                <a:lnTo>
                  <a:pt x="537014" y="71954"/>
                </a:lnTo>
                <a:cubicBezTo>
                  <a:pt x="523835" y="72122"/>
                  <a:pt x="514391" y="73546"/>
                  <a:pt x="508682" y="76223"/>
                </a:cubicBezTo>
                <a:cubicBezTo>
                  <a:pt x="502973" y="78899"/>
                  <a:pt x="500119" y="83308"/>
                  <a:pt x="500119" y="89452"/>
                </a:cubicBezTo>
                <a:cubicBezTo>
                  <a:pt x="500119" y="93510"/>
                  <a:pt x="501213" y="96736"/>
                  <a:pt x="503400" y="99132"/>
                </a:cubicBezTo>
                <a:cubicBezTo>
                  <a:pt x="505588" y="101526"/>
                  <a:pt x="508869" y="102723"/>
                  <a:pt x="513244" y="102723"/>
                </a:cubicBezTo>
                <a:close/>
                <a:moveTo>
                  <a:pt x="597036" y="111536"/>
                </a:moveTo>
                <a:cubicBezTo>
                  <a:pt x="590740" y="111536"/>
                  <a:pt x="585911" y="110535"/>
                  <a:pt x="582550" y="108532"/>
                </a:cubicBezTo>
                <a:cubicBezTo>
                  <a:pt x="579188" y="106529"/>
                  <a:pt x="576881" y="103644"/>
                  <a:pt x="575627" y="99878"/>
                </a:cubicBezTo>
                <a:cubicBezTo>
                  <a:pt x="574373" y="96112"/>
                  <a:pt x="573746" y="91585"/>
                  <a:pt x="573746" y="86297"/>
                </a:cubicBezTo>
                <a:lnTo>
                  <a:pt x="573746" y="3686"/>
                </a:lnTo>
                <a:lnTo>
                  <a:pt x="587111" y="3686"/>
                </a:lnTo>
                <a:lnTo>
                  <a:pt x="587111" y="85656"/>
                </a:lnTo>
                <a:cubicBezTo>
                  <a:pt x="587111" y="90517"/>
                  <a:pt x="587738" y="94229"/>
                  <a:pt x="588992" y="96793"/>
                </a:cubicBezTo>
                <a:cubicBezTo>
                  <a:pt x="590246" y="99357"/>
                  <a:pt x="593221" y="100639"/>
                  <a:pt x="597916" y="100639"/>
                </a:cubicBezTo>
                <a:lnTo>
                  <a:pt x="601517" y="100639"/>
                </a:lnTo>
                <a:lnTo>
                  <a:pt x="601517" y="111536"/>
                </a:lnTo>
                <a:lnTo>
                  <a:pt x="597036" y="111536"/>
                </a:lnTo>
                <a:close/>
                <a:moveTo>
                  <a:pt x="651534" y="111536"/>
                </a:moveTo>
                <a:lnTo>
                  <a:pt x="651534" y="3686"/>
                </a:lnTo>
                <a:lnTo>
                  <a:pt x="690430" y="3686"/>
                </a:lnTo>
                <a:cubicBezTo>
                  <a:pt x="697100" y="3686"/>
                  <a:pt x="703089" y="4953"/>
                  <a:pt x="708398" y="7487"/>
                </a:cubicBezTo>
                <a:cubicBezTo>
                  <a:pt x="713706" y="10021"/>
                  <a:pt x="717908" y="13756"/>
                  <a:pt x="721003" y="18692"/>
                </a:cubicBezTo>
                <a:cubicBezTo>
                  <a:pt x="724097" y="23627"/>
                  <a:pt x="725645" y="29669"/>
                  <a:pt x="725645" y="36818"/>
                </a:cubicBezTo>
                <a:cubicBezTo>
                  <a:pt x="725645" y="43808"/>
                  <a:pt x="724097" y="49677"/>
                  <a:pt x="721003" y="54426"/>
                </a:cubicBezTo>
                <a:cubicBezTo>
                  <a:pt x="717908" y="59174"/>
                  <a:pt x="713706" y="62774"/>
                  <a:pt x="708398" y="65228"/>
                </a:cubicBezTo>
                <a:cubicBezTo>
                  <a:pt x="703089" y="67682"/>
                  <a:pt x="697100" y="68909"/>
                  <a:pt x="690430" y="68909"/>
                </a:cubicBezTo>
                <a:lnTo>
                  <a:pt x="665940" y="68909"/>
                </a:lnTo>
                <a:lnTo>
                  <a:pt x="665940" y="111536"/>
                </a:lnTo>
                <a:lnTo>
                  <a:pt x="651534" y="111536"/>
                </a:lnTo>
                <a:moveTo>
                  <a:pt x="665940" y="56970"/>
                </a:moveTo>
                <a:lnTo>
                  <a:pt x="689310" y="56970"/>
                </a:lnTo>
                <a:cubicBezTo>
                  <a:pt x="695766" y="56970"/>
                  <a:pt x="701021" y="55304"/>
                  <a:pt x="705076" y="51972"/>
                </a:cubicBezTo>
                <a:cubicBezTo>
                  <a:pt x="709131" y="48640"/>
                  <a:pt x="711159" y="43589"/>
                  <a:pt x="711159" y="36818"/>
                </a:cubicBezTo>
                <a:cubicBezTo>
                  <a:pt x="711159" y="29567"/>
                  <a:pt x="709131" y="24208"/>
                  <a:pt x="705076" y="20743"/>
                </a:cubicBezTo>
                <a:cubicBezTo>
                  <a:pt x="701021" y="17277"/>
                  <a:pt x="695766" y="15545"/>
                  <a:pt x="689310" y="15545"/>
                </a:cubicBezTo>
                <a:lnTo>
                  <a:pt x="665940" y="15545"/>
                </a:lnTo>
                <a:lnTo>
                  <a:pt x="665940" y="56970"/>
                </a:lnTo>
                <a:close/>
                <a:moveTo>
                  <a:pt x="747326" y="111536"/>
                </a:moveTo>
                <a:lnTo>
                  <a:pt x="747326" y="3686"/>
                </a:lnTo>
                <a:lnTo>
                  <a:pt x="760611" y="3686"/>
                </a:lnTo>
                <a:lnTo>
                  <a:pt x="760611" y="41586"/>
                </a:lnTo>
                <a:cubicBezTo>
                  <a:pt x="762959" y="38488"/>
                  <a:pt x="766254" y="35590"/>
                  <a:pt x="770495" y="32892"/>
                </a:cubicBezTo>
                <a:cubicBezTo>
                  <a:pt x="774737" y="30194"/>
                  <a:pt x="780139" y="28846"/>
                  <a:pt x="786702" y="28846"/>
                </a:cubicBezTo>
                <a:cubicBezTo>
                  <a:pt x="794866" y="28846"/>
                  <a:pt x="800735" y="31440"/>
                  <a:pt x="804309" y="36628"/>
                </a:cubicBezTo>
                <a:cubicBezTo>
                  <a:pt x="807884" y="41814"/>
                  <a:pt x="809672" y="49174"/>
                  <a:pt x="809672" y="58708"/>
                </a:cubicBezTo>
                <a:lnTo>
                  <a:pt x="809672" y="111536"/>
                </a:lnTo>
                <a:lnTo>
                  <a:pt x="796386" y="111536"/>
                </a:lnTo>
                <a:lnTo>
                  <a:pt x="796386" y="60243"/>
                </a:lnTo>
                <a:cubicBezTo>
                  <a:pt x="796386" y="56342"/>
                  <a:pt x="796039" y="52865"/>
                  <a:pt x="795346" y="49814"/>
                </a:cubicBezTo>
                <a:cubicBezTo>
                  <a:pt x="794652" y="46761"/>
                  <a:pt x="793385" y="44373"/>
                  <a:pt x="791544" y="42650"/>
                </a:cubicBezTo>
                <a:cubicBezTo>
                  <a:pt x="789703" y="40926"/>
                  <a:pt x="786996" y="40063"/>
                  <a:pt x="783421" y="40063"/>
                </a:cubicBezTo>
                <a:cubicBezTo>
                  <a:pt x="777979" y="40063"/>
                  <a:pt x="773390" y="41434"/>
                  <a:pt x="769655" y="44175"/>
                </a:cubicBezTo>
                <a:cubicBezTo>
                  <a:pt x="765920" y="46916"/>
                  <a:pt x="762932" y="49870"/>
                  <a:pt x="760691" y="53036"/>
                </a:cubicBezTo>
                <a:lnTo>
                  <a:pt x="760691" y="111536"/>
                </a:lnTo>
                <a:lnTo>
                  <a:pt x="747326" y="111536"/>
                </a:lnTo>
                <a:close/>
                <a:moveTo>
                  <a:pt x="853028" y="112979"/>
                </a:moveTo>
                <a:cubicBezTo>
                  <a:pt x="848813" y="112979"/>
                  <a:pt x="844971" y="112123"/>
                  <a:pt x="841503" y="110412"/>
                </a:cubicBezTo>
                <a:cubicBezTo>
                  <a:pt x="838035" y="108699"/>
                  <a:pt x="835260" y="106132"/>
                  <a:pt x="833180" y="102710"/>
                </a:cubicBezTo>
                <a:cubicBezTo>
                  <a:pt x="831099" y="99286"/>
                  <a:pt x="830058" y="95035"/>
                  <a:pt x="830058" y="89955"/>
                </a:cubicBezTo>
                <a:cubicBezTo>
                  <a:pt x="830058" y="82668"/>
                  <a:pt x="832126" y="77148"/>
                  <a:pt x="836261" y="73394"/>
                </a:cubicBezTo>
                <a:cubicBezTo>
                  <a:pt x="840396" y="69639"/>
                  <a:pt x="846252" y="67099"/>
                  <a:pt x="853828" y="65774"/>
                </a:cubicBezTo>
                <a:cubicBezTo>
                  <a:pt x="861405" y="64449"/>
                  <a:pt x="870262" y="63731"/>
                  <a:pt x="880399" y="63621"/>
                </a:cubicBezTo>
                <a:lnTo>
                  <a:pt x="880399" y="57518"/>
                </a:lnTo>
                <a:cubicBezTo>
                  <a:pt x="880399" y="50356"/>
                  <a:pt x="878878" y="45442"/>
                  <a:pt x="875837" y="42778"/>
                </a:cubicBezTo>
                <a:cubicBezTo>
                  <a:pt x="872796" y="40113"/>
                  <a:pt x="868981" y="38781"/>
                  <a:pt x="864392" y="38781"/>
                </a:cubicBezTo>
                <a:cubicBezTo>
                  <a:pt x="859377" y="38781"/>
                  <a:pt x="855162" y="40189"/>
                  <a:pt x="851747" y="43006"/>
                </a:cubicBezTo>
                <a:cubicBezTo>
                  <a:pt x="848332" y="45822"/>
                  <a:pt x="846625" y="50330"/>
                  <a:pt x="846625" y="56529"/>
                </a:cubicBezTo>
                <a:lnTo>
                  <a:pt x="833660" y="56529"/>
                </a:lnTo>
                <a:cubicBezTo>
                  <a:pt x="833660" y="49969"/>
                  <a:pt x="834980" y="44646"/>
                  <a:pt x="837621" y="40562"/>
                </a:cubicBezTo>
                <a:cubicBezTo>
                  <a:pt x="840262" y="36475"/>
                  <a:pt x="843904" y="33501"/>
                  <a:pt x="848546" y="31640"/>
                </a:cubicBezTo>
                <a:cubicBezTo>
                  <a:pt x="853188" y="29777"/>
                  <a:pt x="858470" y="28846"/>
                  <a:pt x="864392" y="28846"/>
                </a:cubicBezTo>
                <a:cubicBezTo>
                  <a:pt x="868127" y="28846"/>
                  <a:pt x="871729" y="29235"/>
                  <a:pt x="875197" y="30015"/>
                </a:cubicBezTo>
                <a:cubicBezTo>
                  <a:pt x="878665" y="30793"/>
                  <a:pt x="881786" y="32211"/>
                  <a:pt x="884561" y="34269"/>
                </a:cubicBezTo>
                <a:cubicBezTo>
                  <a:pt x="887335" y="36327"/>
                  <a:pt x="889523" y="39206"/>
                  <a:pt x="891124" y="42905"/>
                </a:cubicBezTo>
                <a:cubicBezTo>
                  <a:pt x="892724" y="46605"/>
                  <a:pt x="893525" y="51375"/>
                  <a:pt x="893525" y="57216"/>
                </a:cubicBezTo>
                <a:lnTo>
                  <a:pt x="893525" y="111536"/>
                </a:lnTo>
                <a:lnTo>
                  <a:pt x="881199" y="111536"/>
                </a:lnTo>
                <a:lnTo>
                  <a:pt x="880719" y="100158"/>
                </a:lnTo>
                <a:cubicBezTo>
                  <a:pt x="877304" y="104111"/>
                  <a:pt x="873329" y="107236"/>
                  <a:pt x="868794" y="109533"/>
                </a:cubicBezTo>
                <a:cubicBezTo>
                  <a:pt x="864259" y="111830"/>
                  <a:pt x="859004" y="112979"/>
                  <a:pt x="853028" y="112979"/>
                </a:cubicBezTo>
                <a:moveTo>
                  <a:pt x="856549" y="102723"/>
                </a:moveTo>
                <a:cubicBezTo>
                  <a:pt x="861618" y="102723"/>
                  <a:pt x="866153" y="101469"/>
                  <a:pt x="870155" y="98962"/>
                </a:cubicBezTo>
                <a:cubicBezTo>
                  <a:pt x="874156" y="96454"/>
                  <a:pt x="877545" y="93172"/>
                  <a:pt x="880319" y="89113"/>
                </a:cubicBezTo>
                <a:lnTo>
                  <a:pt x="880319" y="71954"/>
                </a:lnTo>
                <a:cubicBezTo>
                  <a:pt x="867140" y="72122"/>
                  <a:pt x="857696" y="73546"/>
                  <a:pt x="851987" y="76223"/>
                </a:cubicBezTo>
                <a:cubicBezTo>
                  <a:pt x="846278" y="78899"/>
                  <a:pt x="843424" y="83308"/>
                  <a:pt x="843424" y="89452"/>
                </a:cubicBezTo>
                <a:cubicBezTo>
                  <a:pt x="843424" y="93510"/>
                  <a:pt x="844518" y="96736"/>
                  <a:pt x="846705" y="99132"/>
                </a:cubicBezTo>
                <a:cubicBezTo>
                  <a:pt x="848893" y="101526"/>
                  <a:pt x="852174" y="102723"/>
                  <a:pt x="856549" y="102723"/>
                </a:cubicBezTo>
                <a:close/>
                <a:moveTo>
                  <a:pt x="945703" y="112979"/>
                </a:moveTo>
                <a:cubicBezTo>
                  <a:pt x="941274" y="112979"/>
                  <a:pt x="937099" y="112488"/>
                  <a:pt x="933178" y="111506"/>
                </a:cubicBezTo>
                <a:cubicBezTo>
                  <a:pt x="929256" y="110525"/>
                  <a:pt x="925801" y="108941"/>
                  <a:pt x="922813" y="106754"/>
                </a:cubicBezTo>
                <a:cubicBezTo>
                  <a:pt x="919825" y="104565"/>
                  <a:pt x="917491" y="101733"/>
                  <a:pt x="915810" y="98255"/>
                </a:cubicBezTo>
                <a:cubicBezTo>
                  <a:pt x="914130" y="94778"/>
                  <a:pt x="913289" y="90543"/>
                  <a:pt x="913289" y="85550"/>
                </a:cubicBezTo>
                <a:lnTo>
                  <a:pt x="926175" y="85550"/>
                </a:lnTo>
                <a:cubicBezTo>
                  <a:pt x="926175" y="92016"/>
                  <a:pt x="928069" y="96548"/>
                  <a:pt x="931857" y="99147"/>
                </a:cubicBezTo>
                <a:cubicBezTo>
                  <a:pt x="935645" y="101744"/>
                  <a:pt x="940367" y="103043"/>
                  <a:pt x="946023" y="103043"/>
                </a:cubicBezTo>
                <a:cubicBezTo>
                  <a:pt x="951092" y="103043"/>
                  <a:pt x="955267" y="102009"/>
                  <a:pt x="958548" y="99941"/>
                </a:cubicBezTo>
                <a:cubicBezTo>
                  <a:pt x="961829" y="97872"/>
                  <a:pt x="963470" y="94478"/>
                  <a:pt x="963470" y="89757"/>
                </a:cubicBezTo>
                <a:cubicBezTo>
                  <a:pt x="963470" y="85719"/>
                  <a:pt x="961989" y="82747"/>
                  <a:pt x="959028" y="80840"/>
                </a:cubicBezTo>
                <a:cubicBezTo>
                  <a:pt x="956067" y="78932"/>
                  <a:pt x="950825" y="76997"/>
                  <a:pt x="943302" y="75034"/>
                </a:cubicBezTo>
                <a:cubicBezTo>
                  <a:pt x="937219" y="73520"/>
                  <a:pt x="932124" y="71767"/>
                  <a:pt x="928015" y="69775"/>
                </a:cubicBezTo>
                <a:cubicBezTo>
                  <a:pt x="923907" y="67784"/>
                  <a:pt x="920812" y="65260"/>
                  <a:pt x="918732" y="62203"/>
                </a:cubicBezTo>
                <a:cubicBezTo>
                  <a:pt x="916651" y="59147"/>
                  <a:pt x="915610" y="55291"/>
                  <a:pt x="915610" y="50635"/>
                </a:cubicBezTo>
                <a:cubicBezTo>
                  <a:pt x="915610" y="47046"/>
                  <a:pt x="916344" y="43892"/>
                  <a:pt x="917811" y="41173"/>
                </a:cubicBezTo>
                <a:cubicBezTo>
                  <a:pt x="919278" y="38452"/>
                  <a:pt x="921333" y="36180"/>
                  <a:pt x="923974" y="34357"/>
                </a:cubicBezTo>
                <a:cubicBezTo>
                  <a:pt x="926615" y="32534"/>
                  <a:pt x="929709" y="31160"/>
                  <a:pt x="933258" y="30235"/>
                </a:cubicBezTo>
                <a:cubicBezTo>
                  <a:pt x="936806" y="29309"/>
                  <a:pt x="940661" y="28846"/>
                  <a:pt x="944822" y="28846"/>
                </a:cubicBezTo>
                <a:cubicBezTo>
                  <a:pt x="948931" y="28846"/>
                  <a:pt x="952786" y="29351"/>
                  <a:pt x="956387" y="30361"/>
                </a:cubicBezTo>
                <a:cubicBezTo>
                  <a:pt x="959989" y="31370"/>
                  <a:pt x="963177" y="32927"/>
                  <a:pt x="965951" y="35030"/>
                </a:cubicBezTo>
                <a:cubicBezTo>
                  <a:pt x="968726" y="37134"/>
                  <a:pt x="970900" y="39854"/>
                  <a:pt x="972474" y="43191"/>
                </a:cubicBezTo>
                <a:cubicBezTo>
                  <a:pt x="974048" y="46528"/>
                  <a:pt x="974835" y="50496"/>
                  <a:pt x="974835" y="55095"/>
                </a:cubicBezTo>
                <a:lnTo>
                  <a:pt x="961869" y="55095"/>
                </a:lnTo>
                <a:cubicBezTo>
                  <a:pt x="961869" y="49247"/>
                  <a:pt x="960229" y="45093"/>
                  <a:pt x="956947" y="42632"/>
                </a:cubicBezTo>
                <a:cubicBezTo>
                  <a:pt x="953666" y="40172"/>
                  <a:pt x="949624" y="38942"/>
                  <a:pt x="944822" y="38942"/>
                </a:cubicBezTo>
                <a:cubicBezTo>
                  <a:pt x="940020" y="38942"/>
                  <a:pt x="936125" y="39852"/>
                  <a:pt x="933138" y="41673"/>
                </a:cubicBezTo>
                <a:cubicBezTo>
                  <a:pt x="930150" y="43493"/>
                  <a:pt x="928656" y="46340"/>
                  <a:pt x="928656" y="50214"/>
                </a:cubicBezTo>
                <a:cubicBezTo>
                  <a:pt x="928656" y="52401"/>
                  <a:pt x="929323" y="54253"/>
                  <a:pt x="930656" y="55768"/>
                </a:cubicBezTo>
                <a:cubicBezTo>
                  <a:pt x="931990" y="57282"/>
                  <a:pt x="934231" y="58643"/>
                  <a:pt x="937379" y="59850"/>
                </a:cubicBezTo>
                <a:cubicBezTo>
                  <a:pt x="940527" y="61055"/>
                  <a:pt x="944742" y="62330"/>
                  <a:pt x="950025" y="63676"/>
                </a:cubicBezTo>
                <a:cubicBezTo>
                  <a:pt x="955894" y="65135"/>
                  <a:pt x="960789" y="66874"/>
                  <a:pt x="964711" y="68894"/>
                </a:cubicBezTo>
                <a:cubicBezTo>
                  <a:pt x="968632" y="70912"/>
                  <a:pt x="971593" y="73520"/>
                  <a:pt x="973594" y="76719"/>
                </a:cubicBezTo>
                <a:cubicBezTo>
                  <a:pt x="975595" y="79916"/>
                  <a:pt x="976596" y="84038"/>
                  <a:pt x="976596" y="89086"/>
                </a:cubicBezTo>
                <a:cubicBezTo>
                  <a:pt x="976596" y="93236"/>
                  <a:pt x="975822" y="96826"/>
                  <a:pt x="974275" y="99855"/>
                </a:cubicBezTo>
                <a:cubicBezTo>
                  <a:pt x="972727" y="102884"/>
                  <a:pt x="970553" y="105365"/>
                  <a:pt x="967752" y="107300"/>
                </a:cubicBezTo>
                <a:cubicBezTo>
                  <a:pt x="964951" y="109234"/>
                  <a:pt x="961669" y="110664"/>
                  <a:pt x="957908" y="111589"/>
                </a:cubicBezTo>
                <a:cubicBezTo>
                  <a:pt x="954146" y="112516"/>
                  <a:pt x="950078" y="112979"/>
                  <a:pt x="945703" y="112979"/>
                </a:cubicBezTo>
                <a:close/>
                <a:moveTo>
                  <a:pt x="1030790" y="112979"/>
                </a:moveTo>
                <a:cubicBezTo>
                  <a:pt x="1022680" y="112979"/>
                  <a:pt x="1015984" y="111131"/>
                  <a:pt x="1010702" y="107435"/>
                </a:cubicBezTo>
                <a:cubicBezTo>
                  <a:pt x="1005419" y="103737"/>
                  <a:pt x="1001484" y="98706"/>
                  <a:pt x="998897" y="92341"/>
                </a:cubicBezTo>
                <a:cubicBezTo>
                  <a:pt x="996309" y="85976"/>
                  <a:pt x="995015" y="78819"/>
                  <a:pt x="995015" y="70870"/>
                </a:cubicBezTo>
                <a:cubicBezTo>
                  <a:pt x="995015" y="62588"/>
                  <a:pt x="996269" y="55292"/>
                  <a:pt x="998777" y="48982"/>
                </a:cubicBezTo>
                <a:cubicBezTo>
                  <a:pt x="1001284" y="42673"/>
                  <a:pt x="1005086" y="37739"/>
                  <a:pt x="1010181" y="34182"/>
                </a:cubicBezTo>
                <a:cubicBezTo>
                  <a:pt x="1015277" y="30624"/>
                  <a:pt x="1021666" y="28846"/>
                  <a:pt x="1029349" y="28846"/>
                </a:cubicBezTo>
                <a:cubicBezTo>
                  <a:pt x="1039647" y="28846"/>
                  <a:pt x="1047704" y="32184"/>
                  <a:pt x="1053519" y="38861"/>
                </a:cubicBezTo>
                <a:cubicBezTo>
                  <a:pt x="1059335" y="45537"/>
                  <a:pt x="1062243" y="55134"/>
                  <a:pt x="1062243" y="67652"/>
                </a:cubicBezTo>
                <a:cubicBezTo>
                  <a:pt x="1062243" y="68487"/>
                  <a:pt x="1062230" y="69474"/>
                  <a:pt x="1062203" y="70614"/>
                </a:cubicBezTo>
                <a:cubicBezTo>
                  <a:pt x="1062176" y="71754"/>
                  <a:pt x="1062110" y="72575"/>
                  <a:pt x="1062003" y="73076"/>
                </a:cubicBezTo>
                <a:lnTo>
                  <a:pt x="1008461" y="73076"/>
                </a:lnTo>
                <a:cubicBezTo>
                  <a:pt x="1008514" y="78426"/>
                  <a:pt x="1009288" y="83339"/>
                  <a:pt x="1010782" y="87816"/>
                </a:cubicBezTo>
                <a:cubicBezTo>
                  <a:pt x="1012276" y="92294"/>
                  <a:pt x="1014663" y="95884"/>
                  <a:pt x="1017945" y="98588"/>
                </a:cubicBezTo>
                <a:cubicBezTo>
                  <a:pt x="1021226" y="101291"/>
                  <a:pt x="1025508" y="102642"/>
                  <a:pt x="1030790" y="102642"/>
                </a:cubicBezTo>
                <a:cubicBezTo>
                  <a:pt x="1036499" y="102642"/>
                  <a:pt x="1040941" y="101149"/>
                  <a:pt x="1044115" y="98163"/>
                </a:cubicBezTo>
                <a:cubicBezTo>
                  <a:pt x="1047290" y="95176"/>
                  <a:pt x="1048957" y="90868"/>
                  <a:pt x="1049118" y="85237"/>
                </a:cubicBezTo>
                <a:lnTo>
                  <a:pt x="1062323" y="85237"/>
                </a:lnTo>
                <a:cubicBezTo>
                  <a:pt x="1062163" y="90958"/>
                  <a:pt x="1060789" y="95888"/>
                  <a:pt x="1058201" y="100026"/>
                </a:cubicBezTo>
                <a:cubicBezTo>
                  <a:pt x="1055614" y="104162"/>
                  <a:pt x="1051999" y="107356"/>
                  <a:pt x="1047357" y="109606"/>
                </a:cubicBezTo>
                <a:cubicBezTo>
                  <a:pt x="1042715" y="111854"/>
                  <a:pt x="1037193" y="112979"/>
                  <a:pt x="1030790" y="112979"/>
                </a:cubicBezTo>
                <a:moveTo>
                  <a:pt x="1008541" y="63300"/>
                </a:moveTo>
                <a:lnTo>
                  <a:pt x="1049038" y="63300"/>
                </a:lnTo>
                <a:cubicBezTo>
                  <a:pt x="1048877" y="55464"/>
                  <a:pt x="1047090" y="49472"/>
                  <a:pt x="1043675" y="45324"/>
                </a:cubicBezTo>
                <a:cubicBezTo>
                  <a:pt x="1040261" y="41176"/>
                  <a:pt x="1035485" y="39102"/>
                  <a:pt x="1029349" y="39102"/>
                </a:cubicBezTo>
                <a:cubicBezTo>
                  <a:pt x="1023107" y="39102"/>
                  <a:pt x="1018238" y="41162"/>
                  <a:pt x="1014743" y="45282"/>
                </a:cubicBezTo>
                <a:cubicBezTo>
                  <a:pt x="1011249" y="49401"/>
                  <a:pt x="1009181" y="55408"/>
                  <a:pt x="1008541" y="63300"/>
                </a:cubicBez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76FDB2-902C-45A4-A126-24D1E4C6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697" y="1487308"/>
            <a:ext cx="532564" cy="329208"/>
          </a:xfrm>
          <a:custGeom xmlns:a="http://schemas.openxmlformats.org/drawingml/2006/main">
            <a:pathLst>
              <a:path w="532564" h="329208" fill="none">
                <a:moveTo>
                  <a:pt x="0" y="51391"/>
                </a:moveTo>
                <a:lnTo>
                  <a:pt x="458474" y="51391"/>
                </a:lnTo>
                <a:lnTo>
                  <a:pt x="458474" y="252017"/>
                </a:lnTo>
                <a:cubicBezTo>
                  <a:pt x="229249" y="252017"/>
                  <a:pt x="229249" y="329208"/>
                  <a:pt x="0" y="290612"/>
                </a:cubicBezTo>
                <a:lnTo>
                  <a:pt x="0" y="51391"/>
                </a:lnTo>
                <a:close/>
                <a:moveTo>
                  <a:pt x="37773" y="51391"/>
                </a:moveTo>
                <a:lnTo>
                  <a:pt x="37773" y="25381"/>
                </a:lnTo>
                <a:lnTo>
                  <a:pt x="493115" y="25381"/>
                </a:lnTo>
                <a:lnTo>
                  <a:pt x="493115" y="227265"/>
                </a:lnTo>
                <a:cubicBezTo>
                  <a:pt x="475807" y="227265"/>
                  <a:pt x="458474" y="228664"/>
                  <a:pt x="458474" y="228664"/>
                </a:cubicBezTo>
                <a:moveTo>
                  <a:pt x="73277" y="25381"/>
                </a:moveTo>
                <a:lnTo>
                  <a:pt x="73277" y="0"/>
                </a:lnTo>
                <a:lnTo>
                  <a:pt x="532564" y="0"/>
                </a:lnTo>
                <a:lnTo>
                  <a:pt x="532564" y="201255"/>
                </a:lnTo>
                <a:cubicBezTo>
                  <a:pt x="512840" y="201255"/>
                  <a:pt x="493115" y="202304"/>
                  <a:pt x="493115" y="202304"/>
                </a:cubicBezTo>
              </a:path>
            </a:pathLst>
          </a:custGeom>
          <a:noFill xmlns:a="http://schemas.openxmlformats.org/drawingml/2006/main"/>
          <a:ln xmlns:a="http://schemas.openxmlformats.org/drawingml/2006/main" w="16230" cap="flat">
            <a:solidFill>
              <a:srgbClr val="000000"/>
            </a:solidFill>
            <a:miter/>
          </a:ln>
        </p:spPr>
      </p:sp>
      <p:sp>
        <p:nvSpPr>
          <p:cNvPr id="20" name="Text Query">
            <a:extLst xmlns:a="http://schemas.openxmlformats.org/drawingml/2006/main">
              <a:ext uri="{FF2B5EF4-FFF2-40B4-BE49-F238E27FC236}">
                <a16:creationId xmlns:a16="http://schemas.microsoft.com/office/drawing/2014/main" id="{7EFF89A4-78CD-4376-855D-06C3D45D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996" y="947769"/>
            <a:ext cx="412793" cy="137978"/>
          </a:xfrm>
          <a:custGeom xmlns:a="http://schemas.openxmlformats.org/drawingml/2006/main">
            <a:pathLst>
              <a:path w="412793" h="137978">
                <a:moveTo>
                  <a:pt x="68110" y="107981"/>
                </a:moveTo>
                <a:lnTo>
                  <a:pt x="69184" y="107601"/>
                </a:lnTo>
                <a:lnTo>
                  <a:pt x="70240" y="107197"/>
                </a:lnTo>
                <a:lnTo>
                  <a:pt x="71277" y="106769"/>
                </a:lnTo>
                <a:lnTo>
                  <a:pt x="72296" y="106316"/>
                </a:lnTo>
                <a:lnTo>
                  <a:pt x="73296" y="105839"/>
                </a:lnTo>
                <a:lnTo>
                  <a:pt x="74278" y="105337"/>
                </a:lnTo>
                <a:lnTo>
                  <a:pt x="75241" y="104810"/>
                </a:lnTo>
                <a:lnTo>
                  <a:pt x="76186" y="104259"/>
                </a:lnTo>
                <a:lnTo>
                  <a:pt x="77112" y="103684"/>
                </a:lnTo>
                <a:lnTo>
                  <a:pt x="78020" y="103087"/>
                </a:lnTo>
                <a:lnTo>
                  <a:pt x="78909" y="102472"/>
                </a:lnTo>
                <a:lnTo>
                  <a:pt x="79779" y="101837"/>
                </a:lnTo>
                <a:lnTo>
                  <a:pt x="80630" y="101185"/>
                </a:lnTo>
                <a:lnTo>
                  <a:pt x="81463" y="100513"/>
                </a:lnTo>
                <a:lnTo>
                  <a:pt x="82277" y="99823"/>
                </a:lnTo>
                <a:lnTo>
                  <a:pt x="83072" y="99114"/>
                </a:lnTo>
                <a:lnTo>
                  <a:pt x="83848" y="98387"/>
                </a:lnTo>
                <a:lnTo>
                  <a:pt x="84606" y="97641"/>
                </a:lnTo>
                <a:lnTo>
                  <a:pt x="85345" y="96876"/>
                </a:lnTo>
                <a:lnTo>
                  <a:pt x="86065" y="96093"/>
                </a:lnTo>
                <a:lnTo>
                  <a:pt x="86766" y="95291"/>
                </a:lnTo>
                <a:lnTo>
                  <a:pt x="87449" y="94470"/>
                </a:lnTo>
                <a:lnTo>
                  <a:pt x="88112" y="93631"/>
                </a:lnTo>
                <a:lnTo>
                  <a:pt x="88757" y="92773"/>
                </a:lnTo>
                <a:lnTo>
                  <a:pt x="89384" y="91896"/>
                </a:lnTo>
                <a:lnTo>
                  <a:pt x="89991" y="91001"/>
                </a:lnTo>
                <a:lnTo>
                  <a:pt x="90580" y="90088"/>
                </a:lnTo>
                <a:lnTo>
                  <a:pt x="91150" y="89155"/>
                </a:lnTo>
                <a:lnTo>
                  <a:pt x="91701" y="88204"/>
                </a:lnTo>
                <a:lnTo>
                  <a:pt x="92234" y="87234"/>
                </a:lnTo>
                <a:lnTo>
                  <a:pt x="92748" y="86246"/>
                </a:lnTo>
                <a:lnTo>
                  <a:pt x="93243" y="85239"/>
                </a:lnTo>
                <a:lnTo>
                  <a:pt x="93719" y="84213"/>
                </a:lnTo>
                <a:lnTo>
                  <a:pt x="94176" y="83171"/>
                </a:lnTo>
                <a:lnTo>
                  <a:pt x="94614" y="82116"/>
                </a:lnTo>
                <a:lnTo>
                  <a:pt x="95032" y="81047"/>
                </a:lnTo>
                <a:lnTo>
                  <a:pt x="95431" y="79964"/>
                </a:lnTo>
                <a:lnTo>
                  <a:pt x="95810" y="78868"/>
                </a:lnTo>
                <a:lnTo>
                  <a:pt x="96170" y="77758"/>
                </a:lnTo>
                <a:lnTo>
                  <a:pt x="96510" y="76634"/>
                </a:lnTo>
                <a:lnTo>
                  <a:pt x="96831" y="75497"/>
                </a:lnTo>
                <a:lnTo>
                  <a:pt x="97133" y="74346"/>
                </a:lnTo>
                <a:lnTo>
                  <a:pt x="97415" y="73182"/>
                </a:lnTo>
                <a:lnTo>
                  <a:pt x="97677" y="72004"/>
                </a:lnTo>
                <a:lnTo>
                  <a:pt x="97921" y="70812"/>
                </a:lnTo>
                <a:lnTo>
                  <a:pt x="98144" y="69607"/>
                </a:lnTo>
                <a:lnTo>
                  <a:pt x="98349" y="68388"/>
                </a:lnTo>
                <a:lnTo>
                  <a:pt x="98533" y="67155"/>
                </a:lnTo>
                <a:lnTo>
                  <a:pt x="98699" y="65909"/>
                </a:lnTo>
                <a:lnTo>
                  <a:pt x="98845" y="64649"/>
                </a:lnTo>
                <a:lnTo>
                  <a:pt x="98971" y="63375"/>
                </a:lnTo>
                <a:lnTo>
                  <a:pt x="99078" y="62088"/>
                </a:lnTo>
                <a:lnTo>
                  <a:pt x="99166" y="60787"/>
                </a:lnTo>
                <a:lnTo>
                  <a:pt x="99234" y="59473"/>
                </a:lnTo>
                <a:lnTo>
                  <a:pt x="99282" y="58145"/>
                </a:lnTo>
                <a:lnTo>
                  <a:pt x="99311" y="56803"/>
                </a:lnTo>
                <a:lnTo>
                  <a:pt x="99321" y="55448"/>
                </a:lnTo>
                <a:lnTo>
                  <a:pt x="99311" y="54092"/>
                </a:lnTo>
                <a:lnTo>
                  <a:pt x="99282" y="52750"/>
                </a:lnTo>
                <a:lnTo>
                  <a:pt x="99234" y="51421"/>
                </a:lnTo>
                <a:lnTo>
                  <a:pt x="99166" y="50106"/>
                </a:lnTo>
                <a:lnTo>
                  <a:pt x="99078" y="48804"/>
                </a:lnTo>
                <a:lnTo>
                  <a:pt x="98971" y="47515"/>
                </a:lnTo>
                <a:lnTo>
                  <a:pt x="98845" y="46240"/>
                </a:lnTo>
                <a:lnTo>
                  <a:pt x="98699" y="44978"/>
                </a:lnTo>
                <a:lnTo>
                  <a:pt x="98533" y="43729"/>
                </a:lnTo>
                <a:lnTo>
                  <a:pt x="98349" y="42494"/>
                </a:lnTo>
                <a:lnTo>
                  <a:pt x="98144" y="41272"/>
                </a:lnTo>
                <a:lnTo>
                  <a:pt x="97921" y="40063"/>
                </a:lnTo>
                <a:lnTo>
                  <a:pt x="97677" y="38868"/>
                </a:lnTo>
                <a:lnTo>
                  <a:pt x="97415" y="37686"/>
                </a:lnTo>
                <a:lnTo>
                  <a:pt x="97133" y="36518"/>
                </a:lnTo>
                <a:lnTo>
                  <a:pt x="96831" y="35363"/>
                </a:lnTo>
                <a:lnTo>
                  <a:pt x="96510" y="34221"/>
                </a:lnTo>
                <a:lnTo>
                  <a:pt x="96170" y="33092"/>
                </a:lnTo>
                <a:lnTo>
                  <a:pt x="95810" y="31977"/>
                </a:lnTo>
                <a:lnTo>
                  <a:pt x="95431" y="30876"/>
                </a:lnTo>
                <a:lnTo>
                  <a:pt x="95032" y="29787"/>
                </a:lnTo>
                <a:lnTo>
                  <a:pt x="94614" y="28712"/>
                </a:lnTo>
                <a:lnTo>
                  <a:pt x="94176" y="27650"/>
                </a:lnTo>
                <a:lnTo>
                  <a:pt x="93719" y="26602"/>
                </a:lnTo>
                <a:lnTo>
                  <a:pt x="93243" y="25570"/>
                </a:lnTo>
                <a:lnTo>
                  <a:pt x="92748" y="24557"/>
                </a:lnTo>
                <a:lnTo>
                  <a:pt x="92234" y="23562"/>
                </a:lnTo>
                <a:lnTo>
                  <a:pt x="91701" y="22587"/>
                </a:lnTo>
                <a:lnTo>
                  <a:pt x="91150" y="21630"/>
                </a:lnTo>
                <a:lnTo>
                  <a:pt x="90580" y="20693"/>
                </a:lnTo>
                <a:lnTo>
                  <a:pt x="89991" y="19774"/>
                </a:lnTo>
                <a:lnTo>
                  <a:pt x="89384" y="18874"/>
                </a:lnTo>
                <a:lnTo>
                  <a:pt x="88757" y="17993"/>
                </a:lnTo>
                <a:lnTo>
                  <a:pt x="88112" y="17132"/>
                </a:lnTo>
                <a:lnTo>
                  <a:pt x="87449" y="16289"/>
                </a:lnTo>
                <a:lnTo>
                  <a:pt x="86766" y="15464"/>
                </a:lnTo>
                <a:lnTo>
                  <a:pt x="86065" y="14659"/>
                </a:lnTo>
                <a:lnTo>
                  <a:pt x="85345" y="13873"/>
                </a:lnTo>
                <a:lnTo>
                  <a:pt x="84606" y="13106"/>
                </a:lnTo>
                <a:lnTo>
                  <a:pt x="83848" y="12357"/>
                </a:lnTo>
                <a:lnTo>
                  <a:pt x="83072" y="11628"/>
                </a:lnTo>
                <a:lnTo>
                  <a:pt x="82277" y="10917"/>
                </a:lnTo>
                <a:lnTo>
                  <a:pt x="81463" y="10226"/>
                </a:lnTo>
                <a:lnTo>
                  <a:pt x="80630" y="9553"/>
                </a:lnTo>
                <a:lnTo>
                  <a:pt x="79779" y="8899"/>
                </a:lnTo>
                <a:lnTo>
                  <a:pt x="78909" y="8264"/>
                </a:lnTo>
                <a:lnTo>
                  <a:pt x="78020" y="7648"/>
                </a:lnTo>
                <a:lnTo>
                  <a:pt x="77112" y="7051"/>
                </a:lnTo>
                <a:lnTo>
                  <a:pt x="76186" y="6476"/>
                </a:lnTo>
                <a:lnTo>
                  <a:pt x="75241" y="5925"/>
                </a:lnTo>
                <a:lnTo>
                  <a:pt x="74278" y="5399"/>
                </a:lnTo>
                <a:lnTo>
                  <a:pt x="73296" y="4897"/>
                </a:lnTo>
                <a:lnTo>
                  <a:pt x="72296" y="4419"/>
                </a:lnTo>
                <a:lnTo>
                  <a:pt x="71277" y="3966"/>
                </a:lnTo>
                <a:lnTo>
                  <a:pt x="70240" y="3538"/>
                </a:lnTo>
                <a:lnTo>
                  <a:pt x="69184" y="3134"/>
                </a:lnTo>
                <a:lnTo>
                  <a:pt x="68110" y="2754"/>
                </a:lnTo>
                <a:lnTo>
                  <a:pt x="67017" y="2399"/>
                </a:lnTo>
                <a:lnTo>
                  <a:pt x="65906" y="2069"/>
                </a:lnTo>
                <a:lnTo>
                  <a:pt x="64777" y="1763"/>
                </a:lnTo>
                <a:lnTo>
                  <a:pt x="63629" y="1481"/>
                </a:lnTo>
                <a:lnTo>
                  <a:pt x="62462" y="1224"/>
                </a:lnTo>
                <a:lnTo>
                  <a:pt x="61277" y="992"/>
                </a:lnTo>
                <a:lnTo>
                  <a:pt x="60074" y="783"/>
                </a:lnTo>
                <a:lnTo>
                  <a:pt x="58852" y="600"/>
                </a:lnTo>
                <a:lnTo>
                  <a:pt x="57611" y="441"/>
                </a:lnTo>
                <a:lnTo>
                  <a:pt x="56352" y="306"/>
                </a:lnTo>
                <a:lnTo>
                  <a:pt x="55075" y="196"/>
                </a:lnTo>
                <a:lnTo>
                  <a:pt x="53779" y="110"/>
                </a:lnTo>
                <a:lnTo>
                  <a:pt x="52465" y="49"/>
                </a:lnTo>
                <a:lnTo>
                  <a:pt x="51132" y="12"/>
                </a:lnTo>
                <a:lnTo>
                  <a:pt x="49781" y="0"/>
                </a:lnTo>
                <a:lnTo>
                  <a:pt x="48416" y="12"/>
                </a:lnTo>
                <a:lnTo>
                  <a:pt x="47071" y="49"/>
                </a:lnTo>
                <a:lnTo>
                  <a:pt x="45744" y="110"/>
                </a:lnTo>
                <a:lnTo>
                  <a:pt x="44436" y="196"/>
                </a:lnTo>
                <a:lnTo>
                  <a:pt x="43147" y="306"/>
                </a:lnTo>
                <a:lnTo>
                  <a:pt x="41877" y="441"/>
                </a:lnTo>
                <a:lnTo>
                  <a:pt x="40626" y="600"/>
                </a:lnTo>
                <a:lnTo>
                  <a:pt x="39394" y="783"/>
                </a:lnTo>
                <a:lnTo>
                  <a:pt x="38181" y="992"/>
                </a:lnTo>
                <a:lnTo>
                  <a:pt x="36986" y="1224"/>
                </a:lnTo>
                <a:lnTo>
                  <a:pt x="35811" y="1481"/>
                </a:lnTo>
                <a:lnTo>
                  <a:pt x="34654" y="1763"/>
                </a:lnTo>
                <a:lnTo>
                  <a:pt x="33517" y="2069"/>
                </a:lnTo>
                <a:lnTo>
                  <a:pt x="32398" y="2399"/>
                </a:lnTo>
                <a:lnTo>
                  <a:pt x="31298" y="2754"/>
                </a:lnTo>
                <a:lnTo>
                  <a:pt x="30217" y="3134"/>
                </a:lnTo>
                <a:lnTo>
                  <a:pt x="29155" y="3538"/>
                </a:lnTo>
                <a:lnTo>
                  <a:pt x="28112" y="3966"/>
                </a:lnTo>
                <a:lnTo>
                  <a:pt x="27087" y="4419"/>
                </a:lnTo>
                <a:lnTo>
                  <a:pt x="26082" y="4897"/>
                </a:lnTo>
                <a:lnTo>
                  <a:pt x="25095" y="5399"/>
                </a:lnTo>
                <a:lnTo>
                  <a:pt x="24128" y="5925"/>
                </a:lnTo>
                <a:lnTo>
                  <a:pt x="23179" y="6476"/>
                </a:lnTo>
                <a:lnTo>
                  <a:pt x="22249" y="7051"/>
                </a:lnTo>
                <a:lnTo>
                  <a:pt x="21338" y="7648"/>
                </a:lnTo>
                <a:lnTo>
                  <a:pt x="20446" y="8264"/>
                </a:lnTo>
                <a:lnTo>
                  <a:pt x="19573" y="8899"/>
                </a:lnTo>
                <a:lnTo>
                  <a:pt x="18719" y="9553"/>
                </a:lnTo>
                <a:lnTo>
                  <a:pt x="17884" y="10226"/>
                </a:lnTo>
                <a:lnTo>
                  <a:pt x="17067" y="10917"/>
                </a:lnTo>
                <a:lnTo>
                  <a:pt x="16270" y="11628"/>
                </a:lnTo>
                <a:lnTo>
                  <a:pt x="15491" y="12357"/>
                </a:lnTo>
                <a:lnTo>
                  <a:pt x="14731" y="13106"/>
                </a:lnTo>
                <a:lnTo>
                  <a:pt x="13990" y="13873"/>
                </a:lnTo>
                <a:lnTo>
                  <a:pt x="13268" y="14659"/>
                </a:lnTo>
                <a:lnTo>
                  <a:pt x="12565" y="15464"/>
                </a:lnTo>
                <a:lnTo>
                  <a:pt x="11881" y="16289"/>
                </a:lnTo>
                <a:lnTo>
                  <a:pt x="11216" y="17132"/>
                </a:lnTo>
                <a:lnTo>
                  <a:pt x="10569" y="17993"/>
                </a:lnTo>
                <a:lnTo>
                  <a:pt x="9942" y="18874"/>
                </a:lnTo>
                <a:lnTo>
                  <a:pt x="9333" y="19774"/>
                </a:lnTo>
                <a:lnTo>
                  <a:pt x="8744" y="20693"/>
                </a:lnTo>
                <a:lnTo>
                  <a:pt x="8173" y="21630"/>
                </a:lnTo>
                <a:lnTo>
                  <a:pt x="7621" y="22587"/>
                </a:lnTo>
                <a:lnTo>
                  <a:pt x="7088" y="23562"/>
                </a:lnTo>
                <a:lnTo>
                  <a:pt x="6574" y="24557"/>
                </a:lnTo>
                <a:lnTo>
                  <a:pt x="6079" y="25570"/>
                </a:lnTo>
                <a:lnTo>
                  <a:pt x="5602" y="26602"/>
                </a:lnTo>
                <a:lnTo>
                  <a:pt x="5145" y="27650"/>
                </a:lnTo>
                <a:lnTo>
                  <a:pt x="4708" y="28712"/>
                </a:lnTo>
                <a:lnTo>
                  <a:pt x="4289" y="29787"/>
                </a:lnTo>
                <a:lnTo>
                  <a:pt x="3891" y="30876"/>
                </a:lnTo>
                <a:lnTo>
                  <a:pt x="3511" y="31977"/>
                </a:lnTo>
                <a:lnTo>
                  <a:pt x="3151" y="33092"/>
                </a:lnTo>
                <a:lnTo>
                  <a:pt x="2811" y="34221"/>
                </a:lnTo>
                <a:lnTo>
                  <a:pt x="2490" y="35363"/>
                </a:lnTo>
                <a:lnTo>
                  <a:pt x="2188" y="36518"/>
                </a:lnTo>
                <a:lnTo>
                  <a:pt x="1906" y="37686"/>
                </a:lnTo>
                <a:lnTo>
                  <a:pt x="1644" y="38868"/>
                </a:lnTo>
                <a:lnTo>
                  <a:pt x="1401" y="40063"/>
                </a:lnTo>
                <a:lnTo>
                  <a:pt x="1177" y="41272"/>
                </a:lnTo>
                <a:lnTo>
                  <a:pt x="973" y="42494"/>
                </a:lnTo>
                <a:lnTo>
                  <a:pt x="788" y="43729"/>
                </a:lnTo>
                <a:lnTo>
                  <a:pt x="622" y="44978"/>
                </a:lnTo>
                <a:lnTo>
                  <a:pt x="477" y="46240"/>
                </a:lnTo>
                <a:lnTo>
                  <a:pt x="350" y="47515"/>
                </a:lnTo>
                <a:lnTo>
                  <a:pt x="243" y="48804"/>
                </a:lnTo>
                <a:lnTo>
                  <a:pt x="156" y="50106"/>
                </a:lnTo>
                <a:lnTo>
                  <a:pt x="88" y="51421"/>
                </a:lnTo>
                <a:lnTo>
                  <a:pt x="39" y="52750"/>
                </a:lnTo>
                <a:lnTo>
                  <a:pt x="10" y="54092"/>
                </a:lnTo>
                <a:lnTo>
                  <a:pt x="0" y="55448"/>
                </a:lnTo>
                <a:lnTo>
                  <a:pt x="10" y="56803"/>
                </a:lnTo>
                <a:lnTo>
                  <a:pt x="39" y="58145"/>
                </a:lnTo>
                <a:lnTo>
                  <a:pt x="88" y="59473"/>
                </a:lnTo>
                <a:lnTo>
                  <a:pt x="156" y="60787"/>
                </a:lnTo>
                <a:lnTo>
                  <a:pt x="243" y="62088"/>
                </a:lnTo>
                <a:lnTo>
                  <a:pt x="350" y="63375"/>
                </a:lnTo>
                <a:lnTo>
                  <a:pt x="477" y="64649"/>
                </a:lnTo>
                <a:lnTo>
                  <a:pt x="622" y="65909"/>
                </a:lnTo>
                <a:lnTo>
                  <a:pt x="788" y="67155"/>
                </a:lnTo>
                <a:lnTo>
                  <a:pt x="973" y="68388"/>
                </a:lnTo>
                <a:lnTo>
                  <a:pt x="1177" y="69607"/>
                </a:lnTo>
                <a:lnTo>
                  <a:pt x="1401" y="70812"/>
                </a:lnTo>
                <a:lnTo>
                  <a:pt x="1644" y="72004"/>
                </a:lnTo>
                <a:lnTo>
                  <a:pt x="1906" y="73182"/>
                </a:lnTo>
                <a:lnTo>
                  <a:pt x="2188" y="74346"/>
                </a:lnTo>
                <a:lnTo>
                  <a:pt x="2490" y="75497"/>
                </a:lnTo>
                <a:lnTo>
                  <a:pt x="2811" y="76634"/>
                </a:lnTo>
                <a:lnTo>
                  <a:pt x="3151" y="77758"/>
                </a:lnTo>
                <a:lnTo>
                  <a:pt x="3511" y="78868"/>
                </a:lnTo>
                <a:lnTo>
                  <a:pt x="3891" y="79964"/>
                </a:lnTo>
                <a:lnTo>
                  <a:pt x="4289" y="81047"/>
                </a:lnTo>
                <a:lnTo>
                  <a:pt x="4708" y="82116"/>
                </a:lnTo>
                <a:lnTo>
                  <a:pt x="5145" y="83171"/>
                </a:lnTo>
                <a:lnTo>
                  <a:pt x="5602" y="84213"/>
                </a:lnTo>
                <a:lnTo>
                  <a:pt x="6079" y="85239"/>
                </a:lnTo>
                <a:lnTo>
                  <a:pt x="6574" y="86246"/>
                </a:lnTo>
                <a:lnTo>
                  <a:pt x="7088" y="87234"/>
                </a:lnTo>
                <a:lnTo>
                  <a:pt x="7621" y="88204"/>
                </a:lnTo>
                <a:lnTo>
                  <a:pt x="8173" y="89155"/>
                </a:lnTo>
                <a:lnTo>
                  <a:pt x="8744" y="90088"/>
                </a:lnTo>
                <a:lnTo>
                  <a:pt x="9333" y="91001"/>
                </a:lnTo>
                <a:lnTo>
                  <a:pt x="9942" y="91896"/>
                </a:lnTo>
                <a:lnTo>
                  <a:pt x="10569" y="92773"/>
                </a:lnTo>
                <a:lnTo>
                  <a:pt x="11216" y="93631"/>
                </a:lnTo>
                <a:lnTo>
                  <a:pt x="11881" y="94470"/>
                </a:lnTo>
                <a:lnTo>
                  <a:pt x="12565" y="95291"/>
                </a:lnTo>
                <a:lnTo>
                  <a:pt x="13268" y="96093"/>
                </a:lnTo>
                <a:lnTo>
                  <a:pt x="13990" y="96876"/>
                </a:lnTo>
                <a:lnTo>
                  <a:pt x="14731" y="97641"/>
                </a:lnTo>
                <a:lnTo>
                  <a:pt x="15491" y="98387"/>
                </a:lnTo>
                <a:lnTo>
                  <a:pt x="16270" y="99114"/>
                </a:lnTo>
                <a:lnTo>
                  <a:pt x="17067" y="99823"/>
                </a:lnTo>
                <a:lnTo>
                  <a:pt x="17884" y="100513"/>
                </a:lnTo>
                <a:lnTo>
                  <a:pt x="18719" y="101185"/>
                </a:lnTo>
                <a:lnTo>
                  <a:pt x="19573" y="101837"/>
                </a:lnTo>
                <a:lnTo>
                  <a:pt x="20446" y="102472"/>
                </a:lnTo>
                <a:lnTo>
                  <a:pt x="21338" y="103087"/>
                </a:lnTo>
                <a:lnTo>
                  <a:pt x="22249" y="103684"/>
                </a:lnTo>
                <a:lnTo>
                  <a:pt x="23179" y="104259"/>
                </a:lnTo>
                <a:lnTo>
                  <a:pt x="24128" y="104810"/>
                </a:lnTo>
                <a:lnTo>
                  <a:pt x="25095" y="105337"/>
                </a:lnTo>
                <a:lnTo>
                  <a:pt x="26082" y="105839"/>
                </a:lnTo>
                <a:lnTo>
                  <a:pt x="27087" y="106316"/>
                </a:lnTo>
                <a:lnTo>
                  <a:pt x="28112" y="106769"/>
                </a:lnTo>
                <a:lnTo>
                  <a:pt x="29155" y="107197"/>
                </a:lnTo>
                <a:lnTo>
                  <a:pt x="30217" y="107601"/>
                </a:lnTo>
                <a:lnTo>
                  <a:pt x="31298" y="107981"/>
                </a:lnTo>
                <a:lnTo>
                  <a:pt x="32398" y="108336"/>
                </a:lnTo>
                <a:lnTo>
                  <a:pt x="33517" y="108666"/>
                </a:lnTo>
                <a:lnTo>
                  <a:pt x="34654" y="108972"/>
                </a:lnTo>
                <a:lnTo>
                  <a:pt x="35811" y="109254"/>
                </a:lnTo>
                <a:lnTo>
                  <a:pt x="36986" y="109511"/>
                </a:lnTo>
                <a:lnTo>
                  <a:pt x="38181" y="109744"/>
                </a:lnTo>
                <a:lnTo>
                  <a:pt x="39394" y="109952"/>
                </a:lnTo>
                <a:lnTo>
                  <a:pt x="40626" y="110135"/>
                </a:lnTo>
                <a:lnTo>
                  <a:pt x="41877" y="110294"/>
                </a:lnTo>
                <a:lnTo>
                  <a:pt x="43147" y="110429"/>
                </a:lnTo>
                <a:lnTo>
                  <a:pt x="44436" y="110539"/>
                </a:lnTo>
                <a:lnTo>
                  <a:pt x="45744" y="110625"/>
                </a:lnTo>
                <a:lnTo>
                  <a:pt x="47071" y="110686"/>
                </a:lnTo>
                <a:lnTo>
                  <a:pt x="48416" y="110723"/>
                </a:lnTo>
                <a:lnTo>
                  <a:pt x="49781" y="110735"/>
                </a:lnTo>
                <a:lnTo>
                  <a:pt x="51132" y="110723"/>
                </a:lnTo>
                <a:lnTo>
                  <a:pt x="52465" y="110686"/>
                </a:lnTo>
                <a:lnTo>
                  <a:pt x="53779" y="110625"/>
                </a:lnTo>
                <a:lnTo>
                  <a:pt x="55075" y="110539"/>
                </a:lnTo>
                <a:lnTo>
                  <a:pt x="55365" y="110514"/>
                </a:lnTo>
                <a:lnTo>
                  <a:pt x="55392" y="110568"/>
                </a:lnTo>
                <a:lnTo>
                  <a:pt x="55608" y="111002"/>
                </a:lnTo>
                <a:lnTo>
                  <a:pt x="55825" y="111432"/>
                </a:lnTo>
                <a:lnTo>
                  <a:pt x="56044" y="111859"/>
                </a:lnTo>
                <a:lnTo>
                  <a:pt x="56263" y="112282"/>
                </a:lnTo>
                <a:lnTo>
                  <a:pt x="56484" y="112702"/>
                </a:lnTo>
                <a:lnTo>
                  <a:pt x="56706" y="113119"/>
                </a:lnTo>
                <a:lnTo>
                  <a:pt x="56929" y="113532"/>
                </a:lnTo>
                <a:lnTo>
                  <a:pt x="57153" y="113942"/>
                </a:lnTo>
                <a:lnTo>
                  <a:pt x="57378" y="114349"/>
                </a:lnTo>
                <a:lnTo>
                  <a:pt x="57604" y="114753"/>
                </a:lnTo>
                <a:lnTo>
                  <a:pt x="57831" y="115153"/>
                </a:lnTo>
                <a:lnTo>
                  <a:pt x="58060" y="115549"/>
                </a:lnTo>
                <a:lnTo>
                  <a:pt x="58289" y="115943"/>
                </a:lnTo>
                <a:lnTo>
                  <a:pt x="58520" y="116333"/>
                </a:lnTo>
                <a:lnTo>
                  <a:pt x="58752" y="116719"/>
                </a:lnTo>
                <a:lnTo>
                  <a:pt x="58984" y="117103"/>
                </a:lnTo>
                <a:lnTo>
                  <a:pt x="59220" y="117482"/>
                </a:lnTo>
                <a:lnTo>
                  <a:pt x="59461" y="117858"/>
                </a:lnTo>
                <a:lnTo>
                  <a:pt x="59707" y="118229"/>
                </a:lnTo>
                <a:lnTo>
                  <a:pt x="59958" y="118596"/>
                </a:lnTo>
                <a:lnTo>
                  <a:pt x="60214" y="118959"/>
                </a:lnTo>
                <a:lnTo>
                  <a:pt x="60475" y="119317"/>
                </a:lnTo>
                <a:lnTo>
                  <a:pt x="60741" y="119672"/>
                </a:lnTo>
                <a:lnTo>
                  <a:pt x="61012" y="120022"/>
                </a:lnTo>
                <a:lnTo>
                  <a:pt x="61288" y="120368"/>
                </a:lnTo>
                <a:lnTo>
                  <a:pt x="61569" y="120710"/>
                </a:lnTo>
                <a:lnTo>
                  <a:pt x="61855" y="121048"/>
                </a:lnTo>
                <a:lnTo>
                  <a:pt x="62146" y="121381"/>
                </a:lnTo>
                <a:lnTo>
                  <a:pt x="62442" y="121711"/>
                </a:lnTo>
                <a:lnTo>
                  <a:pt x="62743" y="122036"/>
                </a:lnTo>
                <a:lnTo>
                  <a:pt x="63049" y="122357"/>
                </a:lnTo>
                <a:lnTo>
                  <a:pt x="63360" y="122674"/>
                </a:lnTo>
                <a:lnTo>
                  <a:pt x="63676" y="122986"/>
                </a:lnTo>
                <a:lnTo>
                  <a:pt x="63997" y="123295"/>
                </a:lnTo>
                <a:lnTo>
                  <a:pt x="64322" y="123599"/>
                </a:lnTo>
                <a:lnTo>
                  <a:pt x="64653" y="123899"/>
                </a:lnTo>
                <a:lnTo>
                  <a:pt x="64989" y="124195"/>
                </a:lnTo>
                <a:lnTo>
                  <a:pt x="65330" y="124487"/>
                </a:lnTo>
                <a:lnTo>
                  <a:pt x="65676" y="124774"/>
                </a:lnTo>
                <a:lnTo>
                  <a:pt x="66027" y="125058"/>
                </a:lnTo>
                <a:lnTo>
                  <a:pt x="66385" y="125336"/>
                </a:lnTo>
                <a:lnTo>
                  <a:pt x="66751" y="125610"/>
                </a:lnTo>
                <a:lnTo>
                  <a:pt x="67125" y="125877"/>
                </a:lnTo>
                <a:lnTo>
                  <a:pt x="67507" y="126139"/>
                </a:lnTo>
                <a:lnTo>
                  <a:pt x="67897" y="126396"/>
                </a:lnTo>
                <a:lnTo>
                  <a:pt x="68296" y="126648"/>
                </a:lnTo>
                <a:lnTo>
                  <a:pt x="68703" y="126893"/>
                </a:lnTo>
                <a:lnTo>
                  <a:pt x="69118" y="127134"/>
                </a:lnTo>
                <a:lnTo>
                  <a:pt x="69541" y="127369"/>
                </a:lnTo>
                <a:lnTo>
                  <a:pt x="69972" y="127599"/>
                </a:lnTo>
                <a:lnTo>
                  <a:pt x="70412" y="127823"/>
                </a:lnTo>
                <a:lnTo>
                  <a:pt x="70859" y="128041"/>
                </a:lnTo>
                <a:lnTo>
                  <a:pt x="71315" y="128255"/>
                </a:lnTo>
                <a:lnTo>
                  <a:pt x="71779" y="128462"/>
                </a:lnTo>
                <a:lnTo>
                  <a:pt x="72252" y="128665"/>
                </a:lnTo>
                <a:lnTo>
                  <a:pt x="72732" y="128862"/>
                </a:lnTo>
                <a:lnTo>
                  <a:pt x="73221" y="129053"/>
                </a:lnTo>
                <a:lnTo>
                  <a:pt x="73718" y="129239"/>
                </a:lnTo>
                <a:lnTo>
                  <a:pt x="74223" y="129420"/>
                </a:lnTo>
                <a:lnTo>
                  <a:pt x="74737" y="129595"/>
                </a:lnTo>
                <a:lnTo>
                  <a:pt x="75258" y="129765"/>
                </a:lnTo>
                <a:lnTo>
                  <a:pt x="75788" y="129929"/>
                </a:lnTo>
                <a:lnTo>
                  <a:pt x="76326" y="130088"/>
                </a:lnTo>
                <a:lnTo>
                  <a:pt x="76872" y="130241"/>
                </a:lnTo>
                <a:lnTo>
                  <a:pt x="77428" y="130389"/>
                </a:lnTo>
                <a:lnTo>
                  <a:pt x="77995" y="130530"/>
                </a:lnTo>
                <a:lnTo>
                  <a:pt x="78574" y="130665"/>
                </a:lnTo>
                <a:lnTo>
                  <a:pt x="79165" y="130793"/>
                </a:lnTo>
                <a:lnTo>
                  <a:pt x="79767" y="130916"/>
                </a:lnTo>
                <a:lnTo>
                  <a:pt x="80381" y="131032"/>
                </a:lnTo>
                <a:lnTo>
                  <a:pt x="81006" y="131142"/>
                </a:lnTo>
                <a:lnTo>
                  <a:pt x="81643" y="131245"/>
                </a:lnTo>
                <a:lnTo>
                  <a:pt x="82291" y="131343"/>
                </a:lnTo>
                <a:lnTo>
                  <a:pt x="82951" y="131434"/>
                </a:lnTo>
                <a:lnTo>
                  <a:pt x="83622" y="131518"/>
                </a:lnTo>
                <a:lnTo>
                  <a:pt x="84305" y="131597"/>
                </a:lnTo>
                <a:lnTo>
                  <a:pt x="84999" y="131669"/>
                </a:lnTo>
                <a:lnTo>
                  <a:pt x="85705" y="131735"/>
                </a:lnTo>
                <a:lnTo>
                  <a:pt x="86423" y="131795"/>
                </a:lnTo>
                <a:lnTo>
                  <a:pt x="87152" y="131848"/>
                </a:lnTo>
                <a:lnTo>
                  <a:pt x="87892" y="131895"/>
                </a:lnTo>
                <a:lnTo>
                  <a:pt x="88644" y="131936"/>
                </a:lnTo>
                <a:lnTo>
                  <a:pt x="89408" y="131970"/>
                </a:lnTo>
                <a:lnTo>
                  <a:pt x="90183" y="131999"/>
                </a:lnTo>
                <a:lnTo>
                  <a:pt x="90970" y="132021"/>
                </a:lnTo>
                <a:lnTo>
                  <a:pt x="91768" y="132036"/>
                </a:lnTo>
                <a:lnTo>
                  <a:pt x="92577" y="132046"/>
                </a:lnTo>
                <a:lnTo>
                  <a:pt x="93399" y="132049"/>
                </a:lnTo>
                <a:lnTo>
                  <a:pt x="98841" y="132049"/>
                </a:lnTo>
                <a:lnTo>
                  <a:pt x="98841" y="119389"/>
                </a:lnTo>
                <a:lnTo>
                  <a:pt x="94519" y="119389"/>
                </a:lnTo>
                <a:lnTo>
                  <a:pt x="93891" y="119387"/>
                </a:lnTo>
                <a:lnTo>
                  <a:pt x="93272" y="119382"/>
                </a:lnTo>
                <a:lnTo>
                  <a:pt x="92663" y="119374"/>
                </a:lnTo>
                <a:lnTo>
                  <a:pt x="92064" y="119363"/>
                </a:lnTo>
                <a:lnTo>
                  <a:pt x="91475" y="119349"/>
                </a:lnTo>
                <a:lnTo>
                  <a:pt x="90895" y="119331"/>
                </a:lnTo>
                <a:lnTo>
                  <a:pt x="90326" y="119310"/>
                </a:lnTo>
                <a:lnTo>
                  <a:pt x="89766" y="119286"/>
                </a:lnTo>
                <a:lnTo>
                  <a:pt x="89216" y="119259"/>
                </a:lnTo>
                <a:lnTo>
                  <a:pt x="88676" y="119228"/>
                </a:lnTo>
                <a:lnTo>
                  <a:pt x="88146" y="119194"/>
                </a:lnTo>
                <a:lnTo>
                  <a:pt x="87626" y="119157"/>
                </a:lnTo>
                <a:lnTo>
                  <a:pt x="87116" y="119117"/>
                </a:lnTo>
                <a:lnTo>
                  <a:pt x="86616" y="119074"/>
                </a:lnTo>
                <a:lnTo>
                  <a:pt x="86125" y="119027"/>
                </a:lnTo>
                <a:lnTo>
                  <a:pt x="85644" y="118977"/>
                </a:lnTo>
                <a:lnTo>
                  <a:pt x="85174" y="118924"/>
                </a:lnTo>
                <a:lnTo>
                  <a:pt x="84713" y="118868"/>
                </a:lnTo>
                <a:lnTo>
                  <a:pt x="84262" y="118808"/>
                </a:lnTo>
                <a:lnTo>
                  <a:pt x="83820" y="118746"/>
                </a:lnTo>
                <a:lnTo>
                  <a:pt x="83389" y="118680"/>
                </a:lnTo>
                <a:lnTo>
                  <a:pt x="82967" y="118610"/>
                </a:lnTo>
                <a:lnTo>
                  <a:pt x="82556" y="118538"/>
                </a:lnTo>
                <a:lnTo>
                  <a:pt x="82154" y="118462"/>
                </a:lnTo>
                <a:lnTo>
                  <a:pt x="81760" y="118384"/>
                </a:lnTo>
                <a:lnTo>
                  <a:pt x="81373" y="118302"/>
                </a:lnTo>
                <a:lnTo>
                  <a:pt x="80991" y="118216"/>
                </a:lnTo>
                <a:lnTo>
                  <a:pt x="80616" y="118128"/>
                </a:lnTo>
                <a:lnTo>
                  <a:pt x="80246" y="118036"/>
                </a:lnTo>
                <a:lnTo>
                  <a:pt x="79883" y="117941"/>
                </a:lnTo>
                <a:lnTo>
                  <a:pt x="79526" y="117843"/>
                </a:lnTo>
                <a:lnTo>
                  <a:pt x="79175" y="117742"/>
                </a:lnTo>
                <a:lnTo>
                  <a:pt x="78830" y="117637"/>
                </a:lnTo>
                <a:lnTo>
                  <a:pt x="78491" y="117530"/>
                </a:lnTo>
                <a:lnTo>
                  <a:pt x="78159" y="117419"/>
                </a:lnTo>
                <a:lnTo>
                  <a:pt x="77832" y="117304"/>
                </a:lnTo>
                <a:lnTo>
                  <a:pt x="77512" y="117187"/>
                </a:lnTo>
                <a:lnTo>
                  <a:pt x="77198" y="117066"/>
                </a:lnTo>
                <a:lnTo>
                  <a:pt x="76889" y="116942"/>
                </a:lnTo>
                <a:lnTo>
                  <a:pt x="76587" y="116815"/>
                </a:lnTo>
                <a:lnTo>
                  <a:pt x="76291" y="116685"/>
                </a:lnTo>
                <a:lnTo>
                  <a:pt x="76001" y="116552"/>
                </a:lnTo>
                <a:lnTo>
                  <a:pt x="75718" y="116415"/>
                </a:lnTo>
                <a:lnTo>
                  <a:pt x="75440" y="116275"/>
                </a:lnTo>
                <a:lnTo>
                  <a:pt x="75169" y="116132"/>
                </a:lnTo>
                <a:lnTo>
                  <a:pt x="74903" y="115985"/>
                </a:lnTo>
                <a:lnTo>
                  <a:pt x="74644" y="115836"/>
                </a:lnTo>
                <a:lnTo>
                  <a:pt x="74391" y="115683"/>
                </a:lnTo>
                <a:lnTo>
                  <a:pt x="74142" y="115527"/>
                </a:lnTo>
                <a:lnTo>
                  <a:pt x="73896" y="115367"/>
                </a:lnTo>
                <a:lnTo>
                  <a:pt x="73654" y="115203"/>
                </a:lnTo>
                <a:lnTo>
                  <a:pt x="73414" y="115035"/>
                </a:lnTo>
                <a:lnTo>
                  <a:pt x="73177" y="114863"/>
                </a:lnTo>
                <a:lnTo>
                  <a:pt x="72943" y="114687"/>
                </a:lnTo>
                <a:lnTo>
                  <a:pt x="72712" y="114507"/>
                </a:lnTo>
                <a:lnTo>
                  <a:pt x="72483" y="114324"/>
                </a:lnTo>
                <a:lnTo>
                  <a:pt x="72258" y="114136"/>
                </a:lnTo>
                <a:lnTo>
                  <a:pt x="72036" y="113945"/>
                </a:lnTo>
                <a:lnTo>
                  <a:pt x="71816" y="113749"/>
                </a:lnTo>
                <a:lnTo>
                  <a:pt x="71600" y="113550"/>
                </a:lnTo>
                <a:lnTo>
                  <a:pt x="71386" y="113346"/>
                </a:lnTo>
                <a:lnTo>
                  <a:pt x="71175" y="113139"/>
                </a:lnTo>
                <a:lnTo>
                  <a:pt x="70968" y="112928"/>
                </a:lnTo>
                <a:lnTo>
                  <a:pt x="70763" y="112713"/>
                </a:lnTo>
                <a:lnTo>
                  <a:pt x="70561" y="112494"/>
                </a:lnTo>
                <a:lnTo>
                  <a:pt x="70362" y="112271"/>
                </a:lnTo>
                <a:lnTo>
                  <a:pt x="70166" y="112044"/>
                </a:lnTo>
                <a:lnTo>
                  <a:pt x="69972" y="111813"/>
                </a:lnTo>
                <a:lnTo>
                  <a:pt x="69782" y="111578"/>
                </a:lnTo>
                <a:lnTo>
                  <a:pt x="69595" y="111340"/>
                </a:lnTo>
                <a:lnTo>
                  <a:pt x="69410" y="111097"/>
                </a:lnTo>
                <a:lnTo>
                  <a:pt x="69229" y="110850"/>
                </a:lnTo>
                <a:lnTo>
                  <a:pt x="69048" y="110600"/>
                </a:lnTo>
                <a:lnTo>
                  <a:pt x="68867" y="110346"/>
                </a:lnTo>
                <a:lnTo>
                  <a:pt x="68685" y="110088"/>
                </a:lnTo>
                <a:lnTo>
                  <a:pt x="68502" y="109826"/>
                </a:lnTo>
                <a:lnTo>
                  <a:pt x="68318" y="109560"/>
                </a:lnTo>
                <a:lnTo>
                  <a:pt x="68133" y="109290"/>
                </a:lnTo>
                <a:lnTo>
                  <a:pt x="67948" y="109016"/>
                </a:lnTo>
                <a:lnTo>
                  <a:pt x="67761" y="108739"/>
                </a:lnTo>
                <a:lnTo>
                  <a:pt x="67574" y="108457"/>
                </a:lnTo>
                <a:lnTo>
                  <a:pt x="67410" y="108208"/>
                </a:lnTo>
                <a:lnTo>
                  <a:pt x="68110" y="107981"/>
                </a:lnTo>
                <a:close/>
                <a:moveTo>
                  <a:pt x="47666" y="98916"/>
                </a:moveTo>
                <a:lnTo>
                  <a:pt x="46673" y="98865"/>
                </a:lnTo>
                <a:lnTo>
                  <a:pt x="45697" y="98794"/>
                </a:lnTo>
                <a:lnTo>
                  <a:pt x="44737" y="98703"/>
                </a:lnTo>
                <a:lnTo>
                  <a:pt x="43793" y="98591"/>
                </a:lnTo>
                <a:lnTo>
                  <a:pt x="42866" y="98459"/>
                </a:lnTo>
                <a:lnTo>
                  <a:pt x="41955" y="98307"/>
                </a:lnTo>
                <a:lnTo>
                  <a:pt x="41061" y="98134"/>
                </a:lnTo>
                <a:lnTo>
                  <a:pt x="40183" y="97941"/>
                </a:lnTo>
                <a:lnTo>
                  <a:pt x="39321" y="97728"/>
                </a:lnTo>
                <a:lnTo>
                  <a:pt x="38476" y="97494"/>
                </a:lnTo>
                <a:lnTo>
                  <a:pt x="37647" y="97240"/>
                </a:lnTo>
                <a:lnTo>
                  <a:pt x="36835" y="96966"/>
                </a:lnTo>
                <a:lnTo>
                  <a:pt x="36039" y="96672"/>
                </a:lnTo>
                <a:lnTo>
                  <a:pt x="35259" y="96357"/>
                </a:lnTo>
                <a:lnTo>
                  <a:pt x="34496" y="96022"/>
                </a:lnTo>
                <a:lnTo>
                  <a:pt x="33749" y="95666"/>
                </a:lnTo>
                <a:lnTo>
                  <a:pt x="33019" y="95291"/>
                </a:lnTo>
                <a:lnTo>
                  <a:pt x="32304" y="94895"/>
                </a:lnTo>
                <a:lnTo>
                  <a:pt x="31607" y="94478"/>
                </a:lnTo>
                <a:lnTo>
                  <a:pt x="30926" y="94042"/>
                </a:lnTo>
                <a:lnTo>
                  <a:pt x="30261" y="93585"/>
                </a:lnTo>
                <a:lnTo>
                  <a:pt x="29612" y="93107"/>
                </a:lnTo>
                <a:lnTo>
                  <a:pt x="28979" y="92613"/>
                </a:lnTo>
                <a:lnTo>
                  <a:pt x="28360" y="92104"/>
                </a:lnTo>
                <a:lnTo>
                  <a:pt x="27756" y="91582"/>
                </a:lnTo>
                <a:lnTo>
                  <a:pt x="27166" y="91045"/>
                </a:lnTo>
                <a:lnTo>
                  <a:pt x="26590" y="90494"/>
                </a:lnTo>
                <a:lnTo>
                  <a:pt x="26028" y="89930"/>
                </a:lnTo>
                <a:lnTo>
                  <a:pt x="25481" y="89351"/>
                </a:lnTo>
                <a:lnTo>
                  <a:pt x="24948" y="88758"/>
                </a:lnTo>
                <a:lnTo>
                  <a:pt x="24429" y="88151"/>
                </a:lnTo>
                <a:lnTo>
                  <a:pt x="23925" y="87530"/>
                </a:lnTo>
                <a:lnTo>
                  <a:pt x="23435" y="86895"/>
                </a:lnTo>
                <a:lnTo>
                  <a:pt x="22960" y="86246"/>
                </a:lnTo>
                <a:lnTo>
                  <a:pt x="22498" y="85583"/>
                </a:lnTo>
                <a:lnTo>
                  <a:pt x="22051" y="84906"/>
                </a:lnTo>
                <a:lnTo>
                  <a:pt x="21618" y="84215"/>
                </a:lnTo>
                <a:lnTo>
                  <a:pt x="21200" y="83510"/>
                </a:lnTo>
                <a:lnTo>
                  <a:pt x="20796" y="82791"/>
                </a:lnTo>
                <a:lnTo>
                  <a:pt x="20406" y="82057"/>
                </a:lnTo>
                <a:lnTo>
                  <a:pt x="20030" y="81310"/>
                </a:lnTo>
                <a:lnTo>
                  <a:pt x="19669" y="80549"/>
                </a:lnTo>
                <a:lnTo>
                  <a:pt x="19322" y="79773"/>
                </a:lnTo>
                <a:lnTo>
                  <a:pt x="18990" y="78984"/>
                </a:lnTo>
                <a:lnTo>
                  <a:pt x="18672" y="78180"/>
                </a:lnTo>
                <a:lnTo>
                  <a:pt x="18368" y="77362"/>
                </a:lnTo>
                <a:lnTo>
                  <a:pt x="18077" y="76534"/>
                </a:lnTo>
                <a:lnTo>
                  <a:pt x="17799" y="75698"/>
                </a:lnTo>
                <a:lnTo>
                  <a:pt x="17533" y="74855"/>
                </a:lnTo>
                <a:lnTo>
                  <a:pt x="17279" y="74005"/>
                </a:lnTo>
                <a:lnTo>
                  <a:pt x="17038" y="73147"/>
                </a:lnTo>
                <a:lnTo>
                  <a:pt x="16809" y="72282"/>
                </a:lnTo>
                <a:lnTo>
                  <a:pt x="16593" y="71409"/>
                </a:lnTo>
                <a:lnTo>
                  <a:pt x="16389" y="70529"/>
                </a:lnTo>
                <a:lnTo>
                  <a:pt x="16197" y="69642"/>
                </a:lnTo>
                <a:lnTo>
                  <a:pt x="16018" y="68747"/>
                </a:lnTo>
                <a:lnTo>
                  <a:pt x="15851" y="67845"/>
                </a:lnTo>
                <a:lnTo>
                  <a:pt x="15697" y="66936"/>
                </a:lnTo>
                <a:lnTo>
                  <a:pt x="15554" y="66019"/>
                </a:lnTo>
                <a:lnTo>
                  <a:pt x="15424" y="65095"/>
                </a:lnTo>
                <a:lnTo>
                  <a:pt x="15307" y="64163"/>
                </a:lnTo>
                <a:lnTo>
                  <a:pt x="15202" y="63224"/>
                </a:lnTo>
                <a:lnTo>
                  <a:pt x="15109" y="62278"/>
                </a:lnTo>
                <a:lnTo>
                  <a:pt x="15029" y="61325"/>
                </a:lnTo>
                <a:lnTo>
                  <a:pt x="14961" y="60363"/>
                </a:lnTo>
                <a:lnTo>
                  <a:pt x="14905" y="59395"/>
                </a:lnTo>
                <a:lnTo>
                  <a:pt x="14862" y="58419"/>
                </a:lnTo>
                <a:lnTo>
                  <a:pt x="14831" y="57436"/>
                </a:lnTo>
                <a:lnTo>
                  <a:pt x="14812" y="56446"/>
                </a:lnTo>
                <a:lnTo>
                  <a:pt x="14806" y="55448"/>
                </a:lnTo>
                <a:lnTo>
                  <a:pt x="14812" y="54443"/>
                </a:lnTo>
                <a:lnTo>
                  <a:pt x="14831" y="53446"/>
                </a:lnTo>
                <a:lnTo>
                  <a:pt x="14862" y="52457"/>
                </a:lnTo>
                <a:lnTo>
                  <a:pt x="14905" y="51476"/>
                </a:lnTo>
                <a:lnTo>
                  <a:pt x="14961" y="50502"/>
                </a:lnTo>
                <a:lnTo>
                  <a:pt x="15029" y="49536"/>
                </a:lnTo>
                <a:lnTo>
                  <a:pt x="15109" y="48577"/>
                </a:lnTo>
                <a:lnTo>
                  <a:pt x="15202" y="47626"/>
                </a:lnTo>
                <a:lnTo>
                  <a:pt x="15307" y="46683"/>
                </a:lnTo>
                <a:lnTo>
                  <a:pt x="15424" y="45748"/>
                </a:lnTo>
                <a:lnTo>
                  <a:pt x="15554" y="44820"/>
                </a:lnTo>
                <a:lnTo>
                  <a:pt x="15697" y="43899"/>
                </a:lnTo>
                <a:lnTo>
                  <a:pt x="15851" y="42987"/>
                </a:lnTo>
                <a:lnTo>
                  <a:pt x="16018" y="42082"/>
                </a:lnTo>
                <a:lnTo>
                  <a:pt x="16197" y="41185"/>
                </a:lnTo>
                <a:lnTo>
                  <a:pt x="16389" y="40295"/>
                </a:lnTo>
                <a:lnTo>
                  <a:pt x="16593" y="39413"/>
                </a:lnTo>
                <a:lnTo>
                  <a:pt x="16809" y="38538"/>
                </a:lnTo>
                <a:lnTo>
                  <a:pt x="17038" y="37672"/>
                </a:lnTo>
                <a:lnTo>
                  <a:pt x="17279" y="36813"/>
                </a:lnTo>
                <a:lnTo>
                  <a:pt x="17533" y="35961"/>
                </a:lnTo>
                <a:lnTo>
                  <a:pt x="17799" y="35117"/>
                </a:lnTo>
                <a:lnTo>
                  <a:pt x="18077" y="34281"/>
                </a:lnTo>
                <a:lnTo>
                  <a:pt x="18368" y="33453"/>
                </a:lnTo>
                <a:lnTo>
                  <a:pt x="18672" y="32635"/>
                </a:lnTo>
                <a:lnTo>
                  <a:pt x="18990" y="31831"/>
                </a:lnTo>
                <a:lnTo>
                  <a:pt x="19322" y="31042"/>
                </a:lnTo>
                <a:lnTo>
                  <a:pt x="19669" y="30266"/>
                </a:lnTo>
                <a:lnTo>
                  <a:pt x="20030" y="29504"/>
                </a:lnTo>
                <a:lnTo>
                  <a:pt x="20406" y="28755"/>
                </a:lnTo>
                <a:lnTo>
                  <a:pt x="20796" y="28021"/>
                </a:lnTo>
                <a:lnTo>
                  <a:pt x="21200" y="27301"/>
                </a:lnTo>
                <a:lnTo>
                  <a:pt x="21618" y="26595"/>
                </a:lnTo>
                <a:lnTo>
                  <a:pt x="22051" y="25902"/>
                </a:lnTo>
                <a:lnTo>
                  <a:pt x="22498" y="25224"/>
                </a:lnTo>
                <a:lnTo>
                  <a:pt x="22960" y="24559"/>
                </a:lnTo>
                <a:lnTo>
                  <a:pt x="23435" y="23908"/>
                </a:lnTo>
                <a:lnTo>
                  <a:pt x="23925" y="23271"/>
                </a:lnTo>
                <a:lnTo>
                  <a:pt x="24429" y="22648"/>
                </a:lnTo>
                <a:lnTo>
                  <a:pt x="24948" y="22039"/>
                </a:lnTo>
                <a:lnTo>
                  <a:pt x="25481" y="21444"/>
                </a:lnTo>
                <a:lnTo>
                  <a:pt x="26028" y="20863"/>
                </a:lnTo>
                <a:lnTo>
                  <a:pt x="26590" y="20296"/>
                </a:lnTo>
                <a:lnTo>
                  <a:pt x="27166" y="19742"/>
                </a:lnTo>
                <a:lnTo>
                  <a:pt x="27756" y="19203"/>
                </a:lnTo>
                <a:lnTo>
                  <a:pt x="28360" y="18677"/>
                </a:lnTo>
                <a:lnTo>
                  <a:pt x="28979" y="18166"/>
                </a:lnTo>
                <a:lnTo>
                  <a:pt x="29612" y="17668"/>
                </a:lnTo>
                <a:lnTo>
                  <a:pt x="30261" y="17187"/>
                </a:lnTo>
                <a:lnTo>
                  <a:pt x="30926" y="16727"/>
                </a:lnTo>
                <a:lnTo>
                  <a:pt x="31607" y="16288"/>
                </a:lnTo>
                <a:lnTo>
                  <a:pt x="32304" y="15868"/>
                </a:lnTo>
                <a:lnTo>
                  <a:pt x="33019" y="15470"/>
                </a:lnTo>
                <a:lnTo>
                  <a:pt x="33749" y="15091"/>
                </a:lnTo>
                <a:lnTo>
                  <a:pt x="34496" y="14734"/>
                </a:lnTo>
                <a:lnTo>
                  <a:pt x="35259" y="14396"/>
                </a:lnTo>
                <a:lnTo>
                  <a:pt x="36039" y="14079"/>
                </a:lnTo>
                <a:lnTo>
                  <a:pt x="36835" y="13783"/>
                </a:lnTo>
                <a:lnTo>
                  <a:pt x="37647" y="13507"/>
                </a:lnTo>
                <a:lnTo>
                  <a:pt x="38476" y="13251"/>
                </a:lnTo>
                <a:lnTo>
                  <a:pt x="39321" y="13016"/>
                </a:lnTo>
                <a:lnTo>
                  <a:pt x="40183" y="12801"/>
                </a:lnTo>
                <a:lnTo>
                  <a:pt x="41061" y="12607"/>
                </a:lnTo>
                <a:lnTo>
                  <a:pt x="41955" y="12433"/>
                </a:lnTo>
                <a:lnTo>
                  <a:pt x="42866" y="12280"/>
                </a:lnTo>
                <a:lnTo>
                  <a:pt x="43793" y="12147"/>
                </a:lnTo>
                <a:lnTo>
                  <a:pt x="44737" y="12034"/>
                </a:lnTo>
                <a:lnTo>
                  <a:pt x="45697" y="11942"/>
                </a:lnTo>
                <a:lnTo>
                  <a:pt x="46673" y="11871"/>
                </a:lnTo>
                <a:lnTo>
                  <a:pt x="47666" y="11820"/>
                </a:lnTo>
                <a:lnTo>
                  <a:pt x="48675" y="11789"/>
                </a:lnTo>
                <a:lnTo>
                  <a:pt x="49701" y="11779"/>
                </a:lnTo>
                <a:lnTo>
                  <a:pt x="50726" y="11789"/>
                </a:lnTo>
                <a:lnTo>
                  <a:pt x="51735" y="11820"/>
                </a:lnTo>
                <a:lnTo>
                  <a:pt x="52727" y="11871"/>
                </a:lnTo>
                <a:lnTo>
                  <a:pt x="53703" y="11942"/>
                </a:lnTo>
                <a:lnTo>
                  <a:pt x="54663" y="12034"/>
                </a:lnTo>
                <a:lnTo>
                  <a:pt x="55606" y="12147"/>
                </a:lnTo>
                <a:lnTo>
                  <a:pt x="56532" y="12280"/>
                </a:lnTo>
                <a:lnTo>
                  <a:pt x="57442" y="12433"/>
                </a:lnTo>
                <a:lnTo>
                  <a:pt x="58335" y="12607"/>
                </a:lnTo>
                <a:lnTo>
                  <a:pt x="59211" y="12801"/>
                </a:lnTo>
                <a:lnTo>
                  <a:pt x="60072" y="13016"/>
                </a:lnTo>
                <a:lnTo>
                  <a:pt x="60915" y="13251"/>
                </a:lnTo>
                <a:lnTo>
                  <a:pt x="61742" y="13507"/>
                </a:lnTo>
                <a:lnTo>
                  <a:pt x="62553" y="13783"/>
                </a:lnTo>
                <a:lnTo>
                  <a:pt x="63347" y="14079"/>
                </a:lnTo>
                <a:lnTo>
                  <a:pt x="64124" y="14396"/>
                </a:lnTo>
                <a:lnTo>
                  <a:pt x="64885" y="14734"/>
                </a:lnTo>
                <a:lnTo>
                  <a:pt x="65630" y="15091"/>
                </a:lnTo>
                <a:lnTo>
                  <a:pt x="66358" y="15470"/>
                </a:lnTo>
                <a:lnTo>
                  <a:pt x="67069" y="15868"/>
                </a:lnTo>
                <a:lnTo>
                  <a:pt x="67764" y="16288"/>
                </a:lnTo>
                <a:lnTo>
                  <a:pt x="68442" y="16727"/>
                </a:lnTo>
                <a:lnTo>
                  <a:pt x="69104" y="17187"/>
                </a:lnTo>
                <a:lnTo>
                  <a:pt x="69749" y="17668"/>
                </a:lnTo>
                <a:lnTo>
                  <a:pt x="70379" y="18166"/>
                </a:lnTo>
                <a:lnTo>
                  <a:pt x="70994" y="18677"/>
                </a:lnTo>
                <a:lnTo>
                  <a:pt x="71596" y="19203"/>
                </a:lnTo>
                <a:lnTo>
                  <a:pt x="72183" y="19742"/>
                </a:lnTo>
                <a:lnTo>
                  <a:pt x="72756" y="20296"/>
                </a:lnTo>
                <a:lnTo>
                  <a:pt x="73315" y="20863"/>
                </a:lnTo>
                <a:lnTo>
                  <a:pt x="73860" y="21444"/>
                </a:lnTo>
                <a:lnTo>
                  <a:pt x="74391" y="22039"/>
                </a:lnTo>
                <a:lnTo>
                  <a:pt x="74907" y="22648"/>
                </a:lnTo>
                <a:lnTo>
                  <a:pt x="75410" y="23271"/>
                </a:lnTo>
                <a:lnTo>
                  <a:pt x="75898" y="23908"/>
                </a:lnTo>
                <a:lnTo>
                  <a:pt x="76372" y="24559"/>
                </a:lnTo>
                <a:lnTo>
                  <a:pt x="76831" y="25224"/>
                </a:lnTo>
                <a:lnTo>
                  <a:pt x="77277" y="25902"/>
                </a:lnTo>
                <a:lnTo>
                  <a:pt x="77708" y="26595"/>
                </a:lnTo>
                <a:lnTo>
                  <a:pt x="78126" y="27301"/>
                </a:lnTo>
                <a:lnTo>
                  <a:pt x="78529" y="28021"/>
                </a:lnTo>
                <a:lnTo>
                  <a:pt x="78918" y="28755"/>
                </a:lnTo>
                <a:lnTo>
                  <a:pt x="79292" y="29504"/>
                </a:lnTo>
                <a:lnTo>
                  <a:pt x="79653" y="30266"/>
                </a:lnTo>
                <a:lnTo>
                  <a:pt x="79999" y="31042"/>
                </a:lnTo>
                <a:lnTo>
                  <a:pt x="80332" y="31831"/>
                </a:lnTo>
                <a:lnTo>
                  <a:pt x="80650" y="32635"/>
                </a:lnTo>
                <a:lnTo>
                  <a:pt x="80954" y="33453"/>
                </a:lnTo>
                <a:lnTo>
                  <a:pt x="81244" y="34281"/>
                </a:lnTo>
                <a:lnTo>
                  <a:pt x="81522" y="35117"/>
                </a:lnTo>
                <a:lnTo>
                  <a:pt x="81788" y="35961"/>
                </a:lnTo>
                <a:lnTo>
                  <a:pt x="82042" y="36813"/>
                </a:lnTo>
                <a:lnTo>
                  <a:pt x="82283" y="37672"/>
                </a:lnTo>
                <a:lnTo>
                  <a:pt x="82512" y="38538"/>
                </a:lnTo>
                <a:lnTo>
                  <a:pt x="82728" y="39413"/>
                </a:lnTo>
                <a:lnTo>
                  <a:pt x="82932" y="40295"/>
                </a:lnTo>
                <a:lnTo>
                  <a:pt x="83124" y="41185"/>
                </a:lnTo>
                <a:lnTo>
                  <a:pt x="83303" y="42082"/>
                </a:lnTo>
                <a:lnTo>
                  <a:pt x="83470" y="42987"/>
                </a:lnTo>
                <a:lnTo>
                  <a:pt x="83625" y="43899"/>
                </a:lnTo>
                <a:lnTo>
                  <a:pt x="83767" y="44820"/>
                </a:lnTo>
                <a:lnTo>
                  <a:pt x="83897" y="45748"/>
                </a:lnTo>
                <a:lnTo>
                  <a:pt x="84014" y="46683"/>
                </a:lnTo>
                <a:lnTo>
                  <a:pt x="84119" y="47626"/>
                </a:lnTo>
                <a:lnTo>
                  <a:pt x="84212" y="48577"/>
                </a:lnTo>
                <a:lnTo>
                  <a:pt x="84292" y="49536"/>
                </a:lnTo>
                <a:lnTo>
                  <a:pt x="84360" y="50502"/>
                </a:lnTo>
                <a:lnTo>
                  <a:pt x="84416" y="51476"/>
                </a:lnTo>
                <a:lnTo>
                  <a:pt x="84459" y="52457"/>
                </a:lnTo>
                <a:lnTo>
                  <a:pt x="84490" y="53446"/>
                </a:lnTo>
                <a:lnTo>
                  <a:pt x="84509" y="54443"/>
                </a:lnTo>
                <a:lnTo>
                  <a:pt x="84515" y="55448"/>
                </a:lnTo>
                <a:lnTo>
                  <a:pt x="84509" y="56446"/>
                </a:lnTo>
                <a:lnTo>
                  <a:pt x="84490" y="57436"/>
                </a:lnTo>
                <a:lnTo>
                  <a:pt x="84459" y="58419"/>
                </a:lnTo>
                <a:lnTo>
                  <a:pt x="84416" y="59395"/>
                </a:lnTo>
                <a:lnTo>
                  <a:pt x="84360" y="60363"/>
                </a:lnTo>
                <a:lnTo>
                  <a:pt x="84292" y="61325"/>
                </a:lnTo>
                <a:lnTo>
                  <a:pt x="84212" y="62278"/>
                </a:lnTo>
                <a:lnTo>
                  <a:pt x="84119" y="63224"/>
                </a:lnTo>
                <a:lnTo>
                  <a:pt x="84014" y="64163"/>
                </a:lnTo>
                <a:lnTo>
                  <a:pt x="83897" y="65095"/>
                </a:lnTo>
                <a:lnTo>
                  <a:pt x="83767" y="66019"/>
                </a:lnTo>
                <a:lnTo>
                  <a:pt x="83625" y="66936"/>
                </a:lnTo>
                <a:lnTo>
                  <a:pt x="83470" y="67845"/>
                </a:lnTo>
                <a:lnTo>
                  <a:pt x="83303" y="68747"/>
                </a:lnTo>
                <a:lnTo>
                  <a:pt x="83124" y="69642"/>
                </a:lnTo>
                <a:lnTo>
                  <a:pt x="82932" y="70529"/>
                </a:lnTo>
                <a:lnTo>
                  <a:pt x="82728" y="71409"/>
                </a:lnTo>
                <a:lnTo>
                  <a:pt x="82512" y="72282"/>
                </a:lnTo>
                <a:lnTo>
                  <a:pt x="82283" y="73147"/>
                </a:lnTo>
                <a:lnTo>
                  <a:pt x="82042" y="74005"/>
                </a:lnTo>
                <a:lnTo>
                  <a:pt x="81788" y="74855"/>
                </a:lnTo>
                <a:lnTo>
                  <a:pt x="81522" y="75698"/>
                </a:lnTo>
                <a:lnTo>
                  <a:pt x="81244" y="76534"/>
                </a:lnTo>
                <a:lnTo>
                  <a:pt x="80954" y="77362"/>
                </a:lnTo>
                <a:lnTo>
                  <a:pt x="80650" y="78180"/>
                </a:lnTo>
                <a:lnTo>
                  <a:pt x="80332" y="78984"/>
                </a:lnTo>
                <a:lnTo>
                  <a:pt x="79999" y="79773"/>
                </a:lnTo>
                <a:lnTo>
                  <a:pt x="79653" y="80549"/>
                </a:lnTo>
                <a:lnTo>
                  <a:pt x="79292" y="81310"/>
                </a:lnTo>
                <a:lnTo>
                  <a:pt x="78918" y="82057"/>
                </a:lnTo>
                <a:lnTo>
                  <a:pt x="78529" y="82791"/>
                </a:lnTo>
                <a:lnTo>
                  <a:pt x="78126" y="83510"/>
                </a:lnTo>
                <a:lnTo>
                  <a:pt x="77708" y="84215"/>
                </a:lnTo>
                <a:lnTo>
                  <a:pt x="77277" y="84906"/>
                </a:lnTo>
                <a:lnTo>
                  <a:pt x="76831" y="85583"/>
                </a:lnTo>
                <a:lnTo>
                  <a:pt x="76372" y="86246"/>
                </a:lnTo>
                <a:lnTo>
                  <a:pt x="75898" y="86895"/>
                </a:lnTo>
                <a:lnTo>
                  <a:pt x="75410" y="87530"/>
                </a:lnTo>
                <a:lnTo>
                  <a:pt x="74907" y="88151"/>
                </a:lnTo>
                <a:lnTo>
                  <a:pt x="74391" y="88758"/>
                </a:lnTo>
                <a:lnTo>
                  <a:pt x="73860" y="89351"/>
                </a:lnTo>
                <a:lnTo>
                  <a:pt x="73315" y="89930"/>
                </a:lnTo>
                <a:lnTo>
                  <a:pt x="72756" y="90494"/>
                </a:lnTo>
                <a:lnTo>
                  <a:pt x="72183" y="91045"/>
                </a:lnTo>
                <a:lnTo>
                  <a:pt x="71596" y="91582"/>
                </a:lnTo>
                <a:lnTo>
                  <a:pt x="70994" y="92104"/>
                </a:lnTo>
                <a:lnTo>
                  <a:pt x="70379" y="92613"/>
                </a:lnTo>
                <a:lnTo>
                  <a:pt x="69749" y="93107"/>
                </a:lnTo>
                <a:lnTo>
                  <a:pt x="69104" y="93585"/>
                </a:lnTo>
                <a:lnTo>
                  <a:pt x="68442" y="94042"/>
                </a:lnTo>
                <a:lnTo>
                  <a:pt x="67764" y="94478"/>
                </a:lnTo>
                <a:lnTo>
                  <a:pt x="67069" y="94895"/>
                </a:lnTo>
                <a:lnTo>
                  <a:pt x="66358" y="95291"/>
                </a:lnTo>
                <a:lnTo>
                  <a:pt x="65630" y="95666"/>
                </a:lnTo>
                <a:lnTo>
                  <a:pt x="64885" y="96022"/>
                </a:lnTo>
                <a:lnTo>
                  <a:pt x="64124" y="96357"/>
                </a:lnTo>
                <a:lnTo>
                  <a:pt x="63347" y="96672"/>
                </a:lnTo>
                <a:lnTo>
                  <a:pt x="62553" y="96966"/>
                </a:lnTo>
                <a:lnTo>
                  <a:pt x="61742" y="97240"/>
                </a:lnTo>
                <a:lnTo>
                  <a:pt x="60915" y="97494"/>
                </a:lnTo>
                <a:lnTo>
                  <a:pt x="60072" y="97728"/>
                </a:lnTo>
                <a:lnTo>
                  <a:pt x="59211" y="97941"/>
                </a:lnTo>
                <a:lnTo>
                  <a:pt x="58335" y="98134"/>
                </a:lnTo>
                <a:lnTo>
                  <a:pt x="57442" y="98307"/>
                </a:lnTo>
                <a:lnTo>
                  <a:pt x="56532" y="98459"/>
                </a:lnTo>
                <a:lnTo>
                  <a:pt x="55606" y="98591"/>
                </a:lnTo>
                <a:lnTo>
                  <a:pt x="54663" y="98703"/>
                </a:lnTo>
                <a:lnTo>
                  <a:pt x="53703" y="98794"/>
                </a:lnTo>
                <a:lnTo>
                  <a:pt x="52727" y="98865"/>
                </a:lnTo>
                <a:lnTo>
                  <a:pt x="51735" y="98916"/>
                </a:lnTo>
                <a:lnTo>
                  <a:pt x="50726" y="98946"/>
                </a:lnTo>
                <a:lnTo>
                  <a:pt x="49701" y="98957"/>
                </a:lnTo>
                <a:lnTo>
                  <a:pt x="48675" y="98946"/>
                </a:lnTo>
                <a:lnTo>
                  <a:pt x="47666" y="98916"/>
                </a:lnTo>
                <a:close/>
                <a:moveTo>
                  <a:pt x="311593" y="51151"/>
                </a:moveTo>
                <a:lnTo>
                  <a:pt x="311816" y="50845"/>
                </a:lnTo>
                <a:lnTo>
                  <a:pt x="312041" y="50543"/>
                </a:lnTo>
                <a:lnTo>
                  <a:pt x="312269" y="50244"/>
                </a:lnTo>
                <a:lnTo>
                  <a:pt x="312498" y="49948"/>
                </a:lnTo>
                <a:lnTo>
                  <a:pt x="312730" y="49655"/>
                </a:lnTo>
                <a:lnTo>
                  <a:pt x="312963" y="49365"/>
                </a:lnTo>
                <a:lnTo>
                  <a:pt x="313199" y="49078"/>
                </a:lnTo>
                <a:lnTo>
                  <a:pt x="313437" y="48795"/>
                </a:lnTo>
                <a:lnTo>
                  <a:pt x="313677" y="48514"/>
                </a:lnTo>
                <a:lnTo>
                  <a:pt x="313919" y="48237"/>
                </a:lnTo>
                <a:lnTo>
                  <a:pt x="314163" y="47962"/>
                </a:lnTo>
                <a:lnTo>
                  <a:pt x="314409" y="47691"/>
                </a:lnTo>
                <a:lnTo>
                  <a:pt x="314657" y="47422"/>
                </a:lnTo>
                <a:lnTo>
                  <a:pt x="314908" y="47157"/>
                </a:lnTo>
                <a:lnTo>
                  <a:pt x="315160" y="46895"/>
                </a:lnTo>
                <a:lnTo>
                  <a:pt x="315414" y="46636"/>
                </a:lnTo>
                <a:lnTo>
                  <a:pt x="315671" y="46380"/>
                </a:lnTo>
                <a:lnTo>
                  <a:pt x="315930" y="46127"/>
                </a:lnTo>
                <a:lnTo>
                  <a:pt x="316190" y="45877"/>
                </a:lnTo>
                <a:lnTo>
                  <a:pt x="316453" y="45630"/>
                </a:lnTo>
                <a:lnTo>
                  <a:pt x="316718" y="45387"/>
                </a:lnTo>
                <a:lnTo>
                  <a:pt x="316985" y="45146"/>
                </a:lnTo>
                <a:lnTo>
                  <a:pt x="317254" y="44909"/>
                </a:lnTo>
                <a:lnTo>
                  <a:pt x="317526" y="44674"/>
                </a:lnTo>
                <a:lnTo>
                  <a:pt x="317802" y="44445"/>
                </a:lnTo>
                <a:lnTo>
                  <a:pt x="318083" y="44219"/>
                </a:lnTo>
                <a:lnTo>
                  <a:pt x="318367" y="43998"/>
                </a:lnTo>
                <a:lnTo>
                  <a:pt x="318655" y="43781"/>
                </a:lnTo>
                <a:lnTo>
                  <a:pt x="318947" y="43568"/>
                </a:lnTo>
                <a:lnTo>
                  <a:pt x="319244" y="43360"/>
                </a:lnTo>
                <a:lnTo>
                  <a:pt x="319544" y="43155"/>
                </a:lnTo>
                <a:lnTo>
                  <a:pt x="319848" y="42956"/>
                </a:lnTo>
                <a:lnTo>
                  <a:pt x="320157" y="42760"/>
                </a:lnTo>
                <a:lnTo>
                  <a:pt x="320469" y="42569"/>
                </a:lnTo>
                <a:lnTo>
                  <a:pt x="320786" y="42381"/>
                </a:lnTo>
                <a:lnTo>
                  <a:pt x="321106" y="42199"/>
                </a:lnTo>
                <a:lnTo>
                  <a:pt x="321431" y="42020"/>
                </a:lnTo>
                <a:lnTo>
                  <a:pt x="321759" y="41846"/>
                </a:lnTo>
                <a:lnTo>
                  <a:pt x="322092" y="41676"/>
                </a:lnTo>
                <a:lnTo>
                  <a:pt x="322428" y="41510"/>
                </a:lnTo>
                <a:lnTo>
                  <a:pt x="322769" y="41348"/>
                </a:lnTo>
                <a:lnTo>
                  <a:pt x="323114" y="41191"/>
                </a:lnTo>
                <a:lnTo>
                  <a:pt x="323462" y="41038"/>
                </a:lnTo>
                <a:lnTo>
                  <a:pt x="323815" y="40889"/>
                </a:lnTo>
                <a:lnTo>
                  <a:pt x="324172" y="40745"/>
                </a:lnTo>
                <a:lnTo>
                  <a:pt x="324533" y="40605"/>
                </a:lnTo>
                <a:lnTo>
                  <a:pt x="324897" y="40469"/>
                </a:lnTo>
                <a:lnTo>
                  <a:pt x="325267" y="40338"/>
                </a:lnTo>
                <a:lnTo>
                  <a:pt x="325641" y="40212"/>
                </a:lnTo>
                <a:lnTo>
                  <a:pt x="326020" y="40092"/>
                </a:lnTo>
                <a:lnTo>
                  <a:pt x="326405" y="39978"/>
                </a:lnTo>
                <a:lnTo>
                  <a:pt x="326794" y="39869"/>
                </a:lnTo>
                <a:lnTo>
                  <a:pt x="327188" y="39766"/>
                </a:lnTo>
                <a:lnTo>
                  <a:pt x="327588" y="39668"/>
                </a:lnTo>
                <a:lnTo>
                  <a:pt x="327992" y="39576"/>
                </a:lnTo>
                <a:lnTo>
                  <a:pt x="328401" y="39489"/>
                </a:lnTo>
                <a:lnTo>
                  <a:pt x="328816" y="39408"/>
                </a:lnTo>
                <a:lnTo>
                  <a:pt x="329235" y="39333"/>
                </a:lnTo>
                <a:lnTo>
                  <a:pt x="329659" y="39263"/>
                </a:lnTo>
                <a:lnTo>
                  <a:pt x="330089" y="39199"/>
                </a:lnTo>
                <a:lnTo>
                  <a:pt x="330523" y="39141"/>
                </a:lnTo>
                <a:lnTo>
                  <a:pt x="330962" y="39088"/>
                </a:lnTo>
                <a:lnTo>
                  <a:pt x="331407" y="39040"/>
                </a:lnTo>
                <a:lnTo>
                  <a:pt x="331856" y="38998"/>
                </a:lnTo>
                <a:lnTo>
                  <a:pt x="332310" y="38962"/>
                </a:lnTo>
                <a:lnTo>
                  <a:pt x="332770" y="38931"/>
                </a:lnTo>
                <a:lnTo>
                  <a:pt x="333234" y="38906"/>
                </a:lnTo>
                <a:lnTo>
                  <a:pt x="333703" y="38887"/>
                </a:lnTo>
                <a:lnTo>
                  <a:pt x="334178" y="38873"/>
                </a:lnTo>
                <a:lnTo>
                  <a:pt x="334657" y="38864"/>
                </a:lnTo>
                <a:lnTo>
                  <a:pt x="335142" y="38861"/>
                </a:lnTo>
                <a:lnTo>
                  <a:pt x="336982" y="38861"/>
                </a:lnTo>
                <a:lnTo>
                  <a:pt x="336982" y="26602"/>
                </a:lnTo>
                <a:lnTo>
                  <a:pt x="335382" y="26602"/>
                </a:lnTo>
                <a:lnTo>
                  <a:pt x="334614" y="26609"/>
                </a:lnTo>
                <a:lnTo>
                  <a:pt x="333858" y="26630"/>
                </a:lnTo>
                <a:lnTo>
                  <a:pt x="333114" y="26666"/>
                </a:lnTo>
                <a:lnTo>
                  <a:pt x="332383" y="26716"/>
                </a:lnTo>
                <a:lnTo>
                  <a:pt x="331663" y="26779"/>
                </a:lnTo>
                <a:lnTo>
                  <a:pt x="330955" y="26857"/>
                </a:lnTo>
                <a:lnTo>
                  <a:pt x="330259" y="26950"/>
                </a:lnTo>
                <a:lnTo>
                  <a:pt x="329575" y="27056"/>
                </a:lnTo>
                <a:lnTo>
                  <a:pt x="328903" y="27177"/>
                </a:lnTo>
                <a:lnTo>
                  <a:pt x="328243" y="27312"/>
                </a:lnTo>
                <a:lnTo>
                  <a:pt x="327594" y="27461"/>
                </a:lnTo>
                <a:lnTo>
                  <a:pt x="326958" y="27624"/>
                </a:lnTo>
                <a:lnTo>
                  <a:pt x="326334" y="27801"/>
                </a:lnTo>
                <a:lnTo>
                  <a:pt x="325722" y="27993"/>
                </a:lnTo>
                <a:lnTo>
                  <a:pt x="325121" y="28198"/>
                </a:lnTo>
                <a:lnTo>
                  <a:pt x="324533" y="28418"/>
                </a:lnTo>
                <a:lnTo>
                  <a:pt x="323956" y="28652"/>
                </a:lnTo>
                <a:lnTo>
                  <a:pt x="323392" y="28901"/>
                </a:lnTo>
                <a:lnTo>
                  <a:pt x="322839" y="29163"/>
                </a:lnTo>
                <a:lnTo>
                  <a:pt x="322298" y="29440"/>
                </a:lnTo>
                <a:lnTo>
                  <a:pt x="321770" y="29731"/>
                </a:lnTo>
                <a:lnTo>
                  <a:pt x="321253" y="30036"/>
                </a:lnTo>
                <a:lnTo>
                  <a:pt x="320748" y="30355"/>
                </a:lnTo>
                <a:lnTo>
                  <a:pt x="320255" y="30689"/>
                </a:lnTo>
                <a:lnTo>
                  <a:pt x="319773" y="31032"/>
                </a:lnTo>
                <a:lnTo>
                  <a:pt x="319299" y="31383"/>
                </a:lnTo>
                <a:lnTo>
                  <a:pt x="318834" y="31740"/>
                </a:lnTo>
                <a:lnTo>
                  <a:pt x="318377" y="32104"/>
                </a:lnTo>
                <a:lnTo>
                  <a:pt x="317929" y="32475"/>
                </a:lnTo>
                <a:lnTo>
                  <a:pt x="317489" y="32852"/>
                </a:lnTo>
                <a:lnTo>
                  <a:pt x="317058" y="33236"/>
                </a:lnTo>
                <a:lnTo>
                  <a:pt x="316636" y="33627"/>
                </a:lnTo>
                <a:lnTo>
                  <a:pt x="316222" y="34024"/>
                </a:lnTo>
                <a:lnTo>
                  <a:pt x="315817" y="34428"/>
                </a:lnTo>
                <a:lnTo>
                  <a:pt x="315421" y="34838"/>
                </a:lnTo>
                <a:lnTo>
                  <a:pt x="315033" y="35256"/>
                </a:lnTo>
                <a:lnTo>
                  <a:pt x="314654" y="35680"/>
                </a:lnTo>
                <a:lnTo>
                  <a:pt x="314283" y="36110"/>
                </a:lnTo>
                <a:lnTo>
                  <a:pt x="313922" y="36548"/>
                </a:lnTo>
                <a:lnTo>
                  <a:pt x="313568" y="36992"/>
                </a:lnTo>
                <a:lnTo>
                  <a:pt x="313223" y="37443"/>
                </a:lnTo>
                <a:lnTo>
                  <a:pt x="312887" y="37900"/>
                </a:lnTo>
                <a:lnTo>
                  <a:pt x="312560" y="38364"/>
                </a:lnTo>
                <a:lnTo>
                  <a:pt x="312241" y="38835"/>
                </a:lnTo>
                <a:lnTo>
                  <a:pt x="311931" y="39312"/>
                </a:lnTo>
                <a:lnTo>
                  <a:pt x="311629" y="39796"/>
                </a:lnTo>
                <a:lnTo>
                  <a:pt x="311336" y="40287"/>
                </a:lnTo>
                <a:lnTo>
                  <a:pt x="311052" y="40785"/>
                </a:lnTo>
                <a:lnTo>
                  <a:pt x="310571" y="28044"/>
                </a:lnTo>
                <a:lnTo>
                  <a:pt x="298006" y="28044"/>
                </a:lnTo>
                <a:lnTo>
                  <a:pt x="298006" y="109293"/>
                </a:lnTo>
                <a:lnTo>
                  <a:pt x="311372" y="109293"/>
                </a:lnTo>
                <a:lnTo>
                  <a:pt x="311372" y="51459"/>
                </a:lnTo>
                <a:lnTo>
                  <a:pt x="311593" y="51151"/>
                </a:lnTo>
                <a:close/>
                <a:moveTo>
                  <a:pt x="245803" y="110682"/>
                </a:moveTo>
                <a:lnTo>
                  <a:pt x="246571" y="110642"/>
                </a:lnTo>
                <a:lnTo>
                  <a:pt x="247330" y="110589"/>
                </a:lnTo>
                <a:lnTo>
                  <a:pt x="248080" y="110524"/>
                </a:lnTo>
                <a:lnTo>
                  <a:pt x="248821" y="110448"/>
                </a:lnTo>
                <a:lnTo>
                  <a:pt x="249552" y="110360"/>
                </a:lnTo>
                <a:lnTo>
                  <a:pt x="250275" y="110261"/>
                </a:lnTo>
                <a:lnTo>
                  <a:pt x="250988" y="110150"/>
                </a:lnTo>
                <a:lnTo>
                  <a:pt x="251692" y="110027"/>
                </a:lnTo>
                <a:lnTo>
                  <a:pt x="252387" y="109892"/>
                </a:lnTo>
                <a:lnTo>
                  <a:pt x="253073" y="109746"/>
                </a:lnTo>
                <a:lnTo>
                  <a:pt x="253749" y="109587"/>
                </a:lnTo>
                <a:lnTo>
                  <a:pt x="254416" y="109418"/>
                </a:lnTo>
                <a:lnTo>
                  <a:pt x="255075" y="109236"/>
                </a:lnTo>
                <a:lnTo>
                  <a:pt x="255724" y="109043"/>
                </a:lnTo>
                <a:lnTo>
                  <a:pt x="256364" y="108838"/>
                </a:lnTo>
                <a:lnTo>
                  <a:pt x="256994" y="108621"/>
                </a:lnTo>
                <a:lnTo>
                  <a:pt x="257616" y="108393"/>
                </a:lnTo>
                <a:lnTo>
                  <a:pt x="258228" y="108153"/>
                </a:lnTo>
                <a:lnTo>
                  <a:pt x="258831" y="107901"/>
                </a:lnTo>
                <a:lnTo>
                  <a:pt x="259425" y="107638"/>
                </a:lnTo>
                <a:lnTo>
                  <a:pt x="260010" y="107362"/>
                </a:lnTo>
                <a:lnTo>
                  <a:pt x="260585" y="107076"/>
                </a:lnTo>
                <a:lnTo>
                  <a:pt x="261149" y="106780"/>
                </a:lnTo>
                <a:lnTo>
                  <a:pt x="261703" y="106474"/>
                </a:lnTo>
                <a:lnTo>
                  <a:pt x="262245" y="106159"/>
                </a:lnTo>
                <a:lnTo>
                  <a:pt x="262778" y="105833"/>
                </a:lnTo>
                <a:lnTo>
                  <a:pt x="263299" y="105498"/>
                </a:lnTo>
                <a:lnTo>
                  <a:pt x="263810" y="105153"/>
                </a:lnTo>
                <a:lnTo>
                  <a:pt x="264310" y="104798"/>
                </a:lnTo>
                <a:lnTo>
                  <a:pt x="264799" y="104433"/>
                </a:lnTo>
                <a:lnTo>
                  <a:pt x="265278" y="104058"/>
                </a:lnTo>
                <a:lnTo>
                  <a:pt x="265745" y="103674"/>
                </a:lnTo>
                <a:lnTo>
                  <a:pt x="266203" y="103280"/>
                </a:lnTo>
                <a:lnTo>
                  <a:pt x="266649" y="102876"/>
                </a:lnTo>
                <a:lnTo>
                  <a:pt x="267085" y="102462"/>
                </a:lnTo>
                <a:lnTo>
                  <a:pt x="267510" y="102038"/>
                </a:lnTo>
                <a:lnTo>
                  <a:pt x="267924" y="101604"/>
                </a:lnTo>
                <a:lnTo>
                  <a:pt x="268328" y="101161"/>
                </a:lnTo>
                <a:lnTo>
                  <a:pt x="268721" y="100708"/>
                </a:lnTo>
                <a:lnTo>
                  <a:pt x="269103" y="100245"/>
                </a:lnTo>
                <a:lnTo>
                  <a:pt x="269475" y="99772"/>
                </a:lnTo>
                <a:lnTo>
                  <a:pt x="269836" y="99289"/>
                </a:lnTo>
                <a:lnTo>
                  <a:pt x="270186" y="98797"/>
                </a:lnTo>
                <a:lnTo>
                  <a:pt x="270526" y="98294"/>
                </a:lnTo>
                <a:lnTo>
                  <a:pt x="270855" y="97782"/>
                </a:lnTo>
                <a:lnTo>
                  <a:pt x="271172" y="97261"/>
                </a:lnTo>
                <a:lnTo>
                  <a:pt x="271476" y="96731"/>
                </a:lnTo>
                <a:lnTo>
                  <a:pt x="271768" y="96193"/>
                </a:lnTo>
                <a:lnTo>
                  <a:pt x="272047" y="95647"/>
                </a:lnTo>
                <a:lnTo>
                  <a:pt x="272314" y="95093"/>
                </a:lnTo>
                <a:lnTo>
                  <a:pt x="272568" y="94530"/>
                </a:lnTo>
                <a:lnTo>
                  <a:pt x="272809" y="93959"/>
                </a:lnTo>
                <a:lnTo>
                  <a:pt x="273038" y="93380"/>
                </a:lnTo>
                <a:lnTo>
                  <a:pt x="273254" y="92793"/>
                </a:lnTo>
                <a:lnTo>
                  <a:pt x="273457" y="92197"/>
                </a:lnTo>
                <a:lnTo>
                  <a:pt x="273648" y="91594"/>
                </a:lnTo>
                <a:lnTo>
                  <a:pt x="273826" y="90981"/>
                </a:lnTo>
                <a:lnTo>
                  <a:pt x="273991" y="90361"/>
                </a:lnTo>
                <a:lnTo>
                  <a:pt x="274144" y="89733"/>
                </a:lnTo>
                <a:lnTo>
                  <a:pt x="274284" y="89096"/>
                </a:lnTo>
                <a:lnTo>
                  <a:pt x="274412" y="88451"/>
                </a:lnTo>
                <a:lnTo>
                  <a:pt x="274526" y="87797"/>
                </a:lnTo>
                <a:lnTo>
                  <a:pt x="274629" y="87136"/>
                </a:lnTo>
                <a:lnTo>
                  <a:pt x="274718" y="86466"/>
                </a:lnTo>
                <a:lnTo>
                  <a:pt x="274795" y="85788"/>
                </a:lnTo>
                <a:lnTo>
                  <a:pt x="274859" y="85102"/>
                </a:lnTo>
                <a:lnTo>
                  <a:pt x="274911" y="84407"/>
                </a:lnTo>
                <a:lnTo>
                  <a:pt x="274950" y="83705"/>
                </a:lnTo>
                <a:lnTo>
                  <a:pt x="274976" y="82994"/>
                </a:lnTo>
                <a:lnTo>
                  <a:pt x="261771" y="82994"/>
                </a:lnTo>
                <a:lnTo>
                  <a:pt x="261743" y="83691"/>
                </a:lnTo>
                <a:lnTo>
                  <a:pt x="261699" y="84374"/>
                </a:lnTo>
                <a:lnTo>
                  <a:pt x="261640" y="85043"/>
                </a:lnTo>
                <a:lnTo>
                  <a:pt x="261565" y="85699"/>
                </a:lnTo>
                <a:lnTo>
                  <a:pt x="261474" y="86341"/>
                </a:lnTo>
                <a:lnTo>
                  <a:pt x="261368" y="86969"/>
                </a:lnTo>
                <a:lnTo>
                  <a:pt x="261246" y="87583"/>
                </a:lnTo>
                <a:lnTo>
                  <a:pt x="261108" y="88184"/>
                </a:lnTo>
                <a:lnTo>
                  <a:pt x="260955" y="88770"/>
                </a:lnTo>
                <a:lnTo>
                  <a:pt x="260786" y="89343"/>
                </a:lnTo>
                <a:lnTo>
                  <a:pt x="260601" y="89903"/>
                </a:lnTo>
                <a:lnTo>
                  <a:pt x="260400" y="90448"/>
                </a:lnTo>
                <a:lnTo>
                  <a:pt x="260184" y="90980"/>
                </a:lnTo>
                <a:lnTo>
                  <a:pt x="259952" y="91498"/>
                </a:lnTo>
                <a:lnTo>
                  <a:pt x="259704" y="92002"/>
                </a:lnTo>
                <a:lnTo>
                  <a:pt x="259441" y="92492"/>
                </a:lnTo>
                <a:lnTo>
                  <a:pt x="259162" y="92969"/>
                </a:lnTo>
                <a:lnTo>
                  <a:pt x="258867" y="93432"/>
                </a:lnTo>
                <a:lnTo>
                  <a:pt x="258557" y="93881"/>
                </a:lnTo>
                <a:lnTo>
                  <a:pt x="258230" y="94316"/>
                </a:lnTo>
                <a:lnTo>
                  <a:pt x="257889" y="94737"/>
                </a:lnTo>
                <a:lnTo>
                  <a:pt x="257531" y="95145"/>
                </a:lnTo>
                <a:lnTo>
                  <a:pt x="257158" y="95539"/>
                </a:lnTo>
                <a:lnTo>
                  <a:pt x="256769" y="95919"/>
                </a:lnTo>
                <a:lnTo>
                  <a:pt x="256365" y="96285"/>
                </a:lnTo>
                <a:lnTo>
                  <a:pt x="255949" y="96635"/>
                </a:lnTo>
                <a:lnTo>
                  <a:pt x="255519" y="96969"/>
                </a:lnTo>
                <a:lnTo>
                  <a:pt x="255076" y="97288"/>
                </a:lnTo>
                <a:lnTo>
                  <a:pt x="254620" y="97591"/>
                </a:lnTo>
                <a:lnTo>
                  <a:pt x="254150" y="97879"/>
                </a:lnTo>
                <a:lnTo>
                  <a:pt x="253667" y="98151"/>
                </a:lnTo>
                <a:lnTo>
                  <a:pt x="253172" y="98408"/>
                </a:lnTo>
                <a:lnTo>
                  <a:pt x="252663" y="98649"/>
                </a:lnTo>
                <a:lnTo>
                  <a:pt x="252140" y="98875"/>
                </a:lnTo>
                <a:lnTo>
                  <a:pt x="251605" y="99085"/>
                </a:lnTo>
                <a:lnTo>
                  <a:pt x="251056" y="99279"/>
                </a:lnTo>
                <a:lnTo>
                  <a:pt x="250495" y="99458"/>
                </a:lnTo>
                <a:lnTo>
                  <a:pt x="249919" y="99621"/>
                </a:lnTo>
                <a:lnTo>
                  <a:pt x="249331" y="99769"/>
                </a:lnTo>
                <a:lnTo>
                  <a:pt x="248730" y="99901"/>
                </a:lnTo>
                <a:lnTo>
                  <a:pt x="248115" y="100018"/>
                </a:lnTo>
                <a:lnTo>
                  <a:pt x="247487" y="100119"/>
                </a:lnTo>
                <a:lnTo>
                  <a:pt x="246846" y="100204"/>
                </a:lnTo>
                <a:lnTo>
                  <a:pt x="246192" y="100274"/>
                </a:lnTo>
                <a:lnTo>
                  <a:pt x="245525" y="100329"/>
                </a:lnTo>
                <a:lnTo>
                  <a:pt x="244844" y="100368"/>
                </a:lnTo>
                <a:lnTo>
                  <a:pt x="244150" y="100391"/>
                </a:lnTo>
                <a:lnTo>
                  <a:pt x="243443" y="100399"/>
                </a:lnTo>
                <a:lnTo>
                  <a:pt x="242788" y="100392"/>
                </a:lnTo>
                <a:lnTo>
                  <a:pt x="242143" y="100371"/>
                </a:lnTo>
                <a:lnTo>
                  <a:pt x="241509" y="100335"/>
                </a:lnTo>
                <a:lnTo>
                  <a:pt x="240885" y="100286"/>
                </a:lnTo>
                <a:lnTo>
                  <a:pt x="240272" y="100223"/>
                </a:lnTo>
                <a:lnTo>
                  <a:pt x="239669" y="100145"/>
                </a:lnTo>
                <a:lnTo>
                  <a:pt x="239077" y="100054"/>
                </a:lnTo>
                <a:lnTo>
                  <a:pt x="238494" y="99948"/>
                </a:lnTo>
                <a:lnTo>
                  <a:pt x="237923" y="99829"/>
                </a:lnTo>
                <a:lnTo>
                  <a:pt x="237362" y="99695"/>
                </a:lnTo>
                <a:lnTo>
                  <a:pt x="236811" y="99547"/>
                </a:lnTo>
                <a:lnTo>
                  <a:pt x="236270" y="99385"/>
                </a:lnTo>
                <a:lnTo>
                  <a:pt x="235740" y="99209"/>
                </a:lnTo>
                <a:lnTo>
                  <a:pt x="235221" y="99019"/>
                </a:lnTo>
                <a:lnTo>
                  <a:pt x="234711" y="98815"/>
                </a:lnTo>
                <a:lnTo>
                  <a:pt x="234213" y="98597"/>
                </a:lnTo>
                <a:lnTo>
                  <a:pt x="233724" y="98365"/>
                </a:lnTo>
                <a:lnTo>
                  <a:pt x="233246" y="98119"/>
                </a:lnTo>
                <a:lnTo>
                  <a:pt x="232779" y="97858"/>
                </a:lnTo>
                <a:lnTo>
                  <a:pt x="232322" y="97584"/>
                </a:lnTo>
                <a:lnTo>
                  <a:pt x="231875" y="97295"/>
                </a:lnTo>
                <a:lnTo>
                  <a:pt x="231439" y="96992"/>
                </a:lnTo>
                <a:lnTo>
                  <a:pt x="231013" y="96676"/>
                </a:lnTo>
                <a:lnTo>
                  <a:pt x="230598" y="96345"/>
                </a:lnTo>
                <a:lnTo>
                  <a:pt x="230192" y="96002"/>
                </a:lnTo>
                <a:lnTo>
                  <a:pt x="229796" y="95650"/>
                </a:lnTo>
                <a:lnTo>
                  <a:pt x="229409" y="95289"/>
                </a:lnTo>
                <a:lnTo>
                  <a:pt x="229032" y="94919"/>
                </a:lnTo>
                <a:lnTo>
                  <a:pt x="228663" y="94539"/>
                </a:lnTo>
                <a:lnTo>
                  <a:pt x="228304" y="94151"/>
                </a:lnTo>
                <a:lnTo>
                  <a:pt x="227955" y="93752"/>
                </a:lnTo>
                <a:lnTo>
                  <a:pt x="227614" y="93345"/>
                </a:lnTo>
                <a:lnTo>
                  <a:pt x="227283" y="92929"/>
                </a:lnTo>
                <a:lnTo>
                  <a:pt x="226962" y="92503"/>
                </a:lnTo>
                <a:lnTo>
                  <a:pt x="226649" y="92068"/>
                </a:lnTo>
                <a:lnTo>
                  <a:pt x="226346" y="91624"/>
                </a:lnTo>
                <a:lnTo>
                  <a:pt x="226052" y="91170"/>
                </a:lnTo>
                <a:lnTo>
                  <a:pt x="225768" y="90708"/>
                </a:lnTo>
                <a:lnTo>
                  <a:pt x="225493" y="90236"/>
                </a:lnTo>
                <a:lnTo>
                  <a:pt x="225227" y="89754"/>
                </a:lnTo>
                <a:lnTo>
                  <a:pt x="224970" y="89264"/>
                </a:lnTo>
                <a:lnTo>
                  <a:pt x="224723" y="88764"/>
                </a:lnTo>
                <a:lnTo>
                  <a:pt x="224485" y="88256"/>
                </a:lnTo>
                <a:lnTo>
                  <a:pt x="224256" y="87738"/>
                </a:lnTo>
                <a:lnTo>
                  <a:pt x="224037" y="87210"/>
                </a:lnTo>
                <a:lnTo>
                  <a:pt x="223827" y="86674"/>
                </a:lnTo>
                <a:lnTo>
                  <a:pt x="223626" y="86128"/>
                </a:lnTo>
                <a:lnTo>
                  <a:pt x="223435" y="85573"/>
                </a:lnTo>
                <a:lnTo>
                  <a:pt x="223252" y="85011"/>
                </a:lnTo>
                <a:lnTo>
                  <a:pt x="223076" y="84445"/>
                </a:lnTo>
                <a:lnTo>
                  <a:pt x="222908" y="83874"/>
                </a:lnTo>
                <a:lnTo>
                  <a:pt x="222748" y="83298"/>
                </a:lnTo>
                <a:lnTo>
                  <a:pt x="222595" y="82718"/>
                </a:lnTo>
                <a:lnTo>
                  <a:pt x="222449" y="82133"/>
                </a:lnTo>
                <a:lnTo>
                  <a:pt x="222312" y="81544"/>
                </a:lnTo>
                <a:lnTo>
                  <a:pt x="222181" y="80950"/>
                </a:lnTo>
                <a:lnTo>
                  <a:pt x="222058" y="80352"/>
                </a:lnTo>
                <a:lnTo>
                  <a:pt x="221943" y="79749"/>
                </a:lnTo>
                <a:lnTo>
                  <a:pt x="221835" y="79142"/>
                </a:lnTo>
                <a:lnTo>
                  <a:pt x="221734" y="78530"/>
                </a:lnTo>
                <a:lnTo>
                  <a:pt x="221641" y="77913"/>
                </a:lnTo>
                <a:lnTo>
                  <a:pt x="221556" y="77292"/>
                </a:lnTo>
                <a:lnTo>
                  <a:pt x="221478" y="76667"/>
                </a:lnTo>
                <a:lnTo>
                  <a:pt x="221407" y="76037"/>
                </a:lnTo>
                <a:lnTo>
                  <a:pt x="221344" y="75402"/>
                </a:lnTo>
                <a:lnTo>
                  <a:pt x="221289" y="74763"/>
                </a:lnTo>
                <a:lnTo>
                  <a:pt x="221241" y="74119"/>
                </a:lnTo>
                <a:lnTo>
                  <a:pt x="221201" y="73471"/>
                </a:lnTo>
                <a:lnTo>
                  <a:pt x="221168" y="72818"/>
                </a:lnTo>
                <a:lnTo>
                  <a:pt x="221142" y="72160"/>
                </a:lnTo>
                <a:lnTo>
                  <a:pt x="221124" y="71499"/>
                </a:lnTo>
                <a:lnTo>
                  <a:pt x="221114" y="70832"/>
                </a:lnTo>
                <a:lnTo>
                  <a:pt x="274656" y="70832"/>
                </a:lnTo>
                <a:lnTo>
                  <a:pt x="274669" y="70768"/>
                </a:lnTo>
                <a:lnTo>
                  <a:pt x="274682" y="70700"/>
                </a:lnTo>
                <a:lnTo>
                  <a:pt x="274694" y="70629"/>
                </a:lnTo>
                <a:lnTo>
                  <a:pt x="274706" y="70555"/>
                </a:lnTo>
                <a:lnTo>
                  <a:pt x="274718" y="70477"/>
                </a:lnTo>
                <a:lnTo>
                  <a:pt x="274729" y="70397"/>
                </a:lnTo>
                <a:lnTo>
                  <a:pt x="274739" y="70312"/>
                </a:lnTo>
                <a:lnTo>
                  <a:pt x="274749" y="70225"/>
                </a:lnTo>
                <a:lnTo>
                  <a:pt x="274759" y="70134"/>
                </a:lnTo>
                <a:lnTo>
                  <a:pt x="274769" y="70040"/>
                </a:lnTo>
                <a:lnTo>
                  <a:pt x="274778" y="69942"/>
                </a:lnTo>
                <a:lnTo>
                  <a:pt x="274786" y="69841"/>
                </a:lnTo>
                <a:lnTo>
                  <a:pt x="274794" y="69737"/>
                </a:lnTo>
                <a:lnTo>
                  <a:pt x="274802" y="69629"/>
                </a:lnTo>
                <a:lnTo>
                  <a:pt x="274809" y="69518"/>
                </a:lnTo>
                <a:lnTo>
                  <a:pt x="274816" y="69404"/>
                </a:lnTo>
                <a:lnTo>
                  <a:pt x="274823" y="69287"/>
                </a:lnTo>
                <a:lnTo>
                  <a:pt x="274829" y="69166"/>
                </a:lnTo>
                <a:lnTo>
                  <a:pt x="274834" y="69042"/>
                </a:lnTo>
                <a:lnTo>
                  <a:pt x="274840" y="68914"/>
                </a:lnTo>
                <a:lnTo>
                  <a:pt x="274844" y="68783"/>
                </a:lnTo>
                <a:lnTo>
                  <a:pt x="274849" y="68649"/>
                </a:lnTo>
                <a:lnTo>
                  <a:pt x="274853" y="68512"/>
                </a:lnTo>
                <a:lnTo>
                  <a:pt x="274856" y="68371"/>
                </a:lnTo>
                <a:lnTo>
                  <a:pt x="274859" y="68229"/>
                </a:lnTo>
                <a:lnTo>
                  <a:pt x="274863" y="68089"/>
                </a:lnTo>
                <a:lnTo>
                  <a:pt x="274866" y="67950"/>
                </a:lnTo>
                <a:lnTo>
                  <a:pt x="274868" y="67813"/>
                </a:lnTo>
                <a:lnTo>
                  <a:pt x="274871" y="67678"/>
                </a:lnTo>
                <a:lnTo>
                  <a:pt x="274874" y="67544"/>
                </a:lnTo>
                <a:lnTo>
                  <a:pt x="274876" y="67412"/>
                </a:lnTo>
                <a:lnTo>
                  <a:pt x="274878" y="67281"/>
                </a:lnTo>
                <a:lnTo>
                  <a:pt x="274881" y="67152"/>
                </a:lnTo>
                <a:lnTo>
                  <a:pt x="274883" y="67025"/>
                </a:lnTo>
                <a:lnTo>
                  <a:pt x="274884" y="66899"/>
                </a:lnTo>
                <a:lnTo>
                  <a:pt x="274886" y="66775"/>
                </a:lnTo>
                <a:lnTo>
                  <a:pt x="274888" y="66652"/>
                </a:lnTo>
                <a:lnTo>
                  <a:pt x="274889" y="66531"/>
                </a:lnTo>
                <a:lnTo>
                  <a:pt x="274891" y="66412"/>
                </a:lnTo>
                <a:lnTo>
                  <a:pt x="274892" y="66294"/>
                </a:lnTo>
                <a:lnTo>
                  <a:pt x="274893" y="66178"/>
                </a:lnTo>
                <a:lnTo>
                  <a:pt x="274894" y="66063"/>
                </a:lnTo>
                <a:lnTo>
                  <a:pt x="274894" y="65950"/>
                </a:lnTo>
                <a:lnTo>
                  <a:pt x="274895" y="65839"/>
                </a:lnTo>
                <a:lnTo>
                  <a:pt x="274896" y="65729"/>
                </a:lnTo>
                <a:lnTo>
                  <a:pt x="274896" y="65620"/>
                </a:lnTo>
                <a:lnTo>
                  <a:pt x="274896" y="65514"/>
                </a:lnTo>
                <a:lnTo>
                  <a:pt x="274896" y="65408"/>
                </a:lnTo>
                <a:lnTo>
                  <a:pt x="274881" y="63859"/>
                </a:lnTo>
                <a:lnTo>
                  <a:pt x="274836" y="62340"/>
                </a:lnTo>
                <a:lnTo>
                  <a:pt x="274760" y="60851"/>
                </a:lnTo>
                <a:lnTo>
                  <a:pt x="274654" y="59393"/>
                </a:lnTo>
                <a:lnTo>
                  <a:pt x="274518" y="57965"/>
                </a:lnTo>
                <a:lnTo>
                  <a:pt x="274351" y="56568"/>
                </a:lnTo>
                <a:lnTo>
                  <a:pt x="274154" y="55201"/>
                </a:lnTo>
                <a:lnTo>
                  <a:pt x="273927" y="53864"/>
                </a:lnTo>
                <a:lnTo>
                  <a:pt x="273669" y="52558"/>
                </a:lnTo>
                <a:lnTo>
                  <a:pt x="273382" y="51282"/>
                </a:lnTo>
                <a:lnTo>
                  <a:pt x="273064" y="50037"/>
                </a:lnTo>
                <a:lnTo>
                  <a:pt x="272715" y="48822"/>
                </a:lnTo>
                <a:lnTo>
                  <a:pt x="272337" y="47638"/>
                </a:lnTo>
                <a:lnTo>
                  <a:pt x="271928" y="46484"/>
                </a:lnTo>
                <a:lnTo>
                  <a:pt x="271489" y="45360"/>
                </a:lnTo>
                <a:lnTo>
                  <a:pt x="271019" y="44267"/>
                </a:lnTo>
                <a:lnTo>
                  <a:pt x="270519" y="43205"/>
                </a:lnTo>
                <a:lnTo>
                  <a:pt x="269989" y="42172"/>
                </a:lnTo>
                <a:lnTo>
                  <a:pt x="269429" y="41171"/>
                </a:lnTo>
                <a:lnTo>
                  <a:pt x="268838" y="40199"/>
                </a:lnTo>
                <a:lnTo>
                  <a:pt x="268217" y="39258"/>
                </a:lnTo>
                <a:lnTo>
                  <a:pt x="267566" y="38348"/>
                </a:lnTo>
                <a:lnTo>
                  <a:pt x="266884" y="37468"/>
                </a:lnTo>
                <a:lnTo>
                  <a:pt x="266173" y="36618"/>
                </a:lnTo>
                <a:lnTo>
                  <a:pt x="265434" y="35801"/>
                </a:lnTo>
                <a:lnTo>
                  <a:pt x="264672" y="35018"/>
                </a:lnTo>
                <a:lnTo>
                  <a:pt x="263887" y="34270"/>
                </a:lnTo>
                <a:lnTo>
                  <a:pt x="263078" y="33558"/>
                </a:lnTo>
                <a:lnTo>
                  <a:pt x="262246" y="32879"/>
                </a:lnTo>
                <a:lnTo>
                  <a:pt x="261391" y="32236"/>
                </a:lnTo>
                <a:lnTo>
                  <a:pt x="260512" y="31627"/>
                </a:lnTo>
                <a:lnTo>
                  <a:pt x="259610" y="31054"/>
                </a:lnTo>
                <a:lnTo>
                  <a:pt x="258685" y="30515"/>
                </a:lnTo>
                <a:lnTo>
                  <a:pt x="257736" y="30010"/>
                </a:lnTo>
                <a:lnTo>
                  <a:pt x="256764" y="29541"/>
                </a:lnTo>
                <a:lnTo>
                  <a:pt x="255768" y="29106"/>
                </a:lnTo>
                <a:lnTo>
                  <a:pt x="254750" y="28706"/>
                </a:lnTo>
                <a:lnTo>
                  <a:pt x="253707" y="28341"/>
                </a:lnTo>
                <a:lnTo>
                  <a:pt x="252642" y="28011"/>
                </a:lnTo>
                <a:lnTo>
                  <a:pt x="251553" y="27715"/>
                </a:lnTo>
                <a:lnTo>
                  <a:pt x="250441" y="27454"/>
                </a:lnTo>
                <a:lnTo>
                  <a:pt x="249306" y="27228"/>
                </a:lnTo>
                <a:lnTo>
                  <a:pt x="248147" y="27037"/>
                </a:lnTo>
                <a:lnTo>
                  <a:pt x="246965" y="26880"/>
                </a:lnTo>
                <a:lnTo>
                  <a:pt x="245759" y="26759"/>
                </a:lnTo>
                <a:lnTo>
                  <a:pt x="244530" y="26672"/>
                </a:lnTo>
                <a:lnTo>
                  <a:pt x="243278" y="26619"/>
                </a:lnTo>
                <a:lnTo>
                  <a:pt x="242003" y="26602"/>
                </a:lnTo>
                <a:lnTo>
                  <a:pt x="241049" y="26611"/>
                </a:lnTo>
                <a:lnTo>
                  <a:pt x="240109" y="26639"/>
                </a:lnTo>
                <a:lnTo>
                  <a:pt x="239182" y="26685"/>
                </a:lnTo>
                <a:lnTo>
                  <a:pt x="238269" y="26750"/>
                </a:lnTo>
                <a:lnTo>
                  <a:pt x="237369" y="26834"/>
                </a:lnTo>
                <a:lnTo>
                  <a:pt x="236483" y="26936"/>
                </a:lnTo>
                <a:lnTo>
                  <a:pt x="235610" y="27056"/>
                </a:lnTo>
                <a:lnTo>
                  <a:pt x="234751" y="27195"/>
                </a:lnTo>
                <a:lnTo>
                  <a:pt x="233905" y="27352"/>
                </a:lnTo>
                <a:lnTo>
                  <a:pt x="233073" y="27528"/>
                </a:lnTo>
                <a:lnTo>
                  <a:pt x="232254" y="27723"/>
                </a:lnTo>
                <a:lnTo>
                  <a:pt x="231448" y="27936"/>
                </a:lnTo>
                <a:lnTo>
                  <a:pt x="230656" y="28168"/>
                </a:lnTo>
                <a:lnTo>
                  <a:pt x="229878" y="28418"/>
                </a:lnTo>
                <a:lnTo>
                  <a:pt x="229113" y="28686"/>
                </a:lnTo>
                <a:lnTo>
                  <a:pt x="228361" y="28974"/>
                </a:lnTo>
                <a:lnTo>
                  <a:pt x="227623" y="29279"/>
                </a:lnTo>
                <a:lnTo>
                  <a:pt x="226899" y="29604"/>
                </a:lnTo>
                <a:lnTo>
                  <a:pt x="226188" y="29946"/>
                </a:lnTo>
                <a:lnTo>
                  <a:pt x="225490" y="30308"/>
                </a:lnTo>
                <a:lnTo>
                  <a:pt x="224806" y="30687"/>
                </a:lnTo>
                <a:lnTo>
                  <a:pt x="224135" y="31086"/>
                </a:lnTo>
                <a:lnTo>
                  <a:pt x="223478" y="31503"/>
                </a:lnTo>
                <a:lnTo>
                  <a:pt x="222835" y="31938"/>
                </a:lnTo>
                <a:lnTo>
                  <a:pt x="222204" y="32390"/>
                </a:lnTo>
                <a:lnTo>
                  <a:pt x="221588" y="32856"/>
                </a:lnTo>
                <a:lnTo>
                  <a:pt x="220985" y="33337"/>
                </a:lnTo>
                <a:lnTo>
                  <a:pt x="220395" y="33831"/>
                </a:lnTo>
                <a:lnTo>
                  <a:pt x="219818" y="34341"/>
                </a:lnTo>
                <a:lnTo>
                  <a:pt x="219256" y="34864"/>
                </a:lnTo>
                <a:lnTo>
                  <a:pt x="218706" y="35402"/>
                </a:lnTo>
                <a:lnTo>
                  <a:pt x="218170" y="35954"/>
                </a:lnTo>
                <a:lnTo>
                  <a:pt x="217648" y="36521"/>
                </a:lnTo>
                <a:lnTo>
                  <a:pt x="217139" y="37101"/>
                </a:lnTo>
                <a:lnTo>
                  <a:pt x="216644" y="37697"/>
                </a:lnTo>
                <a:lnTo>
                  <a:pt x="216162" y="38306"/>
                </a:lnTo>
                <a:lnTo>
                  <a:pt x="215693" y="38930"/>
                </a:lnTo>
                <a:lnTo>
                  <a:pt x="215238" y="39568"/>
                </a:lnTo>
                <a:lnTo>
                  <a:pt x="214797" y="40221"/>
                </a:lnTo>
                <a:lnTo>
                  <a:pt x="214369" y="40888"/>
                </a:lnTo>
                <a:lnTo>
                  <a:pt x="213954" y="41569"/>
                </a:lnTo>
                <a:lnTo>
                  <a:pt x="213553" y="42265"/>
                </a:lnTo>
                <a:lnTo>
                  <a:pt x="213166" y="42974"/>
                </a:lnTo>
                <a:lnTo>
                  <a:pt x="212792" y="43699"/>
                </a:lnTo>
                <a:lnTo>
                  <a:pt x="212431" y="44437"/>
                </a:lnTo>
                <a:lnTo>
                  <a:pt x="212084" y="45190"/>
                </a:lnTo>
                <a:lnTo>
                  <a:pt x="211750" y="45957"/>
                </a:lnTo>
                <a:lnTo>
                  <a:pt x="211430" y="46739"/>
                </a:lnTo>
                <a:lnTo>
                  <a:pt x="211123" y="47533"/>
                </a:lnTo>
                <a:lnTo>
                  <a:pt x="210829" y="48337"/>
                </a:lnTo>
                <a:lnTo>
                  <a:pt x="210548" y="49151"/>
                </a:lnTo>
                <a:lnTo>
                  <a:pt x="210281" y="49976"/>
                </a:lnTo>
                <a:lnTo>
                  <a:pt x="210026" y="50811"/>
                </a:lnTo>
                <a:lnTo>
                  <a:pt x="209784" y="51656"/>
                </a:lnTo>
                <a:lnTo>
                  <a:pt x="209556" y="52512"/>
                </a:lnTo>
                <a:lnTo>
                  <a:pt x="209340" y="53377"/>
                </a:lnTo>
                <a:lnTo>
                  <a:pt x="209138" y="54254"/>
                </a:lnTo>
                <a:lnTo>
                  <a:pt x="208948" y="55140"/>
                </a:lnTo>
                <a:lnTo>
                  <a:pt x="208772" y="56036"/>
                </a:lnTo>
                <a:lnTo>
                  <a:pt x="208609" y="56943"/>
                </a:lnTo>
                <a:lnTo>
                  <a:pt x="208459" y="57860"/>
                </a:lnTo>
                <a:lnTo>
                  <a:pt x="208321" y="58788"/>
                </a:lnTo>
                <a:lnTo>
                  <a:pt x="208197" y="59725"/>
                </a:lnTo>
                <a:lnTo>
                  <a:pt x="208086" y="60673"/>
                </a:lnTo>
                <a:lnTo>
                  <a:pt x="207988" y="61631"/>
                </a:lnTo>
                <a:lnTo>
                  <a:pt x="207903" y="62600"/>
                </a:lnTo>
                <a:lnTo>
                  <a:pt x="207832" y="63579"/>
                </a:lnTo>
                <a:lnTo>
                  <a:pt x="207773" y="64567"/>
                </a:lnTo>
                <a:lnTo>
                  <a:pt x="207727" y="65567"/>
                </a:lnTo>
                <a:lnTo>
                  <a:pt x="207694" y="66576"/>
                </a:lnTo>
                <a:lnTo>
                  <a:pt x="207675" y="67596"/>
                </a:lnTo>
                <a:lnTo>
                  <a:pt x="207668" y="68626"/>
                </a:lnTo>
                <a:lnTo>
                  <a:pt x="207675" y="69616"/>
                </a:lnTo>
                <a:lnTo>
                  <a:pt x="207695" y="70597"/>
                </a:lnTo>
                <a:lnTo>
                  <a:pt x="207729" y="71570"/>
                </a:lnTo>
                <a:lnTo>
                  <a:pt x="207776" y="72535"/>
                </a:lnTo>
                <a:lnTo>
                  <a:pt x="207837" y="73491"/>
                </a:lnTo>
                <a:lnTo>
                  <a:pt x="207911" y="74439"/>
                </a:lnTo>
                <a:lnTo>
                  <a:pt x="207999" y="75380"/>
                </a:lnTo>
                <a:lnTo>
                  <a:pt x="208100" y="76311"/>
                </a:lnTo>
                <a:lnTo>
                  <a:pt x="208214" y="77235"/>
                </a:lnTo>
                <a:lnTo>
                  <a:pt x="208342" y="78150"/>
                </a:lnTo>
                <a:lnTo>
                  <a:pt x="208484" y="79057"/>
                </a:lnTo>
                <a:lnTo>
                  <a:pt x="208639" y="79956"/>
                </a:lnTo>
                <a:lnTo>
                  <a:pt x="208807" y="80846"/>
                </a:lnTo>
                <a:lnTo>
                  <a:pt x="208989" y="81729"/>
                </a:lnTo>
                <a:lnTo>
                  <a:pt x="209185" y="82603"/>
                </a:lnTo>
                <a:lnTo>
                  <a:pt x="209394" y="83468"/>
                </a:lnTo>
                <a:lnTo>
                  <a:pt x="209616" y="84326"/>
                </a:lnTo>
                <a:lnTo>
                  <a:pt x="209852" y="85175"/>
                </a:lnTo>
                <a:lnTo>
                  <a:pt x="210101" y="86016"/>
                </a:lnTo>
                <a:lnTo>
                  <a:pt x="210364" y="86849"/>
                </a:lnTo>
                <a:lnTo>
                  <a:pt x="210640" y="87674"/>
                </a:lnTo>
                <a:lnTo>
                  <a:pt x="210930" y="88490"/>
                </a:lnTo>
                <a:lnTo>
                  <a:pt x="211233" y="89298"/>
                </a:lnTo>
                <a:lnTo>
                  <a:pt x="211550" y="90098"/>
                </a:lnTo>
                <a:lnTo>
                  <a:pt x="211880" y="90886"/>
                </a:lnTo>
                <a:lnTo>
                  <a:pt x="212225" y="91661"/>
                </a:lnTo>
                <a:lnTo>
                  <a:pt x="212584" y="92422"/>
                </a:lnTo>
                <a:lnTo>
                  <a:pt x="212956" y="93169"/>
                </a:lnTo>
                <a:lnTo>
                  <a:pt x="213343" y="93902"/>
                </a:lnTo>
                <a:lnTo>
                  <a:pt x="213743" y="94621"/>
                </a:lnTo>
                <a:lnTo>
                  <a:pt x="214158" y="95327"/>
                </a:lnTo>
                <a:lnTo>
                  <a:pt x="214587" y="96018"/>
                </a:lnTo>
                <a:lnTo>
                  <a:pt x="215030" y="96696"/>
                </a:lnTo>
                <a:lnTo>
                  <a:pt x="215486" y="97359"/>
                </a:lnTo>
                <a:lnTo>
                  <a:pt x="215957" y="98009"/>
                </a:lnTo>
                <a:lnTo>
                  <a:pt x="216442" y="98645"/>
                </a:lnTo>
                <a:lnTo>
                  <a:pt x="216941" y="99267"/>
                </a:lnTo>
                <a:lnTo>
                  <a:pt x="217454" y="99875"/>
                </a:lnTo>
                <a:lnTo>
                  <a:pt x="217981" y="100469"/>
                </a:lnTo>
                <a:lnTo>
                  <a:pt x="218522" y="101049"/>
                </a:lnTo>
                <a:lnTo>
                  <a:pt x="219077" y="101616"/>
                </a:lnTo>
                <a:lnTo>
                  <a:pt x="219646" y="102168"/>
                </a:lnTo>
                <a:lnTo>
                  <a:pt x="220229" y="102707"/>
                </a:lnTo>
                <a:lnTo>
                  <a:pt x="220826" y="103232"/>
                </a:lnTo>
                <a:lnTo>
                  <a:pt x="221437" y="103742"/>
                </a:lnTo>
                <a:lnTo>
                  <a:pt x="222062" y="104239"/>
                </a:lnTo>
                <a:lnTo>
                  <a:pt x="222702" y="104722"/>
                </a:lnTo>
                <a:lnTo>
                  <a:pt x="223355" y="105191"/>
                </a:lnTo>
                <a:lnTo>
                  <a:pt x="224023" y="105644"/>
                </a:lnTo>
                <a:lnTo>
                  <a:pt x="224705" y="106077"/>
                </a:lnTo>
                <a:lnTo>
                  <a:pt x="225402" y="106491"/>
                </a:lnTo>
                <a:lnTo>
                  <a:pt x="226114" y="106885"/>
                </a:lnTo>
                <a:lnTo>
                  <a:pt x="226840" y="107261"/>
                </a:lnTo>
                <a:lnTo>
                  <a:pt x="227582" y="107617"/>
                </a:lnTo>
                <a:lnTo>
                  <a:pt x="228338" y="107954"/>
                </a:lnTo>
                <a:lnTo>
                  <a:pt x="229108" y="108271"/>
                </a:lnTo>
                <a:lnTo>
                  <a:pt x="229894" y="108570"/>
                </a:lnTo>
                <a:lnTo>
                  <a:pt x="230694" y="108849"/>
                </a:lnTo>
                <a:lnTo>
                  <a:pt x="231509" y="109109"/>
                </a:lnTo>
                <a:lnTo>
                  <a:pt x="232339" y="109349"/>
                </a:lnTo>
                <a:lnTo>
                  <a:pt x="233183" y="109571"/>
                </a:lnTo>
                <a:lnTo>
                  <a:pt x="234042" y="109773"/>
                </a:lnTo>
                <a:lnTo>
                  <a:pt x="234916" y="109956"/>
                </a:lnTo>
                <a:lnTo>
                  <a:pt x="235804" y="110119"/>
                </a:lnTo>
                <a:lnTo>
                  <a:pt x="236708" y="110264"/>
                </a:lnTo>
                <a:lnTo>
                  <a:pt x="237626" y="110389"/>
                </a:lnTo>
                <a:lnTo>
                  <a:pt x="238559" y="110495"/>
                </a:lnTo>
                <a:lnTo>
                  <a:pt x="239506" y="110581"/>
                </a:lnTo>
                <a:lnTo>
                  <a:pt x="240468" y="110649"/>
                </a:lnTo>
                <a:lnTo>
                  <a:pt x="241445" y="110697"/>
                </a:lnTo>
                <a:lnTo>
                  <a:pt x="242437" y="110726"/>
                </a:lnTo>
                <a:lnTo>
                  <a:pt x="243443" y="110735"/>
                </a:lnTo>
                <a:lnTo>
                  <a:pt x="244239" y="110729"/>
                </a:lnTo>
                <a:lnTo>
                  <a:pt x="245026" y="110712"/>
                </a:lnTo>
                <a:lnTo>
                  <a:pt x="245803" y="110682"/>
                </a:lnTo>
                <a:close/>
                <a:moveTo>
                  <a:pt x="221501" y="58185"/>
                </a:moveTo>
                <a:lnTo>
                  <a:pt x="221633" y="57268"/>
                </a:lnTo>
                <a:lnTo>
                  <a:pt x="221780" y="56369"/>
                </a:lnTo>
                <a:lnTo>
                  <a:pt x="221942" y="55491"/>
                </a:lnTo>
                <a:lnTo>
                  <a:pt x="222118" y="54632"/>
                </a:lnTo>
                <a:lnTo>
                  <a:pt x="222310" y="53793"/>
                </a:lnTo>
                <a:lnTo>
                  <a:pt x="222516" y="52973"/>
                </a:lnTo>
                <a:lnTo>
                  <a:pt x="222738" y="52173"/>
                </a:lnTo>
                <a:lnTo>
                  <a:pt x="222974" y="51393"/>
                </a:lnTo>
                <a:lnTo>
                  <a:pt x="223225" y="50633"/>
                </a:lnTo>
                <a:lnTo>
                  <a:pt x="223491" y="49892"/>
                </a:lnTo>
                <a:lnTo>
                  <a:pt x="223771" y="49170"/>
                </a:lnTo>
                <a:lnTo>
                  <a:pt x="224067" y="48469"/>
                </a:lnTo>
                <a:lnTo>
                  <a:pt x="224378" y="47787"/>
                </a:lnTo>
                <a:lnTo>
                  <a:pt x="224703" y="47124"/>
                </a:lnTo>
                <a:lnTo>
                  <a:pt x="225043" y="46482"/>
                </a:lnTo>
                <a:lnTo>
                  <a:pt x="225398" y="45859"/>
                </a:lnTo>
                <a:lnTo>
                  <a:pt x="225768" y="45255"/>
                </a:lnTo>
                <a:lnTo>
                  <a:pt x="226153" y="44671"/>
                </a:lnTo>
                <a:lnTo>
                  <a:pt x="226553" y="44107"/>
                </a:lnTo>
                <a:lnTo>
                  <a:pt x="226967" y="43563"/>
                </a:lnTo>
                <a:lnTo>
                  <a:pt x="227397" y="43038"/>
                </a:lnTo>
                <a:lnTo>
                  <a:pt x="227841" y="42534"/>
                </a:lnTo>
                <a:lnTo>
                  <a:pt x="228299" y="42051"/>
                </a:lnTo>
                <a:lnTo>
                  <a:pt x="228771" y="41590"/>
                </a:lnTo>
                <a:lnTo>
                  <a:pt x="229258" y="41150"/>
                </a:lnTo>
                <a:lnTo>
                  <a:pt x="229760" y="40731"/>
                </a:lnTo>
                <a:lnTo>
                  <a:pt x="230275" y="40334"/>
                </a:lnTo>
                <a:lnTo>
                  <a:pt x="230805" y="39959"/>
                </a:lnTo>
                <a:lnTo>
                  <a:pt x="231349" y="39605"/>
                </a:lnTo>
                <a:lnTo>
                  <a:pt x="231908" y="39272"/>
                </a:lnTo>
                <a:lnTo>
                  <a:pt x="232481" y="38961"/>
                </a:lnTo>
                <a:lnTo>
                  <a:pt x="233068" y="38671"/>
                </a:lnTo>
                <a:lnTo>
                  <a:pt x="233669" y="38403"/>
                </a:lnTo>
                <a:lnTo>
                  <a:pt x="234285" y="38156"/>
                </a:lnTo>
                <a:lnTo>
                  <a:pt x="234915" y="37931"/>
                </a:lnTo>
                <a:lnTo>
                  <a:pt x="235559" y="37727"/>
                </a:lnTo>
                <a:lnTo>
                  <a:pt x="236218" y="37545"/>
                </a:lnTo>
                <a:lnTo>
                  <a:pt x="236891" y="37384"/>
                </a:lnTo>
                <a:lnTo>
                  <a:pt x="237578" y="37245"/>
                </a:lnTo>
                <a:lnTo>
                  <a:pt x="238280" y="37127"/>
                </a:lnTo>
                <a:lnTo>
                  <a:pt x="238996" y="37030"/>
                </a:lnTo>
                <a:lnTo>
                  <a:pt x="239726" y="36955"/>
                </a:lnTo>
                <a:lnTo>
                  <a:pt x="240471" y="36901"/>
                </a:lnTo>
                <a:lnTo>
                  <a:pt x="241229" y="36869"/>
                </a:lnTo>
                <a:lnTo>
                  <a:pt x="242003" y="36858"/>
                </a:lnTo>
                <a:lnTo>
                  <a:pt x="242762" y="36869"/>
                </a:lnTo>
                <a:lnTo>
                  <a:pt x="243508" y="36902"/>
                </a:lnTo>
                <a:lnTo>
                  <a:pt x="244240" y="36956"/>
                </a:lnTo>
                <a:lnTo>
                  <a:pt x="244957" y="37031"/>
                </a:lnTo>
                <a:lnTo>
                  <a:pt x="245660" y="37128"/>
                </a:lnTo>
                <a:lnTo>
                  <a:pt x="246349" y="37247"/>
                </a:lnTo>
                <a:lnTo>
                  <a:pt x="247024" y="37388"/>
                </a:lnTo>
                <a:lnTo>
                  <a:pt x="247685" y="37550"/>
                </a:lnTo>
                <a:lnTo>
                  <a:pt x="248331" y="37733"/>
                </a:lnTo>
                <a:lnTo>
                  <a:pt x="248964" y="37939"/>
                </a:lnTo>
                <a:lnTo>
                  <a:pt x="249582" y="38165"/>
                </a:lnTo>
                <a:lnTo>
                  <a:pt x="250186" y="38414"/>
                </a:lnTo>
                <a:lnTo>
                  <a:pt x="250776" y="38684"/>
                </a:lnTo>
                <a:lnTo>
                  <a:pt x="251351" y="38976"/>
                </a:lnTo>
                <a:lnTo>
                  <a:pt x="251913" y="39289"/>
                </a:lnTo>
                <a:lnTo>
                  <a:pt x="252460" y="39624"/>
                </a:lnTo>
                <a:lnTo>
                  <a:pt x="252993" y="39980"/>
                </a:lnTo>
                <a:lnTo>
                  <a:pt x="253512" y="40358"/>
                </a:lnTo>
                <a:lnTo>
                  <a:pt x="254017" y="40758"/>
                </a:lnTo>
                <a:lnTo>
                  <a:pt x="254508" y="41179"/>
                </a:lnTo>
                <a:lnTo>
                  <a:pt x="254984" y="41622"/>
                </a:lnTo>
                <a:lnTo>
                  <a:pt x="255446" y="42087"/>
                </a:lnTo>
                <a:lnTo>
                  <a:pt x="255895" y="42573"/>
                </a:lnTo>
                <a:lnTo>
                  <a:pt x="256329" y="43081"/>
                </a:lnTo>
                <a:lnTo>
                  <a:pt x="256747" y="43609"/>
                </a:lnTo>
                <a:lnTo>
                  <a:pt x="257148" y="44156"/>
                </a:lnTo>
                <a:lnTo>
                  <a:pt x="257533" y="44723"/>
                </a:lnTo>
                <a:lnTo>
                  <a:pt x="257900" y="45308"/>
                </a:lnTo>
                <a:lnTo>
                  <a:pt x="258251" y="45913"/>
                </a:lnTo>
                <a:lnTo>
                  <a:pt x="258584" y="46538"/>
                </a:lnTo>
                <a:lnTo>
                  <a:pt x="258901" y="47181"/>
                </a:lnTo>
                <a:lnTo>
                  <a:pt x="259201" y="47843"/>
                </a:lnTo>
                <a:lnTo>
                  <a:pt x="259484" y="48525"/>
                </a:lnTo>
                <a:lnTo>
                  <a:pt x="259749" y="49226"/>
                </a:lnTo>
                <a:lnTo>
                  <a:pt x="259998" y="49946"/>
                </a:lnTo>
                <a:lnTo>
                  <a:pt x="260230" y="50686"/>
                </a:lnTo>
                <a:lnTo>
                  <a:pt x="260445" y="51444"/>
                </a:lnTo>
                <a:lnTo>
                  <a:pt x="260643" y="52222"/>
                </a:lnTo>
                <a:lnTo>
                  <a:pt x="260824" y="53019"/>
                </a:lnTo>
                <a:lnTo>
                  <a:pt x="260988" y="53835"/>
                </a:lnTo>
                <a:lnTo>
                  <a:pt x="261135" y="54671"/>
                </a:lnTo>
                <a:lnTo>
                  <a:pt x="261266" y="55525"/>
                </a:lnTo>
                <a:lnTo>
                  <a:pt x="261379" y="56399"/>
                </a:lnTo>
                <a:lnTo>
                  <a:pt x="261475" y="57292"/>
                </a:lnTo>
                <a:lnTo>
                  <a:pt x="261554" y="58205"/>
                </a:lnTo>
                <a:lnTo>
                  <a:pt x="261617" y="59136"/>
                </a:lnTo>
                <a:lnTo>
                  <a:pt x="261662" y="60087"/>
                </a:lnTo>
                <a:lnTo>
                  <a:pt x="261691" y="61057"/>
                </a:lnTo>
                <a:lnTo>
                  <a:pt x="221194" y="61057"/>
                </a:lnTo>
                <a:lnTo>
                  <a:pt x="221281" y="60080"/>
                </a:lnTo>
                <a:lnTo>
                  <a:pt x="221384" y="59123"/>
                </a:lnTo>
                <a:lnTo>
                  <a:pt x="221501" y="58185"/>
                </a:lnTo>
                <a:close/>
                <a:moveTo>
                  <a:pt x="150295" y="110671"/>
                </a:moveTo>
                <a:lnTo>
                  <a:pt x="151043" y="110621"/>
                </a:lnTo>
                <a:lnTo>
                  <a:pt x="151781" y="110556"/>
                </a:lnTo>
                <a:lnTo>
                  <a:pt x="152508" y="110477"/>
                </a:lnTo>
                <a:lnTo>
                  <a:pt x="153223" y="110384"/>
                </a:lnTo>
                <a:lnTo>
                  <a:pt x="153928" y="110277"/>
                </a:lnTo>
                <a:lnTo>
                  <a:pt x="154622" y="110155"/>
                </a:lnTo>
                <a:lnTo>
                  <a:pt x="155304" y="110019"/>
                </a:lnTo>
                <a:lnTo>
                  <a:pt x="155976" y="109868"/>
                </a:lnTo>
                <a:lnTo>
                  <a:pt x="156637" y="109704"/>
                </a:lnTo>
                <a:lnTo>
                  <a:pt x="157287" y="109524"/>
                </a:lnTo>
                <a:lnTo>
                  <a:pt x="157925" y="109331"/>
                </a:lnTo>
                <a:lnTo>
                  <a:pt x="158553" y="109123"/>
                </a:lnTo>
                <a:lnTo>
                  <a:pt x="159170" y="108901"/>
                </a:lnTo>
                <a:lnTo>
                  <a:pt x="159776" y="108665"/>
                </a:lnTo>
                <a:lnTo>
                  <a:pt x="160371" y="108414"/>
                </a:lnTo>
                <a:lnTo>
                  <a:pt x="160955" y="108149"/>
                </a:lnTo>
                <a:lnTo>
                  <a:pt x="161528" y="107870"/>
                </a:lnTo>
                <a:lnTo>
                  <a:pt x="162090" y="107576"/>
                </a:lnTo>
                <a:lnTo>
                  <a:pt x="162641" y="107268"/>
                </a:lnTo>
                <a:lnTo>
                  <a:pt x="163181" y="106945"/>
                </a:lnTo>
                <a:lnTo>
                  <a:pt x="163710" y="106609"/>
                </a:lnTo>
                <a:lnTo>
                  <a:pt x="164228" y="106264"/>
                </a:lnTo>
                <a:lnTo>
                  <a:pt x="164737" y="105918"/>
                </a:lnTo>
                <a:lnTo>
                  <a:pt x="165236" y="105570"/>
                </a:lnTo>
                <a:lnTo>
                  <a:pt x="165725" y="105221"/>
                </a:lnTo>
                <a:lnTo>
                  <a:pt x="166204" y="104870"/>
                </a:lnTo>
                <a:lnTo>
                  <a:pt x="166674" y="104518"/>
                </a:lnTo>
                <a:lnTo>
                  <a:pt x="167133" y="104164"/>
                </a:lnTo>
                <a:lnTo>
                  <a:pt x="167582" y="103809"/>
                </a:lnTo>
                <a:lnTo>
                  <a:pt x="168022" y="103452"/>
                </a:lnTo>
                <a:lnTo>
                  <a:pt x="168452" y="103093"/>
                </a:lnTo>
                <a:lnTo>
                  <a:pt x="168872" y="102733"/>
                </a:lnTo>
                <a:lnTo>
                  <a:pt x="169282" y="102372"/>
                </a:lnTo>
                <a:lnTo>
                  <a:pt x="169682" y="102009"/>
                </a:lnTo>
                <a:lnTo>
                  <a:pt x="170073" y="101644"/>
                </a:lnTo>
                <a:lnTo>
                  <a:pt x="170453" y="101278"/>
                </a:lnTo>
                <a:lnTo>
                  <a:pt x="170824" y="100911"/>
                </a:lnTo>
                <a:lnTo>
                  <a:pt x="171185" y="100542"/>
                </a:lnTo>
                <a:lnTo>
                  <a:pt x="171536" y="100171"/>
                </a:lnTo>
                <a:lnTo>
                  <a:pt x="171877" y="99799"/>
                </a:lnTo>
                <a:lnTo>
                  <a:pt x="172208" y="99425"/>
                </a:lnTo>
                <a:lnTo>
                  <a:pt x="172529" y="99050"/>
                </a:lnTo>
                <a:lnTo>
                  <a:pt x="172841" y="98673"/>
                </a:lnTo>
                <a:lnTo>
                  <a:pt x="173142" y="98295"/>
                </a:lnTo>
                <a:lnTo>
                  <a:pt x="173434" y="97915"/>
                </a:lnTo>
                <a:lnTo>
                  <a:pt x="173754" y="109293"/>
                </a:lnTo>
                <a:lnTo>
                  <a:pt x="186639" y="109293"/>
                </a:lnTo>
                <a:lnTo>
                  <a:pt x="186639" y="28044"/>
                </a:lnTo>
                <a:lnTo>
                  <a:pt x="173274" y="28044"/>
                </a:lnTo>
                <a:lnTo>
                  <a:pt x="173274" y="86502"/>
                </a:lnTo>
                <a:lnTo>
                  <a:pt x="172997" y="86903"/>
                </a:lnTo>
                <a:lnTo>
                  <a:pt x="172712" y="87300"/>
                </a:lnTo>
                <a:lnTo>
                  <a:pt x="172421" y="87694"/>
                </a:lnTo>
                <a:lnTo>
                  <a:pt x="172122" y="88084"/>
                </a:lnTo>
                <a:lnTo>
                  <a:pt x="171816" y="88470"/>
                </a:lnTo>
                <a:lnTo>
                  <a:pt x="171503" y="88853"/>
                </a:lnTo>
                <a:lnTo>
                  <a:pt x="171183" y="89233"/>
                </a:lnTo>
                <a:lnTo>
                  <a:pt x="170855" y="89609"/>
                </a:lnTo>
                <a:lnTo>
                  <a:pt x="170520" y="89981"/>
                </a:lnTo>
                <a:lnTo>
                  <a:pt x="170178" y="90350"/>
                </a:lnTo>
                <a:lnTo>
                  <a:pt x="169829" y="90716"/>
                </a:lnTo>
                <a:lnTo>
                  <a:pt x="169472" y="91078"/>
                </a:lnTo>
                <a:lnTo>
                  <a:pt x="169108" y="91436"/>
                </a:lnTo>
                <a:lnTo>
                  <a:pt x="168737" y="91791"/>
                </a:lnTo>
                <a:lnTo>
                  <a:pt x="168359" y="92142"/>
                </a:lnTo>
                <a:lnTo>
                  <a:pt x="167974" y="92490"/>
                </a:lnTo>
                <a:lnTo>
                  <a:pt x="167581" y="92834"/>
                </a:lnTo>
                <a:lnTo>
                  <a:pt x="167181" y="93175"/>
                </a:lnTo>
                <a:lnTo>
                  <a:pt x="166774" y="93512"/>
                </a:lnTo>
                <a:lnTo>
                  <a:pt x="166360" y="93846"/>
                </a:lnTo>
                <a:lnTo>
                  <a:pt x="165938" y="94176"/>
                </a:lnTo>
                <a:lnTo>
                  <a:pt x="165509" y="94503"/>
                </a:lnTo>
                <a:lnTo>
                  <a:pt x="165073" y="94826"/>
                </a:lnTo>
                <a:lnTo>
                  <a:pt x="164630" y="95146"/>
                </a:lnTo>
                <a:lnTo>
                  <a:pt x="164179" y="95456"/>
                </a:lnTo>
                <a:lnTo>
                  <a:pt x="163718" y="95754"/>
                </a:lnTo>
                <a:lnTo>
                  <a:pt x="163248" y="96039"/>
                </a:lnTo>
                <a:lnTo>
                  <a:pt x="162769" y="96310"/>
                </a:lnTo>
                <a:lnTo>
                  <a:pt x="162281" y="96568"/>
                </a:lnTo>
                <a:lnTo>
                  <a:pt x="161784" y="96813"/>
                </a:lnTo>
                <a:lnTo>
                  <a:pt x="161278" y="97044"/>
                </a:lnTo>
                <a:lnTo>
                  <a:pt x="160762" y="97263"/>
                </a:lnTo>
                <a:lnTo>
                  <a:pt x="160237" y="97468"/>
                </a:lnTo>
                <a:lnTo>
                  <a:pt x="159703" y="97660"/>
                </a:lnTo>
                <a:lnTo>
                  <a:pt x="159160" y="97838"/>
                </a:lnTo>
                <a:lnTo>
                  <a:pt x="158608" y="98004"/>
                </a:lnTo>
                <a:lnTo>
                  <a:pt x="158046" y="98156"/>
                </a:lnTo>
                <a:lnTo>
                  <a:pt x="157476" y="98295"/>
                </a:lnTo>
                <a:lnTo>
                  <a:pt x="156896" y="98421"/>
                </a:lnTo>
                <a:lnTo>
                  <a:pt x="156307" y="98533"/>
                </a:lnTo>
                <a:lnTo>
                  <a:pt x="155709" y="98632"/>
                </a:lnTo>
                <a:lnTo>
                  <a:pt x="155101" y="98718"/>
                </a:lnTo>
                <a:lnTo>
                  <a:pt x="154485" y="98791"/>
                </a:lnTo>
                <a:lnTo>
                  <a:pt x="153859" y="98851"/>
                </a:lnTo>
                <a:lnTo>
                  <a:pt x="153224" y="98897"/>
                </a:lnTo>
                <a:lnTo>
                  <a:pt x="152580" y="98930"/>
                </a:lnTo>
                <a:lnTo>
                  <a:pt x="151927" y="98950"/>
                </a:lnTo>
                <a:lnTo>
                  <a:pt x="151265" y="98957"/>
                </a:lnTo>
                <a:lnTo>
                  <a:pt x="150809" y="98952"/>
                </a:lnTo>
                <a:lnTo>
                  <a:pt x="150362" y="98939"/>
                </a:lnTo>
                <a:lnTo>
                  <a:pt x="149924" y="98918"/>
                </a:lnTo>
                <a:lnTo>
                  <a:pt x="149495" y="98887"/>
                </a:lnTo>
                <a:lnTo>
                  <a:pt x="149075" y="98848"/>
                </a:lnTo>
                <a:lnTo>
                  <a:pt x="148664" y="98800"/>
                </a:lnTo>
                <a:lnTo>
                  <a:pt x="148261" y="98744"/>
                </a:lnTo>
                <a:lnTo>
                  <a:pt x="147868" y="98679"/>
                </a:lnTo>
                <a:lnTo>
                  <a:pt x="147483" y="98605"/>
                </a:lnTo>
                <a:lnTo>
                  <a:pt x="147107" y="98523"/>
                </a:lnTo>
                <a:lnTo>
                  <a:pt x="146741" y="98432"/>
                </a:lnTo>
                <a:lnTo>
                  <a:pt x="146383" y="98332"/>
                </a:lnTo>
                <a:lnTo>
                  <a:pt x="146034" y="98223"/>
                </a:lnTo>
                <a:lnTo>
                  <a:pt x="145693" y="98106"/>
                </a:lnTo>
                <a:lnTo>
                  <a:pt x="145362" y="97980"/>
                </a:lnTo>
                <a:lnTo>
                  <a:pt x="145040" y="97846"/>
                </a:lnTo>
                <a:lnTo>
                  <a:pt x="144726" y="97703"/>
                </a:lnTo>
                <a:lnTo>
                  <a:pt x="144422" y="97551"/>
                </a:lnTo>
                <a:lnTo>
                  <a:pt x="144126" y="97390"/>
                </a:lnTo>
                <a:lnTo>
                  <a:pt x="143839" y="97221"/>
                </a:lnTo>
                <a:lnTo>
                  <a:pt x="143561" y="97043"/>
                </a:lnTo>
                <a:lnTo>
                  <a:pt x="143292" y="96857"/>
                </a:lnTo>
                <a:lnTo>
                  <a:pt x="143032" y="96662"/>
                </a:lnTo>
                <a:lnTo>
                  <a:pt x="142781" y="96458"/>
                </a:lnTo>
                <a:lnTo>
                  <a:pt x="142538" y="96246"/>
                </a:lnTo>
                <a:lnTo>
                  <a:pt x="142301" y="96028"/>
                </a:lnTo>
                <a:lnTo>
                  <a:pt x="142070" y="95803"/>
                </a:lnTo>
                <a:lnTo>
                  <a:pt x="141846" y="95572"/>
                </a:lnTo>
                <a:lnTo>
                  <a:pt x="141629" y="95334"/>
                </a:lnTo>
                <a:lnTo>
                  <a:pt x="141418" y="95089"/>
                </a:lnTo>
                <a:lnTo>
                  <a:pt x="141214" y="94838"/>
                </a:lnTo>
                <a:lnTo>
                  <a:pt x="141016" y="94580"/>
                </a:lnTo>
                <a:lnTo>
                  <a:pt x="140825" y="94315"/>
                </a:lnTo>
                <a:lnTo>
                  <a:pt x="140640" y="94044"/>
                </a:lnTo>
                <a:lnTo>
                  <a:pt x="140462" y="93767"/>
                </a:lnTo>
                <a:lnTo>
                  <a:pt x="140290" y="93482"/>
                </a:lnTo>
                <a:lnTo>
                  <a:pt x="140125" y="93191"/>
                </a:lnTo>
                <a:lnTo>
                  <a:pt x="139966" y="92894"/>
                </a:lnTo>
                <a:lnTo>
                  <a:pt x="139814" y="92590"/>
                </a:lnTo>
                <a:lnTo>
                  <a:pt x="139669" y="92279"/>
                </a:lnTo>
                <a:lnTo>
                  <a:pt x="139530" y="91961"/>
                </a:lnTo>
                <a:lnTo>
                  <a:pt x="139397" y="91637"/>
                </a:lnTo>
                <a:lnTo>
                  <a:pt x="139271" y="91307"/>
                </a:lnTo>
                <a:lnTo>
                  <a:pt x="139152" y="90969"/>
                </a:lnTo>
                <a:lnTo>
                  <a:pt x="139039" y="90626"/>
                </a:lnTo>
                <a:lnTo>
                  <a:pt x="138933" y="90275"/>
                </a:lnTo>
                <a:lnTo>
                  <a:pt x="138833" y="89918"/>
                </a:lnTo>
                <a:lnTo>
                  <a:pt x="138739" y="89554"/>
                </a:lnTo>
                <a:lnTo>
                  <a:pt x="138651" y="89185"/>
                </a:lnTo>
                <a:lnTo>
                  <a:pt x="138567" y="88810"/>
                </a:lnTo>
                <a:lnTo>
                  <a:pt x="138486" y="88431"/>
                </a:lnTo>
                <a:lnTo>
                  <a:pt x="138409" y="88048"/>
                </a:lnTo>
                <a:lnTo>
                  <a:pt x="138336" y="87659"/>
                </a:lnTo>
                <a:lnTo>
                  <a:pt x="138267" y="87266"/>
                </a:lnTo>
                <a:lnTo>
                  <a:pt x="138201" y="86868"/>
                </a:lnTo>
                <a:lnTo>
                  <a:pt x="138139" y="86466"/>
                </a:lnTo>
                <a:lnTo>
                  <a:pt x="138081" y="86058"/>
                </a:lnTo>
                <a:lnTo>
                  <a:pt x="138027" y="85647"/>
                </a:lnTo>
                <a:lnTo>
                  <a:pt x="137976" y="85230"/>
                </a:lnTo>
                <a:lnTo>
                  <a:pt x="137929" y="84809"/>
                </a:lnTo>
                <a:lnTo>
                  <a:pt x="137886" y="84383"/>
                </a:lnTo>
                <a:lnTo>
                  <a:pt x="137847" y="83952"/>
                </a:lnTo>
                <a:lnTo>
                  <a:pt x="137811" y="83516"/>
                </a:lnTo>
                <a:lnTo>
                  <a:pt x="137779" y="83076"/>
                </a:lnTo>
                <a:lnTo>
                  <a:pt x="137751" y="82631"/>
                </a:lnTo>
                <a:lnTo>
                  <a:pt x="137727" y="82182"/>
                </a:lnTo>
                <a:lnTo>
                  <a:pt x="137706" y="81727"/>
                </a:lnTo>
                <a:lnTo>
                  <a:pt x="137689" y="81269"/>
                </a:lnTo>
                <a:lnTo>
                  <a:pt x="137676" y="80805"/>
                </a:lnTo>
                <a:lnTo>
                  <a:pt x="137666" y="80336"/>
                </a:lnTo>
                <a:lnTo>
                  <a:pt x="137661" y="79863"/>
                </a:lnTo>
                <a:lnTo>
                  <a:pt x="137659" y="79386"/>
                </a:lnTo>
                <a:lnTo>
                  <a:pt x="137659" y="28044"/>
                </a:lnTo>
                <a:lnTo>
                  <a:pt x="124213" y="28044"/>
                </a:lnTo>
                <a:lnTo>
                  <a:pt x="124213" y="80903"/>
                </a:lnTo>
                <a:lnTo>
                  <a:pt x="124223" y="82055"/>
                </a:lnTo>
                <a:lnTo>
                  <a:pt x="124252" y="83186"/>
                </a:lnTo>
                <a:lnTo>
                  <a:pt x="124300" y="84297"/>
                </a:lnTo>
                <a:lnTo>
                  <a:pt x="124368" y="85386"/>
                </a:lnTo>
                <a:lnTo>
                  <a:pt x="124455" y="86455"/>
                </a:lnTo>
                <a:lnTo>
                  <a:pt x="124561" y="87502"/>
                </a:lnTo>
                <a:lnTo>
                  <a:pt x="124687" y="88529"/>
                </a:lnTo>
                <a:lnTo>
                  <a:pt x="124831" y="89535"/>
                </a:lnTo>
                <a:lnTo>
                  <a:pt x="124996" y="90520"/>
                </a:lnTo>
                <a:lnTo>
                  <a:pt x="125179" y="91485"/>
                </a:lnTo>
                <a:lnTo>
                  <a:pt x="125382" y="92428"/>
                </a:lnTo>
                <a:lnTo>
                  <a:pt x="125604" y="93351"/>
                </a:lnTo>
                <a:lnTo>
                  <a:pt x="125845" y="94253"/>
                </a:lnTo>
                <a:lnTo>
                  <a:pt x="126106" y="95133"/>
                </a:lnTo>
                <a:lnTo>
                  <a:pt x="126386" y="95993"/>
                </a:lnTo>
                <a:lnTo>
                  <a:pt x="126686" y="96833"/>
                </a:lnTo>
                <a:lnTo>
                  <a:pt x="127004" y="97651"/>
                </a:lnTo>
                <a:lnTo>
                  <a:pt x="127342" y="98448"/>
                </a:lnTo>
                <a:lnTo>
                  <a:pt x="127700" y="99225"/>
                </a:lnTo>
                <a:lnTo>
                  <a:pt x="128076" y="99981"/>
                </a:lnTo>
                <a:lnTo>
                  <a:pt x="128472" y="100716"/>
                </a:lnTo>
                <a:lnTo>
                  <a:pt x="128887" y="101430"/>
                </a:lnTo>
                <a:lnTo>
                  <a:pt x="129322" y="102123"/>
                </a:lnTo>
                <a:lnTo>
                  <a:pt x="129776" y="102795"/>
                </a:lnTo>
                <a:lnTo>
                  <a:pt x="130252" y="103443"/>
                </a:lnTo>
                <a:lnTo>
                  <a:pt x="130752" y="104063"/>
                </a:lnTo>
                <a:lnTo>
                  <a:pt x="131277" y="104656"/>
                </a:lnTo>
                <a:lnTo>
                  <a:pt x="131827" y="105221"/>
                </a:lnTo>
                <a:lnTo>
                  <a:pt x="132401" y="105759"/>
                </a:lnTo>
                <a:lnTo>
                  <a:pt x="133000" y="106269"/>
                </a:lnTo>
                <a:lnTo>
                  <a:pt x="133623" y="106751"/>
                </a:lnTo>
                <a:lnTo>
                  <a:pt x="134271" y="107206"/>
                </a:lnTo>
                <a:lnTo>
                  <a:pt x="134943" y="107634"/>
                </a:lnTo>
                <a:lnTo>
                  <a:pt x="135641" y="108033"/>
                </a:lnTo>
                <a:lnTo>
                  <a:pt x="136362" y="108406"/>
                </a:lnTo>
                <a:lnTo>
                  <a:pt x="137109" y="108750"/>
                </a:lnTo>
                <a:lnTo>
                  <a:pt x="137880" y="109067"/>
                </a:lnTo>
                <a:lnTo>
                  <a:pt x="138675" y="109357"/>
                </a:lnTo>
                <a:lnTo>
                  <a:pt x="139495" y="109619"/>
                </a:lnTo>
                <a:lnTo>
                  <a:pt x="140340" y="109853"/>
                </a:lnTo>
                <a:lnTo>
                  <a:pt x="141209" y="110060"/>
                </a:lnTo>
                <a:lnTo>
                  <a:pt x="142103" y="110239"/>
                </a:lnTo>
                <a:lnTo>
                  <a:pt x="143022" y="110391"/>
                </a:lnTo>
                <a:lnTo>
                  <a:pt x="143965" y="110515"/>
                </a:lnTo>
                <a:lnTo>
                  <a:pt x="144933" y="110611"/>
                </a:lnTo>
                <a:lnTo>
                  <a:pt x="145925" y="110680"/>
                </a:lnTo>
                <a:lnTo>
                  <a:pt x="146942" y="110721"/>
                </a:lnTo>
                <a:lnTo>
                  <a:pt x="147983" y="110735"/>
                </a:lnTo>
                <a:lnTo>
                  <a:pt x="148765" y="110728"/>
                </a:lnTo>
                <a:lnTo>
                  <a:pt x="149535" y="110707"/>
                </a:lnTo>
                <a:lnTo>
                  <a:pt x="150295" y="110671"/>
                </a:lnTo>
                <a:close/>
                <a:moveTo>
                  <a:pt x="357462" y="137965"/>
                </a:moveTo>
                <a:lnTo>
                  <a:pt x="357997" y="137949"/>
                </a:lnTo>
                <a:lnTo>
                  <a:pt x="358524" y="137926"/>
                </a:lnTo>
                <a:lnTo>
                  <a:pt x="359044" y="137896"/>
                </a:lnTo>
                <a:lnTo>
                  <a:pt x="359556" y="137860"/>
                </a:lnTo>
                <a:lnTo>
                  <a:pt x="360061" y="137817"/>
                </a:lnTo>
                <a:lnTo>
                  <a:pt x="360559" y="137768"/>
                </a:lnTo>
                <a:lnTo>
                  <a:pt x="361048" y="137712"/>
                </a:lnTo>
                <a:lnTo>
                  <a:pt x="361531" y="137649"/>
                </a:lnTo>
                <a:lnTo>
                  <a:pt x="362005" y="137580"/>
                </a:lnTo>
                <a:lnTo>
                  <a:pt x="362473" y="137504"/>
                </a:lnTo>
                <a:lnTo>
                  <a:pt x="362932" y="137422"/>
                </a:lnTo>
                <a:lnTo>
                  <a:pt x="363385" y="137333"/>
                </a:lnTo>
                <a:lnTo>
                  <a:pt x="363829" y="137238"/>
                </a:lnTo>
                <a:lnTo>
                  <a:pt x="364267" y="137136"/>
                </a:lnTo>
                <a:lnTo>
                  <a:pt x="364696" y="137027"/>
                </a:lnTo>
                <a:lnTo>
                  <a:pt x="365119" y="136912"/>
                </a:lnTo>
                <a:lnTo>
                  <a:pt x="365534" y="136790"/>
                </a:lnTo>
                <a:lnTo>
                  <a:pt x="365941" y="136662"/>
                </a:lnTo>
                <a:lnTo>
                  <a:pt x="366341" y="136527"/>
                </a:lnTo>
                <a:lnTo>
                  <a:pt x="366733" y="136386"/>
                </a:lnTo>
                <a:lnTo>
                  <a:pt x="367117" y="136237"/>
                </a:lnTo>
                <a:lnTo>
                  <a:pt x="367495" y="136083"/>
                </a:lnTo>
                <a:lnTo>
                  <a:pt x="367866" y="135921"/>
                </a:lnTo>
                <a:lnTo>
                  <a:pt x="368233" y="135750"/>
                </a:lnTo>
                <a:lnTo>
                  <a:pt x="368596" y="135570"/>
                </a:lnTo>
                <a:lnTo>
                  <a:pt x="368954" y="135381"/>
                </a:lnTo>
                <a:lnTo>
                  <a:pt x="369308" y="135183"/>
                </a:lnTo>
                <a:lnTo>
                  <a:pt x="369658" y="134977"/>
                </a:lnTo>
                <a:lnTo>
                  <a:pt x="370004" y="134761"/>
                </a:lnTo>
                <a:lnTo>
                  <a:pt x="370345" y="134537"/>
                </a:lnTo>
                <a:lnTo>
                  <a:pt x="370682" y="134304"/>
                </a:lnTo>
                <a:lnTo>
                  <a:pt x="371014" y="134062"/>
                </a:lnTo>
                <a:lnTo>
                  <a:pt x="371343" y="133811"/>
                </a:lnTo>
                <a:lnTo>
                  <a:pt x="371666" y="133551"/>
                </a:lnTo>
                <a:lnTo>
                  <a:pt x="371986" y="133283"/>
                </a:lnTo>
                <a:lnTo>
                  <a:pt x="372301" y="133005"/>
                </a:lnTo>
                <a:lnTo>
                  <a:pt x="372612" y="132719"/>
                </a:lnTo>
                <a:lnTo>
                  <a:pt x="372919" y="132424"/>
                </a:lnTo>
                <a:lnTo>
                  <a:pt x="373222" y="132120"/>
                </a:lnTo>
                <a:lnTo>
                  <a:pt x="373520" y="131807"/>
                </a:lnTo>
                <a:lnTo>
                  <a:pt x="373814" y="131485"/>
                </a:lnTo>
                <a:lnTo>
                  <a:pt x="374103" y="131154"/>
                </a:lnTo>
                <a:lnTo>
                  <a:pt x="374388" y="130815"/>
                </a:lnTo>
                <a:lnTo>
                  <a:pt x="374669" y="130466"/>
                </a:lnTo>
                <a:lnTo>
                  <a:pt x="374946" y="130109"/>
                </a:lnTo>
                <a:lnTo>
                  <a:pt x="375218" y="129743"/>
                </a:lnTo>
                <a:lnTo>
                  <a:pt x="375487" y="129367"/>
                </a:lnTo>
                <a:lnTo>
                  <a:pt x="375755" y="128979"/>
                </a:lnTo>
                <a:lnTo>
                  <a:pt x="376021" y="128581"/>
                </a:lnTo>
                <a:lnTo>
                  <a:pt x="376286" y="128171"/>
                </a:lnTo>
                <a:lnTo>
                  <a:pt x="376549" y="127751"/>
                </a:lnTo>
                <a:lnTo>
                  <a:pt x="376811" y="127319"/>
                </a:lnTo>
                <a:lnTo>
                  <a:pt x="377071" y="126876"/>
                </a:lnTo>
                <a:lnTo>
                  <a:pt x="377330" y="126421"/>
                </a:lnTo>
                <a:lnTo>
                  <a:pt x="377587" y="125956"/>
                </a:lnTo>
                <a:lnTo>
                  <a:pt x="377843" y="125480"/>
                </a:lnTo>
                <a:lnTo>
                  <a:pt x="378097" y="124992"/>
                </a:lnTo>
                <a:lnTo>
                  <a:pt x="378349" y="124493"/>
                </a:lnTo>
                <a:lnTo>
                  <a:pt x="378600" y="123983"/>
                </a:lnTo>
                <a:lnTo>
                  <a:pt x="378850" y="123462"/>
                </a:lnTo>
                <a:lnTo>
                  <a:pt x="379098" y="122930"/>
                </a:lnTo>
                <a:lnTo>
                  <a:pt x="379344" y="122387"/>
                </a:lnTo>
                <a:lnTo>
                  <a:pt x="379589" y="121832"/>
                </a:lnTo>
                <a:lnTo>
                  <a:pt x="379832" y="121267"/>
                </a:lnTo>
                <a:lnTo>
                  <a:pt x="380074" y="120690"/>
                </a:lnTo>
                <a:lnTo>
                  <a:pt x="380314" y="120102"/>
                </a:lnTo>
                <a:lnTo>
                  <a:pt x="380553" y="119503"/>
                </a:lnTo>
                <a:lnTo>
                  <a:pt x="380791" y="118893"/>
                </a:lnTo>
                <a:lnTo>
                  <a:pt x="381026" y="118271"/>
                </a:lnTo>
                <a:lnTo>
                  <a:pt x="381260" y="117639"/>
                </a:lnTo>
                <a:lnTo>
                  <a:pt x="384782" y="108251"/>
                </a:lnTo>
                <a:lnTo>
                  <a:pt x="412793" y="28044"/>
                </a:lnTo>
                <a:lnTo>
                  <a:pt x="399188" y="28044"/>
                </a:lnTo>
                <a:lnTo>
                  <a:pt x="378139" y="94527"/>
                </a:lnTo>
                <a:lnTo>
                  <a:pt x="355330" y="28044"/>
                </a:lnTo>
                <a:lnTo>
                  <a:pt x="341244" y="28044"/>
                </a:lnTo>
                <a:lnTo>
                  <a:pt x="371096" y="109293"/>
                </a:lnTo>
                <a:lnTo>
                  <a:pt x="368135" y="116249"/>
                </a:lnTo>
                <a:lnTo>
                  <a:pt x="367940" y="116718"/>
                </a:lnTo>
                <a:lnTo>
                  <a:pt x="367744" y="117175"/>
                </a:lnTo>
                <a:lnTo>
                  <a:pt x="367545" y="117622"/>
                </a:lnTo>
                <a:lnTo>
                  <a:pt x="367344" y="118057"/>
                </a:lnTo>
                <a:lnTo>
                  <a:pt x="367140" y="118481"/>
                </a:lnTo>
                <a:lnTo>
                  <a:pt x="366935" y="118895"/>
                </a:lnTo>
                <a:lnTo>
                  <a:pt x="366727" y="119297"/>
                </a:lnTo>
                <a:lnTo>
                  <a:pt x="366517" y="119687"/>
                </a:lnTo>
                <a:lnTo>
                  <a:pt x="366304" y="120067"/>
                </a:lnTo>
                <a:lnTo>
                  <a:pt x="366090" y="120436"/>
                </a:lnTo>
                <a:lnTo>
                  <a:pt x="365873" y="120793"/>
                </a:lnTo>
                <a:lnTo>
                  <a:pt x="365654" y="121140"/>
                </a:lnTo>
                <a:lnTo>
                  <a:pt x="365433" y="121475"/>
                </a:lnTo>
                <a:lnTo>
                  <a:pt x="365209" y="121799"/>
                </a:lnTo>
                <a:lnTo>
                  <a:pt x="364984" y="122112"/>
                </a:lnTo>
                <a:lnTo>
                  <a:pt x="364756" y="122414"/>
                </a:lnTo>
                <a:lnTo>
                  <a:pt x="364526" y="122705"/>
                </a:lnTo>
                <a:lnTo>
                  <a:pt x="364293" y="122985"/>
                </a:lnTo>
                <a:lnTo>
                  <a:pt x="364059" y="123253"/>
                </a:lnTo>
                <a:lnTo>
                  <a:pt x="363822" y="123511"/>
                </a:lnTo>
                <a:lnTo>
                  <a:pt x="363583" y="123757"/>
                </a:lnTo>
                <a:lnTo>
                  <a:pt x="363342" y="123992"/>
                </a:lnTo>
                <a:lnTo>
                  <a:pt x="363098" y="124216"/>
                </a:lnTo>
                <a:lnTo>
                  <a:pt x="362853" y="124429"/>
                </a:lnTo>
                <a:lnTo>
                  <a:pt x="362603" y="124633"/>
                </a:lnTo>
                <a:lnTo>
                  <a:pt x="362346" y="124827"/>
                </a:lnTo>
                <a:lnTo>
                  <a:pt x="362082" y="125013"/>
                </a:lnTo>
                <a:lnTo>
                  <a:pt x="361812" y="125191"/>
                </a:lnTo>
                <a:lnTo>
                  <a:pt x="361536" y="125359"/>
                </a:lnTo>
                <a:lnTo>
                  <a:pt x="361252" y="125519"/>
                </a:lnTo>
                <a:lnTo>
                  <a:pt x="360962" y="125671"/>
                </a:lnTo>
                <a:lnTo>
                  <a:pt x="360665" y="125813"/>
                </a:lnTo>
                <a:lnTo>
                  <a:pt x="360362" y="125948"/>
                </a:lnTo>
                <a:lnTo>
                  <a:pt x="360052" y="126073"/>
                </a:lnTo>
                <a:lnTo>
                  <a:pt x="359735" y="126190"/>
                </a:lnTo>
                <a:lnTo>
                  <a:pt x="359411" y="126298"/>
                </a:lnTo>
                <a:lnTo>
                  <a:pt x="359081" y="126397"/>
                </a:lnTo>
                <a:lnTo>
                  <a:pt x="358744" y="126488"/>
                </a:lnTo>
                <a:lnTo>
                  <a:pt x="358401" y="126570"/>
                </a:lnTo>
                <a:lnTo>
                  <a:pt x="358051" y="126644"/>
                </a:lnTo>
                <a:lnTo>
                  <a:pt x="357694" y="126709"/>
                </a:lnTo>
                <a:lnTo>
                  <a:pt x="357331" y="126765"/>
                </a:lnTo>
                <a:lnTo>
                  <a:pt x="356960" y="126813"/>
                </a:lnTo>
                <a:lnTo>
                  <a:pt x="356584" y="126852"/>
                </a:lnTo>
                <a:lnTo>
                  <a:pt x="356200" y="126882"/>
                </a:lnTo>
                <a:lnTo>
                  <a:pt x="355810" y="126903"/>
                </a:lnTo>
                <a:lnTo>
                  <a:pt x="355413" y="126916"/>
                </a:lnTo>
                <a:lnTo>
                  <a:pt x="355010" y="126921"/>
                </a:lnTo>
                <a:lnTo>
                  <a:pt x="348367" y="126921"/>
                </a:lnTo>
                <a:lnTo>
                  <a:pt x="348367" y="137978"/>
                </a:lnTo>
                <a:lnTo>
                  <a:pt x="356370" y="137978"/>
                </a:lnTo>
                <a:lnTo>
                  <a:pt x="356920" y="137975"/>
                </a:lnTo>
                <a:lnTo>
                  <a:pt x="357462" y="1379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70ce1937da4457"/>
          <a:stretch xmlns:a="http://schemas.openxmlformats.org/drawingml/2006/main"/>
        </p:blipFill>
        <p:spPr>
          <a:xfrm xmlns:a="http://schemas.openxmlformats.org/drawingml/2006/main">
            <a:off x="2418998" y="1266865"/>
            <a:ext cx="773645" cy="773645"/>
          </a:xfrm>
          <a:prstGeom xmlns:a="http://schemas.openxmlformats.org/drawingml/2006/main" prst="rect">
            <a:avLst/>
          </a:prstGeom>
        </p:spPr>
      </p:pic>
      <p:sp>
        <p:nvSpPr>
          <p:cNvPr id="22" name="Text ?">
            <a:extLst xmlns:a="http://schemas.openxmlformats.org/drawingml/2006/main">
              <a:ext uri="{FF2B5EF4-FFF2-40B4-BE49-F238E27FC236}">
                <a16:creationId xmlns:a16="http://schemas.microsoft.com/office/drawing/2014/main" id="{9047B64C-C8C1-4FEB-AD1A-4AC4F050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5746" y="1214424"/>
            <a:ext cx="90704" cy="152775"/>
          </a:xfrm>
          <a:custGeom xmlns:a="http://schemas.openxmlformats.org/drawingml/2006/main">
            <a:pathLst>
              <a:path w="90704" h="152775">
                <a:moveTo>
                  <a:pt x="30092" y="108972"/>
                </a:moveTo>
                <a:cubicBezTo>
                  <a:pt x="30448" y="101345"/>
                  <a:pt x="31942" y="94644"/>
                  <a:pt x="34574" y="88871"/>
                </a:cubicBezTo>
                <a:cubicBezTo>
                  <a:pt x="37207" y="83095"/>
                  <a:pt x="42009" y="77141"/>
                  <a:pt x="48980" y="71009"/>
                </a:cubicBezTo>
                <a:cubicBezTo>
                  <a:pt x="54529" y="66019"/>
                  <a:pt x="58317" y="62223"/>
                  <a:pt x="60345" y="59621"/>
                </a:cubicBezTo>
                <a:cubicBezTo>
                  <a:pt x="62373" y="57017"/>
                  <a:pt x="63955" y="54271"/>
                  <a:pt x="65094" y="51385"/>
                </a:cubicBezTo>
                <a:cubicBezTo>
                  <a:pt x="66232" y="48498"/>
                  <a:pt x="66801" y="45343"/>
                  <a:pt x="66801" y="41920"/>
                </a:cubicBezTo>
                <a:cubicBezTo>
                  <a:pt x="66801" y="34648"/>
                  <a:pt x="64951" y="29177"/>
                  <a:pt x="61252" y="25507"/>
                </a:cubicBezTo>
                <a:cubicBezTo>
                  <a:pt x="57553" y="21835"/>
                  <a:pt x="52502" y="19998"/>
                  <a:pt x="46099" y="19998"/>
                </a:cubicBezTo>
                <a:cubicBezTo>
                  <a:pt x="39839" y="19998"/>
                  <a:pt x="34699" y="22178"/>
                  <a:pt x="30679" y="26539"/>
                </a:cubicBezTo>
                <a:cubicBezTo>
                  <a:pt x="26660" y="30897"/>
                  <a:pt x="24401" y="37292"/>
                  <a:pt x="23903" y="45726"/>
                </a:cubicBezTo>
                <a:lnTo>
                  <a:pt x="0" y="44654"/>
                </a:lnTo>
                <a:cubicBezTo>
                  <a:pt x="1425" y="30162"/>
                  <a:pt x="6215" y="19097"/>
                  <a:pt x="14369" y="11458"/>
                </a:cubicBezTo>
                <a:cubicBezTo>
                  <a:pt x="22524" y="3819"/>
                  <a:pt x="33189" y="0"/>
                  <a:pt x="46366" y="0"/>
                </a:cubicBezTo>
                <a:cubicBezTo>
                  <a:pt x="60327" y="0"/>
                  <a:pt x="71207" y="3529"/>
                  <a:pt x="79006" y="10587"/>
                </a:cubicBezTo>
                <a:cubicBezTo>
                  <a:pt x="86805" y="17645"/>
                  <a:pt x="90704" y="27662"/>
                  <a:pt x="90704" y="40638"/>
                </a:cubicBezTo>
                <a:cubicBezTo>
                  <a:pt x="90704" y="47767"/>
                  <a:pt x="89225" y="54415"/>
                  <a:pt x="86266" y="60583"/>
                </a:cubicBezTo>
                <a:cubicBezTo>
                  <a:pt x="83309" y="66750"/>
                  <a:pt x="78053" y="73184"/>
                  <a:pt x="70499" y="79883"/>
                </a:cubicBezTo>
                <a:lnTo>
                  <a:pt x="63873" y="85766"/>
                </a:lnTo>
                <a:cubicBezTo>
                  <a:pt x="55819" y="92895"/>
                  <a:pt x="51720" y="100630"/>
                  <a:pt x="51578" y="108972"/>
                </a:cubicBezTo>
                <a:lnTo>
                  <a:pt x="30092" y="108972"/>
                </a:lnTo>
                <a:moveTo>
                  <a:pt x="28599" y="152775"/>
                </a:moveTo>
                <a:lnTo>
                  <a:pt x="28599" y="127562"/>
                </a:lnTo>
                <a:lnTo>
                  <a:pt x="54423" y="127562"/>
                </a:lnTo>
                <a:lnTo>
                  <a:pt x="54423" y="152775"/>
                </a:lnTo>
                <a:lnTo>
                  <a:pt x="28599" y="1527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�">
            <a:extLst xmlns:a="http://schemas.openxmlformats.org/drawingml/2006/main">
              <a:ext uri="{FF2B5EF4-FFF2-40B4-BE49-F238E27FC236}">
                <a16:creationId xmlns:a16="http://schemas.microsoft.com/office/drawing/2014/main" id="{9CB0A3E5-AAE9-4269-9CA2-CBC4EFFA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8330" y="688952"/>
            <a:ext cx="197415" cy="197646"/>
          </a:xfrm>
          <a:custGeom xmlns:a="http://schemas.openxmlformats.org/drawingml/2006/main">
            <a:pathLst>
              <a:path w="197415" h="197646">
                <a:moveTo>
                  <a:pt x="0" y="98823"/>
                </a:moveTo>
                <a:cubicBezTo>
                  <a:pt x="0" y="71491"/>
                  <a:pt x="9626" y="48187"/>
                  <a:pt x="28879" y="28912"/>
                </a:cubicBezTo>
                <a:cubicBezTo>
                  <a:pt x="48131" y="9637"/>
                  <a:pt x="71407" y="0"/>
                  <a:pt x="98708" y="0"/>
                </a:cubicBezTo>
                <a:cubicBezTo>
                  <a:pt x="126008" y="0"/>
                  <a:pt x="149284" y="9637"/>
                  <a:pt x="168536" y="28912"/>
                </a:cubicBezTo>
                <a:cubicBezTo>
                  <a:pt x="187789" y="48187"/>
                  <a:pt x="197415" y="71491"/>
                  <a:pt x="197415" y="98823"/>
                </a:cubicBezTo>
                <a:cubicBezTo>
                  <a:pt x="197415" y="126155"/>
                  <a:pt x="187789" y="149459"/>
                  <a:pt x="168536" y="168734"/>
                </a:cubicBezTo>
                <a:cubicBezTo>
                  <a:pt x="149284" y="188009"/>
                  <a:pt x="126008" y="197646"/>
                  <a:pt x="98708" y="197646"/>
                </a:cubicBezTo>
                <a:cubicBezTo>
                  <a:pt x="71407" y="197646"/>
                  <a:pt x="48131" y="188009"/>
                  <a:pt x="28879" y="168734"/>
                </a:cubicBezTo>
                <a:cubicBezTo>
                  <a:pt x="9626" y="149459"/>
                  <a:pt x="0" y="126155"/>
                  <a:pt x="0" y="98823"/>
                </a:cubicBezTo>
                <a:moveTo>
                  <a:pt x="13205" y="98890"/>
                </a:moveTo>
                <a:cubicBezTo>
                  <a:pt x="13205" y="122516"/>
                  <a:pt x="21542" y="142656"/>
                  <a:pt x="38216" y="159310"/>
                </a:cubicBezTo>
                <a:cubicBezTo>
                  <a:pt x="54889" y="175964"/>
                  <a:pt x="75053" y="184292"/>
                  <a:pt x="98708" y="184292"/>
                </a:cubicBezTo>
                <a:cubicBezTo>
                  <a:pt x="122362" y="184292"/>
                  <a:pt x="142548" y="175964"/>
                  <a:pt x="159266" y="159310"/>
                </a:cubicBezTo>
                <a:cubicBezTo>
                  <a:pt x="175984" y="142656"/>
                  <a:pt x="184343" y="122516"/>
                  <a:pt x="184343" y="98890"/>
                </a:cubicBezTo>
                <a:cubicBezTo>
                  <a:pt x="184343" y="75264"/>
                  <a:pt x="175984" y="55101"/>
                  <a:pt x="159266" y="38402"/>
                </a:cubicBezTo>
                <a:cubicBezTo>
                  <a:pt x="142548" y="21704"/>
                  <a:pt x="122362" y="13354"/>
                  <a:pt x="98708" y="13354"/>
                </a:cubicBezTo>
                <a:cubicBezTo>
                  <a:pt x="75053" y="13354"/>
                  <a:pt x="54889" y="21704"/>
                  <a:pt x="38216" y="38402"/>
                </a:cubicBezTo>
                <a:cubicBezTo>
                  <a:pt x="21542" y="55101"/>
                  <a:pt x="13205" y="75264"/>
                  <a:pt x="13205" y="98890"/>
                </a:cubicBezTo>
                <a:moveTo>
                  <a:pt x="92172" y="161322"/>
                </a:moveTo>
                <a:lnTo>
                  <a:pt x="92172" y="49679"/>
                </a:lnTo>
                <a:lnTo>
                  <a:pt x="72430" y="49679"/>
                </a:lnTo>
                <a:lnTo>
                  <a:pt x="72430" y="39262"/>
                </a:lnTo>
                <a:lnTo>
                  <a:pt x="108712" y="36057"/>
                </a:lnTo>
                <a:lnTo>
                  <a:pt x="108712" y="161322"/>
                </a:lnTo>
                <a:lnTo>
                  <a:pt x="92172" y="1613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�">
            <a:extLst xmlns:a="http://schemas.openxmlformats.org/drawingml/2006/main">
              <a:ext uri="{FF2B5EF4-FFF2-40B4-BE49-F238E27FC236}">
                <a16:creationId xmlns:a16="http://schemas.microsoft.com/office/drawing/2014/main" id="{36EC77B8-4F7A-4DBF-8050-8636434F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9900" y="2518165"/>
            <a:ext cx="197415" cy="197646"/>
          </a:xfrm>
          <a:custGeom xmlns:a="http://schemas.openxmlformats.org/drawingml/2006/main">
            <a:pathLst>
              <a:path w="197415" h="197646">
                <a:moveTo>
                  <a:pt x="0" y="98823"/>
                </a:moveTo>
                <a:cubicBezTo>
                  <a:pt x="0" y="71491"/>
                  <a:pt x="9626" y="48187"/>
                  <a:pt x="28879" y="28912"/>
                </a:cubicBezTo>
                <a:cubicBezTo>
                  <a:pt x="48131" y="9637"/>
                  <a:pt x="71407" y="0"/>
                  <a:pt x="98708" y="0"/>
                </a:cubicBezTo>
                <a:cubicBezTo>
                  <a:pt x="126008" y="0"/>
                  <a:pt x="149284" y="9637"/>
                  <a:pt x="168536" y="28912"/>
                </a:cubicBezTo>
                <a:cubicBezTo>
                  <a:pt x="187789" y="48187"/>
                  <a:pt x="197415" y="71491"/>
                  <a:pt x="197415" y="98823"/>
                </a:cubicBezTo>
                <a:cubicBezTo>
                  <a:pt x="197415" y="126155"/>
                  <a:pt x="187789" y="149459"/>
                  <a:pt x="168536" y="168734"/>
                </a:cubicBezTo>
                <a:cubicBezTo>
                  <a:pt x="149284" y="188009"/>
                  <a:pt x="126008" y="197646"/>
                  <a:pt x="98708" y="197646"/>
                </a:cubicBezTo>
                <a:cubicBezTo>
                  <a:pt x="71407" y="197646"/>
                  <a:pt x="48131" y="188009"/>
                  <a:pt x="28879" y="168734"/>
                </a:cubicBezTo>
                <a:cubicBezTo>
                  <a:pt x="9626" y="149459"/>
                  <a:pt x="0" y="126155"/>
                  <a:pt x="0" y="98823"/>
                </a:cubicBezTo>
                <a:moveTo>
                  <a:pt x="13205" y="98890"/>
                </a:moveTo>
                <a:cubicBezTo>
                  <a:pt x="13205" y="122516"/>
                  <a:pt x="21542" y="142656"/>
                  <a:pt x="38216" y="159310"/>
                </a:cubicBezTo>
                <a:cubicBezTo>
                  <a:pt x="54889" y="175964"/>
                  <a:pt x="75053" y="184292"/>
                  <a:pt x="98708" y="184292"/>
                </a:cubicBezTo>
                <a:cubicBezTo>
                  <a:pt x="122362" y="184292"/>
                  <a:pt x="142548" y="175964"/>
                  <a:pt x="159266" y="159310"/>
                </a:cubicBezTo>
                <a:cubicBezTo>
                  <a:pt x="175984" y="142656"/>
                  <a:pt x="184343" y="122516"/>
                  <a:pt x="184343" y="98890"/>
                </a:cubicBezTo>
                <a:cubicBezTo>
                  <a:pt x="184343" y="75264"/>
                  <a:pt x="175984" y="55101"/>
                  <a:pt x="159266" y="38402"/>
                </a:cubicBezTo>
                <a:cubicBezTo>
                  <a:pt x="142548" y="21704"/>
                  <a:pt x="122362" y="13354"/>
                  <a:pt x="98708" y="13354"/>
                </a:cubicBezTo>
                <a:cubicBezTo>
                  <a:pt x="75053" y="13354"/>
                  <a:pt x="54889" y="21704"/>
                  <a:pt x="38216" y="38402"/>
                </a:cubicBezTo>
                <a:cubicBezTo>
                  <a:pt x="21542" y="55101"/>
                  <a:pt x="13205" y="75264"/>
                  <a:pt x="13205" y="98890"/>
                </a:cubicBezTo>
                <a:moveTo>
                  <a:pt x="62559" y="159452"/>
                </a:moveTo>
                <a:lnTo>
                  <a:pt x="62559" y="144963"/>
                </a:lnTo>
                <a:cubicBezTo>
                  <a:pt x="67272" y="133798"/>
                  <a:pt x="77010" y="121613"/>
                  <a:pt x="91771" y="108409"/>
                </a:cubicBezTo>
                <a:lnTo>
                  <a:pt x="101242" y="99770"/>
                </a:lnTo>
                <a:cubicBezTo>
                  <a:pt x="113425" y="88870"/>
                  <a:pt x="119516" y="77969"/>
                  <a:pt x="119516" y="67069"/>
                </a:cubicBezTo>
                <a:cubicBezTo>
                  <a:pt x="119516" y="59626"/>
                  <a:pt x="117560" y="54066"/>
                  <a:pt x="113647" y="50388"/>
                </a:cubicBezTo>
                <a:cubicBezTo>
                  <a:pt x="109734" y="46710"/>
                  <a:pt x="103865" y="44871"/>
                  <a:pt x="96040" y="44871"/>
                </a:cubicBezTo>
                <a:cubicBezTo>
                  <a:pt x="87592" y="44871"/>
                  <a:pt x="77454" y="48254"/>
                  <a:pt x="65627" y="55020"/>
                </a:cubicBezTo>
                <a:lnTo>
                  <a:pt x="65627" y="40330"/>
                </a:lnTo>
                <a:cubicBezTo>
                  <a:pt x="76654" y="34989"/>
                  <a:pt x="87636" y="32318"/>
                  <a:pt x="98574" y="32318"/>
                </a:cubicBezTo>
                <a:cubicBezTo>
                  <a:pt x="110223" y="32318"/>
                  <a:pt x="119561" y="35460"/>
                  <a:pt x="126586" y="41745"/>
                </a:cubicBezTo>
                <a:cubicBezTo>
                  <a:pt x="133611" y="48027"/>
                  <a:pt x="137123" y="56302"/>
                  <a:pt x="137123" y="66568"/>
                </a:cubicBezTo>
                <a:cubicBezTo>
                  <a:pt x="137123" y="74002"/>
                  <a:pt x="135345" y="80573"/>
                  <a:pt x="131788" y="86282"/>
                </a:cubicBezTo>
                <a:cubicBezTo>
                  <a:pt x="128231" y="91991"/>
                  <a:pt x="121606" y="98961"/>
                  <a:pt x="111913" y="107190"/>
                </a:cubicBezTo>
                <a:lnTo>
                  <a:pt x="105510" y="112637"/>
                </a:lnTo>
                <a:cubicBezTo>
                  <a:pt x="92349" y="123877"/>
                  <a:pt x="84702" y="134585"/>
                  <a:pt x="82568" y="144762"/>
                </a:cubicBezTo>
                <a:lnTo>
                  <a:pt x="136590" y="144762"/>
                </a:lnTo>
                <a:lnTo>
                  <a:pt x="136590" y="159452"/>
                </a:lnTo>
                <a:lnTo>
                  <a:pt x="62559" y="1594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Answer">
            <a:extLst xmlns:a="http://schemas.openxmlformats.org/drawingml/2006/main">
              <a:ext uri="{FF2B5EF4-FFF2-40B4-BE49-F238E27FC236}">
                <a16:creationId xmlns:a16="http://schemas.microsoft.com/office/drawing/2014/main" id="{CF943B53-9739-429A-9DDD-545BF2D1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1572" y="2339151"/>
            <a:ext cx="528476" cy="109293"/>
          </a:xfrm>
          <a:custGeom xmlns:a="http://schemas.openxmlformats.org/drawingml/2006/main">
            <a:pathLst>
              <a:path w="528476" h="109293">
                <a:moveTo>
                  <a:pt x="0" y="107851"/>
                </a:moveTo>
                <a:lnTo>
                  <a:pt x="40337" y="0"/>
                </a:lnTo>
                <a:lnTo>
                  <a:pt x="55463" y="0"/>
                </a:lnTo>
                <a:lnTo>
                  <a:pt x="95400" y="107851"/>
                </a:lnTo>
                <a:lnTo>
                  <a:pt x="80433" y="107851"/>
                </a:lnTo>
                <a:lnTo>
                  <a:pt x="70269" y="77563"/>
                </a:lnTo>
                <a:lnTo>
                  <a:pt x="25451" y="77563"/>
                </a:lnTo>
                <a:lnTo>
                  <a:pt x="14806" y="107851"/>
                </a:lnTo>
                <a:lnTo>
                  <a:pt x="0" y="107851"/>
                </a:lnTo>
                <a:moveTo>
                  <a:pt x="29372" y="65464"/>
                </a:moveTo>
                <a:lnTo>
                  <a:pt x="66027" y="65464"/>
                </a:lnTo>
                <a:lnTo>
                  <a:pt x="47860" y="14343"/>
                </a:lnTo>
                <a:lnTo>
                  <a:pt x="29372" y="65464"/>
                </a:lnTo>
                <a:close/>
                <a:moveTo>
                  <a:pt x="110741" y="107851"/>
                </a:moveTo>
                <a:lnTo>
                  <a:pt x="110741" y="26602"/>
                </a:lnTo>
                <a:lnTo>
                  <a:pt x="123706" y="26602"/>
                </a:lnTo>
                <a:lnTo>
                  <a:pt x="124026" y="37900"/>
                </a:lnTo>
                <a:cubicBezTo>
                  <a:pt x="126321" y="34802"/>
                  <a:pt x="129602" y="31904"/>
                  <a:pt x="133871" y="29206"/>
                </a:cubicBezTo>
                <a:cubicBezTo>
                  <a:pt x="138139" y="26509"/>
                  <a:pt x="143475" y="25160"/>
                  <a:pt x="149877" y="25160"/>
                </a:cubicBezTo>
                <a:cubicBezTo>
                  <a:pt x="158201" y="25160"/>
                  <a:pt x="164150" y="27768"/>
                  <a:pt x="167725" y="32985"/>
                </a:cubicBezTo>
                <a:cubicBezTo>
                  <a:pt x="171299" y="38200"/>
                  <a:pt x="173087" y="45545"/>
                  <a:pt x="173087" y="55022"/>
                </a:cubicBezTo>
                <a:lnTo>
                  <a:pt x="173087" y="107851"/>
                </a:lnTo>
                <a:lnTo>
                  <a:pt x="159801" y="107851"/>
                </a:lnTo>
                <a:lnTo>
                  <a:pt x="159801" y="56557"/>
                </a:lnTo>
                <a:cubicBezTo>
                  <a:pt x="159801" y="52656"/>
                  <a:pt x="159441" y="49179"/>
                  <a:pt x="158721" y="46128"/>
                </a:cubicBezTo>
                <a:cubicBezTo>
                  <a:pt x="158001" y="43075"/>
                  <a:pt x="156693" y="40687"/>
                  <a:pt x="154799" y="38964"/>
                </a:cubicBezTo>
                <a:cubicBezTo>
                  <a:pt x="152905" y="37240"/>
                  <a:pt x="150197" y="36378"/>
                  <a:pt x="146676" y="36378"/>
                </a:cubicBezTo>
                <a:cubicBezTo>
                  <a:pt x="141287" y="36378"/>
                  <a:pt x="136738" y="37748"/>
                  <a:pt x="133030" y="40489"/>
                </a:cubicBezTo>
                <a:cubicBezTo>
                  <a:pt x="129322" y="43230"/>
                  <a:pt x="126347" y="46184"/>
                  <a:pt x="124107" y="49351"/>
                </a:cubicBezTo>
                <a:lnTo>
                  <a:pt x="124107" y="107851"/>
                </a:lnTo>
                <a:lnTo>
                  <a:pt x="110741" y="107851"/>
                </a:lnTo>
                <a:close/>
                <a:moveTo>
                  <a:pt x="225329" y="109293"/>
                </a:moveTo>
                <a:cubicBezTo>
                  <a:pt x="220900" y="109293"/>
                  <a:pt x="216725" y="108802"/>
                  <a:pt x="212804" y="107821"/>
                </a:cubicBezTo>
                <a:cubicBezTo>
                  <a:pt x="208882" y="106839"/>
                  <a:pt x="205427" y="105255"/>
                  <a:pt x="202439" y="103068"/>
                </a:cubicBezTo>
                <a:cubicBezTo>
                  <a:pt x="199451" y="100880"/>
                  <a:pt x="197117" y="98047"/>
                  <a:pt x="195436" y="94570"/>
                </a:cubicBezTo>
                <a:cubicBezTo>
                  <a:pt x="193756" y="91092"/>
                  <a:pt x="192915" y="86857"/>
                  <a:pt x="192915" y="81865"/>
                </a:cubicBezTo>
                <a:lnTo>
                  <a:pt x="205801" y="81865"/>
                </a:lnTo>
                <a:cubicBezTo>
                  <a:pt x="205801" y="88330"/>
                  <a:pt x="207695" y="92862"/>
                  <a:pt x="211483" y="95461"/>
                </a:cubicBezTo>
                <a:cubicBezTo>
                  <a:pt x="215271" y="98058"/>
                  <a:pt x="219993" y="99357"/>
                  <a:pt x="225649" y="99357"/>
                </a:cubicBezTo>
                <a:cubicBezTo>
                  <a:pt x="230718" y="99357"/>
                  <a:pt x="234893" y="98323"/>
                  <a:pt x="238174" y="96255"/>
                </a:cubicBezTo>
                <a:cubicBezTo>
                  <a:pt x="241455" y="94187"/>
                  <a:pt x="243096" y="90792"/>
                  <a:pt x="243096" y="86071"/>
                </a:cubicBezTo>
                <a:cubicBezTo>
                  <a:pt x="243096" y="82033"/>
                  <a:pt x="241616" y="79061"/>
                  <a:pt x="238654" y="77155"/>
                </a:cubicBezTo>
                <a:cubicBezTo>
                  <a:pt x="235693" y="75247"/>
                  <a:pt x="230451" y="73311"/>
                  <a:pt x="222928" y="71348"/>
                </a:cubicBezTo>
                <a:cubicBezTo>
                  <a:pt x="216845" y="69834"/>
                  <a:pt x="211750" y="68081"/>
                  <a:pt x="207641" y="66090"/>
                </a:cubicBezTo>
                <a:cubicBezTo>
                  <a:pt x="203533" y="64098"/>
                  <a:pt x="200438" y="61574"/>
                  <a:pt x="198358" y="58518"/>
                </a:cubicBezTo>
                <a:cubicBezTo>
                  <a:pt x="196277" y="55461"/>
                  <a:pt x="195236" y="51605"/>
                  <a:pt x="195236" y="46949"/>
                </a:cubicBezTo>
                <a:cubicBezTo>
                  <a:pt x="195236" y="43360"/>
                  <a:pt x="195970" y="40206"/>
                  <a:pt x="197437" y="37487"/>
                </a:cubicBezTo>
                <a:cubicBezTo>
                  <a:pt x="198905" y="34766"/>
                  <a:pt x="200959" y="32494"/>
                  <a:pt x="203600" y="30671"/>
                </a:cubicBezTo>
                <a:cubicBezTo>
                  <a:pt x="206241" y="28848"/>
                  <a:pt x="209336" y="27474"/>
                  <a:pt x="212884" y="26550"/>
                </a:cubicBezTo>
                <a:cubicBezTo>
                  <a:pt x="216432" y="25623"/>
                  <a:pt x="220287" y="25160"/>
                  <a:pt x="224448" y="25160"/>
                </a:cubicBezTo>
                <a:cubicBezTo>
                  <a:pt x="228557" y="25160"/>
                  <a:pt x="232412" y="25665"/>
                  <a:pt x="236013" y="26675"/>
                </a:cubicBezTo>
                <a:cubicBezTo>
                  <a:pt x="239615" y="27685"/>
                  <a:pt x="242803" y="29241"/>
                  <a:pt x="245577" y="31345"/>
                </a:cubicBezTo>
                <a:cubicBezTo>
                  <a:pt x="248352" y="33448"/>
                  <a:pt x="250526" y="36168"/>
                  <a:pt x="252100" y="39505"/>
                </a:cubicBezTo>
                <a:cubicBezTo>
                  <a:pt x="253674" y="42842"/>
                  <a:pt x="254461" y="46810"/>
                  <a:pt x="254461" y="51409"/>
                </a:cubicBezTo>
                <a:lnTo>
                  <a:pt x="241495" y="51409"/>
                </a:lnTo>
                <a:cubicBezTo>
                  <a:pt x="241495" y="45561"/>
                  <a:pt x="239855" y="41407"/>
                  <a:pt x="236573" y="38947"/>
                </a:cubicBezTo>
                <a:cubicBezTo>
                  <a:pt x="233292" y="36486"/>
                  <a:pt x="229250" y="35256"/>
                  <a:pt x="224448" y="35256"/>
                </a:cubicBezTo>
                <a:cubicBezTo>
                  <a:pt x="219646" y="35256"/>
                  <a:pt x="215751" y="36166"/>
                  <a:pt x="212764" y="37988"/>
                </a:cubicBezTo>
                <a:cubicBezTo>
                  <a:pt x="209776" y="39807"/>
                  <a:pt x="208282" y="42654"/>
                  <a:pt x="208282" y="46529"/>
                </a:cubicBezTo>
                <a:cubicBezTo>
                  <a:pt x="208282" y="48715"/>
                  <a:pt x="208949" y="50567"/>
                  <a:pt x="210283" y="52082"/>
                </a:cubicBezTo>
                <a:cubicBezTo>
                  <a:pt x="211616" y="53596"/>
                  <a:pt x="213857" y="54957"/>
                  <a:pt x="217005" y="56164"/>
                </a:cubicBezTo>
                <a:cubicBezTo>
                  <a:pt x="220153" y="57369"/>
                  <a:pt x="224368" y="58644"/>
                  <a:pt x="229651" y="59990"/>
                </a:cubicBezTo>
                <a:cubicBezTo>
                  <a:pt x="235520" y="61449"/>
                  <a:pt x="240415" y="63188"/>
                  <a:pt x="244337" y="65208"/>
                </a:cubicBezTo>
                <a:cubicBezTo>
                  <a:pt x="248258" y="67226"/>
                  <a:pt x="251220" y="69835"/>
                  <a:pt x="253220" y="73033"/>
                </a:cubicBezTo>
                <a:cubicBezTo>
                  <a:pt x="255221" y="76230"/>
                  <a:pt x="256222" y="80352"/>
                  <a:pt x="256222" y="85400"/>
                </a:cubicBezTo>
                <a:cubicBezTo>
                  <a:pt x="256222" y="89550"/>
                  <a:pt x="255448" y="93140"/>
                  <a:pt x="253901" y="96170"/>
                </a:cubicBezTo>
                <a:cubicBezTo>
                  <a:pt x="252353" y="99198"/>
                  <a:pt x="250179" y="101679"/>
                  <a:pt x="247378" y="103614"/>
                </a:cubicBezTo>
                <a:cubicBezTo>
                  <a:pt x="244577" y="105549"/>
                  <a:pt x="241295" y="106978"/>
                  <a:pt x="237534" y="107903"/>
                </a:cubicBezTo>
                <a:cubicBezTo>
                  <a:pt x="233772" y="108830"/>
                  <a:pt x="229704" y="109293"/>
                  <a:pt x="225329" y="109293"/>
                </a:cubicBezTo>
                <a:close/>
                <a:moveTo>
                  <a:pt x="293371" y="107851"/>
                </a:moveTo>
                <a:lnTo>
                  <a:pt x="268400" y="26602"/>
                </a:lnTo>
                <a:lnTo>
                  <a:pt x="282326" y="26602"/>
                </a:lnTo>
                <a:lnTo>
                  <a:pt x="300814" y="92168"/>
                </a:lnTo>
                <a:lnTo>
                  <a:pt x="319541" y="26602"/>
                </a:lnTo>
                <a:lnTo>
                  <a:pt x="334348" y="26602"/>
                </a:lnTo>
                <a:lnTo>
                  <a:pt x="353315" y="92086"/>
                </a:lnTo>
                <a:lnTo>
                  <a:pt x="371643" y="26602"/>
                </a:lnTo>
                <a:lnTo>
                  <a:pt x="384769" y="26602"/>
                </a:lnTo>
                <a:lnTo>
                  <a:pt x="359878" y="107851"/>
                </a:lnTo>
                <a:lnTo>
                  <a:pt x="345712" y="107851"/>
                </a:lnTo>
                <a:lnTo>
                  <a:pt x="326664" y="41701"/>
                </a:lnTo>
                <a:lnTo>
                  <a:pt x="307537" y="107851"/>
                </a:lnTo>
                <a:lnTo>
                  <a:pt x="293371" y="107851"/>
                </a:lnTo>
                <a:close/>
                <a:moveTo>
                  <a:pt x="434936" y="109293"/>
                </a:moveTo>
                <a:cubicBezTo>
                  <a:pt x="426826" y="109293"/>
                  <a:pt x="420130" y="107445"/>
                  <a:pt x="414848" y="103749"/>
                </a:cubicBezTo>
                <a:cubicBezTo>
                  <a:pt x="409566" y="100052"/>
                  <a:pt x="405631" y="95020"/>
                  <a:pt x="403043" y="88655"/>
                </a:cubicBezTo>
                <a:cubicBezTo>
                  <a:pt x="400456" y="82290"/>
                  <a:pt x="399162" y="75133"/>
                  <a:pt x="399162" y="67184"/>
                </a:cubicBezTo>
                <a:cubicBezTo>
                  <a:pt x="399162" y="58902"/>
                  <a:pt x="400415" y="51607"/>
                  <a:pt x="402923" y="45297"/>
                </a:cubicBezTo>
                <a:cubicBezTo>
                  <a:pt x="405431" y="38987"/>
                  <a:pt x="409232" y="34053"/>
                  <a:pt x="414328" y="30496"/>
                </a:cubicBezTo>
                <a:cubicBezTo>
                  <a:pt x="419423" y="26938"/>
                  <a:pt x="425813" y="25160"/>
                  <a:pt x="433496" y="25160"/>
                </a:cubicBezTo>
                <a:cubicBezTo>
                  <a:pt x="443793" y="25160"/>
                  <a:pt x="451850" y="28498"/>
                  <a:pt x="457666" y="35176"/>
                </a:cubicBezTo>
                <a:cubicBezTo>
                  <a:pt x="463482" y="41851"/>
                  <a:pt x="466390" y="51448"/>
                  <a:pt x="466390" y="63966"/>
                </a:cubicBezTo>
                <a:cubicBezTo>
                  <a:pt x="466390" y="64801"/>
                  <a:pt x="466376" y="65788"/>
                  <a:pt x="466349" y="66928"/>
                </a:cubicBezTo>
                <a:cubicBezTo>
                  <a:pt x="466323" y="68069"/>
                  <a:pt x="466256" y="68889"/>
                  <a:pt x="466149" y="69390"/>
                </a:cubicBezTo>
                <a:lnTo>
                  <a:pt x="412607" y="69390"/>
                </a:lnTo>
                <a:cubicBezTo>
                  <a:pt x="412661" y="74740"/>
                  <a:pt x="413434" y="79654"/>
                  <a:pt x="414928" y="84131"/>
                </a:cubicBezTo>
                <a:cubicBezTo>
                  <a:pt x="416422" y="88608"/>
                  <a:pt x="418810" y="92198"/>
                  <a:pt x="422091" y="94903"/>
                </a:cubicBezTo>
                <a:cubicBezTo>
                  <a:pt x="425373" y="97605"/>
                  <a:pt x="429654" y="98957"/>
                  <a:pt x="434936" y="98957"/>
                </a:cubicBezTo>
                <a:cubicBezTo>
                  <a:pt x="440646" y="98957"/>
                  <a:pt x="445087" y="97463"/>
                  <a:pt x="448262" y="94477"/>
                </a:cubicBezTo>
                <a:cubicBezTo>
                  <a:pt x="451437" y="91491"/>
                  <a:pt x="453104" y="87182"/>
                  <a:pt x="453264" y="81552"/>
                </a:cubicBezTo>
                <a:lnTo>
                  <a:pt x="466470" y="81552"/>
                </a:lnTo>
                <a:cubicBezTo>
                  <a:pt x="466309" y="87272"/>
                  <a:pt x="464936" y="92202"/>
                  <a:pt x="462348" y="96340"/>
                </a:cubicBezTo>
                <a:cubicBezTo>
                  <a:pt x="459760" y="100476"/>
                  <a:pt x="456145" y="103670"/>
                  <a:pt x="451503" y="105920"/>
                </a:cubicBezTo>
                <a:cubicBezTo>
                  <a:pt x="446861" y="108169"/>
                  <a:pt x="441339" y="109293"/>
                  <a:pt x="434936" y="109293"/>
                </a:cubicBezTo>
                <a:moveTo>
                  <a:pt x="412687" y="59614"/>
                </a:moveTo>
                <a:lnTo>
                  <a:pt x="453184" y="59614"/>
                </a:lnTo>
                <a:cubicBezTo>
                  <a:pt x="453024" y="51779"/>
                  <a:pt x="451237" y="45787"/>
                  <a:pt x="447822" y="41638"/>
                </a:cubicBezTo>
                <a:cubicBezTo>
                  <a:pt x="444407" y="37490"/>
                  <a:pt x="439632" y="35416"/>
                  <a:pt x="433496" y="35416"/>
                </a:cubicBezTo>
                <a:cubicBezTo>
                  <a:pt x="427253" y="35416"/>
                  <a:pt x="422385" y="37476"/>
                  <a:pt x="418890" y="41596"/>
                </a:cubicBezTo>
                <a:cubicBezTo>
                  <a:pt x="415395" y="45716"/>
                  <a:pt x="413328" y="51722"/>
                  <a:pt x="412687" y="59614"/>
                </a:cubicBezTo>
                <a:close/>
                <a:moveTo>
                  <a:pt x="489499" y="107851"/>
                </a:moveTo>
                <a:lnTo>
                  <a:pt x="489499" y="26602"/>
                </a:lnTo>
                <a:lnTo>
                  <a:pt x="502065" y="26602"/>
                </a:lnTo>
                <a:lnTo>
                  <a:pt x="502545" y="39342"/>
                </a:lnTo>
                <a:cubicBezTo>
                  <a:pt x="504786" y="35336"/>
                  <a:pt x="507854" y="31971"/>
                  <a:pt x="511749" y="29246"/>
                </a:cubicBezTo>
                <a:cubicBezTo>
                  <a:pt x="515644" y="26522"/>
                  <a:pt x="520686" y="25160"/>
                  <a:pt x="526875" y="25160"/>
                </a:cubicBezTo>
                <a:lnTo>
                  <a:pt x="528476" y="25160"/>
                </a:lnTo>
                <a:lnTo>
                  <a:pt x="528476" y="37419"/>
                </a:lnTo>
                <a:lnTo>
                  <a:pt x="526635" y="37419"/>
                </a:lnTo>
                <a:cubicBezTo>
                  <a:pt x="522740" y="37419"/>
                  <a:pt x="519325" y="37955"/>
                  <a:pt x="516391" y="39027"/>
                </a:cubicBezTo>
                <a:cubicBezTo>
                  <a:pt x="513456" y="40097"/>
                  <a:pt x="510908" y="41577"/>
                  <a:pt x="508747" y="43466"/>
                </a:cubicBezTo>
                <a:cubicBezTo>
                  <a:pt x="506587" y="45354"/>
                  <a:pt x="504626" y="47538"/>
                  <a:pt x="502865" y="50017"/>
                </a:cubicBezTo>
                <a:lnTo>
                  <a:pt x="502865" y="107851"/>
                </a:lnTo>
                <a:lnTo>
                  <a:pt x="489499" y="1078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83514c42814104"/>
          <a:stretch xmlns:a="http://schemas.openxmlformats.org/drawingml/2006/main"/>
        </p:blipFill>
        <p:spPr>
          <a:xfrm xmlns:a="http://schemas.openxmlformats.org/drawingml/2006/main">
            <a:off x="5080862" y="2302764"/>
            <a:ext cx="485167" cy="485167"/>
          </a:xfrm>
          <a:prstGeom xmlns:a="http://schemas.openxmlformats.org/drawingml/2006/main" prst="rect">
            <a:avLst/>
          </a:prstGeom>
        </p:spPr>
      </p:pic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e5fe0e48d64074"/>
          <a:stretch xmlns:a="http://schemas.openxmlformats.org/drawingml/2006/main"/>
        </p:blipFill>
        <p:spPr>
          <a:xfrm xmlns:a="http://schemas.openxmlformats.org/drawingml/2006/main">
            <a:off x="5063707" y="614394"/>
            <a:ext cx="425073" cy="428834"/>
          </a:xfrm>
          <a:prstGeom xmlns:a="http://schemas.openxmlformats.org/drawingml/2006/main" prst="rect">
            <a:avLst/>
          </a:prstGeom>
        </p:spPr>
      </p:pic>
      <p:sp>
        <p:nvSpPr>
          <p:cNvPr id="28" name="Text Document">
            <a:extLst xmlns:a="http://schemas.openxmlformats.org/drawingml/2006/main">
              <a:ext uri="{FF2B5EF4-FFF2-40B4-BE49-F238E27FC236}">
                <a16:creationId xmlns:a16="http://schemas.microsoft.com/office/drawing/2014/main" id="{C56D44C4-0FD9-4476-AC84-27DBD1CF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1207" y="1073781"/>
            <a:ext cx="637897" cy="109293"/>
          </a:xfrm>
          <a:custGeom xmlns:a="http://schemas.openxmlformats.org/drawingml/2006/main">
            <a:pathLst>
              <a:path w="637897" h="109293">
                <a:moveTo>
                  <a:pt x="37354" y="107807"/>
                </a:moveTo>
                <a:lnTo>
                  <a:pt x="38718" y="107752"/>
                </a:lnTo>
                <a:lnTo>
                  <a:pt x="40064" y="107675"/>
                </a:lnTo>
                <a:lnTo>
                  <a:pt x="41393" y="107576"/>
                </a:lnTo>
                <a:lnTo>
                  <a:pt x="42705" y="107455"/>
                </a:lnTo>
                <a:lnTo>
                  <a:pt x="44000" y="107312"/>
                </a:lnTo>
                <a:lnTo>
                  <a:pt x="45277" y="107147"/>
                </a:lnTo>
                <a:lnTo>
                  <a:pt x="46536" y="106960"/>
                </a:lnTo>
                <a:lnTo>
                  <a:pt x="47778" y="106752"/>
                </a:lnTo>
                <a:lnTo>
                  <a:pt x="49003" y="106521"/>
                </a:lnTo>
                <a:lnTo>
                  <a:pt x="50211" y="106268"/>
                </a:lnTo>
                <a:lnTo>
                  <a:pt x="51401" y="105993"/>
                </a:lnTo>
                <a:lnTo>
                  <a:pt x="52574" y="105697"/>
                </a:lnTo>
                <a:lnTo>
                  <a:pt x="53729" y="105378"/>
                </a:lnTo>
                <a:lnTo>
                  <a:pt x="54867" y="105037"/>
                </a:lnTo>
                <a:lnTo>
                  <a:pt x="55988" y="104675"/>
                </a:lnTo>
                <a:lnTo>
                  <a:pt x="57091" y="104290"/>
                </a:lnTo>
                <a:lnTo>
                  <a:pt x="58177" y="103883"/>
                </a:lnTo>
                <a:lnTo>
                  <a:pt x="59246" y="103455"/>
                </a:lnTo>
                <a:lnTo>
                  <a:pt x="60297" y="103004"/>
                </a:lnTo>
                <a:lnTo>
                  <a:pt x="61331" y="102532"/>
                </a:lnTo>
                <a:lnTo>
                  <a:pt x="62347" y="102037"/>
                </a:lnTo>
                <a:lnTo>
                  <a:pt x="63346" y="101521"/>
                </a:lnTo>
                <a:lnTo>
                  <a:pt x="64327" y="100983"/>
                </a:lnTo>
                <a:lnTo>
                  <a:pt x="65288" y="100426"/>
                </a:lnTo>
                <a:lnTo>
                  <a:pt x="66231" y="99848"/>
                </a:lnTo>
                <a:lnTo>
                  <a:pt x="67153" y="99250"/>
                </a:lnTo>
                <a:lnTo>
                  <a:pt x="68057" y="98633"/>
                </a:lnTo>
                <a:lnTo>
                  <a:pt x="68941" y="97995"/>
                </a:lnTo>
                <a:lnTo>
                  <a:pt x="69806" y="97337"/>
                </a:lnTo>
                <a:lnTo>
                  <a:pt x="70651" y="96660"/>
                </a:lnTo>
                <a:lnTo>
                  <a:pt x="71478" y="95962"/>
                </a:lnTo>
                <a:lnTo>
                  <a:pt x="72285" y="95244"/>
                </a:lnTo>
                <a:lnTo>
                  <a:pt x="73072" y="94506"/>
                </a:lnTo>
                <a:lnTo>
                  <a:pt x="73841" y="93748"/>
                </a:lnTo>
                <a:lnTo>
                  <a:pt x="74590" y="92970"/>
                </a:lnTo>
                <a:lnTo>
                  <a:pt x="75319" y="92172"/>
                </a:lnTo>
                <a:lnTo>
                  <a:pt x="76030" y="91355"/>
                </a:lnTo>
                <a:lnTo>
                  <a:pt x="76721" y="90517"/>
                </a:lnTo>
                <a:lnTo>
                  <a:pt x="77392" y="89659"/>
                </a:lnTo>
                <a:lnTo>
                  <a:pt x="78045" y="88780"/>
                </a:lnTo>
                <a:lnTo>
                  <a:pt x="78678" y="87882"/>
                </a:lnTo>
                <a:lnTo>
                  <a:pt x="79292" y="86964"/>
                </a:lnTo>
                <a:lnTo>
                  <a:pt x="79886" y="86026"/>
                </a:lnTo>
                <a:lnTo>
                  <a:pt x="80461" y="85068"/>
                </a:lnTo>
                <a:lnTo>
                  <a:pt x="81017" y="84090"/>
                </a:lnTo>
                <a:lnTo>
                  <a:pt x="81554" y="83091"/>
                </a:lnTo>
                <a:lnTo>
                  <a:pt x="82070" y="82075"/>
                </a:lnTo>
                <a:lnTo>
                  <a:pt x="82564" y="81040"/>
                </a:lnTo>
                <a:lnTo>
                  <a:pt x="83036" y="79989"/>
                </a:lnTo>
                <a:lnTo>
                  <a:pt x="83486" y="78920"/>
                </a:lnTo>
                <a:lnTo>
                  <a:pt x="83914" y="77835"/>
                </a:lnTo>
                <a:lnTo>
                  <a:pt x="84320" y="76731"/>
                </a:lnTo>
                <a:lnTo>
                  <a:pt x="84704" y="75611"/>
                </a:lnTo>
                <a:lnTo>
                  <a:pt x="85066" y="74473"/>
                </a:lnTo>
                <a:lnTo>
                  <a:pt x="85407" y="73319"/>
                </a:lnTo>
                <a:lnTo>
                  <a:pt x="85725" y="72146"/>
                </a:lnTo>
                <a:lnTo>
                  <a:pt x="86021" y="70957"/>
                </a:lnTo>
                <a:lnTo>
                  <a:pt x="86296" y="69750"/>
                </a:lnTo>
                <a:lnTo>
                  <a:pt x="86548" y="68526"/>
                </a:lnTo>
                <a:lnTo>
                  <a:pt x="86779" y="67285"/>
                </a:lnTo>
                <a:lnTo>
                  <a:pt x="86987" y="66027"/>
                </a:lnTo>
                <a:lnTo>
                  <a:pt x="87174" y="64751"/>
                </a:lnTo>
                <a:lnTo>
                  <a:pt x="87339" y="63458"/>
                </a:lnTo>
                <a:lnTo>
                  <a:pt x="87481" y="62148"/>
                </a:lnTo>
                <a:lnTo>
                  <a:pt x="87602" y="60821"/>
                </a:lnTo>
                <a:lnTo>
                  <a:pt x="87701" y="59476"/>
                </a:lnTo>
                <a:lnTo>
                  <a:pt x="87778" y="58114"/>
                </a:lnTo>
                <a:lnTo>
                  <a:pt x="87833" y="56735"/>
                </a:lnTo>
                <a:lnTo>
                  <a:pt x="87865" y="55339"/>
                </a:lnTo>
                <a:lnTo>
                  <a:pt x="87876" y="53925"/>
                </a:lnTo>
                <a:lnTo>
                  <a:pt x="87866" y="52518"/>
                </a:lnTo>
                <a:lnTo>
                  <a:pt x="87833" y="51128"/>
                </a:lnTo>
                <a:lnTo>
                  <a:pt x="87778" y="49755"/>
                </a:lnTo>
                <a:lnTo>
                  <a:pt x="87702" y="48399"/>
                </a:lnTo>
                <a:lnTo>
                  <a:pt x="87604" y="47060"/>
                </a:lnTo>
                <a:lnTo>
                  <a:pt x="87484" y="45737"/>
                </a:lnTo>
                <a:lnTo>
                  <a:pt x="87342" y="44432"/>
                </a:lnTo>
                <a:lnTo>
                  <a:pt x="87178" y="43144"/>
                </a:lnTo>
                <a:lnTo>
                  <a:pt x="86993" y="41873"/>
                </a:lnTo>
                <a:lnTo>
                  <a:pt x="86786" y="40618"/>
                </a:lnTo>
                <a:lnTo>
                  <a:pt x="86557" y="39381"/>
                </a:lnTo>
                <a:lnTo>
                  <a:pt x="86306" y="38160"/>
                </a:lnTo>
                <a:lnTo>
                  <a:pt x="86033" y="36957"/>
                </a:lnTo>
                <a:lnTo>
                  <a:pt x="85739" y="35770"/>
                </a:lnTo>
                <a:lnTo>
                  <a:pt x="85422" y="34601"/>
                </a:lnTo>
                <a:lnTo>
                  <a:pt x="85084" y="33448"/>
                </a:lnTo>
                <a:lnTo>
                  <a:pt x="84724" y="32313"/>
                </a:lnTo>
                <a:lnTo>
                  <a:pt x="84342" y="31194"/>
                </a:lnTo>
                <a:lnTo>
                  <a:pt x="83939" y="30093"/>
                </a:lnTo>
                <a:lnTo>
                  <a:pt x="83513" y="29008"/>
                </a:lnTo>
                <a:lnTo>
                  <a:pt x="83066" y="27940"/>
                </a:lnTo>
                <a:lnTo>
                  <a:pt x="82597" y="26890"/>
                </a:lnTo>
                <a:lnTo>
                  <a:pt x="82106" y="25856"/>
                </a:lnTo>
                <a:lnTo>
                  <a:pt x="81594" y="24839"/>
                </a:lnTo>
                <a:lnTo>
                  <a:pt x="81060" y="23841"/>
                </a:lnTo>
                <a:lnTo>
                  <a:pt x="80508" y="22863"/>
                </a:lnTo>
                <a:lnTo>
                  <a:pt x="79935" y="21904"/>
                </a:lnTo>
                <a:lnTo>
                  <a:pt x="79343" y="20965"/>
                </a:lnTo>
                <a:lnTo>
                  <a:pt x="78731" y="20047"/>
                </a:lnTo>
                <a:lnTo>
                  <a:pt x="78100" y="19148"/>
                </a:lnTo>
                <a:lnTo>
                  <a:pt x="77449" y="18269"/>
                </a:lnTo>
                <a:lnTo>
                  <a:pt x="76778" y="17410"/>
                </a:lnTo>
                <a:lnTo>
                  <a:pt x="76088" y="16571"/>
                </a:lnTo>
                <a:lnTo>
                  <a:pt x="75379" y="15751"/>
                </a:lnTo>
                <a:lnTo>
                  <a:pt x="74649" y="14952"/>
                </a:lnTo>
                <a:lnTo>
                  <a:pt x="73901" y="14172"/>
                </a:lnTo>
                <a:lnTo>
                  <a:pt x="73132" y="13413"/>
                </a:lnTo>
                <a:lnTo>
                  <a:pt x="72344" y="12673"/>
                </a:lnTo>
                <a:lnTo>
                  <a:pt x="71537" y="11953"/>
                </a:lnTo>
                <a:lnTo>
                  <a:pt x="70709" y="11253"/>
                </a:lnTo>
                <a:lnTo>
                  <a:pt x="69862" y="10573"/>
                </a:lnTo>
                <a:lnTo>
                  <a:pt x="68996" y="9913"/>
                </a:lnTo>
                <a:lnTo>
                  <a:pt x="68110" y="9273"/>
                </a:lnTo>
                <a:lnTo>
                  <a:pt x="67205" y="8653"/>
                </a:lnTo>
                <a:lnTo>
                  <a:pt x="66279" y="8052"/>
                </a:lnTo>
                <a:lnTo>
                  <a:pt x="65335" y="7472"/>
                </a:lnTo>
                <a:lnTo>
                  <a:pt x="64370" y="6911"/>
                </a:lnTo>
                <a:lnTo>
                  <a:pt x="63386" y="6370"/>
                </a:lnTo>
                <a:lnTo>
                  <a:pt x="62384" y="5850"/>
                </a:lnTo>
                <a:lnTo>
                  <a:pt x="61364" y="5353"/>
                </a:lnTo>
                <a:lnTo>
                  <a:pt x="60327" y="4877"/>
                </a:lnTo>
                <a:lnTo>
                  <a:pt x="59273" y="4424"/>
                </a:lnTo>
                <a:lnTo>
                  <a:pt x="58202" y="3992"/>
                </a:lnTo>
                <a:lnTo>
                  <a:pt x="57114" y="3583"/>
                </a:lnTo>
                <a:lnTo>
                  <a:pt x="56008" y="3196"/>
                </a:lnTo>
                <a:lnTo>
                  <a:pt x="54885" y="2831"/>
                </a:lnTo>
                <a:lnTo>
                  <a:pt x="53745" y="2488"/>
                </a:lnTo>
                <a:lnTo>
                  <a:pt x="52587" y="2168"/>
                </a:lnTo>
                <a:lnTo>
                  <a:pt x="51413" y="1869"/>
                </a:lnTo>
                <a:lnTo>
                  <a:pt x="50221" y="1593"/>
                </a:lnTo>
                <a:lnTo>
                  <a:pt x="49012" y="1338"/>
                </a:lnTo>
                <a:lnTo>
                  <a:pt x="47785" y="1106"/>
                </a:lnTo>
                <a:lnTo>
                  <a:pt x="46542" y="896"/>
                </a:lnTo>
                <a:lnTo>
                  <a:pt x="45281" y="708"/>
                </a:lnTo>
                <a:lnTo>
                  <a:pt x="44003" y="542"/>
                </a:lnTo>
                <a:lnTo>
                  <a:pt x="42708" y="398"/>
                </a:lnTo>
                <a:lnTo>
                  <a:pt x="41395" y="276"/>
                </a:lnTo>
                <a:lnTo>
                  <a:pt x="40065" y="177"/>
                </a:lnTo>
                <a:lnTo>
                  <a:pt x="38719" y="100"/>
                </a:lnTo>
                <a:lnTo>
                  <a:pt x="37354" y="44"/>
                </a:lnTo>
                <a:lnTo>
                  <a:pt x="35973" y="11"/>
                </a:lnTo>
                <a:lnTo>
                  <a:pt x="34574" y="0"/>
                </a:lnTo>
                <a:lnTo>
                  <a:pt x="0" y="0"/>
                </a:lnTo>
                <a:lnTo>
                  <a:pt x="0" y="107851"/>
                </a:lnTo>
                <a:lnTo>
                  <a:pt x="34574" y="107851"/>
                </a:lnTo>
                <a:lnTo>
                  <a:pt x="35973" y="107840"/>
                </a:lnTo>
                <a:lnTo>
                  <a:pt x="37354" y="107807"/>
                </a:lnTo>
                <a:close/>
                <a:moveTo>
                  <a:pt x="32525" y="12107"/>
                </a:moveTo>
                <a:lnTo>
                  <a:pt x="33661" y="12131"/>
                </a:lnTo>
                <a:lnTo>
                  <a:pt x="34781" y="12171"/>
                </a:lnTo>
                <a:lnTo>
                  <a:pt x="35885" y="12226"/>
                </a:lnTo>
                <a:lnTo>
                  <a:pt x="36972" y="12297"/>
                </a:lnTo>
                <a:lnTo>
                  <a:pt x="38043" y="12385"/>
                </a:lnTo>
                <a:lnTo>
                  <a:pt x="39098" y="12488"/>
                </a:lnTo>
                <a:lnTo>
                  <a:pt x="40137" y="12607"/>
                </a:lnTo>
                <a:lnTo>
                  <a:pt x="41159" y="12741"/>
                </a:lnTo>
                <a:lnTo>
                  <a:pt x="42165" y="12892"/>
                </a:lnTo>
                <a:lnTo>
                  <a:pt x="43155" y="13059"/>
                </a:lnTo>
                <a:lnTo>
                  <a:pt x="44128" y="13241"/>
                </a:lnTo>
                <a:lnTo>
                  <a:pt x="45086" y="13439"/>
                </a:lnTo>
                <a:lnTo>
                  <a:pt x="46027" y="13653"/>
                </a:lnTo>
                <a:lnTo>
                  <a:pt x="46951" y="13883"/>
                </a:lnTo>
                <a:lnTo>
                  <a:pt x="47860" y="14129"/>
                </a:lnTo>
                <a:lnTo>
                  <a:pt x="48752" y="14391"/>
                </a:lnTo>
                <a:lnTo>
                  <a:pt x="49628" y="14668"/>
                </a:lnTo>
                <a:lnTo>
                  <a:pt x="50488" y="14962"/>
                </a:lnTo>
                <a:lnTo>
                  <a:pt x="51331" y="15271"/>
                </a:lnTo>
                <a:lnTo>
                  <a:pt x="52158" y="15596"/>
                </a:lnTo>
                <a:lnTo>
                  <a:pt x="52969" y="15937"/>
                </a:lnTo>
                <a:lnTo>
                  <a:pt x="53764" y="16294"/>
                </a:lnTo>
                <a:lnTo>
                  <a:pt x="54543" y="16666"/>
                </a:lnTo>
                <a:lnTo>
                  <a:pt x="55305" y="17055"/>
                </a:lnTo>
                <a:lnTo>
                  <a:pt x="56051" y="17460"/>
                </a:lnTo>
                <a:lnTo>
                  <a:pt x="56782" y="17881"/>
                </a:lnTo>
                <a:lnTo>
                  <a:pt x="57496" y="18319"/>
                </a:lnTo>
                <a:lnTo>
                  <a:pt x="58194" y="18773"/>
                </a:lnTo>
                <a:lnTo>
                  <a:pt x="58877" y="19243"/>
                </a:lnTo>
                <a:lnTo>
                  <a:pt x="59543" y="19729"/>
                </a:lnTo>
                <a:lnTo>
                  <a:pt x="60194" y="20232"/>
                </a:lnTo>
                <a:lnTo>
                  <a:pt x="60828" y="20751"/>
                </a:lnTo>
                <a:lnTo>
                  <a:pt x="61447" y="21286"/>
                </a:lnTo>
                <a:lnTo>
                  <a:pt x="62049" y="21838"/>
                </a:lnTo>
                <a:lnTo>
                  <a:pt x="62636" y="22405"/>
                </a:lnTo>
                <a:lnTo>
                  <a:pt x="63207" y="22989"/>
                </a:lnTo>
                <a:lnTo>
                  <a:pt x="63761" y="23590"/>
                </a:lnTo>
                <a:lnTo>
                  <a:pt x="64300" y="24206"/>
                </a:lnTo>
                <a:lnTo>
                  <a:pt x="64822" y="24839"/>
                </a:lnTo>
                <a:lnTo>
                  <a:pt x="65329" y="25488"/>
                </a:lnTo>
                <a:lnTo>
                  <a:pt x="65820" y="26154"/>
                </a:lnTo>
                <a:lnTo>
                  <a:pt x="66294" y="26836"/>
                </a:lnTo>
                <a:lnTo>
                  <a:pt x="66753" y="27534"/>
                </a:lnTo>
                <a:lnTo>
                  <a:pt x="67196" y="28248"/>
                </a:lnTo>
                <a:lnTo>
                  <a:pt x="67623" y="28978"/>
                </a:lnTo>
                <a:lnTo>
                  <a:pt x="68034" y="29725"/>
                </a:lnTo>
                <a:lnTo>
                  <a:pt x="68428" y="30488"/>
                </a:lnTo>
                <a:lnTo>
                  <a:pt x="68807" y="31268"/>
                </a:lnTo>
                <a:lnTo>
                  <a:pt x="69170" y="32064"/>
                </a:lnTo>
                <a:lnTo>
                  <a:pt x="69516" y="32878"/>
                </a:lnTo>
                <a:lnTo>
                  <a:pt x="69847" y="33708"/>
                </a:lnTo>
                <a:lnTo>
                  <a:pt x="70161" y="34555"/>
                </a:lnTo>
                <a:lnTo>
                  <a:pt x="70459" y="35419"/>
                </a:lnTo>
                <a:lnTo>
                  <a:pt x="70741" y="36299"/>
                </a:lnTo>
                <a:lnTo>
                  <a:pt x="71007" y="37197"/>
                </a:lnTo>
                <a:lnTo>
                  <a:pt x="71257" y="38111"/>
                </a:lnTo>
                <a:lnTo>
                  <a:pt x="71491" y="39042"/>
                </a:lnTo>
                <a:lnTo>
                  <a:pt x="71708" y="39990"/>
                </a:lnTo>
                <a:lnTo>
                  <a:pt x="71910" y="40955"/>
                </a:lnTo>
                <a:lnTo>
                  <a:pt x="72095" y="41936"/>
                </a:lnTo>
                <a:lnTo>
                  <a:pt x="72264" y="42935"/>
                </a:lnTo>
                <a:lnTo>
                  <a:pt x="72418" y="43950"/>
                </a:lnTo>
                <a:lnTo>
                  <a:pt x="72555" y="44982"/>
                </a:lnTo>
                <a:lnTo>
                  <a:pt x="72675" y="46031"/>
                </a:lnTo>
                <a:lnTo>
                  <a:pt x="72780" y="47097"/>
                </a:lnTo>
                <a:lnTo>
                  <a:pt x="72869" y="48180"/>
                </a:lnTo>
                <a:lnTo>
                  <a:pt x="72941" y="49279"/>
                </a:lnTo>
                <a:lnTo>
                  <a:pt x="72998" y="50395"/>
                </a:lnTo>
                <a:lnTo>
                  <a:pt x="73038" y="51528"/>
                </a:lnTo>
                <a:lnTo>
                  <a:pt x="73062" y="52678"/>
                </a:lnTo>
                <a:lnTo>
                  <a:pt x="73070" y="53845"/>
                </a:lnTo>
                <a:lnTo>
                  <a:pt x="73062" y="55019"/>
                </a:lnTo>
                <a:lnTo>
                  <a:pt x="73039" y="56175"/>
                </a:lnTo>
                <a:lnTo>
                  <a:pt x="72999" y="57315"/>
                </a:lnTo>
                <a:lnTo>
                  <a:pt x="72944" y="58438"/>
                </a:lnTo>
                <a:lnTo>
                  <a:pt x="72872" y="59544"/>
                </a:lnTo>
                <a:lnTo>
                  <a:pt x="72785" y="60633"/>
                </a:lnTo>
                <a:lnTo>
                  <a:pt x="72682" y="61706"/>
                </a:lnTo>
                <a:lnTo>
                  <a:pt x="72563" y="62762"/>
                </a:lnTo>
                <a:lnTo>
                  <a:pt x="72429" y="63800"/>
                </a:lnTo>
                <a:lnTo>
                  <a:pt x="72278" y="64822"/>
                </a:lnTo>
                <a:lnTo>
                  <a:pt x="72112" y="65827"/>
                </a:lnTo>
                <a:lnTo>
                  <a:pt x="71930" y="66816"/>
                </a:lnTo>
                <a:lnTo>
                  <a:pt x="71732" y="67787"/>
                </a:lnTo>
                <a:lnTo>
                  <a:pt x="71518" y="68742"/>
                </a:lnTo>
                <a:lnTo>
                  <a:pt x="71288" y="69680"/>
                </a:lnTo>
                <a:lnTo>
                  <a:pt x="71043" y="70601"/>
                </a:lnTo>
                <a:lnTo>
                  <a:pt x="70781" y="71505"/>
                </a:lnTo>
                <a:lnTo>
                  <a:pt x="70504" y="72392"/>
                </a:lnTo>
                <a:lnTo>
                  <a:pt x="70211" y="73263"/>
                </a:lnTo>
                <a:lnTo>
                  <a:pt x="69902" y="74116"/>
                </a:lnTo>
                <a:lnTo>
                  <a:pt x="69578" y="74953"/>
                </a:lnTo>
                <a:lnTo>
                  <a:pt x="69237" y="75773"/>
                </a:lnTo>
                <a:lnTo>
                  <a:pt x="68881" y="76576"/>
                </a:lnTo>
                <a:lnTo>
                  <a:pt x="68508" y="77362"/>
                </a:lnTo>
                <a:lnTo>
                  <a:pt x="68120" y="78132"/>
                </a:lnTo>
                <a:lnTo>
                  <a:pt x="67716" y="78885"/>
                </a:lnTo>
                <a:lnTo>
                  <a:pt x="67295" y="79621"/>
                </a:lnTo>
                <a:lnTo>
                  <a:pt x="66859" y="80340"/>
                </a:lnTo>
                <a:lnTo>
                  <a:pt x="66406" y="81043"/>
                </a:lnTo>
                <a:lnTo>
                  <a:pt x="65937" y="81729"/>
                </a:lnTo>
                <a:lnTo>
                  <a:pt x="65452" y="82399"/>
                </a:lnTo>
                <a:lnTo>
                  <a:pt x="64951" y="83051"/>
                </a:lnTo>
                <a:lnTo>
                  <a:pt x="64434" y="83687"/>
                </a:lnTo>
                <a:lnTo>
                  <a:pt x="63901" y="84307"/>
                </a:lnTo>
                <a:lnTo>
                  <a:pt x="63352" y="84909"/>
                </a:lnTo>
                <a:lnTo>
                  <a:pt x="62786" y="85495"/>
                </a:lnTo>
                <a:lnTo>
                  <a:pt x="62204" y="86065"/>
                </a:lnTo>
                <a:lnTo>
                  <a:pt x="61607" y="86617"/>
                </a:lnTo>
                <a:lnTo>
                  <a:pt x="60993" y="87153"/>
                </a:lnTo>
                <a:lnTo>
                  <a:pt x="60363" y="87672"/>
                </a:lnTo>
                <a:lnTo>
                  <a:pt x="59717" y="88175"/>
                </a:lnTo>
                <a:lnTo>
                  <a:pt x="59054" y="88660"/>
                </a:lnTo>
                <a:lnTo>
                  <a:pt x="58376" y="89129"/>
                </a:lnTo>
                <a:lnTo>
                  <a:pt x="57682" y="89582"/>
                </a:lnTo>
                <a:lnTo>
                  <a:pt x="56971" y="90017"/>
                </a:lnTo>
                <a:lnTo>
                  <a:pt x="56244" y="90436"/>
                </a:lnTo>
                <a:lnTo>
                  <a:pt x="55502" y="90839"/>
                </a:lnTo>
                <a:lnTo>
                  <a:pt x="54743" y="91224"/>
                </a:lnTo>
                <a:lnTo>
                  <a:pt x="53967" y="91594"/>
                </a:lnTo>
                <a:lnTo>
                  <a:pt x="53174" y="91947"/>
                </a:lnTo>
                <a:lnTo>
                  <a:pt x="52364" y="92285"/>
                </a:lnTo>
                <a:lnTo>
                  <a:pt x="51537" y="92608"/>
                </a:lnTo>
                <a:lnTo>
                  <a:pt x="50692" y="92914"/>
                </a:lnTo>
                <a:lnTo>
                  <a:pt x="49831" y="93205"/>
                </a:lnTo>
                <a:lnTo>
                  <a:pt x="48952" y="93480"/>
                </a:lnTo>
                <a:lnTo>
                  <a:pt x="48055" y="93739"/>
                </a:lnTo>
                <a:lnTo>
                  <a:pt x="47142" y="93983"/>
                </a:lnTo>
                <a:lnTo>
                  <a:pt x="46211" y="94211"/>
                </a:lnTo>
                <a:lnTo>
                  <a:pt x="45263" y="94423"/>
                </a:lnTo>
                <a:lnTo>
                  <a:pt x="44298" y="94620"/>
                </a:lnTo>
                <a:lnTo>
                  <a:pt x="43316" y="94800"/>
                </a:lnTo>
                <a:lnTo>
                  <a:pt x="42316" y="94966"/>
                </a:lnTo>
                <a:lnTo>
                  <a:pt x="41300" y="95115"/>
                </a:lnTo>
                <a:lnTo>
                  <a:pt x="40266" y="95248"/>
                </a:lnTo>
                <a:lnTo>
                  <a:pt x="39214" y="95366"/>
                </a:lnTo>
                <a:lnTo>
                  <a:pt x="38146" y="95469"/>
                </a:lnTo>
                <a:lnTo>
                  <a:pt x="37060" y="95555"/>
                </a:lnTo>
                <a:lnTo>
                  <a:pt x="35957" y="95626"/>
                </a:lnTo>
                <a:lnTo>
                  <a:pt x="34837" y="95681"/>
                </a:lnTo>
                <a:lnTo>
                  <a:pt x="33700" y="95720"/>
                </a:lnTo>
                <a:lnTo>
                  <a:pt x="32545" y="95744"/>
                </a:lnTo>
                <a:lnTo>
                  <a:pt x="31373" y="95751"/>
                </a:lnTo>
                <a:lnTo>
                  <a:pt x="14406" y="95751"/>
                </a:lnTo>
                <a:lnTo>
                  <a:pt x="14406" y="12099"/>
                </a:lnTo>
                <a:lnTo>
                  <a:pt x="31373" y="12099"/>
                </a:lnTo>
                <a:lnTo>
                  <a:pt x="32525" y="12107"/>
                </a:lnTo>
                <a:close/>
                <a:moveTo>
                  <a:pt x="629414" y="96953"/>
                </a:moveTo>
                <a:lnTo>
                  <a:pt x="628836" y="96946"/>
                </a:lnTo>
                <a:lnTo>
                  <a:pt x="628276" y="96925"/>
                </a:lnTo>
                <a:lnTo>
                  <a:pt x="627734" y="96890"/>
                </a:lnTo>
                <a:lnTo>
                  <a:pt x="627209" y="96841"/>
                </a:lnTo>
                <a:lnTo>
                  <a:pt x="626703" y="96777"/>
                </a:lnTo>
                <a:lnTo>
                  <a:pt x="626215" y="96699"/>
                </a:lnTo>
                <a:lnTo>
                  <a:pt x="625744" y="96608"/>
                </a:lnTo>
                <a:lnTo>
                  <a:pt x="625292" y="96502"/>
                </a:lnTo>
                <a:lnTo>
                  <a:pt x="624857" y="96382"/>
                </a:lnTo>
                <a:lnTo>
                  <a:pt x="624441" y="96248"/>
                </a:lnTo>
                <a:lnTo>
                  <a:pt x="624042" y="96100"/>
                </a:lnTo>
                <a:lnTo>
                  <a:pt x="623661" y="95937"/>
                </a:lnTo>
                <a:lnTo>
                  <a:pt x="623298" y="95761"/>
                </a:lnTo>
                <a:lnTo>
                  <a:pt x="622954" y="95571"/>
                </a:lnTo>
                <a:lnTo>
                  <a:pt x="622627" y="95366"/>
                </a:lnTo>
                <a:lnTo>
                  <a:pt x="622317" y="95147"/>
                </a:lnTo>
                <a:lnTo>
                  <a:pt x="622026" y="94914"/>
                </a:lnTo>
                <a:lnTo>
                  <a:pt x="621753" y="94667"/>
                </a:lnTo>
                <a:lnTo>
                  <a:pt x="621498" y="94406"/>
                </a:lnTo>
                <a:lnTo>
                  <a:pt x="621260" y="94131"/>
                </a:lnTo>
                <a:lnTo>
                  <a:pt x="621041" y="93842"/>
                </a:lnTo>
                <a:lnTo>
                  <a:pt x="620839" y="93539"/>
                </a:lnTo>
                <a:lnTo>
                  <a:pt x="620656" y="93221"/>
                </a:lnTo>
                <a:lnTo>
                  <a:pt x="620490" y="92889"/>
                </a:lnTo>
                <a:lnTo>
                  <a:pt x="620337" y="92544"/>
                </a:lnTo>
                <a:lnTo>
                  <a:pt x="620190" y="92186"/>
                </a:lnTo>
                <a:lnTo>
                  <a:pt x="620049" y="91816"/>
                </a:lnTo>
                <a:lnTo>
                  <a:pt x="619915" y="91433"/>
                </a:lnTo>
                <a:lnTo>
                  <a:pt x="619788" y="91037"/>
                </a:lnTo>
                <a:lnTo>
                  <a:pt x="619667" y="90629"/>
                </a:lnTo>
                <a:lnTo>
                  <a:pt x="619553" y="90208"/>
                </a:lnTo>
                <a:lnTo>
                  <a:pt x="619445" y="89774"/>
                </a:lnTo>
                <a:lnTo>
                  <a:pt x="619344" y="89328"/>
                </a:lnTo>
                <a:lnTo>
                  <a:pt x="619249" y="88869"/>
                </a:lnTo>
                <a:lnTo>
                  <a:pt x="619161" y="88398"/>
                </a:lnTo>
                <a:lnTo>
                  <a:pt x="619079" y="87913"/>
                </a:lnTo>
                <a:lnTo>
                  <a:pt x="619004" y="87417"/>
                </a:lnTo>
                <a:lnTo>
                  <a:pt x="618936" y="86907"/>
                </a:lnTo>
                <a:lnTo>
                  <a:pt x="618874" y="86385"/>
                </a:lnTo>
                <a:lnTo>
                  <a:pt x="618818" y="85851"/>
                </a:lnTo>
                <a:lnTo>
                  <a:pt x="618769" y="85303"/>
                </a:lnTo>
                <a:lnTo>
                  <a:pt x="618727" y="84743"/>
                </a:lnTo>
                <a:lnTo>
                  <a:pt x="618691" y="84171"/>
                </a:lnTo>
                <a:lnTo>
                  <a:pt x="618661" y="83586"/>
                </a:lnTo>
                <a:lnTo>
                  <a:pt x="618639" y="82988"/>
                </a:lnTo>
                <a:lnTo>
                  <a:pt x="618622" y="82377"/>
                </a:lnTo>
                <a:lnTo>
                  <a:pt x="618613" y="81754"/>
                </a:lnTo>
                <a:lnTo>
                  <a:pt x="618609" y="81118"/>
                </a:lnTo>
                <a:lnTo>
                  <a:pt x="618609" y="37419"/>
                </a:lnTo>
                <a:lnTo>
                  <a:pt x="637897" y="37419"/>
                </a:lnTo>
                <a:lnTo>
                  <a:pt x="637897" y="26602"/>
                </a:lnTo>
                <a:lnTo>
                  <a:pt x="618609" y="26602"/>
                </a:lnTo>
                <a:lnTo>
                  <a:pt x="618609" y="8734"/>
                </a:lnTo>
                <a:lnTo>
                  <a:pt x="605244" y="8734"/>
                </a:lnTo>
                <a:lnTo>
                  <a:pt x="605244" y="26602"/>
                </a:lnTo>
                <a:lnTo>
                  <a:pt x="592278" y="26602"/>
                </a:lnTo>
                <a:lnTo>
                  <a:pt x="592278" y="37419"/>
                </a:lnTo>
                <a:lnTo>
                  <a:pt x="605244" y="37419"/>
                </a:lnTo>
                <a:lnTo>
                  <a:pt x="605244" y="81406"/>
                </a:lnTo>
                <a:lnTo>
                  <a:pt x="605247" y="82095"/>
                </a:lnTo>
                <a:lnTo>
                  <a:pt x="605257" y="82775"/>
                </a:lnTo>
                <a:lnTo>
                  <a:pt x="605273" y="83447"/>
                </a:lnTo>
                <a:lnTo>
                  <a:pt x="605296" y="84110"/>
                </a:lnTo>
                <a:lnTo>
                  <a:pt x="605325" y="84765"/>
                </a:lnTo>
                <a:lnTo>
                  <a:pt x="605361" y="85412"/>
                </a:lnTo>
                <a:lnTo>
                  <a:pt x="605404" y="86051"/>
                </a:lnTo>
                <a:lnTo>
                  <a:pt x="605453" y="86681"/>
                </a:lnTo>
                <a:lnTo>
                  <a:pt x="605508" y="87303"/>
                </a:lnTo>
                <a:lnTo>
                  <a:pt x="605570" y="87917"/>
                </a:lnTo>
                <a:lnTo>
                  <a:pt x="605639" y="88522"/>
                </a:lnTo>
                <a:lnTo>
                  <a:pt x="605714" y="89119"/>
                </a:lnTo>
                <a:lnTo>
                  <a:pt x="605796" y="89708"/>
                </a:lnTo>
                <a:lnTo>
                  <a:pt x="605884" y="90288"/>
                </a:lnTo>
                <a:lnTo>
                  <a:pt x="605978" y="90861"/>
                </a:lnTo>
                <a:lnTo>
                  <a:pt x="606080" y="91424"/>
                </a:lnTo>
                <a:lnTo>
                  <a:pt x="606187" y="91980"/>
                </a:lnTo>
                <a:lnTo>
                  <a:pt x="606302" y="92527"/>
                </a:lnTo>
                <a:lnTo>
                  <a:pt x="606422" y="93066"/>
                </a:lnTo>
                <a:lnTo>
                  <a:pt x="606550" y="93597"/>
                </a:lnTo>
                <a:lnTo>
                  <a:pt x="606684" y="94119"/>
                </a:lnTo>
                <a:lnTo>
                  <a:pt x="606824" y="94633"/>
                </a:lnTo>
                <a:lnTo>
                  <a:pt x="606971" y="95139"/>
                </a:lnTo>
                <a:lnTo>
                  <a:pt x="607124" y="95636"/>
                </a:lnTo>
                <a:lnTo>
                  <a:pt x="607287" y="96125"/>
                </a:lnTo>
                <a:lnTo>
                  <a:pt x="607460" y="96604"/>
                </a:lnTo>
                <a:lnTo>
                  <a:pt x="607645" y="97073"/>
                </a:lnTo>
                <a:lnTo>
                  <a:pt x="607840" y="97532"/>
                </a:lnTo>
                <a:lnTo>
                  <a:pt x="608047" y="97982"/>
                </a:lnTo>
                <a:lnTo>
                  <a:pt x="608265" y="98423"/>
                </a:lnTo>
                <a:lnTo>
                  <a:pt x="608494" y="98853"/>
                </a:lnTo>
                <a:lnTo>
                  <a:pt x="608734" y="99275"/>
                </a:lnTo>
                <a:lnTo>
                  <a:pt x="608985" y="99686"/>
                </a:lnTo>
                <a:lnTo>
                  <a:pt x="609248" y="100088"/>
                </a:lnTo>
                <a:lnTo>
                  <a:pt x="609521" y="100480"/>
                </a:lnTo>
                <a:lnTo>
                  <a:pt x="609806" y="100863"/>
                </a:lnTo>
                <a:lnTo>
                  <a:pt x="610101" y="101236"/>
                </a:lnTo>
                <a:lnTo>
                  <a:pt x="610408" y="101599"/>
                </a:lnTo>
                <a:lnTo>
                  <a:pt x="610726" y="101953"/>
                </a:lnTo>
                <a:lnTo>
                  <a:pt x="611055" y="102297"/>
                </a:lnTo>
                <a:lnTo>
                  <a:pt x="611395" y="102631"/>
                </a:lnTo>
                <a:lnTo>
                  <a:pt x="611746" y="102956"/>
                </a:lnTo>
                <a:lnTo>
                  <a:pt x="612109" y="103271"/>
                </a:lnTo>
                <a:lnTo>
                  <a:pt x="612482" y="103577"/>
                </a:lnTo>
                <a:lnTo>
                  <a:pt x="612867" y="103873"/>
                </a:lnTo>
                <a:lnTo>
                  <a:pt x="613263" y="104159"/>
                </a:lnTo>
                <a:lnTo>
                  <a:pt x="613669" y="104436"/>
                </a:lnTo>
                <a:lnTo>
                  <a:pt x="614087" y="104703"/>
                </a:lnTo>
                <a:lnTo>
                  <a:pt x="614518" y="104960"/>
                </a:lnTo>
                <a:lnTo>
                  <a:pt x="614964" y="105206"/>
                </a:lnTo>
                <a:lnTo>
                  <a:pt x="615425" y="105441"/>
                </a:lnTo>
                <a:lnTo>
                  <a:pt x="615900" y="105665"/>
                </a:lnTo>
                <a:lnTo>
                  <a:pt x="616391" y="105878"/>
                </a:lnTo>
                <a:lnTo>
                  <a:pt x="616896" y="106080"/>
                </a:lnTo>
                <a:lnTo>
                  <a:pt x="617416" y="106271"/>
                </a:lnTo>
                <a:lnTo>
                  <a:pt x="617951" y="106452"/>
                </a:lnTo>
                <a:lnTo>
                  <a:pt x="618501" y="106621"/>
                </a:lnTo>
                <a:lnTo>
                  <a:pt x="619066" y="106780"/>
                </a:lnTo>
                <a:lnTo>
                  <a:pt x="619645" y="106927"/>
                </a:lnTo>
                <a:lnTo>
                  <a:pt x="620240" y="107064"/>
                </a:lnTo>
                <a:lnTo>
                  <a:pt x="620849" y="107189"/>
                </a:lnTo>
                <a:lnTo>
                  <a:pt x="621473" y="107304"/>
                </a:lnTo>
                <a:lnTo>
                  <a:pt x="622113" y="107408"/>
                </a:lnTo>
                <a:lnTo>
                  <a:pt x="622767" y="107501"/>
                </a:lnTo>
                <a:lnTo>
                  <a:pt x="623435" y="107583"/>
                </a:lnTo>
                <a:lnTo>
                  <a:pt x="624119" y="107654"/>
                </a:lnTo>
                <a:lnTo>
                  <a:pt x="624818" y="107714"/>
                </a:lnTo>
                <a:lnTo>
                  <a:pt x="625531" y="107763"/>
                </a:lnTo>
                <a:lnTo>
                  <a:pt x="626259" y="107801"/>
                </a:lnTo>
                <a:lnTo>
                  <a:pt x="627002" y="107829"/>
                </a:lnTo>
                <a:lnTo>
                  <a:pt x="627760" y="107845"/>
                </a:lnTo>
                <a:lnTo>
                  <a:pt x="628533" y="107851"/>
                </a:lnTo>
                <a:lnTo>
                  <a:pt x="637897" y="107851"/>
                </a:lnTo>
                <a:lnTo>
                  <a:pt x="637897" y="96953"/>
                </a:lnTo>
                <a:lnTo>
                  <a:pt x="629414" y="96953"/>
                </a:lnTo>
                <a:close/>
                <a:moveTo>
                  <a:pt x="387313" y="37405"/>
                </a:moveTo>
                <a:lnTo>
                  <a:pt x="386958" y="36629"/>
                </a:lnTo>
                <a:lnTo>
                  <a:pt x="386584" y="35874"/>
                </a:lnTo>
                <a:lnTo>
                  <a:pt x="386191" y="35140"/>
                </a:lnTo>
                <a:lnTo>
                  <a:pt x="385779" y="34428"/>
                </a:lnTo>
                <a:lnTo>
                  <a:pt x="385347" y="33737"/>
                </a:lnTo>
                <a:lnTo>
                  <a:pt x="384897" y="33067"/>
                </a:lnTo>
                <a:lnTo>
                  <a:pt x="384424" y="32422"/>
                </a:lnTo>
                <a:lnTo>
                  <a:pt x="383926" y="31804"/>
                </a:lnTo>
                <a:lnTo>
                  <a:pt x="383403" y="31214"/>
                </a:lnTo>
                <a:lnTo>
                  <a:pt x="382854" y="30651"/>
                </a:lnTo>
                <a:lnTo>
                  <a:pt x="382280" y="30116"/>
                </a:lnTo>
                <a:lnTo>
                  <a:pt x="381681" y="29608"/>
                </a:lnTo>
                <a:lnTo>
                  <a:pt x="381056" y="29127"/>
                </a:lnTo>
                <a:lnTo>
                  <a:pt x="380406" y="28674"/>
                </a:lnTo>
                <a:lnTo>
                  <a:pt x="379731" y="28249"/>
                </a:lnTo>
                <a:lnTo>
                  <a:pt x="379031" y="27851"/>
                </a:lnTo>
                <a:lnTo>
                  <a:pt x="378305" y="27480"/>
                </a:lnTo>
                <a:lnTo>
                  <a:pt x="377554" y="27137"/>
                </a:lnTo>
                <a:lnTo>
                  <a:pt x="376778" y="26821"/>
                </a:lnTo>
                <a:lnTo>
                  <a:pt x="375976" y="26533"/>
                </a:lnTo>
                <a:lnTo>
                  <a:pt x="375149" y="26272"/>
                </a:lnTo>
                <a:lnTo>
                  <a:pt x="374297" y="26038"/>
                </a:lnTo>
                <a:lnTo>
                  <a:pt x="373419" y="25832"/>
                </a:lnTo>
                <a:lnTo>
                  <a:pt x="372517" y="25654"/>
                </a:lnTo>
                <a:lnTo>
                  <a:pt x="371589" y="25503"/>
                </a:lnTo>
                <a:lnTo>
                  <a:pt x="370635" y="25379"/>
                </a:lnTo>
                <a:lnTo>
                  <a:pt x="369657" y="25283"/>
                </a:lnTo>
                <a:lnTo>
                  <a:pt x="368653" y="25215"/>
                </a:lnTo>
                <a:lnTo>
                  <a:pt x="367624" y="25174"/>
                </a:lnTo>
                <a:lnTo>
                  <a:pt x="366569" y="25160"/>
                </a:lnTo>
                <a:lnTo>
                  <a:pt x="365808" y="25167"/>
                </a:lnTo>
                <a:lnTo>
                  <a:pt x="365056" y="25188"/>
                </a:lnTo>
                <a:lnTo>
                  <a:pt x="364316" y="25223"/>
                </a:lnTo>
                <a:lnTo>
                  <a:pt x="363586" y="25272"/>
                </a:lnTo>
                <a:lnTo>
                  <a:pt x="362866" y="25335"/>
                </a:lnTo>
                <a:lnTo>
                  <a:pt x="362157" y="25413"/>
                </a:lnTo>
                <a:lnTo>
                  <a:pt x="361459" y="25504"/>
                </a:lnTo>
                <a:lnTo>
                  <a:pt x="360771" y="25609"/>
                </a:lnTo>
                <a:lnTo>
                  <a:pt x="360094" y="25729"/>
                </a:lnTo>
                <a:lnTo>
                  <a:pt x="359427" y="25862"/>
                </a:lnTo>
                <a:lnTo>
                  <a:pt x="358771" y="26010"/>
                </a:lnTo>
                <a:lnTo>
                  <a:pt x="358126" y="26171"/>
                </a:lnTo>
                <a:lnTo>
                  <a:pt x="357491" y="26347"/>
                </a:lnTo>
                <a:lnTo>
                  <a:pt x="356866" y="26537"/>
                </a:lnTo>
                <a:lnTo>
                  <a:pt x="356253" y="26740"/>
                </a:lnTo>
                <a:lnTo>
                  <a:pt x="355649" y="26958"/>
                </a:lnTo>
                <a:lnTo>
                  <a:pt x="355056" y="27190"/>
                </a:lnTo>
                <a:lnTo>
                  <a:pt x="354474" y="27436"/>
                </a:lnTo>
                <a:lnTo>
                  <a:pt x="353903" y="27696"/>
                </a:lnTo>
                <a:lnTo>
                  <a:pt x="353342" y="27970"/>
                </a:lnTo>
                <a:lnTo>
                  <a:pt x="352791" y="28258"/>
                </a:lnTo>
                <a:lnTo>
                  <a:pt x="352251" y="28560"/>
                </a:lnTo>
                <a:lnTo>
                  <a:pt x="351722" y="28876"/>
                </a:lnTo>
                <a:lnTo>
                  <a:pt x="351203" y="29206"/>
                </a:lnTo>
                <a:lnTo>
                  <a:pt x="350694" y="29544"/>
                </a:lnTo>
                <a:lnTo>
                  <a:pt x="350195" y="29885"/>
                </a:lnTo>
                <a:lnTo>
                  <a:pt x="349706" y="30227"/>
                </a:lnTo>
                <a:lnTo>
                  <a:pt x="349227" y="30572"/>
                </a:lnTo>
                <a:lnTo>
                  <a:pt x="348757" y="30918"/>
                </a:lnTo>
                <a:lnTo>
                  <a:pt x="348297" y="31267"/>
                </a:lnTo>
                <a:lnTo>
                  <a:pt x="347846" y="31618"/>
                </a:lnTo>
                <a:lnTo>
                  <a:pt x="347406" y="31971"/>
                </a:lnTo>
                <a:lnTo>
                  <a:pt x="346975" y="32326"/>
                </a:lnTo>
                <a:lnTo>
                  <a:pt x="346554" y="32683"/>
                </a:lnTo>
                <a:lnTo>
                  <a:pt x="346142" y="33042"/>
                </a:lnTo>
                <a:lnTo>
                  <a:pt x="345741" y="33403"/>
                </a:lnTo>
                <a:lnTo>
                  <a:pt x="345349" y="33766"/>
                </a:lnTo>
                <a:lnTo>
                  <a:pt x="344966" y="34132"/>
                </a:lnTo>
                <a:lnTo>
                  <a:pt x="344594" y="34499"/>
                </a:lnTo>
                <a:lnTo>
                  <a:pt x="344231" y="34869"/>
                </a:lnTo>
                <a:lnTo>
                  <a:pt x="343878" y="35240"/>
                </a:lnTo>
                <a:lnTo>
                  <a:pt x="343535" y="35614"/>
                </a:lnTo>
                <a:lnTo>
                  <a:pt x="343201" y="35990"/>
                </a:lnTo>
                <a:lnTo>
                  <a:pt x="342877" y="36368"/>
                </a:lnTo>
                <a:lnTo>
                  <a:pt x="342563" y="36748"/>
                </a:lnTo>
                <a:lnTo>
                  <a:pt x="342259" y="37130"/>
                </a:lnTo>
                <a:lnTo>
                  <a:pt x="341964" y="37514"/>
                </a:lnTo>
                <a:lnTo>
                  <a:pt x="341679" y="37900"/>
                </a:lnTo>
                <a:lnTo>
                  <a:pt x="341359" y="26602"/>
                </a:lnTo>
                <a:lnTo>
                  <a:pt x="328393" y="26602"/>
                </a:lnTo>
                <a:lnTo>
                  <a:pt x="328393" y="107851"/>
                </a:lnTo>
                <a:lnTo>
                  <a:pt x="341759" y="107851"/>
                </a:lnTo>
                <a:lnTo>
                  <a:pt x="341759" y="49351"/>
                </a:lnTo>
                <a:lnTo>
                  <a:pt x="342043" y="48956"/>
                </a:lnTo>
                <a:lnTo>
                  <a:pt x="342333" y="48563"/>
                </a:lnTo>
                <a:lnTo>
                  <a:pt x="342631" y="48173"/>
                </a:lnTo>
                <a:lnTo>
                  <a:pt x="342936" y="47785"/>
                </a:lnTo>
                <a:lnTo>
                  <a:pt x="343248" y="47399"/>
                </a:lnTo>
                <a:lnTo>
                  <a:pt x="343567" y="47015"/>
                </a:lnTo>
                <a:lnTo>
                  <a:pt x="343893" y="46634"/>
                </a:lnTo>
                <a:lnTo>
                  <a:pt x="344227" y="46255"/>
                </a:lnTo>
                <a:lnTo>
                  <a:pt x="344567" y="45878"/>
                </a:lnTo>
                <a:lnTo>
                  <a:pt x="344914" y="45503"/>
                </a:lnTo>
                <a:lnTo>
                  <a:pt x="345269" y="45131"/>
                </a:lnTo>
                <a:lnTo>
                  <a:pt x="345631" y="44760"/>
                </a:lnTo>
                <a:lnTo>
                  <a:pt x="345999" y="44392"/>
                </a:lnTo>
                <a:lnTo>
                  <a:pt x="346375" y="44026"/>
                </a:lnTo>
                <a:lnTo>
                  <a:pt x="346758" y="43662"/>
                </a:lnTo>
                <a:lnTo>
                  <a:pt x="347148" y="43301"/>
                </a:lnTo>
                <a:lnTo>
                  <a:pt x="347545" y="42942"/>
                </a:lnTo>
                <a:lnTo>
                  <a:pt x="347949" y="42585"/>
                </a:lnTo>
                <a:lnTo>
                  <a:pt x="348360" y="42230"/>
                </a:lnTo>
                <a:lnTo>
                  <a:pt x="348779" y="41877"/>
                </a:lnTo>
                <a:lnTo>
                  <a:pt x="349204" y="41527"/>
                </a:lnTo>
                <a:lnTo>
                  <a:pt x="349636" y="41179"/>
                </a:lnTo>
                <a:lnTo>
                  <a:pt x="350076" y="40833"/>
                </a:lnTo>
                <a:lnTo>
                  <a:pt x="350523" y="40489"/>
                </a:lnTo>
                <a:lnTo>
                  <a:pt x="350977" y="40154"/>
                </a:lnTo>
                <a:lnTo>
                  <a:pt x="351439" y="39832"/>
                </a:lnTo>
                <a:lnTo>
                  <a:pt x="351909" y="39525"/>
                </a:lnTo>
                <a:lnTo>
                  <a:pt x="352387" y="39233"/>
                </a:lnTo>
                <a:lnTo>
                  <a:pt x="352873" y="38954"/>
                </a:lnTo>
                <a:lnTo>
                  <a:pt x="353366" y="38690"/>
                </a:lnTo>
                <a:lnTo>
                  <a:pt x="353868" y="38440"/>
                </a:lnTo>
                <a:lnTo>
                  <a:pt x="354378" y="38205"/>
                </a:lnTo>
                <a:lnTo>
                  <a:pt x="354895" y="37984"/>
                </a:lnTo>
                <a:lnTo>
                  <a:pt x="355420" y="37777"/>
                </a:lnTo>
                <a:lnTo>
                  <a:pt x="355954" y="37584"/>
                </a:lnTo>
                <a:lnTo>
                  <a:pt x="356495" y="37405"/>
                </a:lnTo>
                <a:lnTo>
                  <a:pt x="357044" y="37241"/>
                </a:lnTo>
                <a:lnTo>
                  <a:pt x="357601" y="37091"/>
                </a:lnTo>
                <a:lnTo>
                  <a:pt x="358166" y="36956"/>
                </a:lnTo>
                <a:lnTo>
                  <a:pt x="358739" y="36834"/>
                </a:lnTo>
                <a:lnTo>
                  <a:pt x="359320" y="36727"/>
                </a:lnTo>
                <a:lnTo>
                  <a:pt x="359909" y="36635"/>
                </a:lnTo>
                <a:lnTo>
                  <a:pt x="360506" y="36556"/>
                </a:lnTo>
                <a:lnTo>
                  <a:pt x="361110" y="36492"/>
                </a:lnTo>
                <a:lnTo>
                  <a:pt x="361723" y="36442"/>
                </a:lnTo>
                <a:lnTo>
                  <a:pt x="362343" y="36406"/>
                </a:lnTo>
                <a:lnTo>
                  <a:pt x="362972" y="36385"/>
                </a:lnTo>
                <a:lnTo>
                  <a:pt x="363608" y="36378"/>
                </a:lnTo>
                <a:lnTo>
                  <a:pt x="364070" y="36382"/>
                </a:lnTo>
                <a:lnTo>
                  <a:pt x="364523" y="36396"/>
                </a:lnTo>
                <a:lnTo>
                  <a:pt x="364967" y="36418"/>
                </a:lnTo>
                <a:lnTo>
                  <a:pt x="365401" y="36449"/>
                </a:lnTo>
                <a:lnTo>
                  <a:pt x="365826" y="36490"/>
                </a:lnTo>
                <a:lnTo>
                  <a:pt x="366242" y="36539"/>
                </a:lnTo>
                <a:lnTo>
                  <a:pt x="366648" y="36598"/>
                </a:lnTo>
                <a:lnTo>
                  <a:pt x="367045" y="36665"/>
                </a:lnTo>
                <a:lnTo>
                  <a:pt x="367433" y="36741"/>
                </a:lnTo>
                <a:lnTo>
                  <a:pt x="367811" y="36827"/>
                </a:lnTo>
                <a:lnTo>
                  <a:pt x="368180" y="36921"/>
                </a:lnTo>
                <a:lnTo>
                  <a:pt x="368540" y="37024"/>
                </a:lnTo>
                <a:lnTo>
                  <a:pt x="368891" y="37136"/>
                </a:lnTo>
                <a:lnTo>
                  <a:pt x="369232" y="37258"/>
                </a:lnTo>
                <a:lnTo>
                  <a:pt x="369564" y="37388"/>
                </a:lnTo>
                <a:lnTo>
                  <a:pt x="369886" y="37527"/>
                </a:lnTo>
                <a:lnTo>
                  <a:pt x="370199" y="37675"/>
                </a:lnTo>
                <a:lnTo>
                  <a:pt x="370503" y="37833"/>
                </a:lnTo>
                <a:lnTo>
                  <a:pt x="370798" y="37999"/>
                </a:lnTo>
                <a:lnTo>
                  <a:pt x="371083" y="38174"/>
                </a:lnTo>
                <a:lnTo>
                  <a:pt x="371359" y="38358"/>
                </a:lnTo>
                <a:lnTo>
                  <a:pt x="371626" y="38551"/>
                </a:lnTo>
                <a:lnTo>
                  <a:pt x="371883" y="38753"/>
                </a:lnTo>
                <a:lnTo>
                  <a:pt x="372132" y="38964"/>
                </a:lnTo>
                <a:lnTo>
                  <a:pt x="372372" y="39183"/>
                </a:lnTo>
                <a:lnTo>
                  <a:pt x="372605" y="39409"/>
                </a:lnTo>
                <a:lnTo>
                  <a:pt x="372832" y="39641"/>
                </a:lnTo>
                <a:lnTo>
                  <a:pt x="373053" y="39881"/>
                </a:lnTo>
                <a:lnTo>
                  <a:pt x="373267" y="40127"/>
                </a:lnTo>
                <a:lnTo>
                  <a:pt x="373475" y="40381"/>
                </a:lnTo>
                <a:lnTo>
                  <a:pt x="373676" y="40641"/>
                </a:lnTo>
                <a:lnTo>
                  <a:pt x="373870" y="40909"/>
                </a:lnTo>
                <a:lnTo>
                  <a:pt x="374058" y="41183"/>
                </a:lnTo>
                <a:lnTo>
                  <a:pt x="374239" y="41464"/>
                </a:lnTo>
                <a:lnTo>
                  <a:pt x="374414" y="41752"/>
                </a:lnTo>
                <a:lnTo>
                  <a:pt x="374583" y="42047"/>
                </a:lnTo>
                <a:lnTo>
                  <a:pt x="374744" y="42349"/>
                </a:lnTo>
                <a:lnTo>
                  <a:pt x="374900" y="42658"/>
                </a:lnTo>
                <a:lnTo>
                  <a:pt x="375048" y="42974"/>
                </a:lnTo>
                <a:lnTo>
                  <a:pt x="375191" y="43297"/>
                </a:lnTo>
                <a:lnTo>
                  <a:pt x="375326" y="43626"/>
                </a:lnTo>
                <a:lnTo>
                  <a:pt x="375455" y="43963"/>
                </a:lnTo>
                <a:lnTo>
                  <a:pt x="375578" y="44306"/>
                </a:lnTo>
                <a:lnTo>
                  <a:pt x="375694" y="44657"/>
                </a:lnTo>
                <a:lnTo>
                  <a:pt x="375804" y="45014"/>
                </a:lnTo>
                <a:lnTo>
                  <a:pt x="375907" y="45379"/>
                </a:lnTo>
                <a:lnTo>
                  <a:pt x="376003" y="45750"/>
                </a:lnTo>
                <a:lnTo>
                  <a:pt x="376093" y="46128"/>
                </a:lnTo>
                <a:lnTo>
                  <a:pt x="376178" y="46512"/>
                </a:lnTo>
                <a:lnTo>
                  <a:pt x="376259" y="46900"/>
                </a:lnTo>
                <a:lnTo>
                  <a:pt x="376337" y="47292"/>
                </a:lnTo>
                <a:lnTo>
                  <a:pt x="376411" y="47689"/>
                </a:lnTo>
                <a:lnTo>
                  <a:pt x="376482" y="48090"/>
                </a:lnTo>
                <a:lnTo>
                  <a:pt x="376548" y="48496"/>
                </a:lnTo>
                <a:lnTo>
                  <a:pt x="376612" y="48906"/>
                </a:lnTo>
                <a:lnTo>
                  <a:pt x="376671" y="49321"/>
                </a:lnTo>
                <a:lnTo>
                  <a:pt x="376727" y="49740"/>
                </a:lnTo>
                <a:lnTo>
                  <a:pt x="376780" y="50164"/>
                </a:lnTo>
                <a:lnTo>
                  <a:pt x="376828" y="50592"/>
                </a:lnTo>
                <a:lnTo>
                  <a:pt x="376874" y="51024"/>
                </a:lnTo>
                <a:lnTo>
                  <a:pt x="376915" y="51461"/>
                </a:lnTo>
                <a:lnTo>
                  <a:pt x="376953" y="51902"/>
                </a:lnTo>
                <a:lnTo>
                  <a:pt x="376987" y="52347"/>
                </a:lnTo>
                <a:lnTo>
                  <a:pt x="377018" y="52797"/>
                </a:lnTo>
                <a:lnTo>
                  <a:pt x="377045" y="53252"/>
                </a:lnTo>
                <a:lnTo>
                  <a:pt x="377069" y="53711"/>
                </a:lnTo>
                <a:lnTo>
                  <a:pt x="377088" y="54174"/>
                </a:lnTo>
                <a:lnTo>
                  <a:pt x="377105" y="54642"/>
                </a:lnTo>
                <a:lnTo>
                  <a:pt x="377117" y="55114"/>
                </a:lnTo>
                <a:lnTo>
                  <a:pt x="377126" y="55591"/>
                </a:lnTo>
                <a:lnTo>
                  <a:pt x="377132" y="56072"/>
                </a:lnTo>
                <a:lnTo>
                  <a:pt x="377134" y="56557"/>
                </a:lnTo>
                <a:lnTo>
                  <a:pt x="377134" y="107851"/>
                </a:lnTo>
                <a:lnTo>
                  <a:pt x="390419" y="107851"/>
                </a:lnTo>
                <a:lnTo>
                  <a:pt x="390419" y="55022"/>
                </a:lnTo>
                <a:lnTo>
                  <a:pt x="390410" y="53862"/>
                </a:lnTo>
                <a:lnTo>
                  <a:pt x="390381" y="52723"/>
                </a:lnTo>
                <a:lnTo>
                  <a:pt x="390333" y="51606"/>
                </a:lnTo>
                <a:lnTo>
                  <a:pt x="390266" y="50510"/>
                </a:lnTo>
                <a:lnTo>
                  <a:pt x="390179" y="49436"/>
                </a:lnTo>
                <a:lnTo>
                  <a:pt x="390084" y="48484"/>
                </a:lnTo>
                <a:lnTo>
                  <a:pt x="390099" y="48557"/>
                </a:lnTo>
                <a:lnTo>
                  <a:pt x="390376" y="48184"/>
                </a:lnTo>
                <a:lnTo>
                  <a:pt x="390661" y="47813"/>
                </a:lnTo>
                <a:lnTo>
                  <a:pt x="390954" y="47445"/>
                </a:lnTo>
                <a:lnTo>
                  <a:pt x="391255" y="47079"/>
                </a:lnTo>
                <a:lnTo>
                  <a:pt x="391564" y="46715"/>
                </a:lnTo>
                <a:lnTo>
                  <a:pt x="391880" y="46353"/>
                </a:lnTo>
                <a:lnTo>
                  <a:pt x="392204" y="45994"/>
                </a:lnTo>
                <a:lnTo>
                  <a:pt x="392536" y="45637"/>
                </a:lnTo>
                <a:lnTo>
                  <a:pt x="392875" y="45282"/>
                </a:lnTo>
                <a:lnTo>
                  <a:pt x="393223" y="44929"/>
                </a:lnTo>
                <a:lnTo>
                  <a:pt x="393578" y="44578"/>
                </a:lnTo>
                <a:lnTo>
                  <a:pt x="393941" y="44230"/>
                </a:lnTo>
                <a:lnTo>
                  <a:pt x="394311" y="43884"/>
                </a:lnTo>
                <a:lnTo>
                  <a:pt x="394690" y="43540"/>
                </a:lnTo>
                <a:lnTo>
                  <a:pt x="395076" y="43198"/>
                </a:lnTo>
                <a:lnTo>
                  <a:pt x="395470" y="42859"/>
                </a:lnTo>
                <a:lnTo>
                  <a:pt x="395872" y="42522"/>
                </a:lnTo>
                <a:lnTo>
                  <a:pt x="396282" y="42187"/>
                </a:lnTo>
                <a:lnTo>
                  <a:pt x="396699" y="41854"/>
                </a:lnTo>
                <a:lnTo>
                  <a:pt x="397124" y="41523"/>
                </a:lnTo>
                <a:lnTo>
                  <a:pt x="397557" y="41195"/>
                </a:lnTo>
                <a:lnTo>
                  <a:pt x="397998" y="40869"/>
                </a:lnTo>
                <a:lnTo>
                  <a:pt x="398446" y="40545"/>
                </a:lnTo>
                <a:lnTo>
                  <a:pt x="398903" y="40224"/>
                </a:lnTo>
                <a:lnTo>
                  <a:pt x="399367" y="39910"/>
                </a:lnTo>
                <a:lnTo>
                  <a:pt x="399838" y="39609"/>
                </a:lnTo>
                <a:lnTo>
                  <a:pt x="400317" y="39322"/>
                </a:lnTo>
                <a:lnTo>
                  <a:pt x="400803" y="39048"/>
                </a:lnTo>
                <a:lnTo>
                  <a:pt x="401297" y="38788"/>
                </a:lnTo>
                <a:lnTo>
                  <a:pt x="401799" y="38541"/>
                </a:lnTo>
                <a:lnTo>
                  <a:pt x="402308" y="38307"/>
                </a:lnTo>
                <a:lnTo>
                  <a:pt x="402824" y="38087"/>
                </a:lnTo>
                <a:lnTo>
                  <a:pt x="403348" y="37880"/>
                </a:lnTo>
                <a:lnTo>
                  <a:pt x="403880" y="37686"/>
                </a:lnTo>
                <a:lnTo>
                  <a:pt x="404419" y="37506"/>
                </a:lnTo>
                <a:lnTo>
                  <a:pt x="404965" y="37339"/>
                </a:lnTo>
                <a:lnTo>
                  <a:pt x="405519" y="37186"/>
                </a:lnTo>
                <a:lnTo>
                  <a:pt x="406081" y="37045"/>
                </a:lnTo>
                <a:lnTo>
                  <a:pt x="406650" y="36918"/>
                </a:lnTo>
                <a:lnTo>
                  <a:pt x="407226" y="36805"/>
                </a:lnTo>
                <a:lnTo>
                  <a:pt x="407810" y="36705"/>
                </a:lnTo>
                <a:lnTo>
                  <a:pt x="408402" y="36618"/>
                </a:lnTo>
                <a:lnTo>
                  <a:pt x="409001" y="36544"/>
                </a:lnTo>
                <a:lnTo>
                  <a:pt x="409607" y="36484"/>
                </a:lnTo>
                <a:lnTo>
                  <a:pt x="410221" y="36438"/>
                </a:lnTo>
                <a:lnTo>
                  <a:pt x="410843" y="36404"/>
                </a:lnTo>
                <a:lnTo>
                  <a:pt x="411472" y="36384"/>
                </a:lnTo>
                <a:lnTo>
                  <a:pt x="412108" y="36378"/>
                </a:lnTo>
                <a:lnTo>
                  <a:pt x="412564" y="36382"/>
                </a:lnTo>
                <a:lnTo>
                  <a:pt x="413010" y="36396"/>
                </a:lnTo>
                <a:lnTo>
                  <a:pt x="413447" y="36418"/>
                </a:lnTo>
                <a:lnTo>
                  <a:pt x="413876" y="36449"/>
                </a:lnTo>
                <a:lnTo>
                  <a:pt x="414294" y="36490"/>
                </a:lnTo>
                <a:lnTo>
                  <a:pt x="414704" y="36539"/>
                </a:lnTo>
                <a:lnTo>
                  <a:pt x="415105" y="36598"/>
                </a:lnTo>
                <a:lnTo>
                  <a:pt x="415496" y="36665"/>
                </a:lnTo>
                <a:lnTo>
                  <a:pt x="415878" y="36741"/>
                </a:lnTo>
                <a:lnTo>
                  <a:pt x="416252" y="36827"/>
                </a:lnTo>
                <a:lnTo>
                  <a:pt x="416615" y="36921"/>
                </a:lnTo>
                <a:lnTo>
                  <a:pt x="416970" y="37024"/>
                </a:lnTo>
                <a:lnTo>
                  <a:pt x="417316" y="37136"/>
                </a:lnTo>
                <a:lnTo>
                  <a:pt x="417652" y="37258"/>
                </a:lnTo>
                <a:lnTo>
                  <a:pt x="417979" y="37388"/>
                </a:lnTo>
                <a:lnTo>
                  <a:pt x="418297" y="37527"/>
                </a:lnTo>
                <a:lnTo>
                  <a:pt x="418606" y="37675"/>
                </a:lnTo>
                <a:lnTo>
                  <a:pt x="418906" y="37833"/>
                </a:lnTo>
                <a:lnTo>
                  <a:pt x="419197" y="37999"/>
                </a:lnTo>
                <a:lnTo>
                  <a:pt x="419478" y="38174"/>
                </a:lnTo>
                <a:lnTo>
                  <a:pt x="419750" y="38358"/>
                </a:lnTo>
                <a:lnTo>
                  <a:pt x="420013" y="38551"/>
                </a:lnTo>
                <a:lnTo>
                  <a:pt x="420267" y="38753"/>
                </a:lnTo>
                <a:lnTo>
                  <a:pt x="420512" y="38964"/>
                </a:lnTo>
                <a:lnTo>
                  <a:pt x="420749" y="39183"/>
                </a:lnTo>
                <a:lnTo>
                  <a:pt x="420979" y="39409"/>
                </a:lnTo>
                <a:lnTo>
                  <a:pt x="421204" y="39641"/>
                </a:lnTo>
                <a:lnTo>
                  <a:pt x="421422" y="39881"/>
                </a:lnTo>
                <a:lnTo>
                  <a:pt x="421634" y="40127"/>
                </a:lnTo>
                <a:lnTo>
                  <a:pt x="421840" y="40381"/>
                </a:lnTo>
                <a:lnTo>
                  <a:pt x="422039" y="40641"/>
                </a:lnTo>
                <a:lnTo>
                  <a:pt x="422232" y="40909"/>
                </a:lnTo>
                <a:lnTo>
                  <a:pt x="422419" y="41183"/>
                </a:lnTo>
                <a:lnTo>
                  <a:pt x="422600" y="41464"/>
                </a:lnTo>
                <a:lnTo>
                  <a:pt x="422774" y="41752"/>
                </a:lnTo>
                <a:lnTo>
                  <a:pt x="422943" y="42047"/>
                </a:lnTo>
                <a:lnTo>
                  <a:pt x="423105" y="42349"/>
                </a:lnTo>
                <a:lnTo>
                  <a:pt x="423260" y="42658"/>
                </a:lnTo>
                <a:lnTo>
                  <a:pt x="423410" y="42974"/>
                </a:lnTo>
                <a:lnTo>
                  <a:pt x="423553" y="43297"/>
                </a:lnTo>
                <a:lnTo>
                  <a:pt x="423690" y="43626"/>
                </a:lnTo>
                <a:lnTo>
                  <a:pt x="423821" y="43963"/>
                </a:lnTo>
                <a:lnTo>
                  <a:pt x="423945" y="44306"/>
                </a:lnTo>
                <a:lnTo>
                  <a:pt x="424063" y="44657"/>
                </a:lnTo>
                <a:lnTo>
                  <a:pt x="424175" y="45014"/>
                </a:lnTo>
                <a:lnTo>
                  <a:pt x="424281" y="45379"/>
                </a:lnTo>
                <a:lnTo>
                  <a:pt x="424380" y="45750"/>
                </a:lnTo>
                <a:lnTo>
                  <a:pt x="424473" y="46128"/>
                </a:lnTo>
                <a:lnTo>
                  <a:pt x="424561" y="46512"/>
                </a:lnTo>
                <a:lnTo>
                  <a:pt x="424646" y="46900"/>
                </a:lnTo>
                <a:lnTo>
                  <a:pt x="424727" y="47292"/>
                </a:lnTo>
                <a:lnTo>
                  <a:pt x="424803" y="47689"/>
                </a:lnTo>
                <a:lnTo>
                  <a:pt x="424877" y="48090"/>
                </a:lnTo>
                <a:lnTo>
                  <a:pt x="424946" y="48496"/>
                </a:lnTo>
                <a:lnTo>
                  <a:pt x="425012" y="48906"/>
                </a:lnTo>
                <a:lnTo>
                  <a:pt x="425074" y="49321"/>
                </a:lnTo>
                <a:lnTo>
                  <a:pt x="425132" y="49740"/>
                </a:lnTo>
                <a:lnTo>
                  <a:pt x="425186" y="50164"/>
                </a:lnTo>
                <a:lnTo>
                  <a:pt x="425237" y="50592"/>
                </a:lnTo>
                <a:lnTo>
                  <a:pt x="425284" y="51024"/>
                </a:lnTo>
                <a:lnTo>
                  <a:pt x="425327" y="51461"/>
                </a:lnTo>
                <a:lnTo>
                  <a:pt x="425366" y="51902"/>
                </a:lnTo>
                <a:lnTo>
                  <a:pt x="425402" y="52347"/>
                </a:lnTo>
                <a:lnTo>
                  <a:pt x="425434" y="52797"/>
                </a:lnTo>
                <a:lnTo>
                  <a:pt x="425462" y="53252"/>
                </a:lnTo>
                <a:lnTo>
                  <a:pt x="425486" y="53711"/>
                </a:lnTo>
                <a:lnTo>
                  <a:pt x="425507" y="54174"/>
                </a:lnTo>
                <a:lnTo>
                  <a:pt x="425524" y="54642"/>
                </a:lnTo>
                <a:lnTo>
                  <a:pt x="425537" y="55114"/>
                </a:lnTo>
                <a:lnTo>
                  <a:pt x="425546" y="55591"/>
                </a:lnTo>
                <a:lnTo>
                  <a:pt x="425552" y="56072"/>
                </a:lnTo>
                <a:lnTo>
                  <a:pt x="425554" y="56557"/>
                </a:lnTo>
                <a:lnTo>
                  <a:pt x="425554" y="107851"/>
                </a:lnTo>
                <a:lnTo>
                  <a:pt x="438919" y="107851"/>
                </a:lnTo>
                <a:lnTo>
                  <a:pt x="438919" y="55022"/>
                </a:lnTo>
                <a:lnTo>
                  <a:pt x="438910" y="53862"/>
                </a:lnTo>
                <a:lnTo>
                  <a:pt x="438880" y="52723"/>
                </a:lnTo>
                <a:lnTo>
                  <a:pt x="438832" y="51606"/>
                </a:lnTo>
                <a:lnTo>
                  <a:pt x="438764" y="50510"/>
                </a:lnTo>
                <a:lnTo>
                  <a:pt x="438676" y="49436"/>
                </a:lnTo>
                <a:lnTo>
                  <a:pt x="438569" y="48382"/>
                </a:lnTo>
                <a:lnTo>
                  <a:pt x="438443" y="47350"/>
                </a:lnTo>
                <a:lnTo>
                  <a:pt x="438297" y="46339"/>
                </a:lnTo>
                <a:lnTo>
                  <a:pt x="438131" y="45350"/>
                </a:lnTo>
                <a:lnTo>
                  <a:pt x="437947" y="44382"/>
                </a:lnTo>
                <a:lnTo>
                  <a:pt x="437742" y="43435"/>
                </a:lnTo>
                <a:lnTo>
                  <a:pt x="437519" y="42510"/>
                </a:lnTo>
                <a:lnTo>
                  <a:pt x="437276" y="41606"/>
                </a:lnTo>
                <a:lnTo>
                  <a:pt x="437013" y="40723"/>
                </a:lnTo>
                <a:lnTo>
                  <a:pt x="436731" y="39861"/>
                </a:lnTo>
                <a:lnTo>
                  <a:pt x="436429" y="39021"/>
                </a:lnTo>
                <a:lnTo>
                  <a:pt x="436108" y="38202"/>
                </a:lnTo>
                <a:lnTo>
                  <a:pt x="435768" y="37405"/>
                </a:lnTo>
                <a:lnTo>
                  <a:pt x="435408" y="36629"/>
                </a:lnTo>
                <a:lnTo>
                  <a:pt x="435029" y="35874"/>
                </a:lnTo>
                <a:lnTo>
                  <a:pt x="434630" y="35140"/>
                </a:lnTo>
                <a:lnTo>
                  <a:pt x="434212" y="34428"/>
                </a:lnTo>
                <a:lnTo>
                  <a:pt x="433774" y="33737"/>
                </a:lnTo>
                <a:lnTo>
                  <a:pt x="433317" y="33067"/>
                </a:lnTo>
                <a:lnTo>
                  <a:pt x="432838" y="32422"/>
                </a:lnTo>
                <a:lnTo>
                  <a:pt x="432335" y="31804"/>
                </a:lnTo>
                <a:lnTo>
                  <a:pt x="431808" y="31214"/>
                </a:lnTo>
                <a:lnTo>
                  <a:pt x="431256" y="30651"/>
                </a:lnTo>
                <a:lnTo>
                  <a:pt x="430680" y="30116"/>
                </a:lnTo>
                <a:lnTo>
                  <a:pt x="430081" y="29608"/>
                </a:lnTo>
                <a:lnTo>
                  <a:pt x="429457" y="29127"/>
                </a:lnTo>
                <a:lnTo>
                  <a:pt x="428808" y="28674"/>
                </a:lnTo>
                <a:lnTo>
                  <a:pt x="428136" y="28249"/>
                </a:lnTo>
                <a:lnTo>
                  <a:pt x="427440" y="27851"/>
                </a:lnTo>
                <a:lnTo>
                  <a:pt x="426719" y="27480"/>
                </a:lnTo>
                <a:lnTo>
                  <a:pt x="425974" y="27137"/>
                </a:lnTo>
                <a:lnTo>
                  <a:pt x="425205" y="26821"/>
                </a:lnTo>
                <a:lnTo>
                  <a:pt x="424412" y="26533"/>
                </a:lnTo>
                <a:lnTo>
                  <a:pt x="423594" y="26272"/>
                </a:lnTo>
                <a:lnTo>
                  <a:pt x="422753" y="26038"/>
                </a:lnTo>
                <a:lnTo>
                  <a:pt x="421887" y="25832"/>
                </a:lnTo>
                <a:lnTo>
                  <a:pt x="420997" y="25654"/>
                </a:lnTo>
                <a:lnTo>
                  <a:pt x="420083" y="25503"/>
                </a:lnTo>
                <a:lnTo>
                  <a:pt x="419144" y="25379"/>
                </a:lnTo>
                <a:lnTo>
                  <a:pt x="418182" y="25283"/>
                </a:lnTo>
                <a:lnTo>
                  <a:pt x="417195" y="25215"/>
                </a:lnTo>
                <a:lnTo>
                  <a:pt x="416184" y="25174"/>
                </a:lnTo>
                <a:lnTo>
                  <a:pt x="415149" y="25160"/>
                </a:lnTo>
                <a:lnTo>
                  <a:pt x="414374" y="25167"/>
                </a:lnTo>
                <a:lnTo>
                  <a:pt x="413608" y="25189"/>
                </a:lnTo>
                <a:lnTo>
                  <a:pt x="412851" y="25226"/>
                </a:lnTo>
                <a:lnTo>
                  <a:pt x="412104" y="25278"/>
                </a:lnTo>
                <a:lnTo>
                  <a:pt x="411366" y="25344"/>
                </a:lnTo>
                <a:lnTo>
                  <a:pt x="410638" y="25425"/>
                </a:lnTo>
                <a:lnTo>
                  <a:pt x="409919" y="25521"/>
                </a:lnTo>
                <a:lnTo>
                  <a:pt x="409209" y="25632"/>
                </a:lnTo>
                <a:lnTo>
                  <a:pt x="408509" y="25757"/>
                </a:lnTo>
                <a:lnTo>
                  <a:pt x="407819" y="25897"/>
                </a:lnTo>
                <a:lnTo>
                  <a:pt x="407137" y="26052"/>
                </a:lnTo>
                <a:lnTo>
                  <a:pt x="406466" y="26221"/>
                </a:lnTo>
                <a:lnTo>
                  <a:pt x="405804" y="26406"/>
                </a:lnTo>
                <a:lnTo>
                  <a:pt x="405151" y="26605"/>
                </a:lnTo>
                <a:lnTo>
                  <a:pt x="404508" y="26819"/>
                </a:lnTo>
                <a:lnTo>
                  <a:pt x="403874" y="27047"/>
                </a:lnTo>
                <a:lnTo>
                  <a:pt x="403249" y="27291"/>
                </a:lnTo>
                <a:lnTo>
                  <a:pt x="402634" y="27549"/>
                </a:lnTo>
                <a:lnTo>
                  <a:pt x="402029" y="27821"/>
                </a:lnTo>
                <a:lnTo>
                  <a:pt x="401433" y="28109"/>
                </a:lnTo>
                <a:lnTo>
                  <a:pt x="400846" y="28411"/>
                </a:lnTo>
                <a:lnTo>
                  <a:pt x="400269" y="28728"/>
                </a:lnTo>
                <a:lnTo>
                  <a:pt x="399701" y="29060"/>
                </a:lnTo>
                <a:lnTo>
                  <a:pt x="399143" y="29407"/>
                </a:lnTo>
                <a:lnTo>
                  <a:pt x="398593" y="29762"/>
                </a:lnTo>
                <a:lnTo>
                  <a:pt x="398051" y="30120"/>
                </a:lnTo>
                <a:lnTo>
                  <a:pt x="397517" y="30481"/>
                </a:lnTo>
                <a:lnTo>
                  <a:pt x="396991" y="30844"/>
                </a:lnTo>
                <a:lnTo>
                  <a:pt x="396472" y="31211"/>
                </a:lnTo>
                <a:lnTo>
                  <a:pt x="395961" y="31580"/>
                </a:lnTo>
                <a:lnTo>
                  <a:pt x="395458" y="31952"/>
                </a:lnTo>
                <a:lnTo>
                  <a:pt x="394963" y="32327"/>
                </a:lnTo>
                <a:lnTo>
                  <a:pt x="394476" y="32704"/>
                </a:lnTo>
                <a:lnTo>
                  <a:pt x="393996" y="33085"/>
                </a:lnTo>
                <a:lnTo>
                  <a:pt x="393524" y="33468"/>
                </a:lnTo>
                <a:lnTo>
                  <a:pt x="393060" y="33854"/>
                </a:lnTo>
                <a:lnTo>
                  <a:pt x="392604" y="34242"/>
                </a:lnTo>
                <a:lnTo>
                  <a:pt x="392155" y="34634"/>
                </a:lnTo>
                <a:lnTo>
                  <a:pt x="391715" y="35028"/>
                </a:lnTo>
                <a:lnTo>
                  <a:pt x="391282" y="35425"/>
                </a:lnTo>
                <a:lnTo>
                  <a:pt x="390857" y="35825"/>
                </a:lnTo>
                <a:lnTo>
                  <a:pt x="390439" y="36227"/>
                </a:lnTo>
                <a:lnTo>
                  <a:pt x="390030" y="36633"/>
                </a:lnTo>
                <a:lnTo>
                  <a:pt x="389628" y="37041"/>
                </a:lnTo>
                <a:lnTo>
                  <a:pt x="389234" y="37452"/>
                </a:lnTo>
                <a:lnTo>
                  <a:pt x="388847" y="37865"/>
                </a:lnTo>
                <a:lnTo>
                  <a:pt x="388469" y="38282"/>
                </a:lnTo>
                <a:lnTo>
                  <a:pt x="388098" y="38701"/>
                </a:lnTo>
                <a:lnTo>
                  <a:pt x="388455" y="40460"/>
                </a:lnTo>
                <a:lnTo>
                  <a:pt x="388262" y="39861"/>
                </a:lnTo>
                <a:lnTo>
                  <a:pt x="387965" y="39021"/>
                </a:lnTo>
                <a:lnTo>
                  <a:pt x="387648" y="38202"/>
                </a:lnTo>
                <a:lnTo>
                  <a:pt x="387313" y="37405"/>
                </a:lnTo>
                <a:close/>
                <a:moveTo>
                  <a:pt x="539454" y="48956"/>
                </a:moveTo>
                <a:lnTo>
                  <a:pt x="539745" y="48563"/>
                </a:lnTo>
                <a:lnTo>
                  <a:pt x="540044" y="48173"/>
                </a:lnTo>
                <a:lnTo>
                  <a:pt x="540351" y="47785"/>
                </a:lnTo>
                <a:lnTo>
                  <a:pt x="540666" y="47399"/>
                </a:lnTo>
                <a:lnTo>
                  <a:pt x="540988" y="47015"/>
                </a:lnTo>
                <a:lnTo>
                  <a:pt x="541318" y="46634"/>
                </a:lnTo>
                <a:lnTo>
                  <a:pt x="541655" y="46255"/>
                </a:lnTo>
                <a:lnTo>
                  <a:pt x="542000" y="45878"/>
                </a:lnTo>
                <a:lnTo>
                  <a:pt x="542353" y="45503"/>
                </a:lnTo>
                <a:lnTo>
                  <a:pt x="542713" y="45131"/>
                </a:lnTo>
                <a:lnTo>
                  <a:pt x="543081" y="44760"/>
                </a:lnTo>
                <a:lnTo>
                  <a:pt x="543457" y="44392"/>
                </a:lnTo>
                <a:lnTo>
                  <a:pt x="543840" y="44026"/>
                </a:lnTo>
                <a:lnTo>
                  <a:pt x="544231" y="43662"/>
                </a:lnTo>
                <a:lnTo>
                  <a:pt x="544630" y="43301"/>
                </a:lnTo>
                <a:lnTo>
                  <a:pt x="545036" y="42942"/>
                </a:lnTo>
                <a:lnTo>
                  <a:pt x="545450" y="42585"/>
                </a:lnTo>
                <a:lnTo>
                  <a:pt x="545871" y="42230"/>
                </a:lnTo>
                <a:lnTo>
                  <a:pt x="546300" y="41877"/>
                </a:lnTo>
                <a:lnTo>
                  <a:pt x="546737" y="41527"/>
                </a:lnTo>
                <a:lnTo>
                  <a:pt x="547182" y="41179"/>
                </a:lnTo>
                <a:lnTo>
                  <a:pt x="547634" y="40833"/>
                </a:lnTo>
                <a:lnTo>
                  <a:pt x="548093" y="40489"/>
                </a:lnTo>
                <a:lnTo>
                  <a:pt x="548561" y="40154"/>
                </a:lnTo>
                <a:lnTo>
                  <a:pt x="549038" y="39832"/>
                </a:lnTo>
                <a:lnTo>
                  <a:pt x="549523" y="39525"/>
                </a:lnTo>
                <a:lnTo>
                  <a:pt x="550018" y="39233"/>
                </a:lnTo>
                <a:lnTo>
                  <a:pt x="550520" y="38954"/>
                </a:lnTo>
                <a:lnTo>
                  <a:pt x="551032" y="38690"/>
                </a:lnTo>
                <a:lnTo>
                  <a:pt x="551553" y="38440"/>
                </a:lnTo>
                <a:lnTo>
                  <a:pt x="552082" y="38205"/>
                </a:lnTo>
                <a:lnTo>
                  <a:pt x="552620" y="37984"/>
                </a:lnTo>
                <a:lnTo>
                  <a:pt x="553166" y="37777"/>
                </a:lnTo>
                <a:lnTo>
                  <a:pt x="553722" y="37584"/>
                </a:lnTo>
                <a:lnTo>
                  <a:pt x="554286" y="37405"/>
                </a:lnTo>
                <a:lnTo>
                  <a:pt x="554859" y="37241"/>
                </a:lnTo>
                <a:lnTo>
                  <a:pt x="555441" y="37091"/>
                </a:lnTo>
                <a:lnTo>
                  <a:pt x="556031" y="36956"/>
                </a:lnTo>
                <a:lnTo>
                  <a:pt x="556630" y="36834"/>
                </a:lnTo>
                <a:lnTo>
                  <a:pt x="557238" y="36727"/>
                </a:lnTo>
                <a:lnTo>
                  <a:pt x="557855" y="36635"/>
                </a:lnTo>
                <a:lnTo>
                  <a:pt x="558480" y="36556"/>
                </a:lnTo>
                <a:lnTo>
                  <a:pt x="559115" y="36492"/>
                </a:lnTo>
                <a:lnTo>
                  <a:pt x="559758" y="36442"/>
                </a:lnTo>
                <a:lnTo>
                  <a:pt x="560409" y="36406"/>
                </a:lnTo>
                <a:lnTo>
                  <a:pt x="561070" y="36385"/>
                </a:lnTo>
                <a:lnTo>
                  <a:pt x="561739" y="36378"/>
                </a:lnTo>
                <a:lnTo>
                  <a:pt x="562175" y="36382"/>
                </a:lnTo>
                <a:lnTo>
                  <a:pt x="562602" y="36396"/>
                </a:lnTo>
                <a:lnTo>
                  <a:pt x="563021" y="36418"/>
                </a:lnTo>
                <a:lnTo>
                  <a:pt x="563432" y="36449"/>
                </a:lnTo>
                <a:lnTo>
                  <a:pt x="563834" y="36490"/>
                </a:lnTo>
                <a:lnTo>
                  <a:pt x="564228" y="36539"/>
                </a:lnTo>
                <a:lnTo>
                  <a:pt x="564613" y="36598"/>
                </a:lnTo>
                <a:lnTo>
                  <a:pt x="564989" y="36665"/>
                </a:lnTo>
                <a:lnTo>
                  <a:pt x="565357" y="36741"/>
                </a:lnTo>
                <a:lnTo>
                  <a:pt x="565717" y="36827"/>
                </a:lnTo>
                <a:lnTo>
                  <a:pt x="566068" y="36921"/>
                </a:lnTo>
                <a:lnTo>
                  <a:pt x="566411" y="37024"/>
                </a:lnTo>
                <a:lnTo>
                  <a:pt x="566745" y="37136"/>
                </a:lnTo>
                <a:lnTo>
                  <a:pt x="567071" y="37258"/>
                </a:lnTo>
                <a:lnTo>
                  <a:pt x="567388" y="37388"/>
                </a:lnTo>
                <a:lnTo>
                  <a:pt x="567697" y="37527"/>
                </a:lnTo>
                <a:lnTo>
                  <a:pt x="567997" y="37675"/>
                </a:lnTo>
                <a:lnTo>
                  <a:pt x="568289" y="37833"/>
                </a:lnTo>
                <a:lnTo>
                  <a:pt x="568573" y="37999"/>
                </a:lnTo>
                <a:lnTo>
                  <a:pt x="568848" y="38174"/>
                </a:lnTo>
                <a:lnTo>
                  <a:pt x="569114" y="38358"/>
                </a:lnTo>
                <a:lnTo>
                  <a:pt x="569372" y="38551"/>
                </a:lnTo>
                <a:lnTo>
                  <a:pt x="569621" y="38753"/>
                </a:lnTo>
                <a:lnTo>
                  <a:pt x="569862" y="38964"/>
                </a:lnTo>
                <a:lnTo>
                  <a:pt x="570096" y="39183"/>
                </a:lnTo>
                <a:lnTo>
                  <a:pt x="570324" y="39409"/>
                </a:lnTo>
                <a:lnTo>
                  <a:pt x="570545" y="39641"/>
                </a:lnTo>
                <a:lnTo>
                  <a:pt x="570761" y="39881"/>
                </a:lnTo>
                <a:lnTo>
                  <a:pt x="570970" y="40127"/>
                </a:lnTo>
                <a:lnTo>
                  <a:pt x="571173" y="40381"/>
                </a:lnTo>
                <a:lnTo>
                  <a:pt x="571370" y="40641"/>
                </a:lnTo>
                <a:lnTo>
                  <a:pt x="571561" y="40909"/>
                </a:lnTo>
                <a:lnTo>
                  <a:pt x="571746" y="41183"/>
                </a:lnTo>
                <a:lnTo>
                  <a:pt x="571924" y="41464"/>
                </a:lnTo>
                <a:lnTo>
                  <a:pt x="572097" y="41752"/>
                </a:lnTo>
                <a:lnTo>
                  <a:pt x="572263" y="42047"/>
                </a:lnTo>
                <a:lnTo>
                  <a:pt x="572424" y="42349"/>
                </a:lnTo>
                <a:lnTo>
                  <a:pt x="572578" y="42658"/>
                </a:lnTo>
                <a:lnTo>
                  <a:pt x="572726" y="42974"/>
                </a:lnTo>
                <a:lnTo>
                  <a:pt x="572868" y="43297"/>
                </a:lnTo>
                <a:lnTo>
                  <a:pt x="573004" y="43626"/>
                </a:lnTo>
                <a:lnTo>
                  <a:pt x="573134" y="43963"/>
                </a:lnTo>
                <a:lnTo>
                  <a:pt x="573257" y="44306"/>
                </a:lnTo>
                <a:lnTo>
                  <a:pt x="573375" y="44657"/>
                </a:lnTo>
                <a:lnTo>
                  <a:pt x="573486" y="45014"/>
                </a:lnTo>
                <a:lnTo>
                  <a:pt x="573592" y="45379"/>
                </a:lnTo>
                <a:lnTo>
                  <a:pt x="573691" y="45750"/>
                </a:lnTo>
                <a:lnTo>
                  <a:pt x="573784" y="46128"/>
                </a:lnTo>
                <a:lnTo>
                  <a:pt x="573872" y="46512"/>
                </a:lnTo>
                <a:lnTo>
                  <a:pt x="573957" y="46900"/>
                </a:lnTo>
                <a:lnTo>
                  <a:pt x="574037" y="47292"/>
                </a:lnTo>
                <a:lnTo>
                  <a:pt x="574114" y="47689"/>
                </a:lnTo>
                <a:lnTo>
                  <a:pt x="574187" y="48090"/>
                </a:lnTo>
                <a:lnTo>
                  <a:pt x="574257" y="48496"/>
                </a:lnTo>
                <a:lnTo>
                  <a:pt x="574322" y="48906"/>
                </a:lnTo>
                <a:lnTo>
                  <a:pt x="574384" y="49321"/>
                </a:lnTo>
                <a:lnTo>
                  <a:pt x="574442" y="49740"/>
                </a:lnTo>
                <a:lnTo>
                  <a:pt x="574497" y="50164"/>
                </a:lnTo>
                <a:lnTo>
                  <a:pt x="574547" y="50592"/>
                </a:lnTo>
                <a:lnTo>
                  <a:pt x="574594" y="51024"/>
                </a:lnTo>
                <a:lnTo>
                  <a:pt x="574637" y="51461"/>
                </a:lnTo>
                <a:lnTo>
                  <a:pt x="574677" y="51902"/>
                </a:lnTo>
                <a:lnTo>
                  <a:pt x="574713" y="52347"/>
                </a:lnTo>
                <a:lnTo>
                  <a:pt x="574744" y="52797"/>
                </a:lnTo>
                <a:lnTo>
                  <a:pt x="574773" y="53252"/>
                </a:lnTo>
                <a:lnTo>
                  <a:pt x="574797" y="53711"/>
                </a:lnTo>
                <a:lnTo>
                  <a:pt x="574818" y="54174"/>
                </a:lnTo>
                <a:lnTo>
                  <a:pt x="574834" y="54642"/>
                </a:lnTo>
                <a:lnTo>
                  <a:pt x="574848" y="55114"/>
                </a:lnTo>
                <a:lnTo>
                  <a:pt x="574857" y="55591"/>
                </a:lnTo>
                <a:lnTo>
                  <a:pt x="574863" y="56072"/>
                </a:lnTo>
                <a:lnTo>
                  <a:pt x="574864" y="56557"/>
                </a:lnTo>
                <a:lnTo>
                  <a:pt x="574864" y="107851"/>
                </a:lnTo>
                <a:lnTo>
                  <a:pt x="588150" y="107851"/>
                </a:lnTo>
                <a:lnTo>
                  <a:pt x="588150" y="55022"/>
                </a:lnTo>
                <a:lnTo>
                  <a:pt x="588141" y="53849"/>
                </a:lnTo>
                <a:lnTo>
                  <a:pt x="588113" y="52697"/>
                </a:lnTo>
                <a:lnTo>
                  <a:pt x="588066" y="51568"/>
                </a:lnTo>
                <a:lnTo>
                  <a:pt x="588001" y="50461"/>
                </a:lnTo>
                <a:lnTo>
                  <a:pt x="587917" y="49377"/>
                </a:lnTo>
                <a:lnTo>
                  <a:pt x="587815" y="48314"/>
                </a:lnTo>
                <a:lnTo>
                  <a:pt x="587694" y="47274"/>
                </a:lnTo>
                <a:lnTo>
                  <a:pt x="587554" y="46256"/>
                </a:lnTo>
                <a:lnTo>
                  <a:pt x="587396" y="45260"/>
                </a:lnTo>
                <a:lnTo>
                  <a:pt x="587219" y="44286"/>
                </a:lnTo>
                <a:lnTo>
                  <a:pt x="587024" y="43335"/>
                </a:lnTo>
                <a:lnTo>
                  <a:pt x="586809" y="42405"/>
                </a:lnTo>
                <a:lnTo>
                  <a:pt x="586577" y="41498"/>
                </a:lnTo>
                <a:lnTo>
                  <a:pt x="586325" y="40613"/>
                </a:lnTo>
                <a:lnTo>
                  <a:pt x="586055" y="39750"/>
                </a:lnTo>
                <a:lnTo>
                  <a:pt x="585767" y="38910"/>
                </a:lnTo>
                <a:lnTo>
                  <a:pt x="585460" y="38092"/>
                </a:lnTo>
                <a:lnTo>
                  <a:pt x="585134" y="37295"/>
                </a:lnTo>
                <a:lnTo>
                  <a:pt x="584789" y="36521"/>
                </a:lnTo>
                <a:lnTo>
                  <a:pt x="584426" y="35770"/>
                </a:lnTo>
                <a:lnTo>
                  <a:pt x="584045" y="35040"/>
                </a:lnTo>
                <a:lnTo>
                  <a:pt x="583644" y="34333"/>
                </a:lnTo>
                <a:lnTo>
                  <a:pt x="583225" y="33648"/>
                </a:lnTo>
                <a:lnTo>
                  <a:pt x="582788" y="32985"/>
                </a:lnTo>
                <a:lnTo>
                  <a:pt x="582329" y="32346"/>
                </a:lnTo>
                <a:lnTo>
                  <a:pt x="581845" y="31735"/>
                </a:lnTo>
                <a:lnTo>
                  <a:pt x="581336" y="31151"/>
                </a:lnTo>
                <a:lnTo>
                  <a:pt x="580802" y="30594"/>
                </a:lnTo>
                <a:lnTo>
                  <a:pt x="580244" y="30064"/>
                </a:lnTo>
                <a:lnTo>
                  <a:pt x="579661" y="29561"/>
                </a:lnTo>
                <a:lnTo>
                  <a:pt x="579054" y="29086"/>
                </a:lnTo>
                <a:lnTo>
                  <a:pt x="578421" y="28638"/>
                </a:lnTo>
                <a:lnTo>
                  <a:pt x="577764" y="28216"/>
                </a:lnTo>
                <a:lnTo>
                  <a:pt x="577083" y="27822"/>
                </a:lnTo>
                <a:lnTo>
                  <a:pt x="576376" y="27456"/>
                </a:lnTo>
                <a:lnTo>
                  <a:pt x="575645" y="27116"/>
                </a:lnTo>
                <a:lnTo>
                  <a:pt x="574889" y="26804"/>
                </a:lnTo>
                <a:lnTo>
                  <a:pt x="574108" y="26518"/>
                </a:lnTo>
                <a:lnTo>
                  <a:pt x="573303" y="26260"/>
                </a:lnTo>
                <a:lnTo>
                  <a:pt x="572472" y="26029"/>
                </a:lnTo>
                <a:lnTo>
                  <a:pt x="571617" y="25825"/>
                </a:lnTo>
                <a:lnTo>
                  <a:pt x="570738" y="25649"/>
                </a:lnTo>
                <a:lnTo>
                  <a:pt x="569833" y="25499"/>
                </a:lnTo>
                <a:lnTo>
                  <a:pt x="568904" y="25377"/>
                </a:lnTo>
                <a:lnTo>
                  <a:pt x="567950" y="25282"/>
                </a:lnTo>
                <a:lnTo>
                  <a:pt x="566972" y="25214"/>
                </a:lnTo>
                <a:lnTo>
                  <a:pt x="565968" y="25173"/>
                </a:lnTo>
                <a:lnTo>
                  <a:pt x="564940" y="25160"/>
                </a:lnTo>
                <a:lnTo>
                  <a:pt x="564146" y="25167"/>
                </a:lnTo>
                <a:lnTo>
                  <a:pt x="563362" y="25188"/>
                </a:lnTo>
                <a:lnTo>
                  <a:pt x="562589" y="25223"/>
                </a:lnTo>
                <a:lnTo>
                  <a:pt x="561828" y="25272"/>
                </a:lnTo>
                <a:lnTo>
                  <a:pt x="561078" y="25335"/>
                </a:lnTo>
                <a:lnTo>
                  <a:pt x="560338" y="25413"/>
                </a:lnTo>
                <a:lnTo>
                  <a:pt x="559610" y="25504"/>
                </a:lnTo>
                <a:lnTo>
                  <a:pt x="558893" y="25609"/>
                </a:lnTo>
                <a:lnTo>
                  <a:pt x="558188" y="25729"/>
                </a:lnTo>
                <a:lnTo>
                  <a:pt x="557493" y="25862"/>
                </a:lnTo>
                <a:lnTo>
                  <a:pt x="556809" y="26010"/>
                </a:lnTo>
                <a:lnTo>
                  <a:pt x="556137" y="26171"/>
                </a:lnTo>
                <a:lnTo>
                  <a:pt x="555475" y="26347"/>
                </a:lnTo>
                <a:lnTo>
                  <a:pt x="554825" y="26537"/>
                </a:lnTo>
                <a:lnTo>
                  <a:pt x="554186" y="26740"/>
                </a:lnTo>
                <a:lnTo>
                  <a:pt x="553558" y="26958"/>
                </a:lnTo>
                <a:lnTo>
                  <a:pt x="552941" y="27190"/>
                </a:lnTo>
                <a:lnTo>
                  <a:pt x="552335" y="27436"/>
                </a:lnTo>
                <a:lnTo>
                  <a:pt x="551740" y="27696"/>
                </a:lnTo>
                <a:lnTo>
                  <a:pt x="551157" y="27970"/>
                </a:lnTo>
                <a:lnTo>
                  <a:pt x="550584" y="28258"/>
                </a:lnTo>
                <a:lnTo>
                  <a:pt x="550023" y="28560"/>
                </a:lnTo>
                <a:lnTo>
                  <a:pt x="549473" y="28876"/>
                </a:lnTo>
                <a:lnTo>
                  <a:pt x="548934" y="29206"/>
                </a:lnTo>
                <a:lnTo>
                  <a:pt x="548405" y="29544"/>
                </a:lnTo>
                <a:lnTo>
                  <a:pt x="547887" y="29885"/>
                </a:lnTo>
                <a:lnTo>
                  <a:pt x="547379" y="30227"/>
                </a:lnTo>
                <a:lnTo>
                  <a:pt x="546882" y="30572"/>
                </a:lnTo>
                <a:lnTo>
                  <a:pt x="546394" y="30918"/>
                </a:lnTo>
                <a:lnTo>
                  <a:pt x="545917" y="31267"/>
                </a:lnTo>
                <a:lnTo>
                  <a:pt x="545451" y="31618"/>
                </a:lnTo>
                <a:lnTo>
                  <a:pt x="544994" y="31971"/>
                </a:lnTo>
                <a:lnTo>
                  <a:pt x="544548" y="32326"/>
                </a:lnTo>
                <a:lnTo>
                  <a:pt x="544112" y="32683"/>
                </a:lnTo>
                <a:lnTo>
                  <a:pt x="543687" y="33042"/>
                </a:lnTo>
                <a:lnTo>
                  <a:pt x="543271" y="33403"/>
                </a:lnTo>
                <a:lnTo>
                  <a:pt x="542866" y="33766"/>
                </a:lnTo>
                <a:lnTo>
                  <a:pt x="542472" y="34132"/>
                </a:lnTo>
                <a:lnTo>
                  <a:pt x="542087" y="34499"/>
                </a:lnTo>
                <a:lnTo>
                  <a:pt x="541713" y="34869"/>
                </a:lnTo>
                <a:lnTo>
                  <a:pt x="541349" y="35240"/>
                </a:lnTo>
                <a:lnTo>
                  <a:pt x="540995" y="35614"/>
                </a:lnTo>
                <a:lnTo>
                  <a:pt x="540652" y="35990"/>
                </a:lnTo>
                <a:lnTo>
                  <a:pt x="540319" y="36368"/>
                </a:lnTo>
                <a:lnTo>
                  <a:pt x="539996" y="36748"/>
                </a:lnTo>
                <a:lnTo>
                  <a:pt x="539684" y="37130"/>
                </a:lnTo>
                <a:lnTo>
                  <a:pt x="539382" y="37514"/>
                </a:lnTo>
                <a:lnTo>
                  <a:pt x="539090" y="37900"/>
                </a:lnTo>
                <a:lnTo>
                  <a:pt x="538770" y="26602"/>
                </a:lnTo>
                <a:lnTo>
                  <a:pt x="525804" y="26602"/>
                </a:lnTo>
                <a:lnTo>
                  <a:pt x="525804" y="107851"/>
                </a:lnTo>
                <a:lnTo>
                  <a:pt x="539170" y="107851"/>
                </a:lnTo>
                <a:lnTo>
                  <a:pt x="539170" y="49351"/>
                </a:lnTo>
                <a:lnTo>
                  <a:pt x="539454" y="48956"/>
                </a:lnTo>
                <a:close/>
                <a:moveTo>
                  <a:pt x="132220" y="109215"/>
                </a:moveTo>
                <a:lnTo>
                  <a:pt x="133115" y="109154"/>
                </a:lnTo>
                <a:lnTo>
                  <a:pt x="133998" y="109076"/>
                </a:lnTo>
                <a:lnTo>
                  <a:pt x="134871" y="108980"/>
                </a:lnTo>
                <a:lnTo>
                  <a:pt x="135732" y="108867"/>
                </a:lnTo>
                <a:lnTo>
                  <a:pt x="136583" y="108736"/>
                </a:lnTo>
                <a:lnTo>
                  <a:pt x="137422" y="108589"/>
                </a:lnTo>
                <a:lnTo>
                  <a:pt x="138250" y="108423"/>
                </a:lnTo>
                <a:lnTo>
                  <a:pt x="139067" y="108241"/>
                </a:lnTo>
                <a:lnTo>
                  <a:pt x="139873" y="108041"/>
                </a:lnTo>
                <a:lnTo>
                  <a:pt x="140668" y="107824"/>
                </a:lnTo>
                <a:lnTo>
                  <a:pt x="141451" y="107589"/>
                </a:lnTo>
                <a:lnTo>
                  <a:pt x="142224" y="107337"/>
                </a:lnTo>
                <a:lnTo>
                  <a:pt x="142985" y="107067"/>
                </a:lnTo>
                <a:lnTo>
                  <a:pt x="143736" y="106780"/>
                </a:lnTo>
                <a:lnTo>
                  <a:pt x="144475" y="106476"/>
                </a:lnTo>
                <a:lnTo>
                  <a:pt x="145203" y="106154"/>
                </a:lnTo>
                <a:lnTo>
                  <a:pt x="145920" y="105815"/>
                </a:lnTo>
                <a:lnTo>
                  <a:pt x="146626" y="105459"/>
                </a:lnTo>
                <a:lnTo>
                  <a:pt x="147321" y="105085"/>
                </a:lnTo>
                <a:lnTo>
                  <a:pt x="148004" y="104694"/>
                </a:lnTo>
                <a:lnTo>
                  <a:pt x="148677" y="104285"/>
                </a:lnTo>
                <a:lnTo>
                  <a:pt x="149337" y="103860"/>
                </a:lnTo>
                <a:lnTo>
                  <a:pt x="149984" y="103420"/>
                </a:lnTo>
                <a:lnTo>
                  <a:pt x="150619" y="102965"/>
                </a:lnTo>
                <a:lnTo>
                  <a:pt x="151240" y="102494"/>
                </a:lnTo>
                <a:lnTo>
                  <a:pt x="151848" y="102008"/>
                </a:lnTo>
                <a:lnTo>
                  <a:pt x="152443" y="101507"/>
                </a:lnTo>
                <a:lnTo>
                  <a:pt x="153025" y="100991"/>
                </a:lnTo>
                <a:lnTo>
                  <a:pt x="153594" y="100459"/>
                </a:lnTo>
                <a:lnTo>
                  <a:pt x="154150" y="99913"/>
                </a:lnTo>
                <a:lnTo>
                  <a:pt x="154693" y="99351"/>
                </a:lnTo>
                <a:lnTo>
                  <a:pt x="155223" y="98774"/>
                </a:lnTo>
                <a:lnTo>
                  <a:pt x="155740" y="98182"/>
                </a:lnTo>
                <a:lnTo>
                  <a:pt x="156243" y="97574"/>
                </a:lnTo>
                <a:lnTo>
                  <a:pt x="156734" y="96951"/>
                </a:lnTo>
                <a:lnTo>
                  <a:pt x="157211" y="96313"/>
                </a:lnTo>
                <a:lnTo>
                  <a:pt x="157676" y="95660"/>
                </a:lnTo>
                <a:lnTo>
                  <a:pt x="158127" y="94992"/>
                </a:lnTo>
                <a:lnTo>
                  <a:pt x="158566" y="94308"/>
                </a:lnTo>
                <a:lnTo>
                  <a:pt x="158991" y="93609"/>
                </a:lnTo>
                <a:lnTo>
                  <a:pt x="159403" y="92895"/>
                </a:lnTo>
                <a:lnTo>
                  <a:pt x="159803" y="92166"/>
                </a:lnTo>
                <a:lnTo>
                  <a:pt x="160189" y="91422"/>
                </a:lnTo>
                <a:lnTo>
                  <a:pt x="160562" y="90662"/>
                </a:lnTo>
                <a:lnTo>
                  <a:pt x="160922" y="89887"/>
                </a:lnTo>
                <a:lnTo>
                  <a:pt x="161268" y="89098"/>
                </a:lnTo>
                <a:lnTo>
                  <a:pt x="161599" y="88297"/>
                </a:lnTo>
                <a:lnTo>
                  <a:pt x="161916" y="87483"/>
                </a:lnTo>
                <a:lnTo>
                  <a:pt x="162218" y="86656"/>
                </a:lnTo>
                <a:lnTo>
                  <a:pt x="162505" y="85817"/>
                </a:lnTo>
                <a:lnTo>
                  <a:pt x="162778" y="84965"/>
                </a:lnTo>
                <a:lnTo>
                  <a:pt x="163035" y="84101"/>
                </a:lnTo>
                <a:lnTo>
                  <a:pt x="163278" y="83224"/>
                </a:lnTo>
                <a:lnTo>
                  <a:pt x="163507" y="82334"/>
                </a:lnTo>
                <a:lnTo>
                  <a:pt x="163720" y="81432"/>
                </a:lnTo>
                <a:lnTo>
                  <a:pt x="163919" y="80517"/>
                </a:lnTo>
                <a:lnTo>
                  <a:pt x="164103" y="79590"/>
                </a:lnTo>
                <a:lnTo>
                  <a:pt x="164272" y="78650"/>
                </a:lnTo>
                <a:lnTo>
                  <a:pt x="164427" y="77697"/>
                </a:lnTo>
                <a:lnTo>
                  <a:pt x="164567" y="76732"/>
                </a:lnTo>
                <a:lnTo>
                  <a:pt x="164692" y="75754"/>
                </a:lnTo>
                <a:lnTo>
                  <a:pt x="164803" y="74763"/>
                </a:lnTo>
                <a:lnTo>
                  <a:pt x="164898" y="73760"/>
                </a:lnTo>
                <a:lnTo>
                  <a:pt x="164979" y="72744"/>
                </a:lnTo>
                <a:lnTo>
                  <a:pt x="165046" y="71716"/>
                </a:lnTo>
                <a:lnTo>
                  <a:pt x="165097" y="70675"/>
                </a:lnTo>
                <a:lnTo>
                  <a:pt x="165134" y="69622"/>
                </a:lnTo>
                <a:lnTo>
                  <a:pt x="165156" y="68556"/>
                </a:lnTo>
                <a:lnTo>
                  <a:pt x="165163" y="67477"/>
                </a:lnTo>
                <a:lnTo>
                  <a:pt x="165156" y="66384"/>
                </a:lnTo>
                <a:lnTo>
                  <a:pt x="165134" y="65305"/>
                </a:lnTo>
                <a:lnTo>
                  <a:pt x="165097" y="64238"/>
                </a:lnTo>
                <a:lnTo>
                  <a:pt x="165046" y="63184"/>
                </a:lnTo>
                <a:lnTo>
                  <a:pt x="164979" y="62143"/>
                </a:lnTo>
                <a:lnTo>
                  <a:pt x="164898" y="61115"/>
                </a:lnTo>
                <a:lnTo>
                  <a:pt x="164803" y="60100"/>
                </a:lnTo>
                <a:lnTo>
                  <a:pt x="164692" y="59097"/>
                </a:lnTo>
                <a:lnTo>
                  <a:pt x="164567" y="58108"/>
                </a:lnTo>
                <a:lnTo>
                  <a:pt x="164427" y="57132"/>
                </a:lnTo>
                <a:lnTo>
                  <a:pt x="164272" y="56168"/>
                </a:lnTo>
                <a:lnTo>
                  <a:pt x="164103" y="55217"/>
                </a:lnTo>
                <a:lnTo>
                  <a:pt x="163919" y="54280"/>
                </a:lnTo>
                <a:lnTo>
                  <a:pt x="163720" y="53355"/>
                </a:lnTo>
                <a:lnTo>
                  <a:pt x="163507" y="52443"/>
                </a:lnTo>
                <a:lnTo>
                  <a:pt x="163278" y="51544"/>
                </a:lnTo>
                <a:lnTo>
                  <a:pt x="163035" y="50658"/>
                </a:lnTo>
                <a:lnTo>
                  <a:pt x="162778" y="49784"/>
                </a:lnTo>
                <a:lnTo>
                  <a:pt x="162505" y="48924"/>
                </a:lnTo>
                <a:lnTo>
                  <a:pt x="162218" y="48077"/>
                </a:lnTo>
                <a:lnTo>
                  <a:pt x="161916" y="47242"/>
                </a:lnTo>
                <a:lnTo>
                  <a:pt x="161599" y="46420"/>
                </a:lnTo>
                <a:lnTo>
                  <a:pt x="161268" y="45612"/>
                </a:lnTo>
                <a:lnTo>
                  <a:pt x="160922" y="44816"/>
                </a:lnTo>
                <a:lnTo>
                  <a:pt x="160562" y="44034"/>
                </a:lnTo>
                <a:lnTo>
                  <a:pt x="160189" y="43268"/>
                </a:lnTo>
                <a:lnTo>
                  <a:pt x="159803" y="42516"/>
                </a:lnTo>
                <a:lnTo>
                  <a:pt x="159403" y="41780"/>
                </a:lnTo>
                <a:lnTo>
                  <a:pt x="158991" y="41059"/>
                </a:lnTo>
                <a:lnTo>
                  <a:pt x="158566" y="40354"/>
                </a:lnTo>
                <a:lnTo>
                  <a:pt x="158127" y="39663"/>
                </a:lnTo>
                <a:lnTo>
                  <a:pt x="157676" y="38988"/>
                </a:lnTo>
                <a:lnTo>
                  <a:pt x="157211" y="38328"/>
                </a:lnTo>
                <a:lnTo>
                  <a:pt x="156734" y="37683"/>
                </a:lnTo>
                <a:lnTo>
                  <a:pt x="156243" y="37053"/>
                </a:lnTo>
                <a:lnTo>
                  <a:pt x="155740" y="36439"/>
                </a:lnTo>
                <a:lnTo>
                  <a:pt x="155223" y="35840"/>
                </a:lnTo>
                <a:lnTo>
                  <a:pt x="154693" y="35256"/>
                </a:lnTo>
                <a:lnTo>
                  <a:pt x="154150" y="34687"/>
                </a:lnTo>
                <a:lnTo>
                  <a:pt x="153594" y="34133"/>
                </a:lnTo>
                <a:lnTo>
                  <a:pt x="153025" y="33595"/>
                </a:lnTo>
                <a:lnTo>
                  <a:pt x="152443" y="33072"/>
                </a:lnTo>
                <a:lnTo>
                  <a:pt x="151848" y="32564"/>
                </a:lnTo>
                <a:lnTo>
                  <a:pt x="151240" y="32071"/>
                </a:lnTo>
                <a:lnTo>
                  <a:pt x="150619" y="31594"/>
                </a:lnTo>
                <a:lnTo>
                  <a:pt x="149984" y="31132"/>
                </a:lnTo>
                <a:lnTo>
                  <a:pt x="149337" y="30685"/>
                </a:lnTo>
                <a:lnTo>
                  <a:pt x="148677" y="30253"/>
                </a:lnTo>
                <a:lnTo>
                  <a:pt x="148004" y="29837"/>
                </a:lnTo>
                <a:lnTo>
                  <a:pt x="147321" y="29439"/>
                </a:lnTo>
                <a:lnTo>
                  <a:pt x="146626" y="29059"/>
                </a:lnTo>
                <a:lnTo>
                  <a:pt x="145920" y="28697"/>
                </a:lnTo>
                <a:lnTo>
                  <a:pt x="145203" y="28352"/>
                </a:lnTo>
                <a:lnTo>
                  <a:pt x="144475" y="28025"/>
                </a:lnTo>
                <a:lnTo>
                  <a:pt x="143736" y="27715"/>
                </a:lnTo>
                <a:lnTo>
                  <a:pt x="142985" y="27423"/>
                </a:lnTo>
                <a:lnTo>
                  <a:pt x="142224" y="27149"/>
                </a:lnTo>
                <a:lnTo>
                  <a:pt x="141451" y="26893"/>
                </a:lnTo>
                <a:lnTo>
                  <a:pt x="140668" y="26654"/>
                </a:lnTo>
                <a:lnTo>
                  <a:pt x="139873" y="26433"/>
                </a:lnTo>
                <a:lnTo>
                  <a:pt x="139067" y="26230"/>
                </a:lnTo>
                <a:lnTo>
                  <a:pt x="138250" y="26044"/>
                </a:lnTo>
                <a:lnTo>
                  <a:pt x="137422" y="25876"/>
                </a:lnTo>
                <a:lnTo>
                  <a:pt x="136583" y="25726"/>
                </a:lnTo>
                <a:lnTo>
                  <a:pt x="135732" y="25593"/>
                </a:lnTo>
                <a:lnTo>
                  <a:pt x="134871" y="25478"/>
                </a:lnTo>
                <a:lnTo>
                  <a:pt x="133998" y="25381"/>
                </a:lnTo>
                <a:lnTo>
                  <a:pt x="133115" y="25301"/>
                </a:lnTo>
                <a:lnTo>
                  <a:pt x="132220" y="25239"/>
                </a:lnTo>
                <a:lnTo>
                  <a:pt x="131314" y="25195"/>
                </a:lnTo>
                <a:lnTo>
                  <a:pt x="130397" y="25169"/>
                </a:lnTo>
                <a:lnTo>
                  <a:pt x="129469" y="25160"/>
                </a:lnTo>
                <a:lnTo>
                  <a:pt x="128561" y="25169"/>
                </a:lnTo>
                <a:lnTo>
                  <a:pt x="127664" y="25195"/>
                </a:lnTo>
                <a:lnTo>
                  <a:pt x="126778" y="25239"/>
                </a:lnTo>
                <a:lnTo>
                  <a:pt x="125903" y="25301"/>
                </a:lnTo>
                <a:lnTo>
                  <a:pt x="125039" y="25381"/>
                </a:lnTo>
                <a:lnTo>
                  <a:pt x="124187" y="25478"/>
                </a:lnTo>
                <a:lnTo>
                  <a:pt x="123345" y="25593"/>
                </a:lnTo>
                <a:lnTo>
                  <a:pt x="122515" y="25726"/>
                </a:lnTo>
                <a:lnTo>
                  <a:pt x="121695" y="25876"/>
                </a:lnTo>
                <a:lnTo>
                  <a:pt x="120887" y="26044"/>
                </a:lnTo>
                <a:lnTo>
                  <a:pt x="120090" y="26230"/>
                </a:lnTo>
                <a:lnTo>
                  <a:pt x="119304" y="26433"/>
                </a:lnTo>
                <a:lnTo>
                  <a:pt x="118530" y="26654"/>
                </a:lnTo>
                <a:lnTo>
                  <a:pt x="117766" y="26893"/>
                </a:lnTo>
                <a:lnTo>
                  <a:pt x="117014" y="27149"/>
                </a:lnTo>
                <a:lnTo>
                  <a:pt x="116272" y="27423"/>
                </a:lnTo>
                <a:lnTo>
                  <a:pt x="115542" y="27715"/>
                </a:lnTo>
                <a:lnTo>
                  <a:pt x="114823" y="28025"/>
                </a:lnTo>
                <a:lnTo>
                  <a:pt x="114115" y="28352"/>
                </a:lnTo>
                <a:lnTo>
                  <a:pt x="113418" y="28697"/>
                </a:lnTo>
                <a:lnTo>
                  <a:pt x="112732" y="29059"/>
                </a:lnTo>
                <a:lnTo>
                  <a:pt x="112057" y="29439"/>
                </a:lnTo>
                <a:lnTo>
                  <a:pt x="111393" y="29837"/>
                </a:lnTo>
                <a:lnTo>
                  <a:pt x="110741" y="30253"/>
                </a:lnTo>
                <a:lnTo>
                  <a:pt x="110100" y="30685"/>
                </a:lnTo>
                <a:lnTo>
                  <a:pt x="109472" y="31132"/>
                </a:lnTo>
                <a:lnTo>
                  <a:pt x="108857" y="31594"/>
                </a:lnTo>
                <a:lnTo>
                  <a:pt x="108254" y="32071"/>
                </a:lnTo>
                <a:lnTo>
                  <a:pt x="107664" y="32564"/>
                </a:lnTo>
                <a:lnTo>
                  <a:pt x="107087" y="33072"/>
                </a:lnTo>
                <a:lnTo>
                  <a:pt x="106522" y="33595"/>
                </a:lnTo>
                <a:lnTo>
                  <a:pt x="105970" y="34133"/>
                </a:lnTo>
                <a:lnTo>
                  <a:pt x="105431" y="34687"/>
                </a:lnTo>
                <a:lnTo>
                  <a:pt x="104904" y="35256"/>
                </a:lnTo>
                <a:lnTo>
                  <a:pt x="104390" y="35840"/>
                </a:lnTo>
                <a:lnTo>
                  <a:pt x="103888" y="36439"/>
                </a:lnTo>
                <a:lnTo>
                  <a:pt x="103399" y="37053"/>
                </a:lnTo>
                <a:lnTo>
                  <a:pt x="102923" y="37683"/>
                </a:lnTo>
                <a:lnTo>
                  <a:pt x="102459" y="38328"/>
                </a:lnTo>
                <a:lnTo>
                  <a:pt x="102008" y="38988"/>
                </a:lnTo>
                <a:lnTo>
                  <a:pt x="101570" y="39663"/>
                </a:lnTo>
                <a:lnTo>
                  <a:pt x="101144" y="40354"/>
                </a:lnTo>
                <a:lnTo>
                  <a:pt x="100731" y="41059"/>
                </a:lnTo>
                <a:lnTo>
                  <a:pt x="100331" y="41780"/>
                </a:lnTo>
                <a:lnTo>
                  <a:pt x="99943" y="42516"/>
                </a:lnTo>
                <a:lnTo>
                  <a:pt x="99568" y="43268"/>
                </a:lnTo>
                <a:lnTo>
                  <a:pt x="99206" y="44034"/>
                </a:lnTo>
                <a:lnTo>
                  <a:pt x="98856" y="44816"/>
                </a:lnTo>
                <a:lnTo>
                  <a:pt x="98520" y="45612"/>
                </a:lnTo>
                <a:lnTo>
                  <a:pt x="98198" y="46420"/>
                </a:lnTo>
                <a:lnTo>
                  <a:pt x="97890" y="47242"/>
                </a:lnTo>
                <a:lnTo>
                  <a:pt x="97597" y="48077"/>
                </a:lnTo>
                <a:lnTo>
                  <a:pt x="97318" y="48924"/>
                </a:lnTo>
                <a:lnTo>
                  <a:pt x="97053" y="49784"/>
                </a:lnTo>
                <a:lnTo>
                  <a:pt x="96802" y="50658"/>
                </a:lnTo>
                <a:lnTo>
                  <a:pt x="96566" y="51544"/>
                </a:lnTo>
                <a:lnTo>
                  <a:pt x="96344" y="52443"/>
                </a:lnTo>
                <a:lnTo>
                  <a:pt x="96137" y="53355"/>
                </a:lnTo>
                <a:lnTo>
                  <a:pt x="95944" y="54280"/>
                </a:lnTo>
                <a:lnTo>
                  <a:pt x="95765" y="55217"/>
                </a:lnTo>
                <a:lnTo>
                  <a:pt x="95600" y="56168"/>
                </a:lnTo>
                <a:lnTo>
                  <a:pt x="95450" y="57132"/>
                </a:lnTo>
                <a:lnTo>
                  <a:pt x="95314" y="58108"/>
                </a:lnTo>
                <a:lnTo>
                  <a:pt x="95192" y="59097"/>
                </a:lnTo>
                <a:lnTo>
                  <a:pt x="95085" y="60100"/>
                </a:lnTo>
                <a:lnTo>
                  <a:pt x="94992" y="61115"/>
                </a:lnTo>
                <a:lnTo>
                  <a:pt x="94913" y="62143"/>
                </a:lnTo>
                <a:lnTo>
                  <a:pt x="94849" y="63184"/>
                </a:lnTo>
                <a:lnTo>
                  <a:pt x="94799" y="64238"/>
                </a:lnTo>
                <a:lnTo>
                  <a:pt x="94763" y="65305"/>
                </a:lnTo>
                <a:lnTo>
                  <a:pt x="94741" y="66384"/>
                </a:lnTo>
                <a:lnTo>
                  <a:pt x="94734" y="67477"/>
                </a:lnTo>
                <a:lnTo>
                  <a:pt x="94741" y="68556"/>
                </a:lnTo>
                <a:lnTo>
                  <a:pt x="94763" y="69622"/>
                </a:lnTo>
                <a:lnTo>
                  <a:pt x="94799" y="70675"/>
                </a:lnTo>
                <a:lnTo>
                  <a:pt x="94849" y="71716"/>
                </a:lnTo>
                <a:lnTo>
                  <a:pt x="94913" y="72744"/>
                </a:lnTo>
                <a:lnTo>
                  <a:pt x="94992" y="73760"/>
                </a:lnTo>
                <a:lnTo>
                  <a:pt x="95085" y="74763"/>
                </a:lnTo>
                <a:lnTo>
                  <a:pt x="95192" y="75754"/>
                </a:lnTo>
                <a:lnTo>
                  <a:pt x="95314" y="76732"/>
                </a:lnTo>
                <a:lnTo>
                  <a:pt x="95450" y="77697"/>
                </a:lnTo>
                <a:lnTo>
                  <a:pt x="95600" y="78650"/>
                </a:lnTo>
                <a:lnTo>
                  <a:pt x="95765" y="79590"/>
                </a:lnTo>
                <a:lnTo>
                  <a:pt x="95944" y="80517"/>
                </a:lnTo>
                <a:lnTo>
                  <a:pt x="96137" y="81432"/>
                </a:lnTo>
                <a:lnTo>
                  <a:pt x="96344" y="82334"/>
                </a:lnTo>
                <a:lnTo>
                  <a:pt x="96566" y="83224"/>
                </a:lnTo>
                <a:lnTo>
                  <a:pt x="96802" y="84101"/>
                </a:lnTo>
                <a:lnTo>
                  <a:pt x="97053" y="84965"/>
                </a:lnTo>
                <a:lnTo>
                  <a:pt x="97318" y="85817"/>
                </a:lnTo>
                <a:lnTo>
                  <a:pt x="97597" y="86656"/>
                </a:lnTo>
                <a:lnTo>
                  <a:pt x="97890" y="87483"/>
                </a:lnTo>
                <a:lnTo>
                  <a:pt x="98198" y="88297"/>
                </a:lnTo>
                <a:lnTo>
                  <a:pt x="98520" y="89098"/>
                </a:lnTo>
                <a:lnTo>
                  <a:pt x="98856" y="89887"/>
                </a:lnTo>
                <a:lnTo>
                  <a:pt x="99206" y="90662"/>
                </a:lnTo>
                <a:lnTo>
                  <a:pt x="99568" y="91422"/>
                </a:lnTo>
                <a:lnTo>
                  <a:pt x="99943" y="92166"/>
                </a:lnTo>
                <a:lnTo>
                  <a:pt x="100331" y="92895"/>
                </a:lnTo>
                <a:lnTo>
                  <a:pt x="100731" y="93609"/>
                </a:lnTo>
                <a:lnTo>
                  <a:pt x="101144" y="94308"/>
                </a:lnTo>
                <a:lnTo>
                  <a:pt x="101570" y="94992"/>
                </a:lnTo>
                <a:lnTo>
                  <a:pt x="102008" y="95660"/>
                </a:lnTo>
                <a:lnTo>
                  <a:pt x="102459" y="96313"/>
                </a:lnTo>
                <a:lnTo>
                  <a:pt x="102923" y="96951"/>
                </a:lnTo>
                <a:lnTo>
                  <a:pt x="103399" y="97574"/>
                </a:lnTo>
                <a:lnTo>
                  <a:pt x="103888" y="98182"/>
                </a:lnTo>
                <a:lnTo>
                  <a:pt x="104390" y="98774"/>
                </a:lnTo>
                <a:lnTo>
                  <a:pt x="104904" y="99351"/>
                </a:lnTo>
                <a:lnTo>
                  <a:pt x="105431" y="99913"/>
                </a:lnTo>
                <a:lnTo>
                  <a:pt x="105970" y="100459"/>
                </a:lnTo>
                <a:lnTo>
                  <a:pt x="106522" y="100991"/>
                </a:lnTo>
                <a:lnTo>
                  <a:pt x="107087" y="101507"/>
                </a:lnTo>
                <a:lnTo>
                  <a:pt x="107664" y="102008"/>
                </a:lnTo>
                <a:lnTo>
                  <a:pt x="108254" y="102494"/>
                </a:lnTo>
                <a:lnTo>
                  <a:pt x="108857" y="102965"/>
                </a:lnTo>
                <a:lnTo>
                  <a:pt x="109472" y="103420"/>
                </a:lnTo>
                <a:lnTo>
                  <a:pt x="110100" y="103860"/>
                </a:lnTo>
                <a:lnTo>
                  <a:pt x="110741" y="104285"/>
                </a:lnTo>
                <a:lnTo>
                  <a:pt x="111393" y="104694"/>
                </a:lnTo>
                <a:lnTo>
                  <a:pt x="112057" y="105085"/>
                </a:lnTo>
                <a:lnTo>
                  <a:pt x="112732" y="105459"/>
                </a:lnTo>
                <a:lnTo>
                  <a:pt x="113418" y="105815"/>
                </a:lnTo>
                <a:lnTo>
                  <a:pt x="114115" y="106154"/>
                </a:lnTo>
                <a:lnTo>
                  <a:pt x="114823" y="106476"/>
                </a:lnTo>
                <a:lnTo>
                  <a:pt x="115542" y="106780"/>
                </a:lnTo>
                <a:lnTo>
                  <a:pt x="116272" y="107067"/>
                </a:lnTo>
                <a:lnTo>
                  <a:pt x="117014" y="107337"/>
                </a:lnTo>
                <a:lnTo>
                  <a:pt x="117766" y="107589"/>
                </a:lnTo>
                <a:lnTo>
                  <a:pt x="118530" y="107824"/>
                </a:lnTo>
                <a:lnTo>
                  <a:pt x="119304" y="108041"/>
                </a:lnTo>
                <a:lnTo>
                  <a:pt x="120090" y="108241"/>
                </a:lnTo>
                <a:lnTo>
                  <a:pt x="120887" y="108423"/>
                </a:lnTo>
                <a:lnTo>
                  <a:pt x="121695" y="108589"/>
                </a:lnTo>
                <a:lnTo>
                  <a:pt x="122515" y="108736"/>
                </a:lnTo>
                <a:lnTo>
                  <a:pt x="123345" y="108867"/>
                </a:lnTo>
                <a:lnTo>
                  <a:pt x="124187" y="108980"/>
                </a:lnTo>
                <a:lnTo>
                  <a:pt x="125039" y="109076"/>
                </a:lnTo>
                <a:lnTo>
                  <a:pt x="125903" y="109154"/>
                </a:lnTo>
                <a:lnTo>
                  <a:pt x="126778" y="109215"/>
                </a:lnTo>
                <a:lnTo>
                  <a:pt x="127664" y="109258"/>
                </a:lnTo>
                <a:lnTo>
                  <a:pt x="128561" y="109284"/>
                </a:lnTo>
                <a:lnTo>
                  <a:pt x="129469" y="109293"/>
                </a:lnTo>
                <a:lnTo>
                  <a:pt x="130397" y="109284"/>
                </a:lnTo>
                <a:lnTo>
                  <a:pt x="131314" y="109258"/>
                </a:lnTo>
                <a:lnTo>
                  <a:pt x="132220" y="109215"/>
                </a:lnTo>
                <a:close/>
                <a:moveTo>
                  <a:pt x="127614" y="98653"/>
                </a:moveTo>
                <a:lnTo>
                  <a:pt x="127017" y="98603"/>
                </a:lnTo>
                <a:lnTo>
                  <a:pt x="126429" y="98540"/>
                </a:lnTo>
                <a:lnTo>
                  <a:pt x="125852" y="98462"/>
                </a:lnTo>
                <a:lnTo>
                  <a:pt x="125285" y="98370"/>
                </a:lnTo>
                <a:lnTo>
                  <a:pt x="124729" y="98265"/>
                </a:lnTo>
                <a:lnTo>
                  <a:pt x="124183" y="98145"/>
                </a:lnTo>
                <a:lnTo>
                  <a:pt x="123647" y="98011"/>
                </a:lnTo>
                <a:lnTo>
                  <a:pt x="123121" y="97862"/>
                </a:lnTo>
                <a:lnTo>
                  <a:pt x="122606" y="97700"/>
                </a:lnTo>
                <a:lnTo>
                  <a:pt x="122101" y="97524"/>
                </a:lnTo>
                <a:lnTo>
                  <a:pt x="121606" y="97333"/>
                </a:lnTo>
                <a:lnTo>
                  <a:pt x="121121" y="97129"/>
                </a:lnTo>
                <a:lnTo>
                  <a:pt x="120647" y="96910"/>
                </a:lnTo>
                <a:lnTo>
                  <a:pt x="120183" y="96677"/>
                </a:lnTo>
                <a:lnTo>
                  <a:pt x="119730" y="96430"/>
                </a:lnTo>
                <a:lnTo>
                  <a:pt x="119286" y="96169"/>
                </a:lnTo>
                <a:lnTo>
                  <a:pt x="118853" y="95894"/>
                </a:lnTo>
                <a:lnTo>
                  <a:pt x="118430" y="95605"/>
                </a:lnTo>
                <a:lnTo>
                  <a:pt x="118018" y="95301"/>
                </a:lnTo>
                <a:lnTo>
                  <a:pt x="117616" y="94984"/>
                </a:lnTo>
                <a:lnTo>
                  <a:pt x="117224" y="94652"/>
                </a:lnTo>
                <a:lnTo>
                  <a:pt x="116841" y="94308"/>
                </a:lnTo>
                <a:lnTo>
                  <a:pt x="116468" y="93954"/>
                </a:lnTo>
                <a:lnTo>
                  <a:pt x="116104" y="93590"/>
                </a:lnTo>
                <a:lnTo>
                  <a:pt x="115749" y="93215"/>
                </a:lnTo>
                <a:lnTo>
                  <a:pt x="115402" y="92830"/>
                </a:lnTo>
                <a:lnTo>
                  <a:pt x="115065" y="92435"/>
                </a:lnTo>
                <a:lnTo>
                  <a:pt x="114737" y="92030"/>
                </a:lnTo>
                <a:lnTo>
                  <a:pt x="114418" y="91614"/>
                </a:lnTo>
                <a:lnTo>
                  <a:pt x="114108" y="91188"/>
                </a:lnTo>
                <a:lnTo>
                  <a:pt x="113807" y="90751"/>
                </a:lnTo>
                <a:lnTo>
                  <a:pt x="113515" y="90305"/>
                </a:lnTo>
                <a:lnTo>
                  <a:pt x="113232" y="89848"/>
                </a:lnTo>
                <a:lnTo>
                  <a:pt x="112958" y="89381"/>
                </a:lnTo>
                <a:lnTo>
                  <a:pt x="112693" y="88903"/>
                </a:lnTo>
                <a:lnTo>
                  <a:pt x="112437" y="88415"/>
                </a:lnTo>
                <a:lnTo>
                  <a:pt x="112190" y="87917"/>
                </a:lnTo>
                <a:lnTo>
                  <a:pt x="111953" y="87409"/>
                </a:lnTo>
                <a:lnTo>
                  <a:pt x="111724" y="86890"/>
                </a:lnTo>
                <a:lnTo>
                  <a:pt x="111504" y="86361"/>
                </a:lnTo>
                <a:lnTo>
                  <a:pt x="111293" y="85822"/>
                </a:lnTo>
                <a:lnTo>
                  <a:pt x="111092" y="85272"/>
                </a:lnTo>
                <a:lnTo>
                  <a:pt x="110899" y="84713"/>
                </a:lnTo>
                <a:lnTo>
                  <a:pt x="110715" y="84143"/>
                </a:lnTo>
                <a:lnTo>
                  <a:pt x="110541" y="83562"/>
                </a:lnTo>
                <a:lnTo>
                  <a:pt x="110374" y="82973"/>
                </a:lnTo>
                <a:lnTo>
                  <a:pt x="110215" y="82377"/>
                </a:lnTo>
                <a:lnTo>
                  <a:pt x="110063" y="81775"/>
                </a:lnTo>
                <a:lnTo>
                  <a:pt x="109917" y="81165"/>
                </a:lnTo>
                <a:lnTo>
                  <a:pt x="109779" y="80549"/>
                </a:lnTo>
                <a:lnTo>
                  <a:pt x="109648" y="79926"/>
                </a:lnTo>
                <a:lnTo>
                  <a:pt x="109524" y="79297"/>
                </a:lnTo>
                <a:lnTo>
                  <a:pt x="109407" y="78660"/>
                </a:lnTo>
                <a:lnTo>
                  <a:pt x="109297" y="78017"/>
                </a:lnTo>
                <a:lnTo>
                  <a:pt x="109194" y="77367"/>
                </a:lnTo>
                <a:lnTo>
                  <a:pt x="109099" y="76711"/>
                </a:lnTo>
                <a:lnTo>
                  <a:pt x="109010" y="76047"/>
                </a:lnTo>
                <a:lnTo>
                  <a:pt x="108929" y="75377"/>
                </a:lnTo>
                <a:lnTo>
                  <a:pt x="108854" y="74700"/>
                </a:lnTo>
                <a:lnTo>
                  <a:pt x="108787" y="74016"/>
                </a:lnTo>
                <a:lnTo>
                  <a:pt x="108727" y="73326"/>
                </a:lnTo>
                <a:lnTo>
                  <a:pt x="108674" y="72629"/>
                </a:lnTo>
                <a:lnTo>
                  <a:pt x="108628" y="71925"/>
                </a:lnTo>
                <a:lnTo>
                  <a:pt x="108589" y="71214"/>
                </a:lnTo>
                <a:lnTo>
                  <a:pt x="108557" y="70497"/>
                </a:lnTo>
                <a:lnTo>
                  <a:pt x="108532" y="69773"/>
                </a:lnTo>
                <a:lnTo>
                  <a:pt x="108514" y="69042"/>
                </a:lnTo>
                <a:lnTo>
                  <a:pt x="108504" y="68304"/>
                </a:lnTo>
                <a:lnTo>
                  <a:pt x="108500" y="67559"/>
                </a:lnTo>
                <a:lnTo>
                  <a:pt x="108504" y="66801"/>
                </a:lnTo>
                <a:lnTo>
                  <a:pt x="108514" y="66049"/>
                </a:lnTo>
                <a:lnTo>
                  <a:pt x="108532" y="65305"/>
                </a:lnTo>
                <a:lnTo>
                  <a:pt x="108557" y="64568"/>
                </a:lnTo>
                <a:lnTo>
                  <a:pt x="108589" y="63837"/>
                </a:lnTo>
                <a:lnTo>
                  <a:pt x="108628" y="63114"/>
                </a:lnTo>
                <a:lnTo>
                  <a:pt x="108674" y="62398"/>
                </a:lnTo>
                <a:lnTo>
                  <a:pt x="108727" y="61689"/>
                </a:lnTo>
                <a:lnTo>
                  <a:pt x="108787" y="60987"/>
                </a:lnTo>
                <a:lnTo>
                  <a:pt x="108854" y="60292"/>
                </a:lnTo>
                <a:lnTo>
                  <a:pt x="108929" y="59604"/>
                </a:lnTo>
                <a:lnTo>
                  <a:pt x="109010" y="58923"/>
                </a:lnTo>
                <a:lnTo>
                  <a:pt x="109099" y="58249"/>
                </a:lnTo>
                <a:lnTo>
                  <a:pt x="109194" y="57583"/>
                </a:lnTo>
                <a:lnTo>
                  <a:pt x="109297" y="56923"/>
                </a:lnTo>
                <a:lnTo>
                  <a:pt x="109407" y="56270"/>
                </a:lnTo>
                <a:lnTo>
                  <a:pt x="109524" y="55625"/>
                </a:lnTo>
                <a:lnTo>
                  <a:pt x="109648" y="54986"/>
                </a:lnTo>
                <a:lnTo>
                  <a:pt x="109779" y="54355"/>
                </a:lnTo>
                <a:lnTo>
                  <a:pt x="109917" y="53731"/>
                </a:lnTo>
                <a:lnTo>
                  <a:pt x="110063" y="53113"/>
                </a:lnTo>
                <a:lnTo>
                  <a:pt x="110215" y="52503"/>
                </a:lnTo>
                <a:lnTo>
                  <a:pt x="110374" y="51900"/>
                </a:lnTo>
                <a:lnTo>
                  <a:pt x="110541" y="51304"/>
                </a:lnTo>
                <a:lnTo>
                  <a:pt x="110715" y="50716"/>
                </a:lnTo>
                <a:lnTo>
                  <a:pt x="110899" y="50139"/>
                </a:lnTo>
                <a:lnTo>
                  <a:pt x="111092" y="49572"/>
                </a:lnTo>
                <a:lnTo>
                  <a:pt x="111293" y="49016"/>
                </a:lnTo>
                <a:lnTo>
                  <a:pt x="111504" y="48470"/>
                </a:lnTo>
                <a:lnTo>
                  <a:pt x="111724" y="47935"/>
                </a:lnTo>
                <a:lnTo>
                  <a:pt x="111953" y="47410"/>
                </a:lnTo>
                <a:lnTo>
                  <a:pt x="112190" y="46895"/>
                </a:lnTo>
                <a:lnTo>
                  <a:pt x="112437" y="46391"/>
                </a:lnTo>
                <a:lnTo>
                  <a:pt x="112693" y="45898"/>
                </a:lnTo>
                <a:lnTo>
                  <a:pt x="112958" y="45414"/>
                </a:lnTo>
                <a:lnTo>
                  <a:pt x="113232" y="44942"/>
                </a:lnTo>
                <a:lnTo>
                  <a:pt x="113515" y="44479"/>
                </a:lnTo>
                <a:lnTo>
                  <a:pt x="113807" y="44028"/>
                </a:lnTo>
                <a:lnTo>
                  <a:pt x="114108" y="43586"/>
                </a:lnTo>
                <a:lnTo>
                  <a:pt x="114418" y="43155"/>
                </a:lnTo>
                <a:lnTo>
                  <a:pt x="114737" y="42735"/>
                </a:lnTo>
                <a:lnTo>
                  <a:pt x="115065" y="42325"/>
                </a:lnTo>
                <a:lnTo>
                  <a:pt x="115402" y="41925"/>
                </a:lnTo>
                <a:lnTo>
                  <a:pt x="115749" y="41536"/>
                </a:lnTo>
                <a:lnTo>
                  <a:pt x="116104" y="41157"/>
                </a:lnTo>
                <a:lnTo>
                  <a:pt x="116468" y="40789"/>
                </a:lnTo>
                <a:lnTo>
                  <a:pt x="116841" y="40431"/>
                </a:lnTo>
                <a:lnTo>
                  <a:pt x="117224" y="40083"/>
                </a:lnTo>
                <a:lnTo>
                  <a:pt x="117616" y="39748"/>
                </a:lnTo>
                <a:lnTo>
                  <a:pt x="118018" y="39428"/>
                </a:lnTo>
                <a:lnTo>
                  <a:pt x="118430" y="39121"/>
                </a:lnTo>
                <a:lnTo>
                  <a:pt x="118853" y="38829"/>
                </a:lnTo>
                <a:lnTo>
                  <a:pt x="119286" y="38551"/>
                </a:lnTo>
                <a:lnTo>
                  <a:pt x="119730" y="38287"/>
                </a:lnTo>
                <a:lnTo>
                  <a:pt x="120183" y="38037"/>
                </a:lnTo>
                <a:lnTo>
                  <a:pt x="120647" y="37802"/>
                </a:lnTo>
                <a:lnTo>
                  <a:pt x="121121" y="37581"/>
                </a:lnTo>
                <a:lnTo>
                  <a:pt x="121606" y="37374"/>
                </a:lnTo>
                <a:lnTo>
                  <a:pt x="122101" y="37182"/>
                </a:lnTo>
                <a:lnTo>
                  <a:pt x="122606" y="37004"/>
                </a:lnTo>
                <a:lnTo>
                  <a:pt x="123121" y="36840"/>
                </a:lnTo>
                <a:lnTo>
                  <a:pt x="123647" y="36690"/>
                </a:lnTo>
                <a:lnTo>
                  <a:pt x="124183" y="36554"/>
                </a:lnTo>
                <a:lnTo>
                  <a:pt x="124729" y="36433"/>
                </a:lnTo>
                <a:lnTo>
                  <a:pt x="125285" y="36326"/>
                </a:lnTo>
                <a:lnTo>
                  <a:pt x="125852" y="36234"/>
                </a:lnTo>
                <a:lnTo>
                  <a:pt x="126429" y="36155"/>
                </a:lnTo>
                <a:lnTo>
                  <a:pt x="127017" y="36091"/>
                </a:lnTo>
                <a:lnTo>
                  <a:pt x="127614" y="36041"/>
                </a:lnTo>
                <a:lnTo>
                  <a:pt x="128222" y="36005"/>
                </a:lnTo>
                <a:lnTo>
                  <a:pt x="128840" y="35984"/>
                </a:lnTo>
                <a:lnTo>
                  <a:pt x="129469" y="35977"/>
                </a:lnTo>
                <a:lnTo>
                  <a:pt x="130137" y="35984"/>
                </a:lnTo>
                <a:lnTo>
                  <a:pt x="130793" y="36005"/>
                </a:lnTo>
                <a:lnTo>
                  <a:pt x="131438" y="36041"/>
                </a:lnTo>
                <a:lnTo>
                  <a:pt x="132071" y="36091"/>
                </a:lnTo>
                <a:lnTo>
                  <a:pt x="132693" y="36155"/>
                </a:lnTo>
                <a:lnTo>
                  <a:pt x="133303" y="36234"/>
                </a:lnTo>
                <a:lnTo>
                  <a:pt x="133901" y="36326"/>
                </a:lnTo>
                <a:lnTo>
                  <a:pt x="134489" y="36433"/>
                </a:lnTo>
                <a:lnTo>
                  <a:pt x="135064" y="36554"/>
                </a:lnTo>
                <a:lnTo>
                  <a:pt x="135628" y="36690"/>
                </a:lnTo>
                <a:lnTo>
                  <a:pt x="136181" y="36840"/>
                </a:lnTo>
                <a:lnTo>
                  <a:pt x="136722" y="37004"/>
                </a:lnTo>
                <a:lnTo>
                  <a:pt x="137251" y="37182"/>
                </a:lnTo>
                <a:lnTo>
                  <a:pt x="137769" y="37374"/>
                </a:lnTo>
                <a:lnTo>
                  <a:pt x="138275" y="37581"/>
                </a:lnTo>
                <a:lnTo>
                  <a:pt x="138770" y="37802"/>
                </a:lnTo>
                <a:lnTo>
                  <a:pt x="139254" y="38037"/>
                </a:lnTo>
                <a:lnTo>
                  <a:pt x="139725" y="38287"/>
                </a:lnTo>
                <a:lnTo>
                  <a:pt x="140186" y="38551"/>
                </a:lnTo>
                <a:lnTo>
                  <a:pt x="140634" y="38829"/>
                </a:lnTo>
                <a:lnTo>
                  <a:pt x="141072" y="39121"/>
                </a:lnTo>
                <a:lnTo>
                  <a:pt x="141497" y="39428"/>
                </a:lnTo>
                <a:lnTo>
                  <a:pt x="141911" y="39748"/>
                </a:lnTo>
                <a:lnTo>
                  <a:pt x="142314" y="40083"/>
                </a:lnTo>
                <a:lnTo>
                  <a:pt x="142706" y="40431"/>
                </a:lnTo>
                <a:lnTo>
                  <a:pt x="143089" y="40789"/>
                </a:lnTo>
                <a:lnTo>
                  <a:pt x="143463" y="41157"/>
                </a:lnTo>
                <a:lnTo>
                  <a:pt x="143828" y="41536"/>
                </a:lnTo>
                <a:lnTo>
                  <a:pt x="144184" y="41925"/>
                </a:lnTo>
                <a:lnTo>
                  <a:pt x="144530" y="42325"/>
                </a:lnTo>
                <a:lnTo>
                  <a:pt x="144867" y="42735"/>
                </a:lnTo>
                <a:lnTo>
                  <a:pt x="145195" y="43155"/>
                </a:lnTo>
                <a:lnTo>
                  <a:pt x="145514" y="43586"/>
                </a:lnTo>
                <a:lnTo>
                  <a:pt x="145824" y="44028"/>
                </a:lnTo>
                <a:lnTo>
                  <a:pt x="146124" y="44479"/>
                </a:lnTo>
                <a:lnTo>
                  <a:pt x="146416" y="44942"/>
                </a:lnTo>
                <a:lnTo>
                  <a:pt x="146698" y="45414"/>
                </a:lnTo>
                <a:lnTo>
                  <a:pt x="146971" y="45898"/>
                </a:lnTo>
                <a:lnTo>
                  <a:pt x="147235" y="46391"/>
                </a:lnTo>
                <a:lnTo>
                  <a:pt x="147490" y="46895"/>
                </a:lnTo>
                <a:lnTo>
                  <a:pt x="147735" y="47410"/>
                </a:lnTo>
                <a:lnTo>
                  <a:pt x="147971" y="47935"/>
                </a:lnTo>
                <a:lnTo>
                  <a:pt x="148199" y="48470"/>
                </a:lnTo>
                <a:lnTo>
                  <a:pt x="148417" y="49016"/>
                </a:lnTo>
                <a:lnTo>
                  <a:pt x="148625" y="49572"/>
                </a:lnTo>
                <a:lnTo>
                  <a:pt x="148825" y="50139"/>
                </a:lnTo>
                <a:lnTo>
                  <a:pt x="149016" y="50716"/>
                </a:lnTo>
                <a:lnTo>
                  <a:pt x="149197" y="51304"/>
                </a:lnTo>
                <a:lnTo>
                  <a:pt x="149370" y="51900"/>
                </a:lnTo>
                <a:lnTo>
                  <a:pt x="149536" y="52502"/>
                </a:lnTo>
                <a:lnTo>
                  <a:pt x="149694" y="53112"/>
                </a:lnTo>
                <a:lnTo>
                  <a:pt x="149845" y="53728"/>
                </a:lnTo>
                <a:lnTo>
                  <a:pt x="149989" y="54351"/>
                </a:lnTo>
                <a:lnTo>
                  <a:pt x="150125" y="54981"/>
                </a:lnTo>
                <a:lnTo>
                  <a:pt x="150254" y="55618"/>
                </a:lnTo>
                <a:lnTo>
                  <a:pt x="150375" y="56261"/>
                </a:lnTo>
                <a:lnTo>
                  <a:pt x="150489" y="56911"/>
                </a:lnTo>
                <a:lnTo>
                  <a:pt x="150596" y="57568"/>
                </a:lnTo>
                <a:lnTo>
                  <a:pt x="150695" y="58232"/>
                </a:lnTo>
                <a:lnTo>
                  <a:pt x="150788" y="58902"/>
                </a:lnTo>
                <a:lnTo>
                  <a:pt x="150872" y="59579"/>
                </a:lnTo>
                <a:lnTo>
                  <a:pt x="150950" y="60263"/>
                </a:lnTo>
                <a:lnTo>
                  <a:pt x="151020" y="60954"/>
                </a:lnTo>
                <a:lnTo>
                  <a:pt x="151082" y="61651"/>
                </a:lnTo>
                <a:lnTo>
                  <a:pt x="151137" y="62355"/>
                </a:lnTo>
                <a:lnTo>
                  <a:pt x="151185" y="63066"/>
                </a:lnTo>
                <a:lnTo>
                  <a:pt x="151226" y="63784"/>
                </a:lnTo>
                <a:lnTo>
                  <a:pt x="151259" y="64509"/>
                </a:lnTo>
                <a:lnTo>
                  <a:pt x="151285" y="65240"/>
                </a:lnTo>
                <a:lnTo>
                  <a:pt x="151303" y="65978"/>
                </a:lnTo>
                <a:lnTo>
                  <a:pt x="151314" y="66723"/>
                </a:lnTo>
                <a:lnTo>
                  <a:pt x="151318" y="67474"/>
                </a:lnTo>
                <a:lnTo>
                  <a:pt x="151314" y="68226"/>
                </a:lnTo>
                <a:lnTo>
                  <a:pt x="151303" y="68970"/>
                </a:lnTo>
                <a:lnTo>
                  <a:pt x="151285" y="69707"/>
                </a:lnTo>
                <a:lnTo>
                  <a:pt x="151259" y="70438"/>
                </a:lnTo>
                <a:lnTo>
                  <a:pt x="151226" y="71161"/>
                </a:lnTo>
                <a:lnTo>
                  <a:pt x="151185" y="71877"/>
                </a:lnTo>
                <a:lnTo>
                  <a:pt x="151137" y="72586"/>
                </a:lnTo>
                <a:lnTo>
                  <a:pt x="151082" y="73288"/>
                </a:lnTo>
                <a:lnTo>
                  <a:pt x="151020" y="73983"/>
                </a:lnTo>
                <a:lnTo>
                  <a:pt x="150950" y="74671"/>
                </a:lnTo>
                <a:lnTo>
                  <a:pt x="150872" y="75352"/>
                </a:lnTo>
                <a:lnTo>
                  <a:pt x="150788" y="76026"/>
                </a:lnTo>
                <a:lnTo>
                  <a:pt x="150695" y="76693"/>
                </a:lnTo>
                <a:lnTo>
                  <a:pt x="150596" y="77352"/>
                </a:lnTo>
                <a:lnTo>
                  <a:pt x="150489" y="78005"/>
                </a:lnTo>
                <a:lnTo>
                  <a:pt x="150375" y="78651"/>
                </a:lnTo>
                <a:lnTo>
                  <a:pt x="150254" y="79289"/>
                </a:lnTo>
                <a:lnTo>
                  <a:pt x="150125" y="79921"/>
                </a:lnTo>
                <a:lnTo>
                  <a:pt x="149989" y="80545"/>
                </a:lnTo>
                <a:lnTo>
                  <a:pt x="149845" y="81163"/>
                </a:lnTo>
                <a:lnTo>
                  <a:pt x="149694" y="81773"/>
                </a:lnTo>
                <a:lnTo>
                  <a:pt x="149536" y="82377"/>
                </a:lnTo>
                <a:lnTo>
                  <a:pt x="149370" y="82973"/>
                </a:lnTo>
                <a:lnTo>
                  <a:pt x="149197" y="83562"/>
                </a:lnTo>
                <a:lnTo>
                  <a:pt x="149016" y="84143"/>
                </a:lnTo>
                <a:lnTo>
                  <a:pt x="148825" y="84713"/>
                </a:lnTo>
                <a:lnTo>
                  <a:pt x="148625" y="85272"/>
                </a:lnTo>
                <a:lnTo>
                  <a:pt x="148417" y="85822"/>
                </a:lnTo>
                <a:lnTo>
                  <a:pt x="148199" y="86361"/>
                </a:lnTo>
                <a:lnTo>
                  <a:pt x="147971" y="86890"/>
                </a:lnTo>
                <a:lnTo>
                  <a:pt x="147735" y="87409"/>
                </a:lnTo>
                <a:lnTo>
                  <a:pt x="147490" y="87917"/>
                </a:lnTo>
                <a:lnTo>
                  <a:pt x="147235" y="88415"/>
                </a:lnTo>
                <a:lnTo>
                  <a:pt x="146971" y="88903"/>
                </a:lnTo>
                <a:lnTo>
                  <a:pt x="146698" y="89381"/>
                </a:lnTo>
                <a:lnTo>
                  <a:pt x="146416" y="89848"/>
                </a:lnTo>
                <a:lnTo>
                  <a:pt x="146124" y="90305"/>
                </a:lnTo>
                <a:lnTo>
                  <a:pt x="145824" y="90751"/>
                </a:lnTo>
                <a:lnTo>
                  <a:pt x="145514" y="91188"/>
                </a:lnTo>
                <a:lnTo>
                  <a:pt x="145195" y="91614"/>
                </a:lnTo>
                <a:lnTo>
                  <a:pt x="144867" y="92030"/>
                </a:lnTo>
                <a:lnTo>
                  <a:pt x="144530" y="92435"/>
                </a:lnTo>
                <a:lnTo>
                  <a:pt x="144184" y="92830"/>
                </a:lnTo>
                <a:lnTo>
                  <a:pt x="143828" y="93215"/>
                </a:lnTo>
                <a:lnTo>
                  <a:pt x="143463" y="93590"/>
                </a:lnTo>
                <a:lnTo>
                  <a:pt x="143089" y="93954"/>
                </a:lnTo>
                <a:lnTo>
                  <a:pt x="142706" y="94308"/>
                </a:lnTo>
                <a:lnTo>
                  <a:pt x="142314" y="94652"/>
                </a:lnTo>
                <a:lnTo>
                  <a:pt x="141911" y="94984"/>
                </a:lnTo>
                <a:lnTo>
                  <a:pt x="141497" y="95301"/>
                </a:lnTo>
                <a:lnTo>
                  <a:pt x="141072" y="95605"/>
                </a:lnTo>
                <a:lnTo>
                  <a:pt x="140634" y="95894"/>
                </a:lnTo>
                <a:lnTo>
                  <a:pt x="140186" y="96169"/>
                </a:lnTo>
                <a:lnTo>
                  <a:pt x="139725" y="96430"/>
                </a:lnTo>
                <a:lnTo>
                  <a:pt x="139254" y="96677"/>
                </a:lnTo>
                <a:lnTo>
                  <a:pt x="138770" y="96910"/>
                </a:lnTo>
                <a:lnTo>
                  <a:pt x="138275" y="97129"/>
                </a:lnTo>
                <a:lnTo>
                  <a:pt x="137769" y="97333"/>
                </a:lnTo>
                <a:lnTo>
                  <a:pt x="137251" y="97524"/>
                </a:lnTo>
                <a:lnTo>
                  <a:pt x="136722" y="97700"/>
                </a:lnTo>
                <a:lnTo>
                  <a:pt x="136181" y="97862"/>
                </a:lnTo>
                <a:lnTo>
                  <a:pt x="135628" y="98011"/>
                </a:lnTo>
                <a:lnTo>
                  <a:pt x="135064" y="98145"/>
                </a:lnTo>
                <a:lnTo>
                  <a:pt x="134489" y="98265"/>
                </a:lnTo>
                <a:lnTo>
                  <a:pt x="133901" y="98370"/>
                </a:lnTo>
                <a:lnTo>
                  <a:pt x="133303" y="98462"/>
                </a:lnTo>
                <a:lnTo>
                  <a:pt x="132693" y="98540"/>
                </a:lnTo>
                <a:lnTo>
                  <a:pt x="132071" y="98603"/>
                </a:lnTo>
                <a:lnTo>
                  <a:pt x="131438" y="98653"/>
                </a:lnTo>
                <a:lnTo>
                  <a:pt x="130793" y="98688"/>
                </a:lnTo>
                <a:lnTo>
                  <a:pt x="130137" y="98709"/>
                </a:lnTo>
                <a:lnTo>
                  <a:pt x="129469" y="98716"/>
                </a:lnTo>
                <a:lnTo>
                  <a:pt x="128840" y="98709"/>
                </a:lnTo>
                <a:lnTo>
                  <a:pt x="128222" y="98688"/>
                </a:lnTo>
                <a:lnTo>
                  <a:pt x="127614" y="98653"/>
                </a:lnTo>
                <a:close/>
                <a:moveTo>
                  <a:pt x="210383" y="109242"/>
                </a:moveTo>
                <a:lnTo>
                  <a:pt x="211108" y="109202"/>
                </a:lnTo>
                <a:lnTo>
                  <a:pt x="211827" y="109151"/>
                </a:lnTo>
                <a:lnTo>
                  <a:pt x="212539" y="109089"/>
                </a:lnTo>
                <a:lnTo>
                  <a:pt x="213246" y="109015"/>
                </a:lnTo>
                <a:lnTo>
                  <a:pt x="213946" y="108930"/>
                </a:lnTo>
                <a:lnTo>
                  <a:pt x="214640" y="108834"/>
                </a:lnTo>
                <a:lnTo>
                  <a:pt x="215327" y="108726"/>
                </a:lnTo>
                <a:lnTo>
                  <a:pt x="216009" y="108607"/>
                </a:lnTo>
                <a:lnTo>
                  <a:pt x="216684" y="108477"/>
                </a:lnTo>
                <a:lnTo>
                  <a:pt x="217352" y="108335"/>
                </a:lnTo>
                <a:lnTo>
                  <a:pt x="218015" y="108182"/>
                </a:lnTo>
                <a:lnTo>
                  <a:pt x="218671" y="108017"/>
                </a:lnTo>
                <a:lnTo>
                  <a:pt x="219321" y="107842"/>
                </a:lnTo>
                <a:lnTo>
                  <a:pt x="219965" y="107655"/>
                </a:lnTo>
                <a:lnTo>
                  <a:pt x="220603" y="107456"/>
                </a:lnTo>
                <a:lnTo>
                  <a:pt x="221234" y="107247"/>
                </a:lnTo>
                <a:lnTo>
                  <a:pt x="221859" y="107025"/>
                </a:lnTo>
                <a:lnTo>
                  <a:pt x="222478" y="106793"/>
                </a:lnTo>
                <a:lnTo>
                  <a:pt x="223090" y="106549"/>
                </a:lnTo>
                <a:lnTo>
                  <a:pt x="223697" y="106294"/>
                </a:lnTo>
                <a:lnTo>
                  <a:pt x="224297" y="106028"/>
                </a:lnTo>
                <a:lnTo>
                  <a:pt x="224889" y="105750"/>
                </a:lnTo>
                <a:lnTo>
                  <a:pt x="225471" y="105460"/>
                </a:lnTo>
                <a:lnTo>
                  <a:pt x="226042" y="105159"/>
                </a:lnTo>
                <a:lnTo>
                  <a:pt x="226604" y="104847"/>
                </a:lnTo>
                <a:lnTo>
                  <a:pt x="227156" y="104523"/>
                </a:lnTo>
                <a:lnTo>
                  <a:pt x="227698" y="104187"/>
                </a:lnTo>
                <a:lnTo>
                  <a:pt x="228230" y="103840"/>
                </a:lnTo>
                <a:lnTo>
                  <a:pt x="228752" y="103482"/>
                </a:lnTo>
                <a:lnTo>
                  <a:pt x="229264" y="103112"/>
                </a:lnTo>
                <a:lnTo>
                  <a:pt x="229766" y="102730"/>
                </a:lnTo>
                <a:lnTo>
                  <a:pt x="230258" y="102338"/>
                </a:lnTo>
                <a:lnTo>
                  <a:pt x="230739" y="101933"/>
                </a:lnTo>
                <a:lnTo>
                  <a:pt x="231211" y="101517"/>
                </a:lnTo>
                <a:lnTo>
                  <a:pt x="231673" y="101090"/>
                </a:lnTo>
                <a:lnTo>
                  <a:pt x="232125" y="100651"/>
                </a:lnTo>
                <a:lnTo>
                  <a:pt x="232567" y="100201"/>
                </a:lnTo>
                <a:lnTo>
                  <a:pt x="232999" y="99739"/>
                </a:lnTo>
                <a:lnTo>
                  <a:pt x="233421" y="99266"/>
                </a:lnTo>
                <a:lnTo>
                  <a:pt x="233832" y="98781"/>
                </a:lnTo>
                <a:lnTo>
                  <a:pt x="234234" y="98285"/>
                </a:lnTo>
                <a:lnTo>
                  <a:pt x="234626" y="97777"/>
                </a:lnTo>
                <a:lnTo>
                  <a:pt x="235008" y="97258"/>
                </a:lnTo>
                <a:lnTo>
                  <a:pt x="235380" y="96727"/>
                </a:lnTo>
                <a:lnTo>
                  <a:pt x="235741" y="96185"/>
                </a:lnTo>
                <a:lnTo>
                  <a:pt x="236091" y="95631"/>
                </a:lnTo>
                <a:lnTo>
                  <a:pt x="236426" y="95066"/>
                </a:lnTo>
                <a:lnTo>
                  <a:pt x="236748" y="94490"/>
                </a:lnTo>
                <a:lnTo>
                  <a:pt x="237054" y="93903"/>
                </a:lnTo>
                <a:lnTo>
                  <a:pt x="237347" y="93304"/>
                </a:lnTo>
                <a:lnTo>
                  <a:pt x="237625" y="92694"/>
                </a:lnTo>
                <a:lnTo>
                  <a:pt x="237889" y="92073"/>
                </a:lnTo>
                <a:lnTo>
                  <a:pt x="238138" y="91441"/>
                </a:lnTo>
                <a:lnTo>
                  <a:pt x="238373" y="90798"/>
                </a:lnTo>
                <a:lnTo>
                  <a:pt x="238594" y="90144"/>
                </a:lnTo>
                <a:lnTo>
                  <a:pt x="238801" y="89478"/>
                </a:lnTo>
                <a:lnTo>
                  <a:pt x="238993" y="88801"/>
                </a:lnTo>
                <a:lnTo>
                  <a:pt x="239171" y="88113"/>
                </a:lnTo>
                <a:lnTo>
                  <a:pt x="239334" y="87414"/>
                </a:lnTo>
                <a:lnTo>
                  <a:pt x="239484" y="86703"/>
                </a:lnTo>
                <a:lnTo>
                  <a:pt x="239619" y="85982"/>
                </a:lnTo>
                <a:lnTo>
                  <a:pt x="239739" y="85249"/>
                </a:lnTo>
                <a:lnTo>
                  <a:pt x="239846" y="84505"/>
                </a:lnTo>
                <a:lnTo>
                  <a:pt x="239938" y="83750"/>
                </a:lnTo>
                <a:lnTo>
                  <a:pt x="240015" y="82984"/>
                </a:lnTo>
                <a:lnTo>
                  <a:pt x="240079" y="82206"/>
                </a:lnTo>
                <a:lnTo>
                  <a:pt x="240128" y="81417"/>
                </a:lnTo>
                <a:lnTo>
                  <a:pt x="240163" y="80617"/>
                </a:lnTo>
                <a:lnTo>
                  <a:pt x="240183" y="79806"/>
                </a:lnTo>
                <a:lnTo>
                  <a:pt x="227058" y="79806"/>
                </a:lnTo>
                <a:lnTo>
                  <a:pt x="227029" y="80566"/>
                </a:lnTo>
                <a:lnTo>
                  <a:pt x="226983" y="81309"/>
                </a:lnTo>
                <a:lnTo>
                  <a:pt x="226920" y="82038"/>
                </a:lnTo>
                <a:lnTo>
                  <a:pt x="226840" y="82750"/>
                </a:lnTo>
                <a:lnTo>
                  <a:pt x="226742" y="83447"/>
                </a:lnTo>
                <a:lnTo>
                  <a:pt x="226628" y="84129"/>
                </a:lnTo>
                <a:lnTo>
                  <a:pt x="226496" y="84795"/>
                </a:lnTo>
                <a:lnTo>
                  <a:pt x="226346" y="85446"/>
                </a:lnTo>
                <a:lnTo>
                  <a:pt x="226180" y="86081"/>
                </a:lnTo>
                <a:lnTo>
                  <a:pt x="225996" y="86700"/>
                </a:lnTo>
                <a:lnTo>
                  <a:pt x="225795" y="87304"/>
                </a:lnTo>
                <a:lnTo>
                  <a:pt x="225577" y="87893"/>
                </a:lnTo>
                <a:lnTo>
                  <a:pt x="225342" y="88466"/>
                </a:lnTo>
                <a:lnTo>
                  <a:pt x="225089" y="89023"/>
                </a:lnTo>
                <a:lnTo>
                  <a:pt x="224819" y="89565"/>
                </a:lnTo>
                <a:lnTo>
                  <a:pt x="224532" y="90091"/>
                </a:lnTo>
                <a:lnTo>
                  <a:pt x="224228" y="90602"/>
                </a:lnTo>
                <a:lnTo>
                  <a:pt x="223907" y="91098"/>
                </a:lnTo>
                <a:lnTo>
                  <a:pt x="223568" y="91577"/>
                </a:lnTo>
                <a:lnTo>
                  <a:pt x="223212" y="92042"/>
                </a:lnTo>
                <a:lnTo>
                  <a:pt x="222839" y="92490"/>
                </a:lnTo>
                <a:lnTo>
                  <a:pt x="222448" y="92924"/>
                </a:lnTo>
                <a:lnTo>
                  <a:pt x="222041" y="93341"/>
                </a:lnTo>
                <a:lnTo>
                  <a:pt x="221616" y="93743"/>
                </a:lnTo>
                <a:lnTo>
                  <a:pt x="221177" y="94129"/>
                </a:lnTo>
                <a:lnTo>
                  <a:pt x="220729" y="94499"/>
                </a:lnTo>
                <a:lnTo>
                  <a:pt x="220271" y="94852"/>
                </a:lnTo>
                <a:lnTo>
                  <a:pt x="219804" y="95189"/>
                </a:lnTo>
                <a:lnTo>
                  <a:pt x="219326" y="95510"/>
                </a:lnTo>
                <a:lnTo>
                  <a:pt x="218839" y="95814"/>
                </a:lnTo>
                <a:lnTo>
                  <a:pt x="218343" y="96101"/>
                </a:lnTo>
                <a:lnTo>
                  <a:pt x="217836" y="96372"/>
                </a:lnTo>
                <a:lnTo>
                  <a:pt x="217320" y="96627"/>
                </a:lnTo>
                <a:lnTo>
                  <a:pt x="216794" y="96865"/>
                </a:lnTo>
                <a:lnTo>
                  <a:pt x="216259" y="97087"/>
                </a:lnTo>
                <a:lnTo>
                  <a:pt x="215713" y="97293"/>
                </a:lnTo>
                <a:lnTo>
                  <a:pt x="215158" y="97482"/>
                </a:lnTo>
                <a:lnTo>
                  <a:pt x="214593" y="97654"/>
                </a:lnTo>
                <a:lnTo>
                  <a:pt x="214019" y="97810"/>
                </a:lnTo>
                <a:lnTo>
                  <a:pt x="213434" y="97950"/>
                </a:lnTo>
                <a:lnTo>
                  <a:pt x="212840" y="98073"/>
                </a:lnTo>
                <a:lnTo>
                  <a:pt x="212237" y="98180"/>
                </a:lnTo>
                <a:lnTo>
                  <a:pt x="211623" y="98270"/>
                </a:lnTo>
                <a:lnTo>
                  <a:pt x="211000" y="98344"/>
                </a:lnTo>
                <a:lnTo>
                  <a:pt x="210367" y="98402"/>
                </a:lnTo>
                <a:lnTo>
                  <a:pt x="209725" y="98443"/>
                </a:lnTo>
                <a:lnTo>
                  <a:pt x="209072" y="98468"/>
                </a:lnTo>
                <a:lnTo>
                  <a:pt x="208410" y="98476"/>
                </a:lnTo>
                <a:lnTo>
                  <a:pt x="207821" y="98469"/>
                </a:lnTo>
                <a:lnTo>
                  <a:pt x="207239" y="98450"/>
                </a:lnTo>
                <a:lnTo>
                  <a:pt x="206666" y="98419"/>
                </a:lnTo>
                <a:lnTo>
                  <a:pt x="206100" y="98375"/>
                </a:lnTo>
                <a:lnTo>
                  <a:pt x="205543" y="98318"/>
                </a:lnTo>
                <a:lnTo>
                  <a:pt x="204994" y="98248"/>
                </a:lnTo>
                <a:lnTo>
                  <a:pt x="204453" y="98166"/>
                </a:lnTo>
                <a:lnTo>
                  <a:pt x="203919" y="98071"/>
                </a:lnTo>
                <a:lnTo>
                  <a:pt x="203394" y="97963"/>
                </a:lnTo>
                <a:lnTo>
                  <a:pt x="202877" y="97843"/>
                </a:lnTo>
                <a:lnTo>
                  <a:pt x="202368" y="97710"/>
                </a:lnTo>
                <a:lnTo>
                  <a:pt x="201867" y="97564"/>
                </a:lnTo>
                <a:lnTo>
                  <a:pt x="201375" y="97406"/>
                </a:lnTo>
                <a:lnTo>
                  <a:pt x="200890" y="97235"/>
                </a:lnTo>
                <a:lnTo>
                  <a:pt x="200413" y="97052"/>
                </a:lnTo>
                <a:lnTo>
                  <a:pt x="199944" y="96855"/>
                </a:lnTo>
                <a:lnTo>
                  <a:pt x="199484" y="96647"/>
                </a:lnTo>
                <a:lnTo>
                  <a:pt x="199031" y="96425"/>
                </a:lnTo>
                <a:lnTo>
                  <a:pt x="198587" y="96191"/>
                </a:lnTo>
                <a:lnTo>
                  <a:pt x="198150" y="95944"/>
                </a:lnTo>
                <a:lnTo>
                  <a:pt x="197722" y="95685"/>
                </a:lnTo>
                <a:lnTo>
                  <a:pt x="197302" y="95412"/>
                </a:lnTo>
                <a:lnTo>
                  <a:pt x="196889" y="95128"/>
                </a:lnTo>
                <a:lnTo>
                  <a:pt x="196485" y="94830"/>
                </a:lnTo>
                <a:lnTo>
                  <a:pt x="196089" y="94520"/>
                </a:lnTo>
                <a:lnTo>
                  <a:pt x="195702" y="94199"/>
                </a:lnTo>
                <a:lnTo>
                  <a:pt x="195322" y="93866"/>
                </a:lnTo>
                <a:lnTo>
                  <a:pt x="194951" y="93522"/>
                </a:lnTo>
                <a:lnTo>
                  <a:pt x="194589" y="93166"/>
                </a:lnTo>
                <a:lnTo>
                  <a:pt x="194234" y="92799"/>
                </a:lnTo>
                <a:lnTo>
                  <a:pt x="193888" y="92421"/>
                </a:lnTo>
                <a:lnTo>
                  <a:pt x="193551" y="92031"/>
                </a:lnTo>
                <a:lnTo>
                  <a:pt x="193221" y="91629"/>
                </a:lnTo>
                <a:lnTo>
                  <a:pt x="192900" y="91216"/>
                </a:lnTo>
                <a:lnTo>
                  <a:pt x="192588" y="90791"/>
                </a:lnTo>
                <a:lnTo>
                  <a:pt x="192283" y="90355"/>
                </a:lnTo>
                <a:lnTo>
                  <a:pt x="191988" y="89908"/>
                </a:lnTo>
                <a:lnTo>
                  <a:pt x="191700" y="89449"/>
                </a:lnTo>
                <a:lnTo>
                  <a:pt x="191421" y="88979"/>
                </a:lnTo>
                <a:lnTo>
                  <a:pt x="191150" y="88497"/>
                </a:lnTo>
                <a:lnTo>
                  <a:pt x="190887" y="88003"/>
                </a:lnTo>
                <a:lnTo>
                  <a:pt x="190633" y="87498"/>
                </a:lnTo>
                <a:lnTo>
                  <a:pt x="190387" y="86982"/>
                </a:lnTo>
                <a:lnTo>
                  <a:pt x="190149" y="86454"/>
                </a:lnTo>
                <a:lnTo>
                  <a:pt x="189920" y="85915"/>
                </a:lnTo>
                <a:lnTo>
                  <a:pt x="189699" y="85364"/>
                </a:lnTo>
                <a:lnTo>
                  <a:pt x="189486" y="84802"/>
                </a:lnTo>
                <a:lnTo>
                  <a:pt x="189282" y="84228"/>
                </a:lnTo>
                <a:lnTo>
                  <a:pt x="189086" y="83644"/>
                </a:lnTo>
                <a:lnTo>
                  <a:pt x="188899" y="83049"/>
                </a:lnTo>
                <a:lnTo>
                  <a:pt x="188720" y="82445"/>
                </a:lnTo>
                <a:lnTo>
                  <a:pt x="188549" y="81830"/>
                </a:lnTo>
                <a:lnTo>
                  <a:pt x="188386" y="81206"/>
                </a:lnTo>
                <a:lnTo>
                  <a:pt x="188232" y="80571"/>
                </a:lnTo>
                <a:lnTo>
                  <a:pt x="188086" y="79927"/>
                </a:lnTo>
                <a:lnTo>
                  <a:pt x="187948" y="79272"/>
                </a:lnTo>
                <a:lnTo>
                  <a:pt x="187819" y="78608"/>
                </a:lnTo>
                <a:lnTo>
                  <a:pt x="187698" y="77933"/>
                </a:lnTo>
                <a:lnTo>
                  <a:pt x="187586" y="77249"/>
                </a:lnTo>
                <a:lnTo>
                  <a:pt x="187481" y="76554"/>
                </a:lnTo>
                <a:lnTo>
                  <a:pt x="187386" y="75850"/>
                </a:lnTo>
                <a:lnTo>
                  <a:pt x="187298" y="75135"/>
                </a:lnTo>
                <a:lnTo>
                  <a:pt x="187219" y="74411"/>
                </a:lnTo>
                <a:lnTo>
                  <a:pt x="187148" y="73676"/>
                </a:lnTo>
                <a:lnTo>
                  <a:pt x="187085" y="72931"/>
                </a:lnTo>
                <a:lnTo>
                  <a:pt x="187031" y="72177"/>
                </a:lnTo>
                <a:lnTo>
                  <a:pt x="186985" y="71412"/>
                </a:lnTo>
                <a:lnTo>
                  <a:pt x="186948" y="70638"/>
                </a:lnTo>
                <a:lnTo>
                  <a:pt x="186919" y="69853"/>
                </a:lnTo>
                <a:lnTo>
                  <a:pt x="186898" y="69058"/>
                </a:lnTo>
                <a:lnTo>
                  <a:pt x="186885" y="68254"/>
                </a:lnTo>
                <a:lnTo>
                  <a:pt x="186881" y="67439"/>
                </a:lnTo>
                <a:lnTo>
                  <a:pt x="186891" y="66207"/>
                </a:lnTo>
                <a:lnTo>
                  <a:pt x="186919" y="64998"/>
                </a:lnTo>
                <a:lnTo>
                  <a:pt x="186966" y="63812"/>
                </a:lnTo>
                <a:lnTo>
                  <a:pt x="187032" y="62649"/>
                </a:lnTo>
                <a:lnTo>
                  <a:pt x="187117" y="61509"/>
                </a:lnTo>
                <a:lnTo>
                  <a:pt x="187221" y="60392"/>
                </a:lnTo>
                <a:lnTo>
                  <a:pt x="187344" y="59299"/>
                </a:lnTo>
                <a:lnTo>
                  <a:pt x="187486" y="58228"/>
                </a:lnTo>
                <a:lnTo>
                  <a:pt x="187647" y="57181"/>
                </a:lnTo>
                <a:lnTo>
                  <a:pt x="187826" y="56157"/>
                </a:lnTo>
                <a:lnTo>
                  <a:pt x="188024" y="55156"/>
                </a:lnTo>
                <a:lnTo>
                  <a:pt x="188242" y="54178"/>
                </a:lnTo>
                <a:lnTo>
                  <a:pt x="188478" y="53223"/>
                </a:lnTo>
                <a:lnTo>
                  <a:pt x="188733" y="52291"/>
                </a:lnTo>
                <a:lnTo>
                  <a:pt x="189007" y="51382"/>
                </a:lnTo>
                <a:lnTo>
                  <a:pt x="189300" y="50497"/>
                </a:lnTo>
                <a:lnTo>
                  <a:pt x="189612" y="49634"/>
                </a:lnTo>
                <a:lnTo>
                  <a:pt x="189943" y="48795"/>
                </a:lnTo>
                <a:lnTo>
                  <a:pt x="190292" y="47979"/>
                </a:lnTo>
                <a:lnTo>
                  <a:pt x="190661" y="47186"/>
                </a:lnTo>
                <a:lnTo>
                  <a:pt x="191048" y="46416"/>
                </a:lnTo>
                <a:lnTo>
                  <a:pt x="191454" y="45669"/>
                </a:lnTo>
                <a:lnTo>
                  <a:pt x="191879" y="44946"/>
                </a:lnTo>
                <a:lnTo>
                  <a:pt x="192323" y="44245"/>
                </a:lnTo>
                <a:lnTo>
                  <a:pt x="192786" y="43570"/>
                </a:lnTo>
                <a:lnTo>
                  <a:pt x="193267" y="42924"/>
                </a:lnTo>
                <a:lnTo>
                  <a:pt x="193765" y="42307"/>
                </a:lnTo>
                <a:lnTo>
                  <a:pt x="194282" y="41719"/>
                </a:lnTo>
                <a:lnTo>
                  <a:pt x="194817" y="41159"/>
                </a:lnTo>
                <a:lnTo>
                  <a:pt x="195370" y="40628"/>
                </a:lnTo>
                <a:lnTo>
                  <a:pt x="195941" y="40125"/>
                </a:lnTo>
                <a:lnTo>
                  <a:pt x="196530" y="39652"/>
                </a:lnTo>
                <a:lnTo>
                  <a:pt x="197137" y="39207"/>
                </a:lnTo>
                <a:lnTo>
                  <a:pt x="197762" y="38790"/>
                </a:lnTo>
                <a:lnTo>
                  <a:pt x="198405" y="38403"/>
                </a:lnTo>
                <a:lnTo>
                  <a:pt x="199066" y="38044"/>
                </a:lnTo>
                <a:lnTo>
                  <a:pt x="199746" y="37714"/>
                </a:lnTo>
                <a:lnTo>
                  <a:pt x="200443" y="37412"/>
                </a:lnTo>
                <a:lnTo>
                  <a:pt x="201158" y="37140"/>
                </a:lnTo>
                <a:lnTo>
                  <a:pt x="201892" y="36896"/>
                </a:lnTo>
                <a:lnTo>
                  <a:pt x="202643" y="36680"/>
                </a:lnTo>
                <a:lnTo>
                  <a:pt x="203413" y="36494"/>
                </a:lnTo>
                <a:lnTo>
                  <a:pt x="204201" y="36336"/>
                </a:lnTo>
                <a:lnTo>
                  <a:pt x="205007" y="36207"/>
                </a:lnTo>
                <a:lnTo>
                  <a:pt x="205830" y="36106"/>
                </a:lnTo>
                <a:lnTo>
                  <a:pt x="206672" y="36034"/>
                </a:lnTo>
                <a:lnTo>
                  <a:pt x="207532" y="35991"/>
                </a:lnTo>
                <a:lnTo>
                  <a:pt x="208410" y="35977"/>
                </a:lnTo>
                <a:lnTo>
                  <a:pt x="209059" y="35985"/>
                </a:lnTo>
                <a:lnTo>
                  <a:pt x="209697" y="36009"/>
                </a:lnTo>
                <a:lnTo>
                  <a:pt x="210324" y="36050"/>
                </a:lnTo>
                <a:lnTo>
                  <a:pt x="210941" y="36106"/>
                </a:lnTo>
                <a:lnTo>
                  <a:pt x="211548" y="36179"/>
                </a:lnTo>
                <a:lnTo>
                  <a:pt x="212144" y="36268"/>
                </a:lnTo>
                <a:lnTo>
                  <a:pt x="212730" y="36372"/>
                </a:lnTo>
                <a:lnTo>
                  <a:pt x="213306" y="36494"/>
                </a:lnTo>
                <a:lnTo>
                  <a:pt x="213871" y="36631"/>
                </a:lnTo>
                <a:lnTo>
                  <a:pt x="214425" y="36784"/>
                </a:lnTo>
                <a:lnTo>
                  <a:pt x="214969" y="36954"/>
                </a:lnTo>
                <a:lnTo>
                  <a:pt x="215503" y="37139"/>
                </a:lnTo>
                <a:lnTo>
                  <a:pt x="216026" y="37341"/>
                </a:lnTo>
                <a:lnTo>
                  <a:pt x="216539" y="37559"/>
                </a:lnTo>
                <a:lnTo>
                  <a:pt x="217042" y="37793"/>
                </a:lnTo>
                <a:lnTo>
                  <a:pt x="217534" y="38044"/>
                </a:lnTo>
                <a:lnTo>
                  <a:pt x="218016" y="38310"/>
                </a:lnTo>
                <a:lnTo>
                  <a:pt x="218487" y="38592"/>
                </a:lnTo>
                <a:lnTo>
                  <a:pt x="218948" y="38891"/>
                </a:lnTo>
                <a:lnTo>
                  <a:pt x="219398" y="39206"/>
                </a:lnTo>
                <a:lnTo>
                  <a:pt x="219838" y="39537"/>
                </a:lnTo>
                <a:lnTo>
                  <a:pt x="220268" y="39884"/>
                </a:lnTo>
                <a:lnTo>
                  <a:pt x="220687" y="40247"/>
                </a:lnTo>
                <a:lnTo>
                  <a:pt x="221095" y="40627"/>
                </a:lnTo>
                <a:lnTo>
                  <a:pt x="221491" y="41020"/>
                </a:lnTo>
                <a:lnTo>
                  <a:pt x="221873" y="41425"/>
                </a:lnTo>
                <a:lnTo>
                  <a:pt x="222239" y="41842"/>
                </a:lnTo>
                <a:lnTo>
                  <a:pt x="222590" y="42272"/>
                </a:lnTo>
                <a:lnTo>
                  <a:pt x="222927" y="42713"/>
                </a:lnTo>
                <a:lnTo>
                  <a:pt x="223249" y="43166"/>
                </a:lnTo>
                <a:lnTo>
                  <a:pt x="223556" y="43631"/>
                </a:lnTo>
                <a:lnTo>
                  <a:pt x="223848" y="44108"/>
                </a:lnTo>
                <a:lnTo>
                  <a:pt x="224125" y="44596"/>
                </a:lnTo>
                <a:lnTo>
                  <a:pt x="224387" y="45097"/>
                </a:lnTo>
                <a:lnTo>
                  <a:pt x="224634" y="45610"/>
                </a:lnTo>
                <a:lnTo>
                  <a:pt x="224867" y="46135"/>
                </a:lnTo>
                <a:lnTo>
                  <a:pt x="225085" y="46672"/>
                </a:lnTo>
                <a:lnTo>
                  <a:pt x="225287" y="47220"/>
                </a:lnTo>
                <a:lnTo>
                  <a:pt x="225475" y="47781"/>
                </a:lnTo>
                <a:lnTo>
                  <a:pt x="225648" y="48353"/>
                </a:lnTo>
                <a:lnTo>
                  <a:pt x="225807" y="48938"/>
                </a:lnTo>
                <a:lnTo>
                  <a:pt x="225950" y="49534"/>
                </a:lnTo>
                <a:lnTo>
                  <a:pt x="226078" y="50143"/>
                </a:lnTo>
                <a:lnTo>
                  <a:pt x="226192" y="50763"/>
                </a:lnTo>
                <a:lnTo>
                  <a:pt x="226291" y="51396"/>
                </a:lnTo>
                <a:lnTo>
                  <a:pt x="226375" y="52040"/>
                </a:lnTo>
                <a:lnTo>
                  <a:pt x="226444" y="52696"/>
                </a:lnTo>
                <a:lnTo>
                  <a:pt x="226498" y="53364"/>
                </a:lnTo>
                <a:lnTo>
                  <a:pt x="239703" y="53364"/>
                </a:lnTo>
                <a:lnTo>
                  <a:pt x="239670" y="52575"/>
                </a:lnTo>
                <a:lnTo>
                  <a:pt x="239623" y="51797"/>
                </a:lnTo>
                <a:lnTo>
                  <a:pt x="239562" y="51031"/>
                </a:lnTo>
                <a:lnTo>
                  <a:pt x="239489" y="50276"/>
                </a:lnTo>
                <a:lnTo>
                  <a:pt x="239401" y="49533"/>
                </a:lnTo>
                <a:lnTo>
                  <a:pt x="239300" y="48801"/>
                </a:lnTo>
                <a:lnTo>
                  <a:pt x="239186" y="48081"/>
                </a:lnTo>
                <a:lnTo>
                  <a:pt x="239058" y="47372"/>
                </a:lnTo>
                <a:lnTo>
                  <a:pt x="238917" y="46674"/>
                </a:lnTo>
                <a:lnTo>
                  <a:pt x="238762" y="45988"/>
                </a:lnTo>
                <a:lnTo>
                  <a:pt x="238594" y="45314"/>
                </a:lnTo>
                <a:lnTo>
                  <a:pt x="238413" y="44651"/>
                </a:lnTo>
                <a:lnTo>
                  <a:pt x="238217" y="43999"/>
                </a:lnTo>
                <a:lnTo>
                  <a:pt x="238009" y="43359"/>
                </a:lnTo>
                <a:lnTo>
                  <a:pt x="237787" y="42730"/>
                </a:lnTo>
                <a:lnTo>
                  <a:pt x="237551" y="42113"/>
                </a:lnTo>
                <a:lnTo>
                  <a:pt x="237302" y="41508"/>
                </a:lnTo>
                <a:lnTo>
                  <a:pt x="237040" y="40913"/>
                </a:lnTo>
                <a:lnTo>
                  <a:pt x="236764" y="40331"/>
                </a:lnTo>
                <a:lnTo>
                  <a:pt x="236474" y="39760"/>
                </a:lnTo>
                <a:lnTo>
                  <a:pt x="236171" y="39200"/>
                </a:lnTo>
                <a:lnTo>
                  <a:pt x="235855" y="38652"/>
                </a:lnTo>
                <a:lnTo>
                  <a:pt x="235525" y="38115"/>
                </a:lnTo>
                <a:lnTo>
                  <a:pt x="235181" y="37589"/>
                </a:lnTo>
                <a:lnTo>
                  <a:pt x="234826" y="37075"/>
                </a:lnTo>
                <a:lnTo>
                  <a:pt x="234462" y="36572"/>
                </a:lnTo>
                <a:lnTo>
                  <a:pt x="234087" y="36079"/>
                </a:lnTo>
                <a:lnTo>
                  <a:pt x="233703" y="35598"/>
                </a:lnTo>
                <a:lnTo>
                  <a:pt x="233309" y="35127"/>
                </a:lnTo>
                <a:lnTo>
                  <a:pt x="232905" y="34667"/>
                </a:lnTo>
                <a:lnTo>
                  <a:pt x="232492" y="34218"/>
                </a:lnTo>
                <a:lnTo>
                  <a:pt x="232069" y="33780"/>
                </a:lnTo>
                <a:lnTo>
                  <a:pt x="231636" y="33353"/>
                </a:lnTo>
                <a:lnTo>
                  <a:pt x="231193" y="32937"/>
                </a:lnTo>
                <a:lnTo>
                  <a:pt x="230741" y="32532"/>
                </a:lnTo>
                <a:lnTo>
                  <a:pt x="230279" y="32138"/>
                </a:lnTo>
                <a:lnTo>
                  <a:pt x="229807" y="31754"/>
                </a:lnTo>
                <a:lnTo>
                  <a:pt x="229326" y="31382"/>
                </a:lnTo>
                <a:lnTo>
                  <a:pt x="228835" y="31020"/>
                </a:lnTo>
                <a:lnTo>
                  <a:pt x="228334" y="30670"/>
                </a:lnTo>
                <a:lnTo>
                  <a:pt x="227823" y="30330"/>
                </a:lnTo>
                <a:lnTo>
                  <a:pt x="227303" y="30001"/>
                </a:lnTo>
                <a:lnTo>
                  <a:pt x="226773" y="29683"/>
                </a:lnTo>
                <a:lnTo>
                  <a:pt x="226233" y="29376"/>
                </a:lnTo>
                <a:lnTo>
                  <a:pt x="225684" y="29080"/>
                </a:lnTo>
                <a:lnTo>
                  <a:pt x="225124" y="28795"/>
                </a:lnTo>
                <a:lnTo>
                  <a:pt x="224555" y="28521"/>
                </a:lnTo>
                <a:lnTo>
                  <a:pt x="223977" y="28257"/>
                </a:lnTo>
                <a:lnTo>
                  <a:pt x="223390" y="28004"/>
                </a:lnTo>
                <a:lnTo>
                  <a:pt x="222797" y="27762"/>
                </a:lnTo>
                <a:lnTo>
                  <a:pt x="222198" y="27531"/>
                </a:lnTo>
                <a:lnTo>
                  <a:pt x="221592" y="27311"/>
                </a:lnTo>
                <a:lnTo>
                  <a:pt x="220981" y="27101"/>
                </a:lnTo>
                <a:lnTo>
                  <a:pt x="220363" y="26902"/>
                </a:lnTo>
                <a:lnTo>
                  <a:pt x="219738" y="26714"/>
                </a:lnTo>
                <a:lnTo>
                  <a:pt x="219108" y="26536"/>
                </a:lnTo>
                <a:lnTo>
                  <a:pt x="218471" y="26370"/>
                </a:lnTo>
                <a:lnTo>
                  <a:pt x="217828" y="26214"/>
                </a:lnTo>
                <a:lnTo>
                  <a:pt x="217179" y="26069"/>
                </a:lnTo>
                <a:lnTo>
                  <a:pt x="216524" y="25934"/>
                </a:lnTo>
                <a:lnTo>
                  <a:pt x="215862" y="25810"/>
                </a:lnTo>
                <a:lnTo>
                  <a:pt x="215194" y="25698"/>
                </a:lnTo>
                <a:lnTo>
                  <a:pt x="214520" y="25595"/>
                </a:lnTo>
                <a:lnTo>
                  <a:pt x="213839" y="25504"/>
                </a:lnTo>
                <a:lnTo>
                  <a:pt x="213152" y="25423"/>
                </a:lnTo>
                <a:lnTo>
                  <a:pt x="212459" y="25353"/>
                </a:lnTo>
                <a:lnTo>
                  <a:pt x="211760" y="25294"/>
                </a:lnTo>
                <a:lnTo>
                  <a:pt x="211055" y="25246"/>
                </a:lnTo>
                <a:lnTo>
                  <a:pt x="210343" y="25208"/>
                </a:lnTo>
                <a:lnTo>
                  <a:pt x="209625" y="25181"/>
                </a:lnTo>
                <a:lnTo>
                  <a:pt x="208901" y="25165"/>
                </a:lnTo>
                <a:lnTo>
                  <a:pt x="208170" y="25160"/>
                </a:lnTo>
                <a:lnTo>
                  <a:pt x="207301" y="25168"/>
                </a:lnTo>
                <a:lnTo>
                  <a:pt x="206441" y="25193"/>
                </a:lnTo>
                <a:lnTo>
                  <a:pt x="205590" y="25234"/>
                </a:lnTo>
                <a:lnTo>
                  <a:pt x="204748" y="25292"/>
                </a:lnTo>
                <a:lnTo>
                  <a:pt x="203914" y="25367"/>
                </a:lnTo>
                <a:lnTo>
                  <a:pt x="203090" y="25457"/>
                </a:lnTo>
                <a:lnTo>
                  <a:pt x="202275" y="25565"/>
                </a:lnTo>
                <a:lnTo>
                  <a:pt x="201470" y="25689"/>
                </a:lnTo>
                <a:lnTo>
                  <a:pt x="200673" y="25830"/>
                </a:lnTo>
                <a:lnTo>
                  <a:pt x="199885" y="25987"/>
                </a:lnTo>
                <a:lnTo>
                  <a:pt x="199106" y="26160"/>
                </a:lnTo>
                <a:lnTo>
                  <a:pt x="198336" y="26350"/>
                </a:lnTo>
                <a:lnTo>
                  <a:pt x="197575" y="26557"/>
                </a:lnTo>
                <a:lnTo>
                  <a:pt x="196823" y="26780"/>
                </a:lnTo>
                <a:lnTo>
                  <a:pt x="196081" y="27020"/>
                </a:lnTo>
                <a:lnTo>
                  <a:pt x="195347" y="27276"/>
                </a:lnTo>
                <a:lnTo>
                  <a:pt x="194622" y="27549"/>
                </a:lnTo>
                <a:lnTo>
                  <a:pt x="193907" y="27839"/>
                </a:lnTo>
                <a:lnTo>
                  <a:pt x="193200" y="28145"/>
                </a:lnTo>
                <a:lnTo>
                  <a:pt x="192502" y="28467"/>
                </a:lnTo>
                <a:lnTo>
                  <a:pt x="191814" y="28806"/>
                </a:lnTo>
                <a:lnTo>
                  <a:pt x="191134" y="29162"/>
                </a:lnTo>
                <a:lnTo>
                  <a:pt x="190464" y="29534"/>
                </a:lnTo>
                <a:lnTo>
                  <a:pt x="189802" y="29922"/>
                </a:lnTo>
                <a:lnTo>
                  <a:pt x="189152" y="30327"/>
                </a:lnTo>
                <a:lnTo>
                  <a:pt x="188513" y="30749"/>
                </a:lnTo>
                <a:lnTo>
                  <a:pt x="187886" y="31186"/>
                </a:lnTo>
                <a:lnTo>
                  <a:pt x="187271" y="31640"/>
                </a:lnTo>
                <a:lnTo>
                  <a:pt x="186669" y="32110"/>
                </a:lnTo>
                <a:lnTo>
                  <a:pt x="186078" y="32596"/>
                </a:lnTo>
                <a:lnTo>
                  <a:pt x="185500" y="33099"/>
                </a:lnTo>
                <a:lnTo>
                  <a:pt x="184934" y="33617"/>
                </a:lnTo>
                <a:lnTo>
                  <a:pt x="184380" y="34152"/>
                </a:lnTo>
                <a:lnTo>
                  <a:pt x="183837" y="34704"/>
                </a:lnTo>
                <a:lnTo>
                  <a:pt x="183307" y="35271"/>
                </a:lnTo>
                <a:lnTo>
                  <a:pt x="182790" y="35855"/>
                </a:lnTo>
                <a:lnTo>
                  <a:pt x="182284" y="36455"/>
                </a:lnTo>
                <a:lnTo>
                  <a:pt x="181790" y="37071"/>
                </a:lnTo>
                <a:lnTo>
                  <a:pt x="181308" y="37704"/>
                </a:lnTo>
                <a:lnTo>
                  <a:pt x="180839" y="38352"/>
                </a:lnTo>
                <a:lnTo>
                  <a:pt x="180381" y="39017"/>
                </a:lnTo>
                <a:lnTo>
                  <a:pt x="179936" y="39699"/>
                </a:lnTo>
                <a:lnTo>
                  <a:pt x="179503" y="40396"/>
                </a:lnTo>
                <a:lnTo>
                  <a:pt x="179081" y="41110"/>
                </a:lnTo>
                <a:lnTo>
                  <a:pt x="178672" y="41840"/>
                </a:lnTo>
                <a:lnTo>
                  <a:pt x="178275" y="42586"/>
                </a:lnTo>
                <a:lnTo>
                  <a:pt x="177890" y="43349"/>
                </a:lnTo>
                <a:lnTo>
                  <a:pt x="177517" y="44127"/>
                </a:lnTo>
                <a:lnTo>
                  <a:pt x="177158" y="44922"/>
                </a:lnTo>
                <a:lnTo>
                  <a:pt x="176814" y="45731"/>
                </a:lnTo>
                <a:lnTo>
                  <a:pt x="176486" y="46556"/>
                </a:lnTo>
                <a:lnTo>
                  <a:pt x="176172" y="47397"/>
                </a:lnTo>
                <a:lnTo>
                  <a:pt x="175874" y="48253"/>
                </a:lnTo>
                <a:lnTo>
                  <a:pt x="175592" y="49124"/>
                </a:lnTo>
                <a:lnTo>
                  <a:pt x="175324" y="50011"/>
                </a:lnTo>
                <a:lnTo>
                  <a:pt x="175072" y="50912"/>
                </a:lnTo>
                <a:lnTo>
                  <a:pt x="174835" y="51830"/>
                </a:lnTo>
                <a:lnTo>
                  <a:pt x="174613" y="52763"/>
                </a:lnTo>
                <a:lnTo>
                  <a:pt x="174407" y="53711"/>
                </a:lnTo>
                <a:lnTo>
                  <a:pt x="174216" y="54674"/>
                </a:lnTo>
                <a:lnTo>
                  <a:pt x="174040" y="55653"/>
                </a:lnTo>
                <a:lnTo>
                  <a:pt x="173880" y="56647"/>
                </a:lnTo>
                <a:lnTo>
                  <a:pt x="173735" y="57657"/>
                </a:lnTo>
                <a:lnTo>
                  <a:pt x="173605" y="58681"/>
                </a:lnTo>
                <a:lnTo>
                  <a:pt x="173490" y="59722"/>
                </a:lnTo>
                <a:lnTo>
                  <a:pt x="173391" y="60777"/>
                </a:lnTo>
                <a:lnTo>
                  <a:pt x="173307" y="61848"/>
                </a:lnTo>
                <a:lnTo>
                  <a:pt x="173238" y="62935"/>
                </a:lnTo>
                <a:lnTo>
                  <a:pt x="173184" y="64037"/>
                </a:lnTo>
                <a:lnTo>
                  <a:pt x="173146" y="65154"/>
                </a:lnTo>
                <a:lnTo>
                  <a:pt x="173123" y="66286"/>
                </a:lnTo>
                <a:lnTo>
                  <a:pt x="173116" y="67434"/>
                </a:lnTo>
                <a:lnTo>
                  <a:pt x="173123" y="68582"/>
                </a:lnTo>
                <a:lnTo>
                  <a:pt x="173147" y="69714"/>
                </a:lnTo>
                <a:lnTo>
                  <a:pt x="173186" y="70830"/>
                </a:lnTo>
                <a:lnTo>
                  <a:pt x="173240" y="71931"/>
                </a:lnTo>
                <a:lnTo>
                  <a:pt x="173310" y="73016"/>
                </a:lnTo>
                <a:lnTo>
                  <a:pt x="173396" y="74084"/>
                </a:lnTo>
                <a:lnTo>
                  <a:pt x="173497" y="75137"/>
                </a:lnTo>
                <a:lnTo>
                  <a:pt x="173614" y="76175"/>
                </a:lnTo>
                <a:lnTo>
                  <a:pt x="173746" y="77196"/>
                </a:lnTo>
                <a:lnTo>
                  <a:pt x="173894" y="78202"/>
                </a:lnTo>
                <a:lnTo>
                  <a:pt x="174057" y="79192"/>
                </a:lnTo>
                <a:lnTo>
                  <a:pt x="174236" y="80166"/>
                </a:lnTo>
                <a:lnTo>
                  <a:pt x="174431" y="81124"/>
                </a:lnTo>
                <a:lnTo>
                  <a:pt x="174641" y="82066"/>
                </a:lnTo>
                <a:lnTo>
                  <a:pt x="174866" y="82993"/>
                </a:lnTo>
                <a:lnTo>
                  <a:pt x="175107" y="83904"/>
                </a:lnTo>
                <a:lnTo>
                  <a:pt x="175364" y="84799"/>
                </a:lnTo>
                <a:lnTo>
                  <a:pt x="175637" y="85678"/>
                </a:lnTo>
                <a:lnTo>
                  <a:pt x="175924" y="86541"/>
                </a:lnTo>
                <a:lnTo>
                  <a:pt x="176228" y="87389"/>
                </a:lnTo>
                <a:lnTo>
                  <a:pt x="176547" y="88220"/>
                </a:lnTo>
                <a:lnTo>
                  <a:pt x="176882" y="89036"/>
                </a:lnTo>
                <a:lnTo>
                  <a:pt x="177232" y="89837"/>
                </a:lnTo>
                <a:lnTo>
                  <a:pt x="177597" y="90621"/>
                </a:lnTo>
                <a:lnTo>
                  <a:pt x="177977" y="91389"/>
                </a:lnTo>
                <a:lnTo>
                  <a:pt x="178368" y="92141"/>
                </a:lnTo>
                <a:lnTo>
                  <a:pt x="178772" y="92877"/>
                </a:lnTo>
                <a:lnTo>
                  <a:pt x="179187" y="93597"/>
                </a:lnTo>
                <a:lnTo>
                  <a:pt x="179614" y="94301"/>
                </a:lnTo>
                <a:lnTo>
                  <a:pt x="180053" y="94989"/>
                </a:lnTo>
                <a:lnTo>
                  <a:pt x="180505" y="95660"/>
                </a:lnTo>
                <a:lnTo>
                  <a:pt x="180968" y="96316"/>
                </a:lnTo>
                <a:lnTo>
                  <a:pt x="181443" y="96955"/>
                </a:lnTo>
                <a:lnTo>
                  <a:pt x="181930" y="97578"/>
                </a:lnTo>
                <a:lnTo>
                  <a:pt x="182429" y="98186"/>
                </a:lnTo>
                <a:lnTo>
                  <a:pt x="182940" y="98777"/>
                </a:lnTo>
                <a:lnTo>
                  <a:pt x="183462" y="99352"/>
                </a:lnTo>
                <a:lnTo>
                  <a:pt x="183997" y="99911"/>
                </a:lnTo>
                <a:lnTo>
                  <a:pt x="184544" y="100454"/>
                </a:lnTo>
                <a:lnTo>
                  <a:pt x="185103" y="100981"/>
                </a:lnTo>
                <a:lnTo>
                  <a:pt x="185673" y="101491"/>
                </a:lnTo>
                <a:lnTo>
                  <a:pt x="186256" y="101986"/>
                </a:lnTo>
                <a:lnTo>
                  <a:pt x="186851" y="102464"/>
                </a:lnTo>
                <a:lnTo>
                  <a:pt x="187457" y="102927"/>
                </a:lnTo>
                <a:lnTo>
                  <a:pt x="188075" y="103373"/>
                </a:lnTo>
                <a:lnTo>
                  <a:pt x="188706" y="103803"/>
                </a:lnTo>
                <a:lnTo>
                  <a:pt x="189348" y="104217"/>
                </a:lnTo>
                <a:lnTo>
                  <a:pt x="190003" y="104616"/>
                </a:lnTo>
                <a:lnTo>
                  <a:pt x="190667" y="104997"/>
                </a:lnTo>
                <a:lnTo>
                  <a:pt x="191339" y="105363"/>
                </a:lnTo>
                <a:lnTo>
                  <a:pt x="192020" y="105712"/>
                </a:lnTo>
                <a:lnTo>
                  <a:pt x="192708" y="106045"/>
                </a:lnTo>
                <a:lnTo>
                  <a:pt x="193405" y="106361"/>
                </a:lnTo>
                <a:lnTo>
                  <a:pt x="194109" y="106662"/>
                </a:lnTo>
                <a:lnTo>
                  <a:pt x="194822" y="106946"/>
                </a:lnTo>
                <a:lnTo>
                  <a:pt x="195543" y="107214"/>
                </a:lnTo>
                <a:lnTo>
                  <a:pt x="196271" y="107466"/>
                </a:lnTo>
                <a:lnTo>
                  <a:pt x="197008" y="107701"/>
                </a:lnTo>
                <a:lnTo>
                  <a:pt x="197753" y="107921"/>
                </a:lnTo>
                <a:lnTo>
                  <a:pt x="198506" y="108124"/>
                </a:lnTo>
                <a:lnTo>
                  <a:pt x="199267" y="108310"/>
                </a:lnTo>
                <a:lnTo>
                  <a:pt x="200036" y="108481"/>
                </a:lnTo>
                <a:lnTo>
                  <a:pt x="200813" y="108635"/>
                </a:lnTo>
                <a:lnTo>
                  <a:pt x="201598" y="108773"/>
                </a:lnTo>
                <a:lnTo>
                  <a:pt x="202392" y="108895"/>
                </a:lnTo>
                <a:lnTo>
                  <a:pt x="203193" y="109001"/>
                </a:lnTo>
                <a:lnTo>
                  <a:pt x="204002" y="109090"/>
                </a:lnTo>
                <a:lnTo>
                  <a:pt x="204820" y="109163"/>
                </a:lnTo>
                <a:lnTo>
                  <a:pt x="205645" y="109220"/>
                </a:lnTo>
                <a:lnTo>
                  <a:pt x="206479" y="109260"/>
                </a:lnTo>
                <a:lnTo>
                  <a:pt x="207320" y="109285"/>
                </a:lnTo>
                <a:lnTo>
                  <a:pt x="208170" y="109293"/>
                </a:lnTo>
                <a:lnTo>
                  <a:pt x="208914" y="109287"/>
                </a:lnTo>
                <a:lnTo>
                  <a:pt x="209652" y="109270"/>
                </a:lnTo>
                <a:lnTo>
                  <a:pt x="210383" y="109242"/>
                </a:lnTo>
                <a:close/>
                <a:moveTo>
                  <a:pt x="485187" y="109199"/>
                </a:moveTo>
                <a:lnTo>
                  <a:pt x="485946" y="109147"/>
                </a:lnTo>
                <a:lnTo>
                  <a:pt x="486696" y="109082"/>
                </a:lnTo>
                <a:lnTo>
                  <a:pt x="487436" y="109006"/>
                </a:lnTo>
                <a:lnTo>
                  <a:pt x="488168" y="108918"/>
                </a:lnTo>
                <a:lnTo>
                  <a:pt x="488890" y="108819"/>
                </a:lnTo>
                <a:lnTo>
                  <a:pt x="489604" y="108707"/>
                </a:lnTo>
                <a:lnTo>
                  <a:pt x="490308" y="108584"/>
                </a:lnTo>
                <a:lnTo>
                  <a:pt x="491002" y="108450"/>
                </a:lnTo>
                <a:lnTo>
                  <a:pt x="491688" y="108303"/>
                </a:lnTo>
                <a:lnTo>
                  <a:pt x="492365" y="108145"/>
                </a:lnTo>
                <a:lnTo>
                  <a:pt x="493032" y="107975"/>
                </a:lnTo>
                <a:lnTo>
                  <a:pt x="493690" y="107794"/>
                </a:lnTo>
                <a:lnTo>
                  <a:pt x="494339" y="107601"/>
                </a:lnTo>
                <a:lnTo>
                  <a:pt x="494979" y="107396"/>
                </a:lnTo>
                <a:lnTo>
                  <a:pt x="495610" y="107179"/>
                </a:lnTo>
                <a:lnTo>
                  <a:pt x="496231" y="106951"/>
                </a:lnTo>
                <a:lnTo>
                  <a:pt x="496844" y="106711"/>
                </a:lnTo>
                <a:lnTo>
                  <a:pt x="497447" y="106459"/>
                </a:lnTo>
                <a:lnTo>
                  <a:pt x="498041" y="106195"/>
                </a:lnTo>
                <a:lnTo>
                  <a:pt x="498626" y="105920"/>
                </a:lnTo>
                <a:lnTo>
                  <a:pt x="499201" y="105634"/>
                </a:lnTo>
                <a:lnTo>
                  <a:pt x="499765" y="105338"/>
                </a:lnTo>
                <a:lnTo>
                  <a:pt x="500318" y="105032"/>
                </a:lnTo>
                <a:lnTo>
                  <a:pt x="500861" y="104716"/>
                </a:lnTo>
                <a:lnTo>
                  <a:pt x="501393" y="104391"/>
                </a:lnTo>
                <a:lnTo>
                  <a:pt x="501915" y="104056"/>
                </a:lnTo>
                <a:lnTo>
                  <a:pt x="502425" y="103710"/>
                </a:lnTo>
                <a:lnTo>
                  <a:pt x="502925" y="103355"/>
                </a:lnTo>
                <a:lnTo>
                  <a:pt x="503415" y="102991"/>
                </a:lnTo>
                <a:lnTo>
                  <a:pt x="503893" y="102616"/>
                </a:lnTo>
                <a:lnTo>
                  <a:pt x="504361" y="102232"/>
                </a:lnTo>
                <a:lnTo>
                  <a:pt x="504818" y="101837"/>
                </a:lnTo>
                <a:lnTo>
                  <a:pt x="505265" y="101433"/>
                </a:lnTo>
                <a:lnTo>
                  <a:pt x="505701" y="101019"/>
                </a:lnTo>
                <a:lnTo>
                  <a:pt x="506126" y="100596"/>
                </a:lnTo>
                <a:lnTo>
                  <a:pt x="506540" y="100162"/>
                </a:lnTo>
                <a:lnTo>
                  <a:pt x="506944" y="99719"/>
                </a:lnTo>
                <a:lnTo>
                  <a:pt x="507337" y="99265"/>
                </a:lnTo>
                <a:lnTo>
                  <a:pt x="507719" y="98802"/>
                </a:lnTo>
                <a:lnTo>
                  <a:pt x="508091" y="98330"/>
                </a:lnTo>
                <a:lnTo>
                  <a:pt x="508452" y="97847"/>
                </a:lnTo>
                <a:lnTo>
                  <a:pt x="508802" y="97354"/>
                </a:lnTo>
                <a:lnTo>
                  <a:pt x="509141" y="96852"/>
                </a:lnTo>
                <a:lnTo>
                  <a:pt x="509470" y="96340"/>
                </a:lnTo>
                <a:lnTo>
                  <a:pt x="509787" y="95819"/>
                </a:lnTo>
                <a:lnTo>
                  <a:pt x="510092" y="95289"/>
                </a:lnTo>
                <a:lnTo>
                  <a:pt x="510384" y="94751"/>
                </a:lnTo>
                <a:lnTo>
                  <a:pt x="510663" y="94205"/>
                </a:lnTo>
                <a:lnTo>
                  <a:pt x="510929" y="93651"/>
                </a:lnTo>
                <a:lnTo>
                  <a:pt x="511183" y="93088"/>
                </a:lnTo>
                <a:lnTo>
                  <a:pt x="511425" y="92517"/>
                </a:lnTo>
                <a:lnTo>
                  <a:pt x="511653" y="91938"/>
                </a:lnTo>
                <a:lnTo>
                  <a:pt x="511869" y="91351"/>
                </a:lnTo>
                <a:lnTo>
                  <a:pt x="512073" y="90755"/>
                </a:lnTo>
                <a:lnTo>
                  <a:pt x="512263" y="90151"/>
                </a:lnTo>
                <a:lnTo>
                  <a:pt x="512441" y="89539"/>
                </a:lnTo>
                <a:lnTo>
                  <a:pt x="512607" y="88919"/>
                </a:lnTo>
                <a:lnTo>
                  <a:pt x="512760" y="88290"/>
                </a:lnTo>
                <a:lnTo>
                  <a:pt x="512900" y="87654"/>
                </a:lnTo>
                <a:lnTo>
                  <a:pt x="513027" y="87008"/>
                </a:lnTo>
                <a:lnTo>
                  <a:pt x="513142" y="86355"/>
                </a:lnTo>
                <a:lnTo>
                  <a:pt x="513244" y="85694"/>
                </a:lnTo>
                <a:lnTo>
                  <a:pt x="513334" y="85024"/>
                </a:lnTo>
                <a:lnTo>
                  <a:pt x="513411" y="84346"/>
                </a:lnTo>
                <a:lnTo>
                  <a:pt x="513475" y="83660"/>
                </a:lnTo>
                <a:lnTo>
                  <a:pt x="513527" y="82965"/>
                </a:lnTo>
                <a:lnTo>
                  <a:pt x="513566" y="82262"/>
                </a:lnTo>
                <a:lnTo>
                  <a:pt x="513592" y="81552"/>
                </a:lnTo>
                <a:lnTo>
                  <a:pt x="500386" y="81552"/>
                </a:lnTo>
                <a:lnTo>
                  <a:pt x="500359" y="82248"/>
                </a:lnTo>
                <a:lnTo>
                  <a:pt x="500315" y="82932"/>
                </a:lnTo>
                <a:lnTo>
                  <a:pt x="500256" y="83601"/>
                </a:lnTo>
                <a:lnTo>
                  <a:pt x="500181" y="84257"/>
                </a:lnTo>
                <a:lnTo>
                  <a:pt x="500090" y="84898"/>
                </a:lnTo>
                <a:lnTo>
                  <a:pt x="499984" y="85527"/>
                </a:lnTo>
                <a:lnTo>
                  <a:pt x="499862" y="86141"/>
                </a:lnTo>
                <a:lnTo>
                  <a:pt x="499724" y="86741"/>
                </a:lnTo>
                <a:lnTo>
                  <a:pt x="499570" y="87328"/>
                </a:lnTo>
                <a:lnTo>
                  <a:pt x="499401" y="87901"/>
                </a:lnTo>
                <a:lnTo>
                  <a:pt x="499216" y="88460"/>
                </a:lnTo>
                <a:lnTo>
                  <a:pt x="499016" y="89006"/>
                </a:lnTo>
                <a:lnTo>
                  <a:pt x="498800" y="89537"/>
                </a:lnTo>
                <a:lnTo>
                  <a:pt x="498568" y="90055"/>
                </a:lnTo>
                <a:lnTo>
                  <a:pt x="498320" y="90560"/>
                </a:lnTo>
                <a:lnTo>
                  <a:pt x="498057" y="91050"/>
                </a:lnTo>
                <a:lnTo>
                  <a:pt x="497777" y="91526"/>
                </a:lnTo>
                <a:lnTo>
                  <a:pt x="497483" y="91989"/>
                </a:lnTo>
                <a:lnTo>
                  <a:pt x="497172" y="92438"/>
                </a:lnTo>
                <a:lnTo>
                  <a:pt x="496846" y="92874"/>
                </a:lnTo>
                <a:lnTo>
                  <a:pt x="496504" y="93295"/>
                </a:lnTo>
                <a:lnTo>
                  <a:pt x="496147" y="93703"/>
                </a:lnTo>
                <a:lnTo>
                  <a:pt x="495773" y="94097"/>
                </a:lnTo>
                <a:lnTo>
                  <a:pt x="495384" y="94477"/>
                </a:lnTo>
                <a:lnTo>
                  <a:pt x="494981" y="94842"/>
                </a:lnTo>
                <a:lnTo>
                  <a:pt x="494564" y="95192"/>
                </a:lnTo>
                <a:lnTo>
                  <a:pt x="494134" y="95527"/>
                </a:lnTo>
                <a:lnTo>
                  <a:pt x="493691" y="95846"/>
                </a:lnTo>
                <a:lnTo>
                  <a:pt x="493235" y="96149"/>
                </a:lnTo>
                <a:lnTo>
                  <a:pt x="492766" y="96437"/>
                </a:lnTo>
                <a:lnTo>
                  <a:pt x="492283" y="96709"/>
                </a:lnTo>
                <a:lnTo>
                  <a:pt x="491787" y="96966"/>
                </a:lnTo>
                <a:lnTo>
                  <a:pt x="491278" y="97207"/>
                </a:lnTo>
                <a:lnTo>
                  <a:pt x="490756" y="97432"/>
                </a:lnTo>
                <a:lnTo>
                  <a:pt x="490221" y="97642"/>
                </a:lnTo>
                <a:lnTo>
                  <a:pt x="489672" y="97837"/>
                </a:lnTo>
                <a:lnTo>
                  <a:pt x="489110" y="98016"/>
                </a:lnTo>
                <a:lnTo>
                  <a:pt x="488535" y="98179"/>
                </a:lnTo>
                <a:lnTo>
                  <a:pt x="487947" y="98327"/>
                </a:lnTo>
                <a:lnTo>
                  <a:pt x="487345" y="98459"/>
                </a:lnTo>
                <a:lnTo>
                  <a:pt x="486731" y="98575"/>
                </a:lnTo>
                <a:lnTo>
                  <a:pt x="486103" y="98677"/>
                </a:lnTo>
                <a:lnTo>
                  <a:pt x="485462" y="98762"/>
                </a:lnTo>
                <a:lnTo>
                  <a:pt x="484808" y="98832"/>
                </a:lnTo>
                <a:lnTo>
                  <a:pt x="484140" y="98887"/>
                </a:lnTo>
                <a:lnTo>
                  <a:pt x="483460" y="98925"/>
                </a:lnTo>
                <a:lnTo>
                  <a:pt x="482766" y="98949"/>
                </a:lnTo>
                <a:lnTo>
                  <a:pt x="482059" y="98957"/>
                </a:lnTo>
                <a:lnTo>
                  <a:pt x="481404" y="98950"/>
                </a:lnTo>
                <a:lnTo>
                  <a:pt x="480759" y="98928"/>
                </a:lnTo>
                <a:lnTo>
                  <a:pt x="480125" y="98893"/>
                </a:lnTo>
                <a:lnTo>
                  <a:pt x="479501" y="98844"/>
                </a:lnTo>
                <a:lnTo>
                  <a:pt x="478888" y="98781"/>
                </a:lnTo>
                <a:lnTo>
                  <a:pt x="478285" y="98703"/>
                </a:lnTo>
                <a:lnTo>
                  <a:pt x="477692" y="98612"/>
                </a:lnTo>
                <a:lnTo>
                  <a:pt x="477110" y="98506"/>
                </a:lnTo>
                <a:lnTo>
                  <a:pt x="476538" y="98386"/>
                </a:lnTo>
                <a:lnTo>
                  <a:pt x="475977" y="98253"/>
                </a:lnTo>
                <a:lnTo>
                  <a:pt x="475426" y="98105"/>
                </a:lnTo>
                <a:lnTo>
                  <a:pt x="474886" y="97943"/>
                </a:lnTo>
                <a:lnTo>
                  <a:pt x="474356" y="97767"/>
                </a:lnTo>
                <a:lnTo>
                  <a:pt x="473836" y="97577"/>
                </a:lnTo>
                <a:lnTo>
                  <a:pt x="473327" y="97373"/>
                </a:lnTo>
                <a:lnTo>
                  <a:pt x="472828" y="97155"/>
                </a:lnTo>
                <a:lnTo>
                  <a:pt x="472340" y="96923"/>
                </a:lnTo>
                <a:lnTo>
                  <a:pt x="471862" y="96676"/>
                </a:lnTo>
                <a:lnTo>
                  <a:pt x="471395" y="96416"/>
                </a:lnTo>
                <a:lnTo>
                  <a:pt x="470938" y="96141"/>
                </a:lnTo>
                <a:lnTo>
                  <a:pt x="470491" y="95853"/>
                </a:lnTo>
                <a:lnTo>
                  <a:pt x="470055" y="95550"/>
                </a:lnTo>
                <a:lnTo>
                  <a:pt x="469629" y="95233"/>
                </a:lnTo>
                <a:lnTo>
                  <a:pt x="469213" y="94903"/>
                </a:lnTo>
                <a:lnTo>
                  <a:pt x="468808" y="94560"/>
                </a:lnTo>
                <a:lnTo>
                  <a:pt x="468412" y="94208"/>
                </a:lnTo>
                <a:lnTo>
                  <a:pt x="468025" y="93847"/>
                </a:lnTo>
                <a:lnTo>
                  <a:pt x="467647" y="93477"/>
                </a:lnTo>
                <a:lnTo>
                  <a:pt x="467279" y="93097"/>
                </a:lnTo>
                <a:lnTo>
                  <a:pt x="466920" y="92708"/>
                </a:lnTo>
                <a:lnTo>
                  <a:pt x="466570" y="92310"/>
                </a:lnTo>
                <a:lnTo>
                  <a:pt x="466230" y="91903"/>
                </a:lnTo>
                <a:lnTo>
                  <a:pt x="465899" y="91486"/>
                </a:lnTo>
                <a:lnTo>
                  <a:pt x="465577" y="91061"/>
                </a:lnTo>
                <a:lnTo>
                  <a:pt x="465265" y="90626"/>
                </a:lnTo>
                <a:lnTo>
                  <a:pt x="464962" y="90181"/>
                </a:lnTo>
                <a:lnTo>
                  <a:pt x="464668" y="89728"/>
                </a:lnTo>
                <a:lnTo>
                  <a:pt x="464383" y="89265"/>
                </a:lnTo>
                <a:lnTo>
                  <a:pt x="464108" y="88793"/>
                </a:lnTo>
                <a:lnTo>
                  <a:pt x="463842" y="88312"/>
                </a:lnTo>
                <a:lnTo>
                  <a:pt x="463586" y="87822"/>
                </a:lnTo>
                <a:lnTo>
                  <a:pt x="463339" y="87322"/>
                </a:lnTo>
                <a:lnTo>
                  <a:pt x="463101" y="86813"/>
                </a:lnTo>
                <a:lnTo>
                  <a:pt x="462872" y="86295"/>
                </a:lnTo>
                <a:lnTo>
                  <a:pt x="462653" y="85768"/>
                </a:lnTo>
                <a:lnTo>
                  <a:pt x="462443" y="85231"/>
                </a:lnTo>
                <a:lnTo>
                  <a:pt x="462242" y="84686"/>
                </a:lnTo>
                <a:lnTo>
                  <a:pt x="462050" y="84131"/>
                </a:lnTo>
                <a:lnTo>
                  <a:pt x="461868" y="83569"/>
                </a:lnTo>
                <a:lnTo>
                  <a:pt x="461692" y="83002"/>
                </a:lnTo>
                <a:lnTo>
                  <a:pt x="461524" y="82431"/>
                </a:lnTo>
                <a:lnTo>
                  <a:pt x="461364" y="81856"/>
                </a:lnTo>
                <a:lnTo>
                  <a:pt x="461211" y="81276"/>
                </a:lnTo>
                <a:lnTo>
                  <a:pt x="461065" y="80691"/>
                </a:lnTo>
                <a:lnTo>
                  <a:pt x="460927" y="80102"/>
                </a:lnTo>
                <a:lnTo>
                  <a:pt x="460797" y="79508"/>
                </a:lnTo>
                <a:lnTo>
                  <a:pt x="460674" y="78910"/>
                </a:lnTo>
                <a:lnTo>
                  <a:pt x="460558" y="78307"/>
                </a:lnTo>
                <a:lnTo>
                  <a:pt x="460450" y="77700"/>
                </a:lnTo>
                <a:lnTo>
                  <a:pt x="460350" y="77088"/>
                </a:lnTo>
                <a:lnTo>
                  <a:pt x="460257" y="76471"/>
                </a:lnTo>
                <a:lnTo>
                  <a:pt x="460171" y="75850"/>
                </a:lnTo>
                <a:lnTo>
                  <a:pt x="460093" y="75225"/>
                </a:lnTo>
                <a:lnTo>
                  <a:pt x="460023" y="74594"/>
                </a:lnTo>
                <a:lnTo>
                  <a:pt x="459960" y="73960"/>
                </a:lnTo>
                <a:lnTo>
                  <a:pt x="459905" y="73321"/>
                </a:lnTo>
                <a:lnTo>
                  <a:pt x="459857" y="72677"/>
                </a:lnTo>
                <a:lnTo>
                  <a:pt x="459816" y="72028"/>
                </a:lnTo>
                <a:lnTo>
                  <a:pt x="459783" y="71376"/>
                </a:lnTo>
                <a:lnTo>
                  <a:pt x="459758" y="70718"/>
                </a:lnTo>
                <a:lnTo>
                  <a:pt x="459740" y="70056"/>
                </a:lnTo>
                <a:lnTo>
                  <a:pt x="459730" y="69390"/>
                </a:lnTo>
                <a:lnTo>
                  <a:pt x="513272" y="69390"/>
                </a:lnTo>
                <a:lnTo>
                  <a:pt x="513285" y="69326"/>
                </a:lnTo>
                <a:lnTo>
                  <a:pt x="513298" y="69258"/>
                </a:lnTo>
                <a:lnTo>
                  <a:pt x="513310" y="69187"/>
                </a:lnTo>
                <a:lnTo>
                  <a:pt x="513322" y="69113"/>
                </a:lnTo>
                <a:lnTo>
                  <a:pt x="513333" y="69035"/>
                </a:lnTo>
                <a:lnTo>
                  <a:pt x="513344" y="68954"/>
                </a:lnTo>
                <a:lnTo>
                  <a:pt x="513355" y="68870"/>
                </a:lnTo>
                <a:lnTo>
                  <a:pt x="513365" y="68782"/>
                </a:lnTo>
                <a:lnTo>
                  <a:pt x="513375" y="68692"/>
                </a:lnTo>
                <a:lnTo>
                  <a:pt x="513384" y="68597"/>
                </a:lnTo>
                <a:lnTo>
                  <a:pt x="513393" y="68500"/>
                </a:lnTo>
                <a:lnTo>
                  <a:pt x="513402" y="68399"/>
                </a:lnTo>
                <a:lnTo>
                  <a:pt x="513410" y="68295"/>
                </a:lnTo>
                <a:lnTo>
                  <a:pt x="513418" y="68187"/>
                </a:lnTo>
                <a:lnTo>
                  <a:pt x="513425" y="68076"/>
                </a:lnTo>
                <a:lnTo>
                  <a:pt x="513432" y="67962"/>
                </a:lnTo>
                <a:lnTo>
                  <a:pt x="513438" y="67844"/>
                </a:lnTo>
                <a:lnTo>
                  <a:pt x="513444" y="67724"/>
                </a:lnTo>
                <a:lnTo>
                  <a:pt x="513450" y="67599"/>
                </a:lnTo>
                <a:lnTo>
                  <a:pt x="513455" y="67472"/>
                </a:lnTo>
                <a:lnTo>
                  <a:pt x="513460" y="67341"/>
                </a:lnTo>
                <a:lnTo>
                  <a:pt x="513464" y="67207"/>
                </a:lnTo>
                <a:lnTo>
                  <a:pt x="513468" y="67069"/>
                </a:lnTo>
                <a:lnTo>
                  <a:pt x="513472" y="66928"/>
                </a:lnTo>
                <a:lnTo>
                  <a:pt x="513475" y="66787"/>
                </a:lnTo>
                <a:lnTo>
                  <a:pt x="513478" y="66647"/>
                </a:lnTo>
                <a:lnTo>
                  <a:pt x="513481" y="66508"/>
                </a:lnTo>
                <a:lnTo>
                  <a:pt x="513484" y="66371"/>
                </a:lnTo>
                <a:lnTo>
                  <a:pt x="513487" y="66236"/>
                </a:lnTo>
                <a:lnTo>
                  <a:pt x="513489" y="66102"/>
                </a:lnTo>
                <a:lnTo>
                  <a:pt x="513492" y="65970"/>
                </a:lnTo>
                <a:lnTo>
                  <a:pt x="513494" y="65839"/>
                </a:lnTo>
                <a:lnTo>
                  <a:pt x="513496" y="65710"/>
                </a:lnTo>
                <a:lnTo>
                  <a:pt x="513498" y="65583"/>
                </a:lnTo>
                <a:lnTo>
                  <a:pt x="513500" y="65457"/>
                </a:lnTo>
                <a:lnTo>
                  <a:pt x="513502" y="65333"/>
                </a:lnTo>
                <a:lnTo>
                  <a:pt x="513503" y="65210"/>
                </a:lnTo>
                <a:lnTo>
                  <a:pt x="513505" y="65089"/>
                </a:lnTo>
                <a:lnTo>
                  <a:pt x="513506" y="64970"/>
                </a:lnTo>
                <a:lnTo>
                  <a:pt x="513507" y="64852"/>
                </a:lnTo>
                <a:lnTo>
                  <a:pt x="513508" y="64736"/>
                </a:lnTo>
                <a:lnTo>
                  <a:pt x="513509" y="64621"/>
                </a:lnTo>
                <a:lnTo>
                  <a:pt x="513510" y="64508"/>
                </a:lnTo>
                <a:lnTo>
                  <a:pt x="513511" y="64396"/>
                </a:lnTo>
                <a:lnTo>
                  <a:pt x="513511" y="64286"/>
                </a:lnTo>
                <a:lnTo>
                  <a:pt x="513512" y="64178"/>
                </a:lnTo>
                <a:lnTo>
                  <a:pt x="513512" y="64071"/>
                </a:lnTo>
                <a:lnTo>
                  <a:pt x="513512" y="63966"/>
                </a:lnTo>
                <a:lnTo>
                  <a:pt x="513497" y="62417"/>
                </a:lnTo>
                <a:lnTo>
                  <a:pt x="513451" y="60898"/>
                </a:lnTo>
                <a:lnTo>
                  <a:pt x="513376" y="59409"/>
                </a:lnTo>
                <a:lnTo>
                  <a:pt x="513269" y="57951"/>
                </a:lnTo>
                <a:lnTo>
                  <a:pt x="513133" y="56523"/>
                </a:lnTo>
                <a:lnTo>
                  <a:pt x="512967" y="55125"/>
                </a:lnTo>
                <a:lnTo>
                  <a:pt x="512770" y="53758"/>
                </a:lnTo>
                <a:lnTo>
                  <a:pt x="512543" y="52422"/>
                </a:lnTo>
                <a:lnTo>
                  <a:pt x="512285" y="51116"/>
                </a:lnTo>
                <a:lnTo>
                  <a:pt x="511997" y="49840"/>
                </a:lnTo>
                <a:lnTo>
                  <a:pt x="511679" y="48595"/>
                </a:lnTo>
                <a:lnTo>
                  <a:pt x="511331" y="47380"/>
                </a:lnTo>
                <a:lnTo>
                  <a:pt x="510952" y="46196"/>
                </a:lnTo>
                <a:lnTo>
                  <a:pt x="510543" y="45042"/>
                </a:lnTo>
                <a:lnTo>
                  <a:pt x="510104" y="43918"/>
                </a:lnTo>
                <a:lnTo>
                  <a:pt x="509635" y="42825"/>
                </a:lnTo>
                <a:lnTo>
                  <a:pt x="509135" y="41762"/>
                </a:lnTo>
                <a:lnTo>
                  <a:pt x="508605" y="40730"/>
                </a:lnTo>
                <a:lnTo>
                  <a:pt x="508044" y="39728"/>
                </a:lnTo>
                <a:lnTo>
                  <a:pt x="507454" y="38757"/>
                </a:lnTo>
                <a:lnTo>
                  <a:pt x="506833" y="37816"/>
                </a:lnTo>
                <a:lnTo>
                  <a:pt x="506182" y="36905"/>
                </a:lnTo>
                <a:lnTo>
                  <a:pt x="505500" y="36025"/>
                </a:lnTo>
                <a:lnTo>
                  <a:pt x="504788" y="35176"/>
                </a:lnTo>
                <a:lnTo>
                  <a:pt x="504050" y="34358"/>
                </a:lnTo>
                <a:lnTo>
                  <a:pt x="503288" y="33576"/>
                </a:lnTo>
                <a:lnTo>
                  <a:pt x="502502" y="32828"/>
                </a:lnTo>
                <a:lnTo>
                  <a:pt x="501694" y="32115"/>
                </a:lnTo>
                <a:lnTo>
                  <a:pt x="500862" y="31437"/>
                </a:lnTo>
                <a:lnTo>
                  <a:pt x="500006" y="30794"/>
                </a:lnTo>
                <a:lnTo>
                  <a:pt x="499128" y="30185"/>
                </a:lnTo>
                <a:lnTo>
                  <a:pt x="498225" y="29611"/>
                </a:lnTo>
                <a:lnTo>
                  <a:pt x="497300" y="29072"/>
                </a:lnTo>
                <a:lnTo>
                  <a:pt x="496351" y="28568"/>
                </a:lnTo>
                <a:lnTo>
                  <a:pt x="495379" y="28098"/>
                </a:lnTo>
                <a:lnTo>
                  <a:pt x="494384" y="27664"/>
                </a:lnTo>
                <a:lnTo>
                  <a:pt x="493365" y="27264"/>
                </a:lnTo>
                <a:lnTo>
                  <a:pt x="492323" y="26899"/>
                </a:lnTo>
                <a:lnTo>
                  <a:pt x="491258" y="26568"/>
                </a:lnTo>
                <a:lnTo>
                  <a:pt x="490169" y="26273"/>
                </a:lnTo>
                <a:lnTo>
                  <a:pt x="489057" y="26012"/>
                </a:lnTo>
                <a:lnTo>
                  <a:pt x="487921" y="25786"/>
                </a:lnTo>
                <a:lnTo>
                  <a:pt x="486762" y="25595"/>
                </a:lnTo>
                <a:lnTo>
                  <a:pt x="485580" y="25438"/>
                </a:lnTo>
                <a:lnTo>
                  <a:pt x="484375" y="25316"/>
                </a:lnTo>
                <a:lnTo>
                  <a:pt x="483146" y="25229"/>
                </a:lnTo>
                <a:lnTo>
                  <a:pt x="481894" y="25177"/>
                </a:lnTo>
                <a:lnTo>
                  <a:pt x="480618" y="25160"/>
                </a:lnTo>
                <a:lnTo>
                  <a:pt x="479665" y="25169"/>
                </a:lnTo>
                <a:lnTo>
                  <a:pt x="478724" y="25197"/>
                </a:lnTo>
                <a:lnTo>
                  <a:pt x="477798" y="25243"/>
                </a:lnTo>
                <a:lnTo>
                  <a:pt x="476884" y="25308"/>
                </a:lnTo>
                <a:lnTo>
                  <a:pt x="475985" y="25391"/>
                </a:lnTo>
                <a:lnTo>
                  <a:pt x="475098" y="25493"/>
                </a:lnTo>
                <a:lnTo>
                  <a:pt x="474226" y="25614"/>
                </a:lnTo>
                <a:lnTo>
                  <a:pt x="473366" y="25753"/>
                </a:lnTo>
                <a:lnTo>
                  <a:pt x="472520" y="25910"/>
                </a:lnTo>
                <a:lnTo>
                  <a:pt x="471688" y="26086"/>
                </a:lnTo>
                <a:lnTo>
                  <a:pt x="470869" y="26281"/>
                </a:lnTo>
                <a:lnTo>
                  <a:pt x="470064" y="26494"/>
                </a:lnTo>
                <a:lnTo>
                  <a:pt x="469272" y="26725"/>
                </a:lnTo>
                <a:lnTo>
                  <a:pt x="468493" y="26976"/>
                </a:lnTo>
                <a:lnTo>
                  <a:pt x="467728" y="27244"/>
                </a:lnTo>
                <a:lnTo>
                  <a:pt x="466977" y="27531"/>
                </a:lnTo>
                <a:lnTo>
                  <a:pt x="466239" y="27837"/>
                </a:lnTo>
                <a:lnTo>
                  <a:pt x="465514" y="28161"/>
                </a:lnTo>
                <a:lnTo>
                  <a:pt x="464803" y="28504"/>
                </a:lnTo>
                <a:lnTo>
                  <a:pt x="464106" y="28865"/>
                </a:lnTo>
                <a:lnTo>
                  <a:pt x="463422" y="29245"/>
                </a:lnTo>
                <a:lnTo>
                  <a:pt x="462751" y="29643"/>
                </a:lnTo>
                <a:lnTo>
                  <a:pt x="462094" y="30060"/>
                </a:lnTo>
                <a:lnTo>
                  <a:pt x="461450" y="30496"/>
                </a:lnTo>
                <a:lnTo>
                  <a:pt x="460820" y="30948"/>
                </a:lnTo>
                <a:lnTo>
                  <a:pt x="460203" y="31414"/>
                </a:lnTo>
                <a:lnTo>
                  <a:pt x="459600" y="31894"/>
                </a:lnTo>
                <a:lnTo>
                  <a:pt x="459010" y="32389"/>
                </a:lnTo>
                <a:lnTo>
                  <a:pt x="458434" y="32898"/>
                </a:lnTo>
                <a:lnTo>
                  <a:pt x="457871" y="33422"/>
                </a:lnTo>
                <a:lnTo>
                  <a:pt x="457322" y="33960"/>
                </a:lnTo>
                <a:lnTo>
                  <a:pt x="456786" y="34512"/>
                </a:lnTo>
                <a:lnTo>
                  <a:pt x="456264" y="35078"/>
                </a:lnTo>
                <a:lnTo>
                  <a:pt x="455755" y="35659"/>
                </a:lnTo>
                <a:lnTo>
                  <a:pt x="455259" y="36254"/>
                </a:lnTo>
                <a:lnTo>
                  <a:pt x="454777" y="36864"/>
                </a:lnTo>
                <a:lnTo>
                  <a:pt x="454309" y="37488"/>
                </a:lnTo>
                <a:lnTo>
                  <a:pt x="453854" y="38126"/>
                </a:lnTo>
                <a:lnTo>
                  <a:pt x="453413" y="38779"/>
                </a:lnTo>
                <a:lnTo>
                  <a:pt x="452985" y="39445"/>
                </a:lnTo>
                <a:lnTo>
                  <a:pt x="452570" y="40127"/>
                </a:lnTo>
                <a:lnTo>
                  <a:pt x="452169" y="40822"/>
                </a:lnTo>
                <a:lnTo>
                  <a:pt x="451781" y="41532"/>
                </a:lnTo>
                <a:lnTo>
                  <a:pt x="451407" y="42256"/>
                </a:lnTo>
                <a:lnTo>
                  <a:pt x="451047" y="42995"/>
                </a:lnTo>
                <a:lnTo>
                  <a:pt x="450699" y="43748"/>
                </a:lnTo>
                <a:lnTo>
                  <a:pt x="450366" y="44515"/>
                </a:lnTo>
                <a:lnTo>
                  <a:pt x="450046" y="45297"/>
                </a:lnTo>
                <a:lnTo>
                  <a:pt x="449739" y="46091"/>
                </a:lnTo>
                <a:lnTo>
                  <a:pt x="449445" y="46895"/>
                </a:lnTo>
                <a:lnTo>
                  <a:pt x="449164" y="47709"/>
                </a:lnTo>
                <a:lnTo>
                  <a:pt x="448896" y="48534"/>
                </a:lnTo>
                <a:lnTo>
                  <a:pt x="448641" y="49369"/>
                </a:lnTo>
                <a:lnTo>
                  <a:pt x="448400" y="50214"/>
                </a:lnTo>
                <a:lnTo>
                  <a:pt x="448171" y="51069"/>
                </a:lnTo>
                <a:lnTo>
                  <a:pt x="447956" y="51935"/>
                </a:lnTo>
                <a:lnTo>
                  <a:pt x="447753" y="52811"/>
                </a:lnTo>
                <a:lnTo>
                  <a:pt x="447564" y="53698"/>
                </a:lnTo>
                <a:lnTo>
                  <a:pt x="447388" y="54594"/>
                </a:lnTo>
                <a:lnTo>
                  <a:pt x="447224" y="55501"/>
                </a:lnTo>
                <a:lnTo>
                  <a:pt x="447074" y="56418"/>
                </a:lnTo>
                <a:lnTo>
                  <a:pt x="446937" y="57345"/>
                </a:lnTo>
                <a:lnTo>
                  <a:pt x="446813" y="58283"/>
                </a:lnTo>
                <a:lnTo>
                  <a:pt x="446702" y="59231"/>
                </a:lnTo>
                <a:lnTo>
                  <a:pt x="446604" y="60189"/>
                </a:lnTo>
                <a:lnTo>
                  <a:pt x="446519" y="61158"/>
                </a:lnTo>
                <a:lnTo>
                  <a:pt x="446447" y="62136"/>
                </a:lnTo>
                <a:lnTo>
                  <a:pt x="446388" y="63125"/>
                </a:lnTo>
                <a:lnTo>
                  <a:pt x="446343" y="64124"/>
                </a:lnTo>
                <a:lnTo>
                  <a:pt x="446310" y="65134"/>
                </a:lnTo>
                <a:lnTo>
                  <a:pt x="446290" y="66154"/>
                </a:lnTo>
                <a:lnTo>
                  <a:pt x="446284" y="67184"/>
                </a:lnTo>
                <a:lnTo>
                  <a:pt x="446291" y="68173"/>
                </a:lnTo>
                <a:lnTo>
                  <a:pt x="446311" y="69155"/>
                </a:lnTo>
                <a:lnTo>
                  <a:pt x="446345" y="70128"/>
                </a:lnTo>
                <a:lnTo>
                  <a:pt x="446392" y="71092"/>
                </a:lnTo>
                <a:lnTo>
                  <a:pt x="446452" y="72049"/>
                </a:lnTo>
                <a:lnTo>
                  <a:pt x="446527" y="72997"/>
                </a:lnTo>
                <a:lnTo>
                  <a:pt x="446614" y="73937"/>
                </a:lnTo>
                <a:lnTo>
                  <a:pt x="446715" y="74869"/>
                </a:lnTo>
                <a:lnTo>
                  <a:pt x="446830" y="75793"/>
                </a:lnTo>
                <a:lnTo>
                  <a:pt x="446958" y="76708"/>
                </a:lnTo>
                <a:lnTo>
                  <a:pt x="447099" y="77615"/>
                </a:lnTo>
                <a:lnTo>
                  <a:pt x="447254" y="78514"/>
                </a:lnTo>
                <a:lnTo>
                  <a:pt x="447423" y="79404"/>
                </a:lnTo>
                <a:lnTo>
                  <a:pt x="447605" y="80286"/>
                </a:lnTo>
                <a:lnTo>
                  <a:pt x="447800" y="81160"/>
                </a:lnTo>
                <a:lnTo>
                  <a:pt x="448009" y="82026"/>
                </a:lnTo>
                <a:lnTo>
                  <a:pt x="448232" y="82884"/>
                </a:lnTo>
                <a:lnTo>
                  <a:pt x="448467" y="83733"/>
                </a:lnTo>
                <a:lnTo>
                  <a:pt x="448717" y="84574"/>
                </a:lnTo>
                <a:lnTo>
                  <a:pt x="448980" y="85407"/>
                </a:lnTo>
                <a:lnTo>
                  <a:pt x="449256" y="86231"/>
                </a:lnTo>
                <a:lnTo>
                  <a:pt x="449546" y="87047"/>
                </a:lnTo>
                <a:lnTo>
                  <a:pt x="449849" y="87856"/>
                </a:lnTo>
                <a:lnTo>
                  <a:pt x="450166" y="88655"/>
                </a:lnTo>
                <a:lnTo>
                  <a:pt x="450496" y="89444"/>
                </a:lnTo>
                <a:lnTo>
                  <a:pt x="450841" y="90219"/>
                </a:lnTo>
                <a:lnTo>
                  <a:pt x="451199" y="90980"/>
                </a:lnTo>
                <a:lnTo>
                  <a:pt x="451572" y="91727"/>
                </a:lnTo>
                <a:lnTo>
                  <a:pt x="451958" y="92460"/>
                </a:lnTo>
                <a:lnTo>
                  <a:pt x="452359" y="93179"/>
                </a:lnTo>
                <a:lnTo>
                  <a:pt x="452774" y="93884"/>
                </a:lnTo>
                <a:lnTo>
                  <a:pt x="453202" y="94576"/>
                </a:lnTo>
                <a:lnTo>
                  <a:pt x="453645" y="95253"/>
                </a:lnTo>
                <a:lnTo>
                  <a:pt x="454102" y="95917"/>
                </a:lnTo>
                <a:lnTo>
                  <a:pt x="454573" y="96567"/>
                </a:lnTo>
                <a:lnTo>
                  <a:pt x="455058" y="97203"/>
                </a:lnTo>
                <a:lnTo>
                  <a:pt x="455556" y="97825"/>
                </a:lnTo>
                <a:lnTo>
                  <a:pt x="456069" y="98433"/>
                </a:lnTo>
                <a:lnTo>
                  <a:pt x="456596" y="99027"/>
                </a:lnTo>
                <a:lnTo>
                  <a:pt x="457137" y="99607"/>
                </a:lnTo>
                <a:lnTo>
                  <a:pt x="457692" y="100173"/>
                </a:lnTo>
                <a:lnTo>
                  <a:pt x="458261" y="100726"/>
                </a:lnTo>
                <a:lnTo>
                  <a:pt x="458845" y="101265"/>
                </a:lnTo>
                <a:lnTo>
                  <a:pt x="459442" y="101789"/>
                </a:lnTo>
                <a:lnTo>
                  <a:pt x="460053" y="102300"/>
                </a:lnTo>
                <a:lnTo>
                  <a:pt x="460678" y="102797"/>
                </a:lnTo>
                <a:lnTo>
                  <a:pt x="461317" y="103280"/>
                </a:lnTo>
                <a:lnTo>
                  <a:pt x="461970" y="103749"/>
                </a:lnTo>
                <a:lnTo>
                  <a:pt x="462638" y="104202"/>
                </a:lnTo>
                <a:lnTo>
                  <a:pt x="463320" y="104635"/>
                </a:lnTo>
                <a:lnTo>
                  <a:pt x="464018" y="105048"/>
                </a:lnTo>
                <a:lnTo>
                  <a:pt x="464729" y="105443"/>
                </a:lnTo>
                <a:lnTo>
                  <a:pt x="465456" y="105818"/>
                </a:lnTo>
                <a:lnTo>
                  <a:pt x="466197" y="106175"/>
                </a:lnTo>
                <a:lnTo>
                  <a:pt x="466953" y="106511"/>
                </a:lnTo>
                <a:lnTo>
                  <a:pt x="467724" y="106829"/>
                </a:lnTo>
                <a:lnTo>
                  <a:pt x="468509" y="107127"/>
                </a:lnTo>
                <a:lnTo>
                  <a:pt x="469310" y="107406"/>
                </a:lnTo>
                <a:lnTo>
                  <a:pt x="470125" y="107666"/>
                </a:lnTo>
                <a:lnTo>
                  <a:pt x="470954" y="107907"/>
                </a:lnTo>
                <a:lnTo>
                  <a:pt x="471799" y="108128"/>
                </a:lnTo>
                <a:lnTo>
                  <a:pt x="472658" y="108330"/>
                </a:lnTo>
                <a:lnTo>
                  <a:pt x="473532" y="108513"/>
                </a:lnTo>
                <a:lnTo>
                  <a:pt x="474420" y="108677"/>
                </a:lnTo>
                <a:lnTo>
                  <a:pt x="475323" y="108821"/>
                </a:lnTo>
                <a:lnTo>
                  <a:pt x="476241" y="108946"/>
                </a:lnTo>
                <a:lnTo>
                  <a:pt x="477174" y="109052"/>
                </a:lnTo>
                <a:lnTo>
                  <a:pt x="478122" y="109139"/>
                </a:lnTo>
                <a:lnTo>
                  <a:pt x="479084" y="109206"/>
                </a:lnTo>
                <a:lnTo>
                  <a:pt x="480061" y="109254"/>
                </a:lnTo>
                <a:lnTo>
                  <a:pt x="481052" y="109283"/>
                </a:lnTo>
                <a:lnTo>
                  <a:pt x="482059" y="109293"/>
                </a:lnTo>
                <a:lnTo>
                  <a:pt x="482855" y="109287"/>
                </a:lnTo>
                <a:lnTo>
                  <a:pt x="483641" y="109269"/>
                </a:lnTo>
                <a:lnTo>
                  <a:pt x="484419" y="109240"/>
                </a:lnTo>
                <a:lnTo>
                  <a:pt x="485187" y="109199"/>
                </a:lnTo>
                <a:close/>
                <a:moveTo>
                  <a:pt x="460249" y="55825"/>
                </a:moveTo>
                <a:lnTo>
                  <a:pt x="460396" y="54927"/>
                </a:lnTo>
                <a:lnTo>
                  <a:pt x="460557" y="54049"/>
                </a:lnTo>
                <a:lnTo>
                  <a:pt x="460734" y="53190"/>
                </a:lnTo>
                <a:lnTo>
                  <a:pt x="460926" y="52351"/>
                </a:lnTo>
                <a:lnTo>
                  <a:pt x="461132" y="51531"/>
                </a:lnTo>
                <a:lnTo>
                  <a:pt x="461353" y="50731"/>
                </a:lnTo>
                <a:lnTo>
                  <a:pt x="461589" y="49951"/>
                </a:lnTo>
                <a:lnTo>
                  <a:pt x="461840" y="49190"/>
                </a:lnTo>
                <a:lnTo>
                  <a:pt x="462106" y="48449"/>
                </a:lnTo>
                <a:lnTo>
                  <a:pt x="462387" y="47728"/>
                </a:lnTo>
                <a:lnTo>
                  <a:pt x="462683" y="47026"/>
                </a:lnTo>
                <a:lnTo>
                  <a:pt x="462993" y="46344"/>
                </a:lnTo>
                <a:lnTo>
                  <a:pt x="463318" y="45682"/>
                </a:lnTo>
                <a:lnTo>
                  <a:pt x="463659" y="45039"/>
                </a:lnTo>
                <a:lnTo>
                  <a:pt x="464014" y="44416"/>
                </a:lnTo>
                <a:lnTo>
                  <a:pt x="464384" y="43813"/>
                </a:lnTo>
                <a:lnTo>
                  <a:pt x="464768" y="43229"/>
                </a:lnTo>
                <a:lnTo>
                  <a:pt x="465168" y="42665"/>
                </a:lnTo>
                <a:lnTo>
                  <a:pt x="465583" y="42121"/>
                </a:lnTo>
                <a:lnTo>
                  <a:pt x="466012" y="41596"/>
                </a:lnTo>
                <a:lnTo>
                  <a:pt x="466456" y="41092"/>
                </a:lnTo>
                <a:lnTo>
                  <a:pt x="466914" y="40609"/>
                </a:lnTo>
                <a:lnTo>
                  <a:pt x="467387" y="40147"/>
                </a:lnTo>
                <a:lnTo>
                  <a:pt x="467874" y="39708"/>
                </a:lnTo>
                <a:lnTo>
                  <a:pt x="468375" y="39289"/>
                </a:lnTo>
                <a:lnTo>
                  <a:pt x="468891" y="38892"/>
                </a:lnTo>
                <a:lnTo>
                  <a:pt x="469421" y="38517"/>
                </a:lnTo>
                <a:lnTo>
                  <a:pt x="469965" y="38163"/>
                </a:lnTo>
                <a:lnTo>
                  <a:pt x="470523" y="37830"/>
                </a:lnTo>
                <a:lnTo>
                  <a:pt x="471096" y="37519"/>
                </a:lnTo>
                <a:lnTo>
                  <a:pt x="471683" y="37229"/>
                </a:lnTo>
                <a:lnTo>
                  <a:pt x="472285" y="36961"/>
                </a:lnTo>
                <a:lnTo>
                  <a:pt x="472900" y="36714"/>
                </a:lnTo>
                <a:lnTo>
                  <a:pt x="473531" y="36489"/>
                </a:lnTo>
                <a:lnTo>
                  <a:pt x="474175" y="36285"/>
                </a:lnTo>
                <a:lnTo>
                  <a:pt x="474834" y="36103"/>
                </a:lnTo>
                <a:lnTo>
                  <a:pt x="475507" y="35942"/>
                </a:lnTo>
                <a:lnTo>
                  <a:pt x="476194" y="35802"/>
                </a:lnTo>
                <a:lnTo>
                  <a:pt x="476895" y="35684"/>
                </a:lnTo>
                <a:lnTo>
                  <a:pt x="477611" y="35588"/>
                </a:lnTo>
                <a:lnTo>
                  <a:pt x="478342" y="35513"/>
                </a:lnTo>
                <a:lnTo>
                  <a:pt x="479086" y="35459"/>
                </a:lnTo>
                <a:lnTo>
                  <a:pt x="479845" y="35427"/>
                </a:lnTo>
                <a:lnTo>
                  <a:pt x="480618" y="35416"/>
                </a:lnTo>
                <a:lnTo>
                  <a:pt x="481378" y="35427"/>
                </a:lnTo>
                <a:lnTo>
                  <a:pt x="482124" y="35459"/>
                </a:lnTo>
                <a:lnTo>
                  <a:pt x="482855" y="35513"/>
                </a:lnTo>
                <a:lnTo>
                  <a:pt x="483573" y="35589"/>
                </a:lnTo>
                <a:lnTo>
                  <a:pt x="484276" y="35686"/>
                </a:lnTo>
                <a:lnTo>
                  <a:pt x="484965" y="35805"/>
                </a:lnTo>
                <a:lnTo>
                  <a:pt x="485640" y="35945"/>
                </a:lnTo>
                <a:lnTo>
                  <a:pt x="486301" y="36107"/>
                </a:lnTo>
                <a:lnTo>
                  <a:pt x="486947" y="36291"/>
                </a:lnTo>
                <a:lnTo>
                  <a:pt x="487579" y="36496"/>
                </a:lnTo>
                <a:lnTo>
                  <a:pt x="488198" y="36723"/>
                </a:lnTo>
                <a:lnTo>
                  <a:pt x="488802" y="36972"/>
                </a:lnTo>
                <a:lnTo>
                  <a:pt x="489391" y="37242"/>
                </a:lnTo>
                <a:lnTo>
                  <a:pt x="489967" y="37533"/>
                </a:lnTo>
                <a:lnTo>
                  <a:pt x="490529" y="37847"/>
                </a:lnTo>
                <a:lnTo>
                  <a:pt x="491076" y="38182"/>
                </a:lnTo>
                <a:lnTo>
                  <a:pt x="491609" y="38538"/>
                </a:lnTo>
                <a:lnTo>
                  <a:pt x="492128" y="38916"/>
                </a:lnTo>
                <a:lnTo>
                  <a:pt x="492633" y="39316"/>
                </a:lnTo>
                <a:lnTo>
                  <a:pt x="493123" y="39737"/>
                </a:lnTo>
                <a:lnTo>
                  <a:pt x="493600" y="40180"/>
                </a:lnTo>
                <a:lnTo>
                  <a:pt x="494062" y="40645"/>
                </a:lnTo>
                <a:lnTo>
                  <a:pt x="494510" y="41131"/>
                </a:lnTo>
                <a:lnTo>
                  <a:pt x="494944" y="41638"/>
                </a:lnTo>
                <a:lnTo>
                  <a:pt x="495362" y="42167"/>
                </a:lnTo>
                <a:lnTo>
                  <a:pt x="495764" y="42714"/>
                </a:lnTo>
                <a:lnTo>
                  <a:pt x="496148" y="43280"/>
                </a:lnTo>
                <a:lnTo>
                  <a:pt x="496516" y="43866"/>
                </a:lnTo>
                <a:lnTo>
                  <a:pt x="496866" y="44471"/>
                </a:lnTo>
                <a:lnTo>
                  <a:pt x="497200" y="45095"/>
                </a:lnTo>
                <a:lnTo>
                  <a:pt x="497517" y="45739"/>
                </a:lnTo>
                <a:lnTo>
                  <a:pt x="497816" y="46401"/>
                </a:lnTo>
                <a:lnTo>
                  <a:pt x="498099" y="47083"/>
                </a:lnTo>
                <a:lnTo>
                  <a:pt x="498365" y="47784"/>
                </a:lnTo>
                <a:lnTo>
                  <a:pt x="498614" y="48504"/>
                </a:lnTo>
                <a:lnTo>
                  <a:pt x="498846" y="49244"/>
                </a:lnTo>
                <a:lnTo>
                  <a:pt x="499061" y="50002"/>
                </a:lnTo>
                <a:lnTo>
                  <a:pt x="499259" y="50780"/>
                </a:lnTo>
                <a:lnTo>
                  <a:pt x="499440" y="51577"/>
                </a:lnTo>
                <a:lnTo>
                  <a:pt x="499604" y="52393"/>
                </a:lnTo>
                <a:lnTo>
                  <a:pt x="499751" y="53229"/>
                </a:lnTo>
                <a:lnTo>
                  <a:pt x="499881" y="54083"/>
                </a:lnTo>
                <a:lnTo>
                  <a:pt x="499994" y="54957"/>
                </a:lnTo>
                <a:lnTo>
                  <a:pt x="500091" y="55850"/>
                </a:lnTo>
                <a:lnTo>
                  <a:pt x="500170" y="56762"/>
                </a:lnTo>
                <a:lnTo>
                  <a:pt x="500232" y="57694"/>
                </a:lnTo>
                <a:lnTo>
                  <a:pt x="500278" y="58644"/>
                </a:lnTo>
                <a:lnTo>
                  <a:pt x="500306" y="59614"/>
                </a:lnTo>
                <a:lnTo>
                  <a:pt x="459810" y="59614"/>
                </a:lnTo>
                <a:lnTo>
                  <a:pt x="459897" y="58638"/>
                </a:lnTo>
                <a:lnTo>
                  <a:pt x="459999" y="57680"/>
                </a:lnTo>
                <a:lnTo>
                  <a:pt x="460117" y="56743"/>
                </a:lnTo>
                <a:lnTo>
                  <a:pt x="460249" y="55825"/>
                </a:lnTo>
                <a:close/>
                <a:moveTo>
                  <a:pt x="278825" y="109178"/>
                </a:moveTo>
                <a:lnTo>
                  <a:pt x="279562" y="109114"/>
                </a:lnTo>
                <a:lnTo>
                  <a:pt x="280289" y="109035"/>
                </a:lnTo>
                <a:lnTo>
                  <a:pt x="281005" y="108942"/>
                </a:lnTo>
                <a:lnTo>
                  <a:pt x="281709" y="108834"/>
                </a:lnTo>
                <a:lnTo>
                  <a:pt x="282403" y="108713"/>
                </a:lnTo>
                <a:lnTo>
                  <a:pt x="283086" y="108577"/>
                </a:lnTo>
                <a:lnTo>
                  <a:pt x="283758" y="108426"/>
                </a:lnTo>
                <a:lnTo>
                  <a:pt x="284418" y="108261"/>
                </a:lnTo>
                <a:lnTo>
                  <a:pt x="285068" y="108082"/>
                </a:lnTo>
                <a:lnTo>
                  <a:pt x="285707" y="107889"/>
                </a:lnTo>
                <a:lnTo>
                  <a:pt x="286335" y="107681"/>
                </a:lnTo>
                <a:lnTo>
                  <a:pt x="286952" y="107459"/>
                </a:lnTo>
                <a:lnTo>
                  <a:pt x="287557" y="107222"/>
                </a:lnTo>
                <a:lnTo>
                  <a:pt x="288152" y="106972"/>
                </a:lnTo>
                <a:lnTo>
                  <a:pt x="288736" y="106707"/>
                </a:lnTo>
                <a:lnTo>
                  <a:pt x="289309" y="106427"/>
                </a:lnTo>
                <a:lnTo>
                  <a:pt x="289871" y="106134"/>
                </a:lnTo>
                <a:lnTo>
                  <a:pt x="290422" y="105825"/>
                </a:lnTo>
                <a:lnTo>
                  <a:pt x="290962" y="105503"/>
                </a:lnTo>
                <a:lnTo>
                  <a:pt x="291491" y="105166"/>
                </a:lnTo>
                <a:lnTo>
                  <a:pt x="292010" y="104822"/>
                </a:lnTo>
                <a:lnTo>
                  <a:pt x="292519" y="104476"/>
                </a:lnTo>
                <a:lnTo>
                  <a:pt x="293017" y="104128"/>
                </a:lnTo>
                <a:lnTo>
                  <a:pt x="293507" y="103779"/>
                </a:lnTo>
                <a:lnTo>
                  <a:pt x="293986" y="103428"/>
                </a:lnTo>
                <a:lnTo>
                  <a:pt x="294455" y="103076"/>
                </a:lnTo>
                <a:lnTo>
                  <a:pt x="294914" y="102722"/>
                </a:lnTo>
                <a:lnTo>
                  <a:pt x="295364" y="102366"/>
                </a:lnTo>
                <a:lnTo>
                  <a:pt x="295804" y="102010"/>
                </a:lnTo>
                <a:lnTo>
                  <a:pt x="296233" y="101651"/>
                </a:lnTo>
                <a:lnTo>
                  <a:pt x="296653" y="101291"/>
                </a:lnTo>
                <a:lnTo>
                  <a:pt x="297064" y="100930"/>
                </a:lnTo>
                <a:lnTo>
                  <a:pt x="297464" y="100567"/>
                </a:lnTo>
                <a:lnTo>
                  <a:pt x="297854" y="100202"/>
                </a:lnTo>
                <a:lnTo>
                  <a:pt x="298235" y="99836"/>
                </a:lnTo>
                <a:lnTo>
                  <a:pt x="298605" y="99468"/>
                </a:lnTo>
                <a:lnTo>
                  <a:pt x="298966" y="99099"/>
                </a:lnTo>
                <a:lnTo>
                  <a:pt x="299317" y="98729"/>
                </a:lnTo>
                <a:lnTo>
                  <a:pt x="299658" y="98357"/>
                </a:lnTo>
                <a:lnTo>
                  <a:pt x="299989" y="97983"/>
                </a:lnTo>
                <a:lnTo>
                  <a:pt x="300311" y="97608"/>
                </a:lnTo>
                <a:lnTo>
                  <a:pt x="300622" y="97231"/>
                </a:lnTo>
                <a:lnTo>
                  <a:pt x="300924" y="96852"/>
                </a:lnTo>
                <a:lnTo>
                  <a:pt x="301215" y="96473"/>
                </a:lnTo>
                <a:lnTo>
                  <a:pt x="301535" y="107851"/>
                </a:lnTo>
                <a:lnTo>
                  <a:pt x="314421" y="107851"/>
                </a:lnTo>
                <a:lnTo>
                  <a:pt x="314421" y="26602"/>
                </a:lnTo>
                <a:lnTo>
                  <a:pt x="301055" y="26602"/>
                </a:lnTo>
                <a:lnTo>
                  <a:pt x="301055" y="85060"/>
                </a:lnTo>
                <a:lnTo>
                  <a:pt x="300778" y="85460"/>
                </a:lnTo>
                <a:lnTo>
                  <a:pt x="300494" y="85858"/>
                </a:lnTo>
                <a:lnTo>
                  <a:pt x="300202" y="86251"/>
                </a:lnTo>
                <a:lnTo>
                  <a:pt x="299904" y="86641"/>
                </a:lnTo>
                <a:lnTo>
                  <a:pt x="299598" y="87028"/>
                </a:lnTo>
                <a:lnTo>
                  <a:pt x="299284" y="87411"/>
                </a:lnTo>
                <a:lnTo>
                  <a:pt x="298964" y="87791"/>
                </a:lnTo>
                <a:lnTo>
                  <a:pt x="298636" y="88167"/>
                </a:lnTo>
                <a:lnTo>
                  <a:pt x="298302" y="88539"/>
                </a:lnTo>
                <a:lnTo>
                  <a:pt x="297959" y="88908"/>
                </a:lnTo>
                <a:lnTo>
                  <a:pt x="297610" y="89274"/>
                </a:lnTo>
                <a:lnTo>
                  <a:pt x="297254" y="89636"/>
                </a:lnTo>
                <a:lnTo>
                  <a:pt x="296890" y="89994"/>
                </a:lnTo>
                <a:lnTo>
                  <a:pt x="296519" y="90349"/>
                </a:lnTo>
                <a:lnTo>
                  <a:pt x="296141" y="90700"/>
                </a:lnTo>
                <a:lnTo>
                  <a:pt x="295755" y="91048"/>
                </a:lnTo>
                <a:lnTo>
                  <a:pt x="295363" y="91392"/>
                </a:lnTo>
                <a:lnTo>
                  <a:pt x="294963" y="91733"/>
                </a:lnTo>
                <a:lnTo>
                  <a:pt x="294556" y="92070"/>
                </a:lnTo>
                <a:lnTo>
                  <a:pt x="294141" y="92404"/>
                </a:lnTo>
                <a:lnTo>
                  <a:pt x="293720" y="92734"/>
                </a:lnTo>
                <a:lnTo>
                  <a:pt x="293291" y="93061"/>
                </a:lnTo>
                <a:lnTo>
                  <a:pt x="292855" y="93384"/>
                </a:lnTo>
                <a:lnTo>
                  <a:pt x="292412" y="93703"/>
                </a:lnTo>
                <a:lnTo>
                  <a:pt x="291960" y="94014"/>
                </a:lnTo>
                <a:lnTo>
                  <a:pt x="291500" y="94312"/>
                </a:lnTo>
                <a:lnTo>
                  <a:pt x="291030" y="94596"/>
                </a:lnTo>
                <a:lnTo>
                  <a:pt x="290551" y="94868"/>
                </a:lnTo>
                <a:lnTo>
                  <a:pt x="290063" y="95126"/>
                </a:lnTo>
                <a:lnTo>
                  <a:pt x="289565" y="95371"/>
                </a:lnTo>
                <a:lnTo>
                  <a:pt x="289059" y="95602"/>
                </a:lnTo>
                <a:lnTo>
                  <a:pt x="288543" y="95820"/>
                </a:lnTo>
                <a:lnTo>
                  <a:pt x="288019" y="96026"/>
                </a:lnTo>
                <a:lnTo>
                  <a:pt x="287485" y="96217"/>
                </a:lnTo>
                <a:lnTo>
                  <a:pt x="286941" y="96396"/>
                </a:lnTo>
                <a:lnTo>
                  <a:pt x="286389" y="96562"/>
                </a:lnTo>
                <a:lnTo>
                  <a:pt x="285828" y="96714"/>
                </a:lnTo>
                <a:lnTo>
                  <a:pt x="285257" y="96853"/>
                </a:lnTo>
                <a:lnTo>
                  <a:pt x="284677" y="96978"/>
                </a:lnTo>
                <a:lnTo>
                  <a:pt x="284088" y="97091"/>
                </a:lnTo>
                <a:lnTo>
                  <a:pt x="283490" y="97190"/>
                </a:lnTo>
                <a:lnTo>
                  <a:pt x="282883" y="97276"/>
                </a:lnTo>
                <a:lnTo>
                  <a:pt x="282266" y="97349"/>
                </a:lnTo>
                <a:lnTo>
                  <a:pt x="281640" y="97408"/>
                </a:lnTo>
                <a:lnTo>
                  <a:pt x="281006" y="97455"/>
                </a:lnTo>
                <a:lnTo>
                  <a:pt x="280362" y="97488"/>
                </a:lnTo>
                <a:lnTo>
                  <a:pt x="279708" y="97508"/>
                </a:lnTo>
                <a:lnTo>
                  <a:pt x="279046" y="97514"/>
                </a:lnTo>
                <a:lnTo>
                  <a:pt x="278590" y="97510"/>
                </a:lnTo>
                <a:lnTo>
                  <a:pt x="278143" y="97497"/>
                </a:lnTo>
                <a:lnTo>
                  <a:pt x="277706" y="97475"/>
                </a:lnTo>
                <a:lnTo>
                  <a:pt x="277276" y="97445"/>
                </a:lnTo>
                <a:lnTo>
                  <a:pt x="276856" y="97406"/>
                </a:lnTo>
                <a:lnTo>
                  <a:pt x="276445" y="97358"/>
                </a:lnTo>
                <a:lnTo>
                  <a:pt x="276043" y="97302"/>
                </a:lnTo>
                <a:lnTo>
                  <a:pt x="275649" y="97237"/>
                </a:lnTo>
                <a:lnTo>
                  <a:pt x="275265" y="97163"/>
                </a:lnTo>
                <a:lnTo>
                  <a:pt x="274889" y="97080"/>
                </a:lnTo>
                <a:lnTo>
                  <a:pt x="274522" y="96989"/>
                </a:lnTo>
                <a:lnTo>
                  <a:pt x="274164" y="96890"/>
                </a:lnTo>
                <a:lnTo>
                  <a:pt x="273815" y="96781"/>
                </a:lnTo>
                <a:lnTo>
                  <a:pt x="273475" y="96664"/>
                </a:lnTo>
                <a:lnTo>
                  <a:pt x="273144" y="96538"/>
                </a:lnTo>
                <a:lnTo>
                  <a:pt x="272821" y="96404"/>
                </a:lnTo>
                <a:lnTo>
                  <a:pt x="272508" y="96260"/>
                </a:lnTo>
                <a:lnTo>
                  <a:pt x="272203" y="96109"/>
                </a:lnTo>
                <a:lnTo>
                  <a:pt x="271908" y="95948"/>
                </a:lnTo>
                <a:lnTo>
                  <a:pt x="271621" y="95779"/>
                </a:lnTo>
                <a:lnTo>
                  <a:pt x="271343" y="95601"/>
                </a:lnTo>
                <a:lnTo>
                  <a:pt x="271074" y="95414"/>
                </a:lnTo>
                <a:lnTo>
                  <a:pt x="270814" y="95219"/>
                </a:lnTo>
                <a:lnTo>
                  <a:pt x="270563" y="95015"/>
                </a:lnTo>
                <a:lnTo>
                  <a:pt x="270319" y="94804"/>
                </a:lnTo>
                <a:lnTo>
                  <a:pt x="270082" y="94586"/>
                </a:lnTo>
                <a:lnTo>
                  <a:pt x="269852" y="94361"/>
                </a:lnTo>
                <a:lnTo>
                  <a:pt x="269628" y="94129"/>
                </a:lnTo>
                <a:lnTo>
                  <a:pt x="269410" y="93891"/>
                </a:lnTo>
                <a:lnTo>
                  <a:pt x="269199" y="93647"/>
                </a:lnTo>
                <a:lnTo>
                  <a:pt x="268995" y="93396"/>
                </a:lnTo>
                <a:lnTo>
                  <a:pt x="268797" y="93138"/>
                </a:lnTo>
                <a:lnTo>
                  <a:pt x="268606" y="92873"/>
                </a:lnTo>
                <a:lnTo>
                  <a:pt x="268421" y="92602"/>
                </a:lnTo>
                <a:lnTo>
                  <a:pt x="268243" y="92324"/>
                </a:lnTo>
                <a:lnTo>
                  <a:pt x="268072" y="92040"/>
                </a:lnTo>
                <a:lnTo>
                  <a:pt x="267906" y="91749"/>
                </a:lnTo>
                <a:lnTo>
                  <a:pt x="267748" y="91451"/>
                </a:lnTo>
                <a:lnTo>
                  <a:pt x="267596" y="91147"/>
                </a:lnTo>
                <a:lnTo>
                  <a:pt x="267450" y="90836"/>
                </a:lnTo>
                <a:lnTo>
                  <a:pt x="267311" y="90519"/>
                </a:lnTo>
                <a:lnTo>
                  <a:pt x="267179" y="90195"/>
                </a:lnTo>
                <a:lnTo>
                  <a:pt x="267053" y="89864"/>
                </a:lnTo>
                <a:lnTo>
                  <a:pt x="266933" y="89527"/>
                </a:lnTo>
                <a:lnTo>
                  <a:pt x="266820" y="89183"/>
                </a:lnTo>
                <a:lnTo>
                  <a:pt x="266714" y="88833"/>
                </a:lnTo>
                <a:lnTo>
                  <a:pt x="266614" y="88476"/>
                </a:lnTo>
                <a:lnTo>
                  <a:pt x="266521" y="88112"/>
                </a:lnTo>
                <a:lnTo>
                  <a:pt x="266433" y="87742"/>
                </a:lnTo>
                <a:lnTo>
                  <a:pt x="266348" y="87368"/>
                </a:lnTo>
                <a:lnTo>
                  <a:pt x="266268" y="86989"/>
                </a:lnTo>
                <a:lnTo>
                  <a:pt x="266191" y="86605"/>
                </a:lnTo>
                <a:lnTo>
                  <a:pt x="266118" y="86217"/>
                </a:lnTo>
                <a:lnTo>
                  <a:pt x="266048" y="85824"/>
                </a:lnTo>
                <a:lnTo>
                  <a:pt x="265983" y="85426"/>
                </a:lnTo>
                <a:lnTo>
                  <a:pt x="265921" y="85023"/>
                </a:lnTo>
                <a:lnTo>
                  <a:pt x="265862" y="84616"/>
                </a:lnTo>
                <a:lnTo>
                  <a:pt x="265808" y="84204"/>
                </a:lnTo>
                <a:lnTo>
                  <a:pt x="265757" y="83788"/>
                </a:lnTo>
                <a:lnTo>
                  <a:pt x="265711" y="83366"/>
                </a:lnTo>
                <a:lnTo>
                  <a:pt x="265667" y="82940"/>
                </a:lnTo>
                <a:lnTo>
                  <a:pt x="265628" y="82509"/>
                </a:lnTo>
                <a:lnTo>
                  <a:pt x="265592" y="82074"/>
                </a:lnTo>
                <a:lnTo>
                  <a:pt x="265560" y="81634"/>
                </a:lnTo>
                <a:lnTo>
                  <a:pt x="265532" y="81189"/>
                </a:lnTo>
                <a:lnTo>
                  <a:pt x="265508" y="80739"/>
                </a:lnTo>
                <a:lnTo>
                  <a:pt x="265487" y="80285"/>
                </a:lnTo>
                <a:lnTo>
                  <a:pt x="265470" y="79826"/>
                </a:lnTo>
                <a:lnTo>
                  <a:pt x="265457" y="79363"/>
                </a:lnTo>
                <a:lnTo>
                  <a:pt x="265448" y="78894"/>
                </a:lnTo>
                <a:lnTo>
                  <a:pt x="265442" y="78421"/>
                </a:lnTo>
                <a:lnTo>
                  <a:pt x="265440" y="77943"/>
                </a:lnTo>
                <a:lnTo>
                  <a:pt x="265440" y="26602"/>
                </a:lnTo>
                <a:lnTo>
                  <a:pt x="251995" y="26602"/>
                </a:lnTo>
                <a:lnTo>
                  <a:pt x="251995" y="79461"/>
                </a:lnTo>
                <a:lnTo>
                  <a:pt x="252005" y="80613"/>
                </a:lnTo>
                <a:lnTo>
                  <a:pt x="252033" y="81744"/>
                </a:lnTo>
                <a:lnTo>
                  <a:pt x="252082" y="82854"/>
                </a:lnTo>
                <a:lnTo>
                  <a:pt x="252149" y="83944"/>
                </a:lnTo>
                <a:lnTo>
                  <a:pt x="252236" y="85012"/>
                </a:lnTo>
                <a:lnTo>
                  <a:pt x="252343" y="86060"/>
                </a:lnTo>
                <a:lnTo>
                  <a:pt x="252468" y="87087"/>
                </a:lnTo>
                <a:lnTo>
                  <a:pt x="252613" y="88093"/>
                </a:lnTo>
                <a:lnTo>
                  <a:pt x="252777" y="89078"/>
                </a:lnTo>
                <a:lnTo>
                  <a:pt x="252961" y="90042"/>
                </a:lnTo>
                <a:lnTo>
                  <a:pt x="253163" y="90986"/>
                </a:lnTo>
                <a:lnTo>
                  <a:pt x="253385" y="91909"/>
                </a:lnTo>
                <a:lnTo>
                  <a:pt x="253627" y="92810"/>
                </a:lnTo>
                <a:lnTo>
                  <a:pt x="253888" y="93691"/>
                </a:lnTo>
                <a:lnTo>
                  <a:pt x="254168" y="94551"/>
                </a:lnTo>
                <a:lnTo>
                  <a:pt x="254467" y="95390"/>
                </a:lnTo>
                <a:lnTo>
                  <a:pt x="254786" y="96209"/>
                </a:lnTo>
                <a:lnTo>
                  <a:pt x="255124" y="97006"/>
                </a:lnTo>
                <a:lnTo>
                  <a:pt x="255481" y="97783"/>
                </a:lnTo>
                <a:lnTo>
                  <a:pt x="255858" y="98538"/>
                </a:lnTo>
                <a:lnTo>
                  <a:pt x="256254" y="99273"/>
                </a:lnTo>
                <a:lnTo>
                  <a:pt x="256669" y="99987"/>
                </a:lnTo>
                <a:lnTo>
                  <a:pt x="257103" y="100681"/>
                </a:lnTo>
                <a:lnTo>
                  <a:pt x="257557" y="101353"/>
                </a:lnTo>
                <a:lnTo>
                  <a:pt x="258033" y="102001"/>
                </a:lnTo>
                <a:lnTo>
                  <a:pt x="258533" y="102621"/>
                </a:lnTo>
                <a:lnTo>
                  <a:pt x="259058" y="103214"/>
                </a:lnTo>
                <a:lnTo>
                  <a:pt x="259608" y="103779"/>
                </a:lnTo>
                <a:lnTo>
                  <a:pt x="260182" y="104317"/>
                </a:lnTo>
                <a:lnTo>
                  <a:pt x="260781" y="104827"/>
                </a:lnTo>
                <a:lnTo>
                  <a:pt x="261404" y="105309"/>
                </a:lnTo>
                <a:lnTo>
                  <a:pt x="262052" y="105764"/>
                </a:lnTo>
                <a:lnTo>
                  <a:pt x="262725" y="106191"/>
                </a:lnTo>
                <a:lnTo>
                  <a:pt x="263422" y="106591"/>
                </a:lnTo>
                <a:lnTo>
                  <a:pt x="264144" y="106963"/>
                </a:lnTo>
                <a:lnTo>
                  <a:pt x="264890" y="107308"/>
                </a:lnTo>
                <a:lnTo>
                  <a:pt x="265661" y="107625"/>
                </a:lnTo>
                <a:lnTo>
                  <a:pt x="266457" y="107914"/>
                </a:lnTo>
                <a:lnTo>
                  <a:pt x="267277" y="108176"/>
                </a:lnTo>
                <a:lnTo>
                  <a:pt x="268122" y="108411"/>
                </a:lnTo>
                <a:lnTo>
                  <a:pt x="268991" y="108617"/>
                </a:lnTo>
                <a:lnTo>
                  <a:pt x="269885" y="108797"/>
                </a:lnTo>
                <a:lnTo>
                  <a:pt x="270803" y="108948"/>
                </a:lnTo>
                <a:lnTo>
                  <a:pt x="271746" y="109072"/>
                </a:lnTo>
                <a:lnTo>
                  <a:pt x="272714" y="109169"/>
                </a:lnTo>
                <a:lnTo>
                  <a:pt x="273706" y="109238"/>
                </a:lnTo>
                <a:lnTo>
                  <a:pt x="274723" y="109279"/>
                </a:lnTo>
                <a:lnTo>
                  <a:pt x="275765" y="109293"/>
                </a:lnTo>
                <a:lnTo>
                  <a:pt x="276546" y="109286"/>
                </a:lnTo>
                <a:lnTo>
                  <a:pt x="277317" y="109264"/>
                </a:lnTo>
                <a:lnTo>
                  <a:pt x="278076" y="109228"/>
                </a:lnTo>
                <a:lnTo>
                  <a:pt x="278825" y="109178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Database">
            <a:extLst xmlns:a="http://schemas.openxmlformats.org/drawingml/2006/main">
              <a:ext uri="{FF2B5EF4-FFF2-40B4-BE49-F238E27FC236}">
                <a16:creationId xmlns:a16="http://schemas.microsoft.com/office/drawing/2014/main" id="{6A9E1405-BD4E-4397-A233-946E1C12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0943" y="1270471"/>
            <a:ext cx="575615" cy="109293"/>
          </a:xfrm>
          <a:custGeom xmlns:a="http://schemas.openxmlformats.org/drawingml/2006/main">
            <a:pathLst>
              <a:path w="575615" h="109293">
                <a:moveTo>
                  <a:pt x="0" y="107851"/>
                </a:moveTo>
                <a:lnTo>
                  <a:pt x="0" y="0"/>
                </a:lnTo>
                <a:lnTo>
                  <a:pt x="34574" y="0"/>
                </a:lnTo>
                <a:cubicBezTo>
                  <a:pt x="45832" y="0"/>
                  <a:pt x="55436" y="2123"/>
                  <a:pt x="63386" y="6370"/>
                </a:cubicBezTo>
                <a:cubicBezTo>
                  <a:pt x="71336" y="10617"/>
                  <a:pt x="77405" y="16773"/>
                  <a:pt x="81594" y="24839"/>
                </a:cubicBezTo>
                <a:cubicBezTo>
                  <a:pt x="85782" y="32905"/>
                  <a:pt x="87876" y="42601"/>
                  <a:pt x="87876" y="53925"/>
                </a:cubicBezTo>
                <a:cubicBezTo>
                  <a:pt x="87876" y="65303"/>
                  <a:pt x="85769" y="75025"/>
                  <a:pt x="81554" y="83091"/>
                </a:cubicBezTo>
                <a:cubicBezTo>
                  <a:pt x="77339" y="91158"/>
                  <a:pt x="71270" y="97301"/>
                  <a:pt x="63346" y="101521"/>
                </a:cubicBezTo>
                <a:cubicBezTo>
                  <a:pt x="55423" y="105741"/>
                  <a:pt x="45832" y="107851"/>
                  <a:pt x="34574" y="107851"/>
                </a:cubicBezTo>
                <a:lnTo>
                  <a:pt x="0" y="107851"/>
                </a:lnTo>
                <a:moveTo>
                  <a:pt x="14406" y="95751"/>
                </a:moveTo>
                <a:lnTo>
                  <a:pt x="31373" y="95751"/>
                </a:lnTo>
                <a:cubicBezTo>
                  <a:pt x="40817" y="95751"/>
                  <a:pt x="48607" y="94242"/>
                  <a:pt x="54743" y="91224"/>
                </a:cubicBezTo>
                <a:cubicBezTo>
                  <a:pt x="60879" y="88206"/>
                  <a:pt x="65467" y="83586"/>
                  <a:pt x="68508" y="77362"/>
                </a:cubicBezTo>
                <a:cubicBezTo>
                  <a:pt x="71550" y="71139"/>
                  <a:pt x="73070" y="63300"/>
                  <a:pt x="73070" y="53845"/>
                </a:cubicBezTo>
                <a:cubicBezTo>
                  <a:pt x="73070" y="44444"/>
                  <a:pt x="71523" y="36658"/>
                  <a:pt x="68428" y="30488"/>
                </a:cubicBezTo>
                <a:cubicBezTo>
                  <a:pt x="65334" y="24318"/>
                  <a:pt x="60705" y="19711"/>
                  <a:pt x="54543" y="16666"/>
                </a:cubicBezTo>
                <a:cubicBezTo>
                  <a:pt x="48380" y="13622"/>
                  <a:pt x="40657" y="12099"/>
                  <a:pt x="31373" y="12099"/>
                </a:cubicBezTo>
                <a:lnTo>
                  <a:pt x="14406" y="12099"/>
                </a:lnTo>
                <a:lnTo>
                  <a:pt x="14406" y="95751"/>
                </a:lnTo>
                <a:close/>
                <a:moveTo>
                  <a:pt x="117704" y="109293"/>
                </a:moveTo>
                <a:cubicBezTo>
                  <a:pt x="113489" y="109293"/>
                  <a:pt x="109647" y="108437"/>
                  <a:pt x="106179" y="106726"/>
                </a:cubicBezTo>
                <a:cubicBezTo>
                  <a:pt x="102711" y="105014"/>
                  <a:pt x="99936" y="102446"/>
                  <a:pt x="97856" y="99024"/>
                </a:cubicBezTo>
                <a:cubicBezTo>
                  <a:pt x="95775" y="95600"/>
                  <a:pt x="94734" y="91349"/>
                  <a:pt x="94734" y="86269"/>
                </a:cubicBezTo>
                <a:cubicBezTo>
                  <a:pt x="94734" y="78982"/>
                  <a:pt x="96802" y="73462"/>
                  <a:pt x="100937" y="69708"/>
                </a:cubicBezTo>
                <a:cubicBezTo>
                  <a:pt x="105072" y="65954"/>
                  <a:pt x="110928" y="63414"/>
                  <a:pt x="118504" y="62088"/>
                </a:cubicBezTo>
                <a:cubicBezTo>
                  <a:pt x="126081" y="60763"/>
                  <a:pt x="134938" y="60045"/>
                  <a:pt x="145075" y="59935"/>
                </a:cubicBezTo>
                <a:lnTo>
                  <a:pt x="145075" y="53833"/>
                </a:lnTo>
                <a:cubicBezTo>
                  <a:pt x="145075" y="46670"/>
                  <a:pt x="143555" y="41756"/>
                  <a:pt x="140513" y="39092"/>
                </a:cubicBezTo>
                <a:cubicBezTo>
                  <a:pt x="137472" y="36428"/>
                  <a:pt x="133657" y="35096"/>
                  <a:pt x="129069" y="35096"/>
                </a:cubicBezTo>
                <a:cubicBezTo>
                  <a:pt x="124053" y="35096"/>
                  <a:pt x="119838" y="36504"/>
                  <a:pt x="116423" y="39320"/>
                </a:cubicBezTo>
                <a:cubicBezTo>
                  <a:pt x="113009" y="42136"/>
                  <a:pt x="111301" y="46644"/>
                  <a:pt x="111301" y="52844"/>
                </a:cubicBezTo>
                <a:lnTo>
                  <a:pt x="98336" y="52844"/>
                </a:lnTo>
                <a:cubicBezTo>
                  <a:pt x="98336" y="46283"/>
                  <a:pt x="99656" y="40961"/>
                  <a:pt x="102297" y="36876"/>
                </a:cubicBezTo>
                <a:cubicBezTo>
                  <a:pt x="104939" y="32789"/>
                  <a:pt x="108580" y="29816"/>
                  <a:pt x="113222" y="27954"/>
                </a:cubicBezTo>
                <a:cubicBezTo>
                  <a:pt x="117864" y="26091"/>
                  <a:pt x="123146" y="25160"/>
                  <a:pt x="129069" y="25160"/>
                </a:cubicBezTo>
                <a:cubicBezTo>
                  <a:pt x="132803" y="25160"/>
                  <a:pt x="136405" y="25550"/>
                  <a:pt x="139873" y="26329"/>
                </a:cubicBezTo>
                <a:cubicBezTo>
                  <a:pt x="143341" y="27107"/>
                  <a:pt x="146462" y="28525"/>
                  <a:pt x="149237" y="30583"/>
                </a:cubicBezTo>
                <a:cubicBezTo>
                  <a:pt x="152011" y="32642"/>
                  <a:pt x="154199" y="35520"/>
                  <a:pt x="155800" y="39220"/>
                </a:cubicBezTo>
                <a:cubicBezTo>
                  <a:pt x="157400" y="42919"/>
                  <a:pt x="158201" y="47689"/>
                  <a:pt x="158201" y="53530"/>
                </a:cubicBezTo>
                <a:lnTo>
                  <a:pt x="158201" y="107851"/>
                </a:lnTo>
                <a:lnTo>
                  <a:pt x="145876" y="107851"/>
                </a:lnTo>
                <a:lnTo>
                  <a:pt x="145395" y="96473"/>
                </a:lnTo>
                <a:cubicBezTo>
                  <a:pt x="141981" y="100426"/>
                  <a:pt x="138006" y="103550"/>
                  <a:pt x="133470" y="105847"/>
                </a:cubicBezTo>
                <a:cubicBezTo>
                  <a:pt x="128935" y="108144"/>
                  <a:pt x="123680" y="109293"/>
                  <a:pt x="117704" y="109293"/>
                </a:cubicBezTo>
                <a:moveTo>
                  <a:pt x="121225" y="99037"/>
                </a:moveTo>
                <a:cubicBezTo>
                  <a:pt x="126294" y="99037"/>
                  <a:pt x="130829" y="97783"/>
                  <a:pt x="134831" y="95276"/>
                </a:cubicBezTo>
                <a:cubicBezTo>
                  <a:pt x="138833" y="92768"/>
                  <a:pt x="142221" y="89486"/>
                  <a:pt x="144995" y="85428"/>
                </a:cubicBezTo>
                <a:lnTo>
                  <a:pt x="144995" y="68268"/>
                </a:lnTo>
                <a:cubicBezTo>
                  <a:pt x="131816" y="68437"/>
                  <a:pt x="122372" y="69860"/>
                  <a:pt x="116663" y="72537"/>
                </a:cubicBezTo>
                <a:cubicBezTo>
                  <a:pt x="110954" y="75213"/>
                  <a:pt x="108100" y="79623"/>
                  <a:pt x="108100" y="85766"/>
                </a:cubicBezTo>
                <a:cubicBezTo>
                  <a:pt x="108100" y="89824"/>
                  <a:pt x="109194" y="93051"/>
                  <a:pt x="111381" y="95446"/>
                </a:cubicBezTo>
                <a:cubicBezTo>
                  <a:pt x="113569" y="97840"/>
                  <a:pt x="116850" y="99037"/>
                  <a:pt x="121225" y="99037"/>
                </a:cubicBezTo>
                <a:close/>
                <a:moveTo>
                  <a:pt x="198439" y="107851"/>
                </a:moveTo>
                <a:cubicBezTo>
                  <a:pt x="192196" y="107851"/>
                  <a:pt x="187381" y="106801"/>
                  <a:pt x="183993" y="104703"/>
                </a:cubicBezTo>
                <a:cubicBezTo>
                  <a:pt x="180605" y="102605"/>
                  <a:pt x="178284" y="99583"/>
                  <a:pt x="177030" y="95636"/>
                </a:cubicBezTo>
                <a:cubicBezTo>
                  <a:pt x="175776" y="91690"/>
                  <a:pt x="175149" y="86947"/>
                  <a:pt x="175149" y="81406"/>
                </a:cubicBezTo>
                <a:lnTo>
                  <a:pt x="175149" y="37419"/>
                </a:lnTo>
                <a:lnTo>
                  <a:pt x="162184" y="37419"/>
                </a:lnTo>
                <a:lnTo>
                  <a:pt x="162184" y="26602"/>
                </a:lnTo>
                <a:lnTo>
                  <a:pt x="175149" y="26602"/>
                </a:lnTo>
                <a:lnTo>
                  <a:pt x="175149" y="8734"/>
                </a:lnTo>
                <a:lnTo>
                  <a:pt x="188515" y="8734"/>
                </a:lnTo>
                <a:lnTo>
                  <a:pt x="188515" y="26602"/>
                </a:lnTo>
                <a:lnTo>
                  <a:pt x="207803" y="26602"/>
                </a:lnTo>
                <a:lnTo>
                  <a:pt x="207803" y="37419"/>
                </a:lnTo>
                <a:lnTo>
                  <a:pt x="188515" y="37419"/>
                </a:lnTo>
                <a:lnTo>
                  <a:pt x="188515" y="81118"/>
                </a:lnTo>
                <a:cubicBezTo>
                  <a:pt x="188515" y="86255"/>
                  <a:pt x="189142" y="90179"/>
                  <a:pt x="190396" y="92889"/>
                </a:cubicBezTo>
                <a:cubicBezTo>
                  <a:pt x="191650" y="95599"/>
                  <a:pt x="194624" y="96953"/>
                  <a:pt x="199319" y="96953"/>
                </a:cubicBezTo>
                <a:lnTo>
                  <a:pt x="207803" y="96953"/>
                </a:lnTo>
                <a:lnTo>
                  <a:pt x="207803" y="107851"/>
                </a:lnTo>
                <a:lnTo>
                  <a:pt x="198439" y="107851"/>
                </a:lnTo>
                <a:close/>
                <a:moveTo>
                  <a:pt x="236603" y="109293"/>
                </a:moveTo>
                <a:cubicBezTo>
                  <a:pt x="232388" y="109293"/>
                  <a:pt x="228546" y="108437"/>
                  <a:pt x="225078" y="106726"/>
                </a:cubicBezTo>
                <a:cubicBezTo>
                  <a:pt x="221610" y="105014"/>
                  <a:pt x="218836" y="102446"/>
                  <a:pt x="216755" y="99024"/>
                </a:cubicBezTo>
                <a:cubicBezTo>
                  <a:pt x="214674" y="95600"/>
                  <a:pt x="213633" y="91349"/>
                  <a:pt x="213633" y="86269"/>
                </a:cubicBezTo>
                <a:cubicBezTo>
                  <a:pt x="213633" y="78982"/>
                  <a:pt x="215701" y="73462"/>
                  <a:pt x="219836" y="69708"/>
                </a:cubicBezTo>
                <a:cubicBezTo>
                  <a:pt x="223971" y="65954"/>
                  <a:pt x="229827" y="63414"/>
                  <a:pt x="237403" y="62088"/>
                </a:cubicBezTo>
                <a:cubicBezTo>
                  <a:pt x="244980" y="60763"/>
                  <a:pt x="253837" y="60045"/>
                  <a:pt x="263974" y="59935"/>
                </a:cubicBezTo>
                <a:lnTo>
                  <a:pt x="263974" y="53833"/>
                </a:lnTo>
                <a:cubicBezTo>
                  <a:pt x="263974" y="46670"/>
                  <a:pt x="262454" y="41756"/>
                  <a:pt x="259412" y="39092"/>
                </a:cubicBezTo>
                <a:cubicBezTo>
                  <a:pt x="256371" y="36428"/>
                  <a:pt x="252556" y="35096"/>
                  <a:pt x="247968" y="35096"/>
                </a:cubicBezTo>
                <a:cubicBezTo>
                  <a:pt x="242952" y="35096"/>
                  <a:pt x="238737" y="36504"/>
                  <a:pt x="235322" y="39320"/>
                </a:cubicBezTo>
                <a:cubicBezTo>
                  <a:pt x="231908" y="42136"/>
                  <a:pt x="230200" y="46644"/>
                  <a:pt x="230200" y="52844"/>
                </a:cubicBezTo>
                <a:lnTo>
                  <a:pt x="217235" y="52844"/>
                </a:lnTo>
                <a:cubicBezTo>
                  <a:pt x="217235" y="46283"/>
                  <a:pt x="218555" y="40961"/>
                  <a:pt x="221197" y="36876"/>
                </a:cubicBezTo>
                <a:cubicBezTo>
                  <a:pt x="223838" y="32789"/>
                  <a:pt x="227479" y="29816"/>
                  <a:pt x="232121" y="27954"/>
                </a:cubicBezTo>
                <a:cubicBezTo>
                  <a:pt x="236763" y="26091"/>
                  <a:pt x="242045" y="25160"/>
                  <a:pt x="247968" y="25160"/>
                </a:cubicBezTo>
                <a:cubicBezTo>
                  <a:pt x="251703" y="25160"/>
                  <a:pt x="255304" y="25550"/>
                  <a:pt x="258772" y="26329"/>
                </a:cubicBezTo>
                <a:cubicBezTo>
                  <a:pt x="262240" y="27107"/>
                  <a:pt x="265362" y="28525"/>
                  <a:pt x="268136" y="30583"/>
                </a:cubicBezTo>
                <a:cubicBezTo>
                  <a:pt x="270911" y="32642"/>
                  <a:pt x="273098" y="35520"/>
                  <a:pt x="274699" y="39220"/>
                </a:cubicBezTo>
                <a:cubicBezTo>
                  <a:pt x="276299" y="42919"/>
                  <a:pt x="277100" y="47689"/>
                  <a:pt x="277100" y="53530"/>
                </a:cubicBezTo>
                <a:lnTo>
                  <a:pt x="277100" y="107851"/>
                </a:lnTo>
                <a:lnTo>
                  <a:pt x="264775" y="107851"/>
                </a:lnTo>
                <a:lnTo>
                  <a:pt x="264294" y="96473"/>
                </a:lnTo>
                <a:cubicBezTo>
                  <a:pt x="260880" y="100426"/>
                  <a:pt x="256905" y="103550"/>
                  <a:pt x="252370" y="105847"/>
                </a:cubicBezTo>
                <a:cubicBezTo>
                  <a:pt x="247834" y="108144"/>
                  <a:pt x="242579" y="109293"/>
                  <a:pt x="236603" y="109293"/>
                </a:cubicBezTo>
                <a:moveTo>
                  <a:pt x="240124" y="99037"/>
                </a:moveTo>
                <a:cubicBezTo>
                  <a:pt x="245193" y="99037"/>
                  <a:pt x="249728" y="97783"/>
                  <a:pt x="253730" y="95276"/>
                </a:cubicBezTo>
                <a:cubicBezTo>
                  <a:pt x="257732" y="92768"/>
                  <a:pt x="261120" y="89486"/>
                  <a:pt x="263894" y="85428"/>
                </a:cubicBezTo>
                <a:lnTo>
                  <a:pt x="263894" y="68268"/>
                </a:lnTo>
                <a:cubicBezTo>
                  <a:pt x="250715" y="68437"/>
                  <a:pt x="241272" y="69860"/>
                  <a:pt x="235563" y="72537"/>
                </a:cubicBezTo>
                <a:cubicBezTo>
                  <a:pt x="229854" y="75213"/>
                  <a:pt x="226999" y="79623"/>
                  <a:pt x="226999" y="85766"/>
                </a:cubicBezTo>
                <a:cubicBezTo>
                  <a:pt x="226999" y="89824"/>
                  <a:pt x="228093" y="93051"/>
                  <a:pt x="230280" y="95446"/>
                </a:cubicBezTo>
                <a:cubicBezTo>
                  <a:pt x="232468" y="97840"/>
                  <a:pt x="235749" y="99037"/>
                  <a:pt x="240124" y="99037"/>
                </a:cubicBezTo>
                <a:close/>
                <a:moveTo>
                  <a:pt x="327983" y="109293"/>
                </a:moveTo>
                <a:cubicBezTo>
                  <a:pt x="322327" y="109293"/>
                  <a:pt x="317485" y="108238"/>
                  <a:pt x="313457" y="106128"/>
                </a:cubicBezTo>
                <a:cubicBezTo>
                  <a:pt x="309428" y="104018"/>
                  <a:pt x="306134" y="100906"/>
                  <a:pt x="303572" y="96793"/>
                </a:cubicBezTo>
                <a:lnTo>
                  <a:pt x="302932" y="107851"/>
                </a:lnTo>
                <a:lnTo>
                  <a:pt x="290367" y="107851"/>
                </a:lnTo>
                <a:lnTo>
                  <a:pt x="290367" y="0"/>
                </a:lnTo>
                <a:lnTo>
                  <a:pt x="303813" y="0"/>
                </a:lnTo>
                <a:lnTo>
                  <a:pt x="303813" y="38861"/>
                </a:lnTo>
                <a:cubicBezTo>
                  <a:pt x="306320" y="35122"/>
                  <a:pt x="309628" y="31904"/>
                  <a:pt x="313737" y="29206"/>
                </a:cubicBezTo>
                <a:cubicBezTo>
                  <a:pt x="317845" y="26509"/>
                  <a:pt x="322727" y="25160"/>
                  <a:pt x="328383" y="25160"/>
                </a:cubicBezTo>
                <a:cubicBezTo>
                  <a:pt x="334465" y="25160"/>
                  <a:pt x="339707" y="26731"/>
                  <a:pt x="344109" y="29872"/>
                </a:cubicBezTo>
                <a:cubicBezTo>
                  <a:pt x="348511" y="33012"/>
                  <a:pt x="351912" y="37695"/>
                  <a:pt x="354313" y="43922"/>
                </a:cubicBezTo>
                <a:cubicBezTo>
                  <a:pt x="356714" y="50147"/>
                  <a:pt x="357915" y="57901"/>
                  <a:pt x="357915" y="67184"/>
                </a:cubicBezTo>
                <a:cubicBezTo>
                  <a:pt x="357915" y="76412"/>
                  <a:pt x="356701" y="84153"/>
                  <a:pt x="354273" y="90408"/>
                </a:cubicBezTo>
                <a:cubicBezTo>
                  <a:pt x="351846" y="96661"/>
                  <a:pt x="348391" y="101372"/>
                  <a:pt x="343909" y="104540"/>
                </a:cubicBezTo>
                <a:cubicBezTo>
                  <a:pt x="339427" y="107709"/>
                  <a:pt x="334118" y="109293"/>
                  <a:pt x="327983" y="109293"/>
                </a:cubicBezTo>
                <a:moveTo>
                  <a:pt x="325422" y="98316"/>
                </a:moveTo>
                <a:cubicBezTo>
                  <a:pt x="331771" y="98316"/>
                  <a:pt x="336479" y="95595"/>
                  <a:pt x="339547" y="90153"/>
                </a:cubicBezTo>
                <a:cubicBezTo>
                  <a:pt x="342615" y="84711"/>
                  <a:pt x="344149" y="77028"/>
                  <a:pt x="344149" y="67104"/>
                </a:cubicBezTo>
                <a:cubicBezTo>
                  <a:pt x="344149" y="57066"/>
                  <a:pt x="342629" y="49369"/>
                  <a:pt x="339587" y="44012"/>
                </a:cubicBezTo>
                <a:cubicBezTo>
                  <a:pt x="336546" y="38655"/>
                  <a:pt x="331958" y="35977"/>
                  <a:pt x="325822" y="35977"/>
                </a:cubicBezTo>
                <a:cubicBezTo>
                  <a:pt x="320486" y="35977"/>
                  <a:pt x="315991" y="37599"/>
                  <a:pt x="312336" y="40842"/>
                </a:cubicBezTo>
                <a:cubicBezTo>
                  <a:pt x="308681" y="44084"/>
                  <a:pt x="305840" y="47819"/>
                  <a:pt x="303813" y="52047"/>
                </a:cubicBezTo>
                <a:lnTo>
                  <a:pt x="303813" y="83935"/>
                </a:lnTo>
                <a:cubicBezTo>
                  <a:pt x="305840" y="88334"/>
                  <a:pt x="308655" y="91830"/>
                  <a:pt x="312256" y="94424"/>
                </a:cubicBezTo>
                <a:cubicBezTo>
                  <a:pt x="315858" y="97018"/>
                  <a:pt x="320246" y="98316"/>
                  <a:pt x="325422" y="98316"/>
                </a:cubicBezTo>
                <a:close/>
                <a:moveTo>
                  <a:pt x="387956" y="109293"/>
                </a:moveTo>
                <a:cubicBezTo>
                  <a:pt x="383741" y="109293"/>
                  <a:pt x="379899" y="108437"/>
                  <a:pt x="376431" y="106726"/>
                </a:cubicBezTo>
                <a:cubicBezTo>
                  <a:pt x="372963" y="105014"/>
                  <a:pt x="370188" y="102446"/>
                  <a:pt x="368107" y="99024"/>
                </a:cubicBezTo>
                <a:cubicBezTo>
                  <a:pt x="366027" y="95600"/>
                  <a:pt x="364986" y="91349"/>
                  <a:pt x="364986" y="86269"/>
                </a:cubicBezTo>
                <a:cubicBezTo>
                  <a:pt x="364986" y="78982"/>
                  <a:pt x="367054" y="73462"/>
                  <a:pt x="371189" y="69708"/>
                </a:cubicBezTo>
                <a:cubicBezTo>
                  <a:pt x="375324" y="65954"/>
                  <a:pt x="381179" y="63414"/>
                  <a:pt x="388756" y="62088"/>
                </a:cubicBezTo>
                <a:cubicBezTo>
                  <a:pt x="396332" y="60763"/>
                  <a:pt x="405189" y="60045"/>
                  <a:pt x="415327" y="59935"/>
                </a:cubicBezTo>
                <a:lnTo>
                  <a:pt x="415327" y="53833"/>
                </a:lnTo>
                <a:cubicBezTo>
                  <a:pt x="415327" y="46670"/>
                  <a:pt x="413806" y="41756"/>
                  <a:pt x="410765" y="39092"/>
                </a:cubicBezTo>
                <a:cubicBezTo>
                  <a:pt x="407724" y="36428"/>
                  <a:pt x="403909" y="35096"/>
                  <a:pt x="399320" y="35096"/>
                </a:cubicBezTo>
                <a:cubicBezTo>
                  <a:pt x="394305" y="35096"/>
                  <a:pt x="390090" y="36504"/>
                  <a:pt x="386675" y="39320"/>
                </a:cubicBezTo>
                <a:cubicBezTo>
                  <a:pt x="383260" y="42136"/>
                  <a:pt x="381553" y="46644"/>
                  <a:pt x="381553" y="52844"/>
                </a:cubicBezTo>
                <a:lnTo>
                  <a:pt x="368588" y="52844"/>
                </a:lnTo>
                <a:cubicBezTo>
                  <a:pt x="368588" y="46283"/>
                  <a:pt x="369908" y="40961"/>
                  <a:pt x="372549" y="36876"/>
                </a:cubicBezTo>
                <a:cubicBezTo>
                  <a:pt x="375190" y="32789"/>
                  <a:pt x="378832" y="29816"/>
                  <a:pt x="383474" y="27954"/>
                </a:cubicBezTo>
                <a:cubicBezTo>
                  <a:pt x="388116" y="26091"/>
                  <a:pt x="393398" y="25160"/>
                  <a:pt x="399320" y="25160"/>
                </a:cubicBezTo>
                <a:cubicBezTo>
                  <a:pt x="403055" y="25160"/>
                  <a:pt x="406657" y="25550"/>
                  <a:pt x="410125" y="26329"/>
                </a:cubicBezTo>
                <a:cubicBezTo>
                  <a:pt x="413593" y="27107"/>
                  <a:pt x="416714" y="28525"/>
                  <a:pt x="419489" y="30583"/>
                </a:cubicBezTo>
                <a:cubicBezTo>
                  <a:pt x="422263" y="32642"/>
                  <a:pt x="424451" y="35520"/>
                  <a:pt x="426051" y="39220"/>
                </a:cubicBezTo>
                <a:cubicBezTo>
                  <a:pt x="427652" y="42919"/>
                  <a:pt x="428452" y="47689"/>
                  <a:pt x="428452" y="53530"/>
                </a:cubicBezTo>
                <a:lnTo>
                  <a:pt x="428452" y="107851"/>
                </a:lnTo>
                <a:lnTo>
                  <a:pt x="416127" y="107851"/>
                </a:lnTo>
                <a:lnTo>
                  <a:pt x="415647" y="96473"/>
                </a:lnTo>
                <a:cubicBezTo>
                  <a:pt x="412232" y="100426"/>
                  <a:pt x="408257" y="103550"/>
                  <a:pt x="403722" y="105847"/>
                </a:cubicBezTo>
                <a:cubicBezTo>
                  <a:pt x="399187" y="108144"/>
                  <a:pt x="393931" y="109293"/>
                  <a:pt x="387956" y="109293"/>
                </a:cubicBezTo>
                <a:moveTo>
                  <a:pt x="391477" y="99037"/>
                </a:moveTo>
                <a:cubicBezTo>
                  <a:pt x="396546" y="99037"/>
                  <a:pt x="401081" y="97783"/>
                  <a:pt x="405083" y="95276"/>
                </a:cubicBezTo>
                <a:cubicBezTo>
                  <a:pt x="409084" y="92768"/>
                  <a:pt x="412472" y="89486"/>
                  <a:pt x="415247" y="85428"/>
                </a:cubicBezTo>
                <a:lnTo>
                  <a:pt x="415247" y="68268"/>
                </a:lnTo>
                <a:cubicBezTo>
                  <a:pt x="402068" y="68437"/>
                  <a:pt x="392624" y="69860"/>
                  <a:pt x="386915" y="72537"/>
                </a:cubicBezTo>
                <a:cubicBezTo>
                  <a:pt x="381206" y="75213"/>
                  <a:pt x="378352" y="79623"/>
                  <a:pt x="378352" y="85766"/>
                </a:cubicBezTo>
                <a:cubicBezTo>
                  <a:pt x="378352" y="89824"/>
                  <a:pt x="379445" y="93051"/>
                  <a:pt x="381633" y="95446"/>
                </a:cubicBezTo>
                <a:cubicBezTo>
                  <a:pt x="383821" y="97840"/>
                  <a:pt x="387102" y="99037"/>
                  <a:pt x="391477" y="99037"/>
                </a:cubicBezTo>
                <a:close/>
                <a:moveTo>
                  <a:pt x="469731" y="109293"/>
                </a:moveTo>
                <a:cubicBezTo>
                  <a:pt x="465302" y="109293"/>
                  <a:pt x="461127" y="108802"/>
                  <a:pt x="457206" y="107821"/>
                </a:cubicBezTo>
                <a:cubicBezTo>
                  <a:pt x="453284" y="106839"/>
                  <a:pt x="449829" y="105255"/>
                  <a:pt x="446841" y="103068"/>
                </a:cubicBezTo>
                <a:cubicBezTo>
                  <a:pt x="443854" y="100880"/>
                  <a:pt x="441519" y="98047"/>
                  <a:pt x="439839" y="94570"/>
                </a:cubicBezTo>
                <a:cubicBezTo>
                  <a:pt x="438158" y="91092"/>
                  <a:pt x="437318" y="86857"/>
                  <a:pt x="437318" y="81865"/>
                </a:cubicBezTo>
                <a:lnTo>
                  <a:pt x="450203" y="81865"/>
                </a:lnTo>
                <a:cubicBezTo>
                  <a:pt x="450203" y="88330"/>
                  <a:pt x="452097" y="92862"/>
                  <a:pt x="455885" y="95461"/>
                </a:cubicBezTo>
                <a:cubicBezTo>
                  <a:pt x="459673" y="98058"/>
                  <a:pt x="464395" y="99357"/>
                  <a:pt x="470051" y="99357"/>
                </a:cubicBezTo>
                <a:cubicBezTo>
                  <a:pt x="475120" y="99357"/>
                  <a:pt x="479295" y="98323"/>
                  <a:pt x="482576" y="96255"/>
                </a:cubicBezTo>
                <a:cubicBezTo>
                  <a:pt x="485858" y="94187"/>
                  <a:pt x="487498" y="90792"/>
                  <a:pt x="487498" y="86071"/>
                </a:cubicBezTo>
                <a:cubicBezTo>
                  <a:pt x="487498" y="82033"/>
                  <a:pt x="486018" y="79061"/>
                  <a:pt x="483056" y="77155"/>
                </a:cubicBezTo>
                <a:cubicBezTo>
                  <a:pt x="480095" y="75247"/>
                  <a:pt x="474853" y="73311"/>
                  <a:pt x="467330" y="71348"/>
                </a:cubicBezTo>
                <a:cubicBezTo>
                  <a:pt x="461247" y="69834"/>
                  <a:pt x="456152" y="68081"/>
                  <a:pt x="452044" y="66090"/>
                </a:cubicBezTo>
                <a:cubicBezTo>
                  <a:pt x="447935" y="64098"/>
                  <a:pt x="444841" y="61574"/>
                  <a:pt x="442760" y="58518"/>
                </a:cubicBezTo>
                <a:cubicBezTo>
                  <a:pt x="440679" y="55461"/>
                  <a:pt x="439638" y="51605"/>
                  <a:pt x="439638" y="46949"/>
                </a:cubicBezTo>
                <a:cubicBezTo>
                  <a:pt x="439638" y="43360"/>
                  <a:pt x="440372" y="40206"/>
                  <a:pt x="441839" y="37487"/>
                </a:cubicBezTo>
                <a:cubicBezTo>
                  <a:pt x="443307" y="34766"/>
                  <a:pt x="445361" y="32494"/>
                  <a:pt x="448002" y="30671"/>
                </a:cubicBezTo>
                <a:cubicBezTo>
                  <a:pt x="450643" y="28848"/>
                  <a:pt x="453738" y="27474"/>
                  <a:pt x="457286" y="26550"/>
                </a:cubicBezTo>
                <a:cubicBezTo>
                  <a:pt x="460834" y="25623"/>
                  <a:pt x="464689" y="25160"/>
                  <a:pt x="468851" y="25160"/>
                </a:cubicBezTo>
                <a:cubicBezTo>
                  <a:pt x="472959" y="25160"/>
                  <a:pt x="476814" y="25665"/>
                  <a:pt x="480415" y="26675"/>
                </a:cubicBezTo>
                <a:cubicBezTo>
                  <a:pt x="484017" y="27685"/>
                  <a:pt x="487205" y="29241"/>
                  <a:pt x="489979" y="31345"/>
                </a:cubicBezTo>
                <a:cubicBezTo>
                  <a:pt x="492754" y="33448"/>
                  <a:pt x="494928" y="36168"/>
                  <a:pt x="496502" y="39505"/>
                </a:cubicBezTo>
                <a:cubicBezTo>
                  <a:pt x="498076" y="42842"/>
                  <a:pt x="498863" y="46810"/>
                  <a:pt x="498863" y="51409"/>
                </a:cubicBezTo>
                <a:lnTo>
                  <a:pt x="485898" y="51409"/>
                </a:lnTo>
                <a:cubicBezTo>
                  <a:pt x="485898" y="45561"/>
                  <a:pt x="484257" y="41407"/>
                  <a:pt x="480976" y="38947"/>
                </a:cubicBezTo>
                <a:cubicBezTo>
                  <a:pt x="477694" y="36486"/>
                  <a:pt x="473653" y="35256"/>
                  <a:pt x="468851" y="35256"/>
                </a:cubicBezTo>
                <a:cubicBezTo>
                  <a:pt x="464049" y="35256"/>
                  <a:pt x="460154" y="36166"/>
                  <a:pt x="457166" y="37988"/>
                </a:cubicBezTo>
                <a:cubicBezTo>
                  <a:pt x="454178" y="39807"/>
                  <a:pt x="452684" y="42654"/>
                  <a:pt x="452684" y="46529"/>
                </a:cubicBezTo>
                <a:cubicBezTo>
                  <a:pt x="452684" y="48715"/>
                  <a:pt x="453351" y="50567"/>
                  <a:pt x="454685" y="52082"/>
                </a:cubicBezTo>
                <a:cubicBezTo>
                  <a:pt x="456019" y="53596"/>
                  <a:pt x="458260" y="54957"/>
                  <a:pt x="461407" y="56164"/>
                </a:cubicBezTo>
                <a:cubicBezTo>
                  <a:pt x="464555" y="57369"/>
                  <a:pt x="468771" y="58644"/>
                  <a:pt x="474053" y="59990"/>
                </a:cubicBezTo>
                <a:cubicBezTo>
                  <a:pt x="479922" y="61449"/>
                  <a:pt x="484817" y="63188"/>
                  <a:pt x="488739" y="65208"/>
                </a:cubicBezTo>
                <a:cubicBezTo>
                  <a:pt x="492660" y="67226"/>
                  <a:pt x="495622" y="69835"/>
                  <a:pt x="497623" y="73033"/>
                </a:cubicBezTo>
                <a:cubicBezTo>
                  <a:pt x="499623" y="76230"/>
                  <a:pt x="500624" y="80352"/>
                  <a:pt x="500624" y="85400"/>
                </a:cubicBezTo>
                <a:cubicBezTo>
                  <a:pt x="500624" y="89550"/>
                  <a:pt x="499850" y="93140"/>
                  <a:pt x="498303" y="96170"/>
                </a:cubicBezTo>
                <a:cubicBezTo>
                  <a:pt x="496755" y="99198"/>
                  <a:pt x="494581" y="101679"/>
                  <a:pt x="491780" y="103614"/>
                </a:cubicBezTo>
                <a:cubicBezTo>
                  <a:pt x="488979" y="105549"/>
                  <a:pt x="485698" y="106978"/>
                  <a:pt x="481936" y="107903"/>
                </a:cubicBezTo>
                <a:cubicBezTo>
                  <a:pt x="478174" y="108830"/>
                  <a:pt x="474106" y="109293"/>
                  <a:pt x="469731" y="109293"/>
                </a:cubicBezTo>
                <a:close/>
                <a:moveTo>
                  <a:pt x="544082" y="109293"/>
                </a:moveTo>
                <a:cubicBezTo>
                  <a:pt x="535972" y="109293"/>
                  <a:pt x="529276" y="107445"/>
                  <a:pt x="523993" y="103749"/>
                </a:cubicBezTo>
                <a:cubicBezTo>
                  <a:pt x="518711" y="100052"/>
                  <a:pt x="514776" y="95020"/>
                  <a:pt x="512188" y="88655"/>
                </a:cubicBezTo>
                <a:cubicBezTo>
                  <a:pt x="509601" y="82290"/>
                  <a:pt x="508307" y="75133"/>
                  <a:pt x="508307" y="67184"/>
                </a:cubicBezTo>
                <a:cubicBezTo>
                  <a:pt x="508307" y="58902"/>
                  <a:pt x="509561" y="51607"/>
                  <a:pt x="512068" y="45297"/>
                </a:cubicBezTo>
                <a:cubicBezTo>
                  <a:pt x="514576" y="38987"/>
                  <a:pt x="518378" y="34053"/>
                  <a:pt x="523473" y="30496"/>
                </a:cubicBezTo>
                <a:cubicBezTo>
                  <a:pt x="528569" y="26938"/>
                  <a:pt x="534958" y="25160"/>
                  <a:pt x="542641" y="25160"/>
                </a:cubicBezTo>
                <a:cubicBezTo>
                  <a:pt x="552939" y="25160"/>
                  <a:pt x="560995" y="28498"/>
                  <a:pt x="566811" y="35176"/>
                </a:cubicBezTo>
                <a:cubicBezTo>
                  <a:pt x="572627" y="41851"/>
                  <a:pt x="575535" y="51448"/>
                  <a:pt x="575535" y="63966"/>
                </a:cubicBezTo>
                <a:cubicBezTo>
                  <a:pt x="575535" y="64801"/>
                  <a:pt x="575521" y="65788"/>
                  <a:pt x="575495" y="66928"/>
                </a:cubicBezTo>
                <a:cubicBezTo>
                  <a:pt x="575468" y="68069"/>
                  <a:pt x="575401" y="68889"/>
                  <a:pt x="575295" y="69390"/>
                </a:cubicBezTo>
                <a:lnTo>
                  <a:pt x="521752" y="69390"/>
                </a:lnTo>
                <a:cubicBezTo>
                  <a:pt x="521806" y="74740"/>
                  <a:pt x="522579" y="79654"/>
                  <a:pt x="524073" y="84131"/>
                </a:cubicBezTo>
                <a:cubicBezTo>
                  <a:pt x="525567" y="88608"/>
                  <a:pt x="527955" y="92198"/>
                  <a:pt x="531236" y="94903"/>
                </a:cubicBezTo>
                <a:cubicBezTo>
                  <a:pt x="534518" y="97605"/>
                  <a:pt x="538799" y="98957"/>
                  <a:pt x="544082" y="98957"/>
                </a:cubicBezTo>
                <a:cubicBezTo>
                  <a:pt x="549791" y="98957"/>
                  <a:pt x="554233" y="97463"/>
                  <a:pt x="557407" y="94477"/>
                </a:cubicBezTo>
                <a:cubicBezTo>
                  <a:pt x="560582" y="91491"/>
                  <a:pt x="562249" y="87182"/>
                  <a:pt x="562409" y="81552"/>
                </a:cubicBezTo>
                <a:lnTo>
                  <a:pt x="575615" y="81552"/>
                </a:lnTo>
                <a:cubicBezTo>
                  <a:pt x="575455" y="87272"/>
                  <a:pt x="574081" y="92202"/>
                  <a:pt x="571493" y="96340"/>
                </a:cubicBezTo>
                <a:cubicBezTo>
                  <a:pt x="568905" y="100476"/>
                  <a:pt x="565290" y="103670"/>
                  <a:pt x="560649" y="105920"/>
                </a:cubicBezTo>
                <a:cubicBezTo>
                  <a:pt x="556007" y="108169"/>
                  <a:pt x="550484" y="109293"/>
                  <a:pt x="544082" y="109293"/>
                </a:cubicBezTo>
                <a:moveTo>
                  <a:pt x="521832" y="59614"/>
                </a:moveTo>
                <a:lnTo>
                  <a:pt x="562329" y="59614"/>
                </a:lnTo>
                <a:cubicBezTo>
                  <a:pt x="562169" y="51779"/>
                  <a:pt x="560382" y="45787"/>
                  <a:pt x="556967" y="41638"/>
                </a:cubicBezTo>
                <a:cubicBezTo>
                  <a:pt x="553552" y="37490"/>
                  <a:pt x="548777" y="35416"/>
                  <a:pt x="542641" y="35416"/>
                </a:cubicBezTo>
                <a:cubicBezTo>
                  <a:pt x="536398" y="35416"/>
                  <a:pt x="531530" y="37476"/>
                  <a:pt x="528035" y="41596"/>
                </a:cubicBezTo>
                <a:cubicBezTo>
                  <a:pt x="524540" y="45716"/>
                  <a:pt x="522473" y="51722"/>
                  <a:pt x="521832" y="59614"/>
                </a:cubicBez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+Query">
            <a:extLst xmlns:a="http://schemas.openxmlformats.org/drawingml/2006/main">
              <a:ext uri="{FF2B5EF4-FFF2-40B4-BE49-F238E27FC236}">
                <a16:creationId xmlns:a16="http://schemas.microsoft.com/office/drawing/2014/main" id="{B4BB25AA-158A-409B-99D8-A5709AF0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242" y="1596844"/>
            <a:ext cx="598619" cy="137978"/>
          </a:xfrm>
          <a:custGeom xmlns:a="http://schemas.openxmlformats.org/drawingml/2006/main">
            <a:pathLst>
              <a:path w="598619" h="137978">
                <a:moveTo>
                  <a:pt x="28812" y="20993"/>
                </a:moveTo>
                <a:lnTo>
                  <a:pt x="28812" y="49759"/>
                </a:lnTo>
                <a:lnTo>
                  <a:pt x="0" y="49759"/>
                </a:lnTo>
                <a:lnTo>
                  <a:pt x="0" y="61377"/>
                </a:lnTo>
                <a:lnTo>
                  <a:pt x="28812" y="61377"/>
                </a:lnTo>
                <a:lnTo>
                  <a:pt x="28812" y="90303"/>
                </a:lnTo>
                <a:lnTo>
                  <a:pt x="40417" y="90303"/>
                </a:lnTo>
                <a:lnTo>
                  <a:pt x="40417" y="61377"/>
                </a:lnTo>
                <a:lnTo>
                  <a:pt x="69229" y="61377"/>
                </a:lnTo>
                <a:lnTo>
                  <a:pt x="69229" y="49759"/>
                </a:lnTo>
                <a:lnTo>
                  <a:pt x="40417" y="49759"/>
                </a:lnTo>
                <a:lnTo>
                  <a:pt x="40417" y="20993"/>
                </a:lnTo>
                <a:lnTo>
                  <a:pt x="28812" y="20993"/>
                </a:lnTo>
                <a:close/>
                <a:moveTo>
                  <a:pt x="254034" y="107981"/>
                </a:moveTo>
                <a:lnTo>
                  <a:pt x="255108" y="107601"/>
                </a:lnTo>
                <a:lnTo>
                  <a:pt x="256163" y="107197"/>
                </a:lnTo>
                <a:lnTo>
                  <a:pt x="257201" y="106769"/>
                </a:lnTo>
                <a:lnTo>
                  <a:pt x="258219" y="106316"/>
                </a:lnTo>
                <a:lnTo>
                  <a:pt x="259220" y="105839"/>
                </a:lnTo>
                <a:lnTo>
                  <a:pt x="260201" y="105337"/>
                </a:lnTo>
                <a:lnTo>
                  <a:pt x="261164" y="104810"/>
                </a:lnTo>
                <a:lnTo>
                  <a:pt x="262109" y="104259"/>
                </a:lnTo>
                <a:lnTo>
                  <a:pt x="263036" y="103684"/>
                </a:lnTo>
                <a:lnTo>
                  <a:pt x="263943" y="103087"/>
                </a:lnTo>
                <a:lnTo>
                  <a:pt x="264832" y="102472"/>
                </a:lnTo>
                <a:lnTo>
                  <a:pt x="265702" y="101837"/>
                </a:lnTo>
                <a:lnTo>
                  <a:pt x="266554" y="101185"/>
                </a:lnTo>
                <a:lnTo>
                  <a:pt x="267386" y="100513"/>
                </a:lnTo>
                <a:lnTo>
                  <a:pt x="268200" y="99823"/>
                </a:lnTo>
                <a:lnTo>
                  <a:pt x="268995" y="99114"/>
                </a:lnTo>
                <a:lnTo>
                  <a:pt x="269772" y="98387"/>
                </a:lnTo>
                <a:lnTo>
                  <a:pt x="270529" y="97641"/>
                </a:lnTo>
                <a:lnTo>
                  <a:pt x="271268" y="96876"/>
                </a:lnTo>
                <a:lnTo>
                  <a:pt x="271988" y="96093"/>
                </a:lnTo>
                <a:lnTo>
                  <a:pt x="272690" y="95291"/>
                </a:lnTo>
                <a:lnTo>
                  <a:pt x="273372" y="94470"/>
                </a:lnTo>
                <a:lnTo>
                  <a:pt x="274036" y="93631"/>
                </a:lnTo>
                <a:lnTo>
                  <a:pt x="274681" y="92773"/>
                </a:lnTo>
                <a:lnTo>
                  <a:pt x="275307" y="91896"/>
                </a:lnTo>
                <a:lnTo>
                  <a:pt x="275915" y="91001"/>
                </a:lnTo>
                <a:lnTo>
                  <a:pt x="276504" y="90088"/>
                </a:lnTo>
                <a:lnTo>
                  <a:pt x="277074" y="89155"/>
                </a:lnTo>
                <a:lnTo>
                  <a:pt x="277625" y="88204"/>
                </a:lnTo>
                <a:lnTo>
                  <a:pt x="278157" y="87234"/>
                </a:lnTo>
                <a:lnTo>
                  <a:pt x="278671" y="86246"/>
                </a:lnTo>
                <a:lnTo>
                  <a:pt x="279166" y="85239"/>
                </a:lnTo>
                <a:lnTo>
                  <a:pt x="279642" y="84213"/>
                </a:lnTo>
                <a:lnTo>
                  <a:pt x="280100" y="83171"/>
                </a:lnTo>
                <a:lnTo>
                  <a:pt x="280537" y="82116"/>
                </a:lnTo>
                <a:lnTo>
                  <a:pt x="280955" y="81047"/>
                </a:lnTo>
                <a:lnTo>
                  <a:pt x="281354" y="79964"/>
                </a:lnTo>
                <a:lnTo>
                  <a:pt x="281734" y="78868"/>
                </a:lnTo>
                <a:lnTo>
                  <a:pt x="282093" y="77758"/>
                </a:lnTo>
                <a:lnTo>
                  <a:pt x="282434" y="76634"/>
                </a:lnTo>
                <a:lnTo>
                  <a:pt x="282755" y="75497"/>
                </a:lnTo>
                <a:lnTo>
                  <a:pt x="283056" y="74346"/>
                </a:lnTo>
                <a:lnTo>
                  <a:pt x="283338" y="73182"/>
                </a:lnTo>
                <a:lnTo>
                  <a:pt x="283601" y="72004"/>
                </a:lnTo>
                <a:lnTo>
                  <a:pt x="283844" y="70812"/>
                </a:lnTo>
                <a:lnTo>
                  <a:pt x="284068" y="69607"/>
                </a:lnTo>
                <a:lnTo>
                  <a:pt x="284272" y="68388"/>
                </a:lnTo>
                <a:lnTo>
                  <a:pt x="284457" y="67155"/>
                </a:lnTo>
                <a:lnTo>
                  <a:pt x="284622" y="65909"/>
                </a:lnTo>
                <a:lnTo>
                  <a:pt x="284768" y="64649"/>
                </a:lnTo>
                <a:lnTo>
                  <a:pt x="284895" y="63375"/>
                </a:lnTo>
                <a:lnTo>
                  <a:pt x="285002" y="62088"/>
                </a:lnTo>
                <a:lnTo>
                  <a:pt x="285089" y="60787"/>
                </a:lnTo>
                <a:lnTo>
                  <a:pt x="285157" y="59473"/>
                </a:lnTo>
                <a:lnTo>
                  <a:pt x="285206" y="58145"/>
                </a:lnTo>
                <a:lnTo>
                  <a:pt x="285235" y="56803"/>
                </a:lnTo>
                <a:lnTo>
                  <a:pt x="285245" y="55448"/>
                </a:lnTo>
                <a:lnTo>
                  <a:pt x="285235" y="54092"/>
                </a:lnTo>
                <a:lnTo>
                  <a:pt x="285206" y="52750"/>
                </a:lnTo>
                <a:lnTo>
                  <a:pt x="285157" y="51421"/>
                </a:lnTo>
                <a:lnTo>
                  <a:pt x="285089" y="50106"/>
                </a:lnTo>
                <a:lnTo>
                  <a:pt x="285002" y="48804"/>
                </a:lnTo>
                <a:lnTo>
                  <a:pt x="284895" y="47515"/>
                </a:lnTo>
                <a:lnTo>
                  <a:pt x="284768" y="46240"/>
                </a:lnTo>
                <a:lnTo>
                  <a:pt x="284622" y="44978"/>
                </a:lnTo>
                <a:lnTo>
                  <a:pt x="284457" y="43729"/>
                </a:lnTo>
                <a:lnTo>
                  <a:pt x="284272" y="42494"/>
                </a:lnTo>
                <a:lnTo>
                  <a:pt x="284068" y="41272"/>
                </a:lnTo>
                <a:lnTo>
                  <a:pt x="283844" y="40063"/>
                </a:lnTo>
                <a:lnTo>
                  <a:pt x="283601" y="38868"/>
                </a:lnTo>
                <a:lnTo>
                  <a:pt x="283338" y="37686"/>
                </a:lnTo>
                <a:lnTo>
                  <a:pt x="283056" y="36518"/>
                </a:lnTo>
                <a:lnTo>
                  <a:pt x="282755" y="35363"/>
                </a:lnTo>
                <a:lnTo>
                  <a:pt x="282434" y="34221"/>
                </a:lnTo>
                <a:lnTo>
                  <a:pt x="282093" y="33092"/>
                </a:lnTo>
                <a:lnTo>
                  <a:pt x="281734" y="31977"/>
                </a:lnTo>
                <a:lnTo>
                  <a:pt x="281354" y="30876"/>
                </a:lnTo>
                <a:lnTo>
                  <a:pt x="280955" y="29787"/>
                </a:lnTo>
                <a:lnTo>
                  <a:pt x="280537" y="28712"/>
                </a:lnTo>
                <a:lnTo>
                  <a:pt x="280100" y="27650"/>
                </a:lnTo>
                <a:lnTo>
                  <a:pt x="279642" y="26602"/>
                </a:lnTo>
                <a:lnTo>
                  <a:pt x="279166" y="25570"/>
                </a:lnTo>
                <a:lnTo>
                  <a:pt x="278671" y="24557"/>
                </a:lnTo>
                <a:lnTo>
                  <a:pt x="278157" y="23562"/>
                </a:lnTo>
                <a:lnTo>
                  <a:pt x="277625" y="22587"/>
                </a:lnTo>
                <a:lnTo>
                  <a:pt x="277074" y="21630"/>
                </a:lnTo>
                <a:lnTo>
                  <a:pt x="276504" y="20693"/>
                </a:lnTo>
                <a:lnTo>
                  <a:pt x="275915" y="19774"/>
                </a:lnTo>
                <a:lnTo>
                  <a:pt x="275307" y="18874"/>
                </a:lnTo>
                <a:lnTo>
                  <a:pt x="274681" y="17993"/>
                </a:lnTo>
                <a:lnTo>
                  <a:pt x="274036" y="17132"/>
                </a:lnTo>
                <a:lnTo>
                  <a:pt x="273372" y="16289"/>
                </a:lnTo>
                <a:lnTo>
                  <a:pt x="272690" y="15464"/>
                </a:lnTo>
                <a:lnTo>
                  <a:pt x="271988" y="14659"/>
                </a:lnTo>
                <a:lnTo>
                  <a:pt x="271268" y="13873"/>
                </a:lnTo>
                <a:lnTo>
                  <a:pt x="270529" y="13106"/>
                </a:lnTo>
                <a:lnTo>
                  <a:pt x="269772" y="12357"/>
                </a:lnTo>
                <a:lnTo>
                  <a:pt x="268995" y="11628"/>
                </a:lnTo>
                <a:lnTo>
                  <a:pt x="268200" y="10917"/>
                </a:lnTo>
                <a:lnTo>
                  <a:pt x="267386" y="10226"/>
                </a:lnTo>
                <a:lnTo>
                  <a:pt x="266554" y="9553"/>
                </a:lnTo>
                <a:lnTo>
                  <a:pt x="265702" y="8899"/>
                </a:lnTo>
                <a:lnTo>
                  <a:pt x="264832" y="8264"/>
                </a:lnTo>
                <a:lnTo>
                  <a:pt x="263943" y="7648"/>
                </a:lnTo>
                <a:lnTo>
                  <a:pt x="263036" y="7051"/>
                </a:lnTo>
                <a:lnTo>
                  <a:pt x="262109" y="6476"/>
                </a:lnTo>
                <a:lnTo>
                  <a:pt x="261164" y="5925"/>
                </a:lnTo>
                <a:lnTo>
                  <a:pt x="260201" y="5399"/>
                </a:lnTo>
                <a:lnTo>
                  <a:pt x="259220" y="4897"/>
                </a:lnTo>
                <a:lnTo>
                  <a:pt x="258219" y="4419"/>
                </a:lnTo>
                <a:lnTo>
                  <a:pt x="257201" y="3966"/>
                </a:lnTo>
                <a:lnTo>
                  <a:pt x="256163" y="3538"/>
                </a:lnTo>
                <a:lnTo>
                  <a:pt x="255108" y="3134"/>
                </a:lnTo>
                <a:lnTo>
                  <a:pt x="254034" y="2754"/>
                </a:lnTo>
                <a:lnTo>
                  <a:pt x="252941" y="2399"/>
                </a:lnTo>
                <a:lnTo>
                  <a:pt x="251830" y="2069"/>
                </a:lnTo>
                <a:lnTo>
                  <a:pt x="250700" y="1763"/>
                </a:lnTo>
                <a:lnTo>
                  <a:pt x="249552" y="1481"/>
                </a:lnTo>
                <a:lnTo>
                  <a:pt x="248386" y="1224"/>
                </a:lnTo>
                <a:lnTo>
                  <a:pt x="247201" y="992"/>
                </a:lnTo>
                <a:lnTo>
                  <a:pt x="245997" y="783"/>
                </a:lnTo>
                <a:lnTo>
                  <a:pt x="244775" y="600"/>
                </a:lnTo>
                <a:lnTo>
                  <a:pt x="243535" y="441"/>
                </a:lnTo>
                <a:lnTo>
                  <a:pt x="242276" y="306"/>
                </a:lnTo>
                <a:lnTo>
                  <a:pt x="240999" y="196"/>
                </a:lnTo>
                <a:lnTo>
                  <a:pt x="239703" y="110"/>
                </a:lnTo>
                <a:lnTo>
                  <a:pt x="238388" y="49"/>
                </a:lnTo>
                <a:lnTo>
                  <a:pt x="237056" y="12"/>
                </a:lnTo>
                <a:lnTo>
                  <a:pt x="235704" y="0"/>
                </a:lnTo>
                <a:lnTo>
                  <a:pt x="234340" y="12"/>
                </a:lnTo>
                <a:lnTo>
                  <a:pt x="232994" y="49"/>
                </a:lnTo>
                <a:lnTo>
                  <a:pt x="231668" y="110"/>
                </a:lnTo>
                <a:lnTo>
                  <a:pt x="230360" y="196"/>
                </a:lnTo>
                <a:lnTo>
                  <a:pt x="229071" y="306"/>
                </a:lnTo>
                <a:lnTo>
                  <a:pt x="227801" y="441"/>
                </a:lnTo>
                <a:lnTo>
                  <a:pt x="226550" y="600"/>
                </a:lnTo>
                <a:lnTo>
                  <a:pt x="225318" y="783"/>
                </a:lnTo>
                <a:lnTo>
                  <a:pt x="224104" y="992"/>
                </a:lnTo>
                <a:lnTo>
                  <a:pt x="222910" y="1224"/>
                </a:lnTo>
                <a:lnTo>
                  <a:pt x="221735" y="1481"/>
                </a:lnTo>
                <a:lnTo>
                  <a:pt x="220578" y="1763"/>
                </a:lnTo>
                <a:lnTo>
                  <a:pt x="219440" y="2069"/>
                </a:lnTo>
                <a:lnTo>
                  <a:pt x="218321" y="2399"/>
                </a:lnTo>
                <a:lnTo>
                  <a:pt x="217222" y="2754"/>
                </a:lnTo>
                <a:lnTo>
                  <a:pt x="216141" y="3134"/>
                </a:lnTo>
                <a:lnTo>
                  <a:pt x="215078" y="3538"/>
                </a:lnTo>
                <a:lnTo>
                  <a:pt x="214035" y="3966"/>
                </a:lnTo>
                <a:lnTo>
                  <a:pt x="213011" y="4419"/>
                </a:lnTo>
                <a:lnTo>
                  <a:pt x="212005" y="4897"/>
                </a:lnTo>
                <a:lnTo>
                  <a:pt x="211019" y="5399"/>
                </a:lnTo>
                <a:lnTo>
                  <a:pt x="210051" y="5925"/>
                </a:lnTo>
                <a:lnTo>
                  <a:pt x="209103" y="6476"/>
                </a:lnTo>
                <a:lnTo>
                  <a:pt x="208173" y="7051"/>
                </a:lnTo>
                <a:lnTo>
                  <a:pt x="207262" y="7648"/>
                </a:lnTo>
                <a:lnTo>
                  <a:pt x="206370" y="8264"/>
                </a:lnTo>
                <a:lnTo>
                  <a:pt x="205497" y="8899"/>
                </a:lnTo>
                <a:lnTo>
                  <a:pt x="204642" y="9553"/>
                </a:lnTo>
                <a:lnTo>
                  <a:pt x="203807" y="10226"/>
                </a:lnTo>
                <a:lnTo>
                  <a:pt x="202991" y="10917"/>
                </a:lnTo>
                <a:lnTo>
                  <a:pt x="202193" y="11628"/>
                </a:lnTo>
                <a:lnTo>
                  <a:pt x="201414" y="12357"/>
                </a:lnTo>
                <a:lnTo>
                  <a:pt x="200655" y="13106"/>
                </a:lnTo>
                <a:lnTo>
                  <a:pt x="199914" y="13873"/>
                </a:lnTo>
                <a:lnTo>
                  <a:pt x="199192" y="14659"/>
                </a:lnTo>
                <a:lnTo>
                  <a:pt x="198489" y="15464"/>
                </a:lnTo>
                <a:lnTo>
                  <a:pt x="197805" y="16289"/>
                </a:lnTo>
                <a:lnTo>
                  <a:pt x="197139" y="17132"/>
                </a:lnTo>
                <a:lnTo>
                  <a:pt x="196493" y="17993"/>
                </a:lnTo>
                <a:lnTo>
                  <a:pt x="195865" y="18874"/>
                </a:lnTo>
                <a:lnTo>
                  <a:pt x="195257" y="19774"/>
                </a:lnTo>
                <a:lnTo>
                  <a:pt x="194667" y="20693"/>
                </a:lnTo>
                <a:lnTo>
                  <a:pt x="194096" y="21630"/>
                </a:lnTo>
                <a:lnTo>
                  <a:pt x="193545" y="22587"/>
                </a:lnTo>
                <a:lnTo>
                  <a:pt x="193012" y="23562"/>
                </a:lnTo>
                <a:lnTo>
                  <a:pt x="192497" y="24557"/>
                </a:lnTo>
                <a:lnTo>
                  <a:pt x="192002" y="25570"/>
                </a:lnTo>
                <a:lnTo>
                  <a:pt x="191526" y="26602"/>
                </a:lnTo>
                <a:lnTo>
                  <a:pt x="191069" y="27650"/>
                </a:lnTo>
                <a:lnTo>
                  <a:pt x="190631" y="28712"/>
                </a:lnTo>
                <a:lnTo>
                  <a:pt x="190213" y="29787"/>
                </a:lnTo>
                <a:lnTo>
                  <a:pt x="189814" y="30876"/>
                </a:lnTo>
                <a:lnTo>
                  <a:pt x="189435" y="31977"/>
                </a:lnTo>
                <a:lnTo>
                  <a:pt x="189075" y="33092"/>
                </a:lnTo>
                <a:lnTo>
                  <a:pt x="188734" y="34221"/>
                </a:lnTo>
                <a:lnTo>
                  <a:pt x="188413" y="35363"/>
                </a:lnTo>
                <a:lnTo>
                  <a:pt x="188112" y="36518"/>
                </a:lnTo>
                <a:lnTo>
                  <a:pt x="187830" y="37686"/>
                </a:lnTo>
                <a:lnTo>
                  <a:pt x="187567" y="38868"/>
                </a:lnTo>
                <a:lnTo>
                  <a:pt x="187324" y="40063"/>
                </a:lnTo>
                <a:lnTo>
                  <a:pt x="187100" y="41272"/>
                </a:lnTo>
                <a:lnTo>
                  <a:pt x="186896" y="42494"/>
                </a:lnTo>
                <a:lnTo>
                  <a:pt x="186711" y="43729"/>
                </a:lnTo>
                <a:lnTo>
                  <a:pt x="186546" y="44978"/>
                </a:lnTo>
                <a:lnTo>
                  <a:pt x="186400" y="46240"/>
                </a:lnTo>
                <a:lnTo>
                  <a:pt x="186274" y="47515"/>
                </a:lnTo>
                <a:lnTo>
                  <a:pt x="186167" y="48804"/>
                </a:lnTo>
                <a:lnTo>
                  <a:pt x="186079" y="50106"/>
                </a:lnTo>
                <a:lnTo>
                  <a:pt x="186011" y="51421"/>
                </a:lnTo>
                <a:lnTo>
                  <a:pt x="185962" y="52750"/>
                </a:lnTo>
                <a:lnTo>
                  <a:pt x="185933" y="54092"/>
                </a:lnTo>
                <a:lnTo>
                  <a:pt x="185924" y="55448"/>
                </a:lnTo>
                <a:lnTo>
                  <a:pt x="185933" y="56803"/>
                </a:lnTo>
                <a:lnTo>
                  <a:pt x="185962" y="58145"/>
                </a:lnTo>
                <a:lnTo>
                  <a:pt x="186011" y="59473"/>
                </a:lnTo>
                <a:lnTo>
                  <a:pt x="186079" y="60787"/>
                </a:lnTo>
                <a:lnTo>
                  <a:pt x="186167" y="62088"/>
                </a:lnTo>
                <a:lnTo>
                  <a:pt x="186274" y="63375"/>
                </a:lnTo>
                <a:lnTo>
                  <a:pt x="186400" y="64649"/>
                </a:lnTo>
                <a:lnTo>
                  <a:pt x="186546" y="65909"/>
                </a:lnTo>
                <a:lnTo>
                  <a:pt x="186711" y="67155"/>
                </a:lnTo>
                <a:lnTo>
                  <a:pt x="186896" y="68388"/>
                </a:lnTo>
                <a:lnTo>
                  <a:pt x="187100" y="69607"/>
                </a:lnTo>
                <a:lnTo>
                  <a:pt x="187324" y="70812"/>
                </a:lnTo>
                <a:lnTo>
                  <a:pt x="187567" y="72004"/>
                </a:lnTo>
                <a:lnTo>
                  <a:pt x="187830" y="73182"/>
                </a:lnTo>
                <a:lnTo>
                  <a:pt x="188112" y="74346"/>
                </a:lnTo>
                <a:lnTo>
                  <a:pt x="188413" y="75497"/>
                </a:lnTo>
                <a:lnTo>
                  <a:pt x="188734" y="76634"/>
                </a:lnTo>
                <a:lnTo>
                  <a:pt x="189075" y="77758"/>
                </a:lnTo>
                <a:lnTo>
                  <a:pt x="189435" y="78868"/>
                </a:lnTo>
                <a:lnTo>
                  <a:pt x="189814" y="79964"/>
                </a:lnTo>
                <a:lnTo>
                  <a:pt x="190213" y="81047"/>
                </a:lnTo>
                <a:lnTo>
                  <a:pt x="190631" y="82116"/>
                </a:lnTo>
                <a:lnTo>
                  <a:pt x="191069" y="83171"/>
                </a:lnTo>
                <a:lnTo>
                  <a:pt x="191526" y="84213"/>
                </a:lnTo>
                <a:lnTo>
                  <a:pt x="192002" y="85239"/>
                </a:lnTo>
                <a:lnTo>
                  <a:pt x="192497" y="86246"/>
                </a:lnTo>
                <a:lnTo>
                  <a:pt x="193012" y="87234"/>
                </a:lnTo>
                <a:lnTo>
                  <a:pt x="193545" y="88204"/>
                </a:lnTo>
                <a:lnTo>
                  <a:pt x="194096" y="89155"/>
                </a:lnTo>
                <a:lnTo>
                  <a:pt x="194667" y="90088"/>
                </a:lnTo>
                <a:lnTo>
                  <a:pt x="195257" y="91001"/>
                </a:lnTo>
                <a:lnTo>
                  <a:pt x="195865" y="91896"/>
                </a:lnTo>
                <a:lnTo>
                  <a:pt x="196493" y="92773"/>
                </a:lnTo>
                <a:lnTo>
                  <a:pt x="197139" y="93631"/>
                </a:lnTo>
                <a:lnTo>
                  <a:pt x="197805" y="94470"/>
                </a:lnTo>
                <a:lnTo>
                  <a:pt x="198489" y="95291"/>
                </a:lnTo>
                <a:lnTo>
                  <a:pt x="199192" y="96093"/>
                </a:lnTo>
                <a:lnTo>
                  <a:pt x="199914" y="96876"/>
                </a:lnTo>
                <a:lnTo>
                  <a:pt x="200655" y="97641"/>
                </a:lnTo>
                <a:lnTo>
                  <a:pt x="201414" y="98387"/>
                </a:lnTo>
                <a:lnTo>
                  <a:pt x="202193" y="99114"/>
                </a:lnTo>
                <a:lnTo>
                  <a:pt x="202991" y="99823"/>
                </a:lnTo>
                <a:lnTo>
                  <a:pt x="203807" y="100513"/>
                </a:lnTo>
                <a:lnTo>
                  <a:pt x="204642" y="101185"/>
                </a:lnTo>
                <a:lnTo>
                  <a:pt x="205497" y="101837"/>
                </a:lnTo>
                <a:lnTo>
                  <a:pt x="206370" y="102472"/>
                </a:lnTo>
                <a:lnTo>
                  <a:pt x="207262" y="103087"/>
                </a:lnTo>
                <a:lnTo>
                  <a:pt x="208173" y="103684"/>
                </a:lnTo>
                <a:lnTo>
                  <a:pt x="209103" y="104259"/>
                </a:lnTo>
                <a:lnTo>
                  <a:pt x="210051" y="104810"/>
                </a:lnTo>
                <a:lnTo>
                  <a:pt x="211019" y="105337"/>
                </a:lnTo>
                <a:lnTo>
                  <a:pt x="212005" y="105839"/>
                </a:lnTo>
                <a:lnTo>
                  <a:pt x="213011" y="106316"/>
                </a:lnTo>
                <a:lnTo>
                  <a:pt x="214035" y="106769"/>
                </a:lnTo>
                <a:lnTo>
                  <a:pt x="215078" y="107197"/>
                </a:lnTo>
                <a:lnTo>
                  <a:pt x="216141" y="107601"/>
                </a:lnTo>
                <a:lnTo>
                  <a:pt x="217222" y="107981"/>
                </a:lnTo>
                <a:lnTo>
                  <a:pt x="218321" y="108336"/>
                </a:lnTo>
                <a:lnTo>
                  <a:pt x="219440" y="108666"/>
                </a:lnTo>
                <a:lnTo>
                  <a:pt x="220578" y="108972"/>
                </a:lnTo>
                <a:lnTo>
                  <a:pt x="221735" y="109254"/>
                </a:lnTo>
                <a:lnTo>
                  <a:pt x="222910" y="109511"/>
                </a:lnTo>
                <a:lnTo>
                  <a:pt x="224104" y="109744"/>
                </a:lnTo>
                <a:lnTo>
                  <a:pt x="225318" y="109952"/>
                </a:lnTo>
                <a:lnTo>
                  <a:pt x="226550" y="110135"/>
                </a:lnTo>
                <a:lnTo>
                  <a:pt x="227801" y="110294"/>
                </a:lnTo>
                <a:lnTo>
                  <a:pt x="229071" y="110429"/>
                </a:lnTo>
                <a:lnTo>
                  <a:pt x="230360" y="110539"/>
                </a:lnTo>
                <a:lnTo>
                  <a:pt x="231668" y="110625"/>
                </a:lnTo>
                <a:lnTo>
                  <a:pt x="232994" y="110686"/>
                </a:lnTo>
                <a:lnTo>
                  <a:pt x="234340" y="110723"/>
                </a:lnTo>
                <a:lnTo>
                  <a:pt x="235704" y="110735"/>
                </a:lnTo>
                <a:lnTo>
                  <a:pt x="237056" y="110723"/>
                </a:lnTo>
                <a:lnTo>
                  <a:pt x="238388" y="110686"/>
                </a:lnTo>
                <a:lnTo>
                  <a:pt x="239703" y="110625"/>
                </a:lnTo>
                <a:lnTo>
                  <a:pt x="240999" y="110539"/>
                </a:lnTo>
                <a:lnTo>
                  <a:pt x="241289" y="110514"/>
                </a:lnTo>
                <a:lnTo>
                  <a:pt x="241315" y="110568"/>
                </a:lnTo>
                <a:lnTo>
                  <a:pt x="241532" y="111002"/>
                </a:lnTo>
                <a:lnTo>
                  <a:pt x="241749" y="111432"/>
                </a:lnTo>
                <a:lnTo>
                  <a:pt x="241967" y="111859"/>
                </a:lnTo>
                <a:lnTo>
                  <a:pt x="242187" y="112282"/>
                </a:lnTo>
                <a:lnTo>
                  <a:pt x="242408" y="112702"/>
                </a:lnTo>
                <a:lnTo>
                  <a:pt x="242629" y="113119"/>
                </a:lnTo>
                <a:lnTo>
                  <a:pt x="242852" y="113532"/>
                </a:lnTo>
                <a:lnTo>
                  <a:pt x="243076" y="113942"/>
                </a:lnTo>
                <a:lnTo>
                  <a:pt x="243301" y="114349"/>
                </a:lnTo>
                <a:lnTo>
                  <a:pt x="243527" y="114753"/>
                </a:lnTo>
                <a:lnTo>
                  <a:pt x="243755" y="115153"/>
                </a:lnTo>
                <a:lnTo>
                  <a:pt x="243983" y="115549"/>
                </a:lnTo>
                <a:lnTo>
                  <a:pt x="244213" y="115943"/>
                </a:lnTo>
                <a:lnTo>
                  <a:pt x="244443" y="116333"/>
                </a:lnTo>
                <a:lnTo>
                  <a:pt x="244675" y="116719"/>
                </a:lnTo>
                <a:lnTo>
                  <a:pt x="244908" y="117103"/>
                </a:lnTo>
                <a:lnTo>
                  <a:pt x="245144" y="117482"/>
                </a:lnTo>
                <a:lnTo>
                  <a:pt x="245385" y="117858"/>
                </a:lnTo>
                <a:lnTo>
                  <a:pt x="245631" y="118229"/>
                </a:lnTo>
                <a:lnTo>
                  <a:pt x="245882" y="118596"/>
                </a:lnTo>
                <a:lnTo>
                  <a:pt x="246138" y="118959"/>
                </a:lnTo>
                <a:lnTo>
                  <a:pt x="246399" y="119317"/>
                </a:lnTo>
                <a:lnTo>
                  <a:pt x="246665" y="119672"/>
                </a:lnTo>
                <a:lnTo>
                  <a:pt x="246936" y="120022"/>
                </a:lnTo>
                <a:lnTo>
                  <a:pt x="247211" y="120368"/>
                </a:lnTo>
                <a:lnTo>
                  <a:pt x="247492" y="120710"/>
                </a:lnTo>
                <a:lnTo>
                  <a:pt x="247778" y="121048"/>
                </a:lnTo>
                <a:lnTo>
                  <a:pt x="248069" y="121381"/>
                </a:lnTo>
                <a:lnTo>
                  <a:pt x="248365" y="121711"/>
                </a:lnTo>
                <a:lnTo>
                  <a:pt x="248666" y="122036"/>
                </a:lnTo>
                <a:lnTo>
                  <a:pt x="248972" y="122357"/>
                </a:lnTo>
                <a:lnTo>
                  <a:pt x="249283" y="122674"/>
                </a:lnTo>
                <a:lnTo>
                  <a:pt x="249599" y="122986"/>
                </a:lnTo>
                <a:lnTo>
                  <a:pt x="249920" y="123295"/>
                </a:lnTo>
                <a:lnTo>
                  <a:pt x="250246" y="123599"/>
                </a:lnTo>
                <a:lnTo>
                  <a:pt x="250577" y="123899"/>
                </a:lnTo>
                <a:lnTo>
                  <a:pt x="250913" y="124195"/>
                </a:lnTo>
                <a:lnTo>
                  <a:pt x="251254" y="124487"/>
                </a:lnTo>
                <a:lnTo>
                  <a:pt x="251600" y="124774"/>
                </a:lnTo>
                <a:lnTo>
                  <a:pt x="251951" y="125058"/>
                </a:lnTo>
                <a:lnTo>
                  <a:pt x="252309" y="125336"/>
                </a:lnTo>
                <a:lnTo>
                  <a:pt x="252674" y="125610"/>
                </a:lnTo>
                <a:lnTo>
                  <a:pt x="253048" y="125877"/>
                </a:lnTo>
                <a:lnTo>
                  <a:pt x="253430" y="126139"/>
                </a:lnTo>
                <a:lnTo>
                  <a:pt x="253821" y="126396"/>
                </a:lnTo>
                <a:lnTo>
                  <a:pt x="254219" y="126648"/>
                </a:lnTo>
                <a:lnTo>
                  <a:pt x="254626" y="126893"/>
                </a:lnTo>
                <a:lnTo>
                  <a:pt x="255041" y="127134"/>
                </a:lnTo>
                <a:lnTo>
                  <a:pt x="255464" y="127369"/>
                </a:lnTo>
                <a:lnTo>
                  <a:pt x="255896" y="127599"/>
                </a:lnTo>
                <a:lnTo>
                  <a:pt x="256335" y="127823"/>
                </a:lnTo>
                <a:lnTo>
                  <a:pt x="256783" y="128041"/>
                </a:lnTo>
                <a:lnTo>
                  <a:pt x="257239" y="128255"/>
                </a:lnTo>
                <a:lnTo>
                  <a:pt x="257703" y="128462"/>
                </a:lnTo>
                <a:lnTo>
                  <a:pt x="258175" y="128665"/>
                </a:lnTo>
                <a:lnTo>
                  <a:pt x="258656" y="128862"/>
                </a:lnTo>
                <a:lnTo>
                  <a:pt x="259145" y="129053"/>
                </a:lnTo>
                <a:lnTo>
                  <a:pt x="259642" y="129239"/>
                </a:lnTo>
                <a:lnTo>
                  <a:pt x="260147" y="129420"/>
                </a:lnTo>
                <a:lnTo>
                  <a:pt x="260660" y="129595"/>
                </a:lnTo>
                <a:lnTo>
                  <a:pt x="261182" y="129765"/>
                </a:lnTo>
                <a:lnTo>
                  <a:pt x="261711" y="129929"/>
                </a:lnTo>
                <a:lnTo>
                  <a:pt x="262249" y="130088"/>
                </a:lnTo>
                <a:lnTo>
                  <a:pt x="262795" y="130241"/>
                </a:lnTo>
                <a:lnTo>
                  <a:pt x="263351" y="130389"/>
                </a:lnTo>
                <a:lnTo>
                  <a:pt x="263919" y="130530"/>
                </a:lnTo>
                <a:lnTo>
                  <a:pt x="264498" y="130665"/>
                </a:lnTo>
                <a:lnTo>
                  <a:pt x="265089" y="130793"/>
                </a:lnTo>
                <a:lnTo>
                  <a:pt x="265691" y="130916"/>
                </a:lnTo>
                <a:lnTo>
                  <a:pt x="266304" y="131032"/>
                </a:lnTo>
                <a:lnTo>
                  <a:pt x="266930" y="131142"/>
                </a:lnTo>
                <a:lnTo>
                  <a:pt x="267566" y="131245"/>
                </a:lnTo>
                <a:lnTo>
                  <a:pt x="268215" y="131343"/>
                </a:lnTo>
                <a:lnTo>
                  <a:pt x="268874" y="131434"/>
                </a:lnTo>
                <a:lnTo>
                  <a:pt x="269546" y="131518"/>
                </a:lnTo>
                <a:lnTo>
                  <a:pt x="270229" y="131597"/>
                </a:lnTo>
                <a:lnTo>
                  <a:pt x="270923" y="131669"/>
                </a:lnTo>
                <a:lnTo>
                  <a:pt x="271629" y="131735"/>
                </a:lnTo>
                <a:lnTo>
                  <a:pt x="272346" y="131795"/>
                </a:lnTo>
                <a:lnTo>
                  <a:pt x="273075" y="131848"/>
                </a:lnTo>
                <a:lnTo>
                  <a:pt x="273816" y="131895"/>
                </a:lnTo>
                <a:lnTo>
                  <a:pt x="274568" y="131936"/>
                </a:lnTo>
                <a:lnTo>
                  <a:pt x="275331" y="131970"/>
                </a:lnTo>
                <a:lnTo>
                  <a:pt x="276107" y="131999"/>
                </a:lnTo>
                <a:lnTo>
                  <a:pt x="276893" y="132021"/>
                </a:lnTo>
                <a:lnTo>
                  <a:pt x="277691" y="132036"/>
                </a:lnTo>
                <a:lnTo>
                  <a:pt x="278501" y="132046"/>
                </a:lnTo>
                <a:lnTo>
                  <a:pt x="279322" y="132049"/>
                </a:lnTo>
                <a:lnTo>
                  <a:pt x="284765" y="132049"/>
                </a:lnTo>
                <a:lnTo>
                  <a:pt x="284765" y="119389"/>
                </a:lnTo>
                <a:lnTo>
                  <a:pt x="280443" y="119389"/>
                </a:lnTo>
                <a:lnTo>
                  <a:pt x="279814" y="119387"/>
                </a:lnTo>
                <a:lnTo>
                  <a:pt x="279195" y="119382"/>
                </a:lnTo>
                <a:lnTo>
                  <a:pt x="278586" y="119374"/>
                </a:lnTo>
                <a:lnTo>
                  <a:pt x="277987" y="119363"/>
                </a:lnTo>
                <a:lnTo>
                  <a:pt x="277398" y="119349"/>
                </a:lnTo>
                <a:lnTo>
                  <a:pt x="276819" y="119331"/>
                </a:lnTo>
                <a:lnTo>
                  <a:pt x="276249" y="119310"/>
                </a:lnTo>
                <a:lnTo>
                  <a:pt x="275690" y="119286"/>
                </a:lnTo>
                <a:lnTo>
                  <a:pt x="275140" y="119259"/>
                </a:lnTo>
                <a:lnTo>
                  <a:pt x="274600" y="119228"/>
                </a:lnTo>
                <a:lnTo>
                  <a:pt x="274070" y="119194"/>
                </a:lnTo>
                <a:lnTo>
                  <a:pt x="273550" y="119157"/>
                </a:lnTo>
                <a:lnTo>
                  <a:pt x="273040" y="119117"/>
                </a:lnTo>
                <a:lnTo>
                  <a:pt x="272539" y="119074"/>
                </a:lnTo>
                <a:lnTo>
                  <a:pt x="272049" y="119027"/>
                </a:lnTo>
                <a:lnTo>
                  <a:pt x="271568" y="118977"/>
                </a:lnTo>
                <a:lnTo>
                  <a:pt x="271097" y="118924"/>
                </a:lnTo>
                <a:lnTo>
                  <a:pt x="270636" y="118868"/>
                </a:lnTo>
                <a:lnTo>
                  <a:pt x="270185" y="118808"/>
                </a:lnTo>
                <a:lnTo>
                  <a:pt x="269744" y="118746"/>
                </a:lnTo>
                <a:lnTo>
                  <a:pt x="269313" y="118680"/>
                </a:lnTo>
                <a:lnTo>
                  <a:pt x="268891" y="118610"/>
                </a:lnTo>
                <a:lnTo>
                  <a:pt x="268479" y="118538"/>
                </a:lnTo>
                <a:lnTo>
                  <a:pt x="268078" y="118462"/>
                </a:lnTo>
                <a:lnTo>
                  <a:pt x="267684" y="118384"/>
                </a:lnTo>
                <a:lnTo>
                  <a:pt x="267296" y="118302"/>
                </a:lnTo>
                <a:lnTo>
                  <a:pt x="266915" y="118216"/>
                </a:lnTo>
                <a:lnTo>
                  <a:pt x="266539" y="118128"/>
                </a:lnTo>
                <a:lnTo>
                  <a:pt x="266170" y="118036"/>
                </a:lnTo>
                <a:lnTo>
                  <a:pt x="265807" y="117941"/>
                </a:lnTo>
                <a:lnTo>
                  <a:pt x="265450" y="117843"/>
                </a:lnTo>
                <a:lnTo>
                  <a:pt x="265099" y="117742"/>
                </a:lnTo>
                <a:lnTo>
                  <a:pt x="264754" y="117637"/>
                </a:lnTo>
                <a:lnTo>
                  <a:pt x="264415" y="117530"/>
                </a:lnTo>
                <a:lnTo>
                  <a:pt x="264082" y="117419"/>
                </a:lnTo>
                <a:lnTo>
                  <a:pt x="263756" y="117304"/>
                </a:lnTo>
                <a:lnTo>
                  <a:pt x="263435" y="117187"/>
                </a:lnTo>
                <a:lnTo>
                  <a:pt x="263121" y="117066"/>
                </a:lnTo>
                <a:lnTo>
                  <a:pt x="262813" y="116942"/>
                </a:lnTo>
                <a:lnTo>
                  <a:pt x="262511" y="116815"/>
                </a:lnTo>
                <a:lnTo>
                  <a:pt x="262215" y="116685"/>
                </a:lnTo>
                <a:lnTo>
                  <a:pt x="261925" y="116552"/>
                </a:lnTo>
                <a:lnTo>
                  <a:pt x="261641" y="116415"/>
                </a:lnTo>
                <a:lnTo>
                  <a:pt x="261364" y="116275"/>
                </a:lnTo>
                <a:lnTo>
                  <a:pt x="261092" y="116132"/>
                </a:lnTo>
                <a:lnTo>
                  <a:pt x="260827" y="115985"/>
                </a:lnTo>
                <a:lnTo>
                  <a:pt x="260568" y="115836"/>
                </a:lnTo>
                <a:lnTo>
                  <a:pt x="260314" y="115683"/>
                </a:lnTo>
                <a:lnTo>
                  <a:pt x="260066" y="115527"/>
                </a:lnTo>
                <a:lnTo>
                  <a:pt x="259820" y="115367"/>
                </a:lnTo>
                <a:lnTo>
                  <a:pt x="259577" y="115203"/>
                </a:lnTo>
                <a:lnTo>
                  <a:pt x="259337" y="115035"/>
                </a:lnTo>
                <a:lnTo>
                  <a:pt x="259100" y="114863"/>
                </a:lnTo>
                <a:lnTo>
                  <a:pt x="258866" y="114687"/>
                </a:lnTo>
                <a:lnTo>
                  <a:pt x="258635" y="114507"/>
                </a:lnTo>
                <a:lnTo>
                  <a:pt x="258407" y="114324"/>
                </a:lnTo>
                <a:lnTo>
                  <a:pt x="258182" y="114136"/>
                </a:lnTo>
                <a:lnTo>
                  <a:pt x="257959" y="113945"/>
                </a:lnTo>
                <a:lnTo>
                  <a:pt x="257740" y="113749"/>
                </a:lnTo>
                <a:lnTo>
                  <a:pt x="257523" y="113550"/>
                </a:lnTo>
                <a:lnTo>
                  <a:pt x="257310" y="113346"/>
                </a:lnTo>
                <a:lnTo>
                  <a:pt x="257099" y="113139"/>
                </a:lnTo>
                <a:lnTo>
                  <a:pt x="256891" y="112928"/>
                </a:lnTo>
                <a:lnTo>
                  <a:pt x="256686" y="112713"/>
                </a:lnTo>
                <a:lnTo>
                  <a:pt x="256484" y="112494"/>
                </a:lnTo>
                <a:lnTo>
                  <a:pt x="256285" y="112271"/>
                </a:lnTo>
                <a:lnTo>
                  <a:pt x="256089" y="112044"/>
                </a:lnTo>
                <a:lnTo>
                  <a:pt x="255896" y="111813"/>
                </a:lnTo>
                <a:lnTo>
                  <a:pt x="255706" y="111578"/>
                </a:lnTo>
                <a:lnTo>
                  <a:pt x="255518" y="111340"/>
                </a:lnTo>
                <a:lnTo>
                  <a:pt x="255334" y="111097"/>
                </a:lnTo>
                <a:lnTo>
                  <a:pt x="255152" y="110850"/>
                </a:lnTo>
                <a:lnTo>
                  <a:pt x="254972" y="110600"/>
                </a:lnTo>
                <a:lnTo>
                  <a:pt x="254790" y="110346"/>
                </a:lnTo>
                <a:lnTo>
                  <a:pt x="254608" y="110088"/>
                </a:lnTo>
                <a:lnTo>
                  <a:pt x="254425" y="109826"/>
                </a:lnTo>
                <a:lnTo>
                  <a:pt x="254241" y="109560"/>
                </a:lnTo>
                <a:lnTo>
                  <a:pt x="254057" y="109290"/>
                </a:lnTo>
                <a:lnTo>
                  <a:pt x="253871" y="109016"/>
                </a:lnTo>
                <a:lnTo>
                  <a:pt x="253685" y="108739"/>
                </a:lnTo>
                <a:lnTo>
                  <a:pt x="253498" y="108457"/>
                </a:lnTo>
                <a:lnTo>
                  <a:pt x="253334" y="108208"/>
                </a:lnTo>
                <a:lnTo>
                  <a:pt x="254034" y="107981"/>
                </a:lnTo>
                <a:close/>
                <a:moveTo>
                  <a:pt x="231620" y="98794"/>
                </a:moveTo>
                <a:lnTo>
                  <a:pt x="230660" y="98703"/>
                </a:lnTo>
                <a:lnTo>
                  <a:pt x="229717" y="98591"/>
                </a:lnTo>
                <a:lnTo>
                  <a:pt x="228790" y="98459"/>
                </a:lnTo>
                <a:lnTo>
                  <a:pt x="227879" y="98307"/>
                </a:lnTo>
                <a:lnTo>
                  <a:pt x="226984" y="98134"/>
                </a:lnTo>
                <a:lnTo>
                  <a:pt x="226106" y="97941"/>
                </a:lnTo>
                <a:lnTo>
                  <a:pt x="225245" y="97728"/>
                </a:lnTo>
                <a:lnTo>
                  <a:pt x="224400" y="97494"/>
                </a:lnTo>
                <a:lnTo>
                  <a:pt x="223571" y="97240"/>
                </a:lnTo>
                <a:lnTo>
                  <a:pt x="222758" y="96966"/>
                </a:lnTo>
                <a:lnTo>
                  <a:pt x="221962" y="96672"/>
                </a:lnTo>
                <a:lnTo>
                  <a:pt x="221183" y="96357"/>
                </a:lnTo>
                <a:lnTo>
                  <a:pt x="220419" y="96022"/>
                </a:lnTo>
                <a:lnTo>
                  <a:pt x="219673" y="95666"/>
                </a:lnTo>
                <a:lnTo>
                  <a:pt x="218942" y="95291"/>
                </a:lnTo>
                <a:lnTo>
                  <a:pt x="218228" y="94895"/>
                </a:lnTo>
                <a:lnTo>
                  <a:pt x="217530" y="94478"/>
                </a:lnTo>
                <a:lnTo>
                  <a:pt x="216849" y="94042"/>
                </a:lnTo>
                <a:lnTo>
                  <a:pt x="216184" y="93585"/>
                </a:lnTo>
                <a:lnTo>
                  <a:pt x="215536" y="93107"/>
                </a:lnTo>
                <a:lnTo>
                  <a:pt x="214903" y="92613"/>
                </a:lnTo>
                <a:lnTo>
                  <a:pt x="214284" y="92104"/>
                </a:lnTo>
                <a:lnTo>
                  <a:pt x="213679" y="91582"/>
                </a:lnTo>
                <a:lnTo>
                  <a:pt x="213089" y="91045"/>
                </a:lnTo>
                <a:lnTo>
                  <a:pt x="212513" y="90494"/>
                </a:lnTo>
                <a:lnTo>
                  <a:pt x="211952" y="89930"/>
                </a:lnTo>
                <a:lnTo>
                  <a:pt x="211405" y="89351"/>
                </a:lnTo>
                <a:lnTo>
                  <a:pt x="210872" y="88758"/>
                </a:lnTo>
                <a:lnTo>
                  <a:pt x="210353" y="88151"/>
                </a:lnTo>
                <a:lnTo>
                  <a:pt x="209849" y="87530"/>
                </a:lnTo>
                <a:lnTo>
                  <a:pt x="209359" y="86895"/>
                </a:lnTo>
                <a:lnTo>
                  <a:pt x="208883" y="86246"/>
                </a:lnTo>
                <a:lnTo>
                  <a:pt x="208422" y="85583"/>
                </a:lnTo>
                <a:lnTo>
                  <a:pt x="207975" y="84906"/>
                </a:lnTo>
                <a:lnTo>
                  <a:pt x="207542" y="84215"/>
                </a:lnTo>
                <a:lnTo>
                  <a:pt x="207123" y="83510"/>
                </a:lnTo>
                <a:lnTo>
                  <a:pt x="206719" y="82791"/>
                </a:lnTo>
                <a:lnTo>
                  <a:pt x="206330" y="82057"/>
                </a:lnTo>
                <a:lnTo>
                  <a:pt x="205954" y="81310"/>
                </a:lnTo>
                <a:lnTo>
                  <a:pt x="205593" y="80549"/>
                </a:lnTo>
                <a:lnTo>
                  <a:pt x="205246" y="79773"/>
                </a:lnTo>
                <a:lnTo>
                  <a:pt x="204913" y="78984"/>
                </a:lnTo>
                <a:lnTo>
                  <a:pt x="204595" y="78180"/>
                </a:lnTo>
                <a:lnTo>
                  <a:pt x="204291" y="77362"/>
                </a:lnTo>
                <a:lnTo>
                  <a:pt x="204001" y="76534"/>
                </a:lnTo>
                <a:lnTo>
                  <a:pt x="203722" y="75698"/>
                </a:lnTo>
                <a:lnTo>
                  <a:pt x="203456" y="74855"/>
                </a:lnTo>
                <a:lnTo>
                  <a:pt x="203203" y="74005"/>
                </a:lnTo>
                <a:lnTo>
                  <a:pt x="202962" y="73147"/>
                </a:lnTo>
                <a:lnTo>
                  <a:pt x="202733" y="72282"/>
                </a:lnTo>
                <a:lnTo>
                  <a:pt x="202517" y="71409"/>
                </a:lnTo>
                <a:lnTo>
                  <a:pt x="202313" y="70529"/>
                </a:lnTo>
                <a:lnTo>
                  <a:pt x="202121" y="69642"/>
                </a:lnTo>
                <a:lnTo>
                  <a:pt x="201942" y="68747"/>
                </a:lnTo>
                <a:lnTo>
                  <a:pt x="201775" y="67845"/>
                </a:lnTo>
                <a:lnTo>
                  <a:pt x="201620" y="66936"/>
                </a:lnTo>
                <a:lnTo>
                  <a:pt x="201478" y="66019"/>
                </a:lnTo>
                <a:lnTo>
                  <a:pt x="201348" y="65095"/>
                </a:lnTo>
                <a:lnTo>
                  <a:pt x="201231" y="64163"/>
                </a:lnTo>
                <a:lnTo>
                  <a:pt x="201125" y="63224"/>
                </a:lnTo>
                <a:lnTo>
                  <a:pt x="201033" y="62278"/>
                </a:lnTo>
                <a:lnTo>
                  <a:pt x="200952" y="61325"/>
                </a:lnTo>
                <a:lnTo>
                  <a:pt x="200884" y="60363"/>
                </a:lnTo>
                <a:lnTo>
                  <a:pt x="200829" y="59395"/>
                </a:lnTo>
                <a:lnTo>
                  <a:pt x="200785" y="58419"/>
                </a:lnTo>
                <a:lnTo>
                  <a:pt x="200754" y="57436"/>
                </a:lnTo>
                <a:lnTo>
                  <a:pt x="200736" y="56446"/>
                </a:lnTo>
                <a:lnTo>
                  <a:pt x="200730" y="55448"/>
                </a:lnTo>
                <a:lnTo>
                  <a:pt x="200736" y="54443"/>
                </a:lnTo>
                <a:lnTo>
                  <a:pt x="200754" y="53446"/>
                </a:lnTo>
                <a:lnTo>
                  <a:pt x="200785" y="52457"/>
                </a:lnTo>
                <a:lnTo>
                  <a:pt x="200829" y="51476"/>
                </a:lnTo>
                <a:lnTo>
                  <a:pt x="200884" y="50502"/>
                </a:lnTo>
                <a:lnTo>
                  <a:pt x="200952" y="49536"/>
                </a:lnTo>
                <a:lnTo>
                  <a:pt x="201033" y="48577"/>
                </a:lnTo>
                <a:lnTo>
                  <a:pt x="201125" y="47626"/>
                </a:lnTo>
                <a:lnTo>
                  <a:pt x="201231" y="46683"/>
                </a:lnTo>
                <a:lnTo>
                  <a:pt x="201348" y="45748"/>
                </a:lnTo>
                <a:lnTo>
                  <a:pt x="201478" y="44820"/>
                </a:lnTo>
                <a:lnTo>
                  <a:pt x="201620" y="43899"/>
                </a:lnTo>
                <a:lnTo>
                  <a:pt x="201775" y="42987"/>
                </a:lnTo>
                <a:lnTo>
                  <a:pt x="201942" y="42082"/>
                </a:lnTo>
                <a:lnTo>
                  <a:pt x="202121" y="41185"/>
                </a:lnTo>
                <a:lnTo>
                  <a:pt x="202313" y="40295"/>
                </a:lnTo>
                <a:lnTo>
                  <a:pt x="202517" y="39413"/>
                </a:lnTo>
                <a:lnTo>
                  <a:pt x="202733" y="38538"/>
                </a:lnTo>
                <a:lnTo>
                  <a:pt x="202962" y="37672"/>
                </a:lnTo>
                <a:lnTo>
                  <a:pt x="203203" y="36813"/>
                </a:lnTo>
                <a:lnTo>
                  <a:pt x="203456" y="35961"/>
                </a:lnTo>
                <a:lnTo>
                  <a:pt x="203722" y="35117"/>
                </a:lnTo>
                <a:lnTo>
                  <a:pt x="204001" y="34281"/>
                </a:lnTo>
                <a:lnTo>
                  <a:pt x="204291" y="33453"/>
                </a:lnTo>
                <a:lnTo>
                  <a:pt x="204595" y="32635"/>
                </a:lnTo>
                <a:lnTo>
                  <a:pt x="204913" y="31831"/>
                </a:lnTo>
                <a:lnTo>
                  <a:pt x="205246" y="31042"/>
                </a:lnTo>
                <a:lnTo>
                  <a:pt x="205593" y="30266"/>
                </a:lnTo>
                <a:lnTo>
                  <a:pt x="205954" y="29504"/>
                </a:lnTo>
                <a:lnTo>
                  <a:pt x="206330" y="28755"/>
                </a:lnTo>
                <a:lnTo>
                  <a:pt x="206719" y="28021"/>
                </a:lnTo>
                <a:lnTo>
                  <a:pt x="207123" y="27301"/>
                </a:lnTo>
                <a:lnTo>
                  <a:pt x="207542" y="26595"/>
                </a:lnTo>
                <a:lnTo>
                  <a:pt x="207975" y="25902"/>
                </a:lnTo>
                <a:lnTo>
                  <a:pt x="208422" y="25224"/>
                </a:lnTo>
                <a:lnTo>
                  <a:pt x="208883" y="24559"/>
                </a:lnTo>
                <a:lnTo>
                  <a:pt x="209359" y="23908"/>
                </a:lnTo>
                <a:lnTo>
                  <a:pt x="209849" y="23271"/>
                </a:lnTo>
                <a:lnTo>
                  <a:pt x="210353" y="22648"/>
                </a:lnTo>
                <a:lnTo>
                  <a:pt x="210872" y="22039"/>
                </a:lnTo>
                <a:lnTo>
                  <a:pt x="211405" y="21444"/>
                </a:lnTo>
                <a:lnTo>
                  <a:pt x="211952" y="20863"/>
                </a:lnTo>
                <a:lnTo>
                  <a:pt x="212513" y="20296"/>
                </a:lnTo>
                <a:lnTo>
                  <a:pt x="213089" y="19742"/>
                </a:lnTo>
                <a:lnTo>
                  <a:pt x="213679" y="19203"/>
                </a:lnTo>
                <a:lnTo>
                  <a:pt x="214284" y="18677"/>
                </a:lnTo>
                <a:lnTo>
                  <a:pt x="214903" y="18166"/>
                </a:lnTo>
                <a:lnTo>
                  <a:pt x="215536" y="17668"/>
                </a:lnTo>
                <a:lnTo>
                  <a:pt x="216184" y="17187"/>
                </a:lnTo>
                <a:lnTo>
                  <a:pt x="216849" y="16727"/>
                </a:lnTo>
                <a:lnTo>
                  <a:pt x="217530" y="16288"/>
                </a:lnTo>
                <a:lnTo>
                  <a:pt x="218228" y="15868"/>
                </a:lnTo>
                <a:lnTo>
                  <a:pt x="218942" y="15470"/>
                </a:lnTo>
                <a:lnTo>
                  <a:pt x="219673" y="15091"/>
                </a:lnTo>
                <a:lnTo>
                  <a:pt x="220419" y="14734"/>
                </a:lnTo>
                <a:lnTo>
                  <a:pt x="221183" y="14396"/>
                </a:lnTo>
                <a:lnTo>
                  <a:pt x="221962" y="14079"/>
                </a:lnTo>
                <a:lnTo>
                  <a:pt x="222758" y="13783"/>
                </a:lnTo>
                <a:lnTo>
                  <a:pt x="223571" y="13507"/>
                </a:lnTo>
                <a:lnTo>
                  <a:pt x="224400" y="13251"/>
                </a:lnTo>
                <a:lnTo>
                  <a:pt x="225245" y="13016"/>
                </a:lnTo>
                <a:lnTo>
                  <a:pt x="226106" y="12801"/>
                </a:lnTo>
                <a:lnTo>
                  <a:pt x="226984" y="12607"/>
                </a:lnTo>
                <a:lnTo>
                  <a:pt x="227879" y="12433"/>
                </a:lnTo>
                <a:lnTo>
                  <a:pt x="228790" y="12280"/>
                </a:lnTo>
                <a:lnTo>
                  <a:pt x="229717" y="12147"/>
                </a:lnTo>
                <a:lnTo>
                  <a:pt x="230660" y="12034"/>
                </a:lnTo>
                <a:lnTo>
                  <a:pt x="231620" y="11942"/>
                </a:lnTo>
                <a:lnTo>
                  <a:pt x="232597" y="11871"/>
                </a:lnTo>
                <a:lnTo>
                  <a:pt x="233589" y="11820"/>
                </a:lnTo>
                <a:lnTo>
                  <a:pt x="234599" y="11789"/>
                </a:lnTo>
                <a:lnTo>
                  <a:pt x="235624" y="11779"/>
                </a:lnTo>
                <a:lnTo>
                  <a:pt x="236650" y="11789"/>
                </a:lnTo>
                <a:lnTo>
                  <a:pt x="237659" y="11820"/>
                </a:lnTo>
                <a:lnTo>
                  <a:pt x="238651" y="11871"/>
                </a:lnTo>
                <a:lnTo>
                  <a:pt x="239627" y="11942"/>
                </a:lnTo>
                <a:lnTo>
                  <a:pt x="240586" y="12034"/>
                </a:lnTo>
                <a:lnTo>
                  <a:pt x="241529" y="12147"/>
                </a:lnTo>
                <a:lnTo>
                  <a:pt x="242455" y="12280"/>
                </a:lnTo>
                <a:lnTo>
                  <a:pt x="243365" y="12433"/>
                </a:lnTo>
                <a:lnTo>
                  <a:pt x="244258" y="12607"/>
                </a:lnTo>
                <a:lnTo>
                  <a:pt x="245135" y="12801"/>
                </a:lnTo>
                <a:lnTo>
                  <a:pt x="245995" y="13016"/>
                </a:lnTo>
                <a:lnTo>
                  <a:pt x="246839" y="13251"/>
                </a:lnTo>
                <a:lnTo>
                  <a:pt x="247666" y="13507"/>
                </a:lnTo>
                <a:lnTo>
                  <a:pt x="248476" y="13783"/>
                </a:lnTo>
                <a:lnTo>
                  <a:pt x="249270" y="14079"/>
                </a:lnTo>
                <a:lnTo>
                  <a:pt x="250048" y="14396"/>
                </a:lnTo>
                <a:lnTo>
                  <a:pt x="250809" y="14734"/>
                </a:lnTo>
                <a:lnTo>
                  <a:pt x="251553" y="15091"/>
                </a:lnTo>
                <a:lnTo>
                  <a:pt x="252281" y="15470"/>
                </a:lnTo>
                <a:lnTo>
                  <a:pt x="252992" y="15868"/>
                </a:lnTo>
                <a:lnTo>
                  <a:pt x="253687" y="16288"/>
                </a:lnTo>
                <a:lnTo>
                  <a:pt x="254366" y="16727"/>
                </a:lnTo>
                <a:lnTo>
                  <a:pt x="255027" y="17187"/>
                </a:lnTo>
                <a:lnTo>
                  <a:pt x="255672" y="17668"/>
                </a:lnTo>
                <a:lnTo>
                  <a:pt x="256302" y="18166"/>
                </a:lnTo>
                <a:lnTo>
                  <a:pt x="256918" y="18677"/>
                </a:lnTo>
                <a:lnTo>
                  <a:pt x="257519" y="19203"/>
                </a:lnTo>
                <a:lnTo>
                  <a:pt x="258107" y="19742"/>
                </a:lnTo>
                <a:lnTo>
                  <a:pt x="258680" y="20296"/>
                </a:lnTo>
                <a:lnTo>
                  <a:pt x="259239" y="20863"/>
                </a:lnTo>
                <a:lnTo>
                  <a:pt x="259784" y="21444"/>
                </a:lnTo>
                <a:lnTo>
                  <a:pt x="260314" y="22039"/>
                </a:lnTo>
                <a:lnTo>
                  <a:pt x="260831" y="22648"/>
                </a:lnTo>
                <a:lnTo>
                  <a:pt x="261333" y="23271"/>
                </a:lnTo>
                <a:lnTo>
                  <a:pt x="261821" y="23908"/>
                </a:lnTo>
                <a:lnTo>
                  <a:pt x="262295" y="24559"/>
                </a:lnTo>
                <a:lnTo>
                  <a:pt x="262755" y="25224"/>
                </a:lnTo>
                <a:lnTo>
                  <a:pt x="263201" y="25902"/>
                </a:lnTo>
                <a:lnTo>
                  <a:pt x="263632" y="26595"/>
                </a:lnTo>
                <a:lnTo>
                  <a:pt x="264049" y="27301"/>
                </a:lnTo>
                <a:lnTo>
                  <a:pt x="264452" y="28021"/>
                </a:lnTo>
                <a:lnTo>
                  <a:pt x="264841" y="28755"/>
                </a:lnTo>
                <a:lnTo>
                  <a:pt x="265216" y="29504"/>
                </a:lnTo>
                <a:lnTo>
                  <a:pt x="265577" y="30266"/>
                </a:lnTo>
                <a:lnTo>
                  <a:pt x="265923" y="31042"/>
                </a:lnTo>
                <a:lnTo>
                  <a:pt x="266255" y="31831"/>
                </a:lnTo>
                <a:lnTo>
                  <a:pt x="266573" y="32635"/>
                </a:lnTo>
                <a:lnTo>
                  <a:pt x="266877" y="33453"/>
                </a:lnTo>
                <a:lnTo>
                  <a:pt x="267168" y="34281"/>
                </a:lnTo>
                <a:lnTo>
                  <a:pt x="267446" y="35117"/>
                </a:lnTo>
                <a:lnTo>
                  <a:pt x="267712" y="35961"/>
                </a:lnTo>
                <a:lnTo>
                  <a:pt x="267965" y="36813"/>
                </a:lnTo>
                <a:lnTo>
                  <a:pt x="268206" y="37672"/>
                </a:lnTo>
                <a:lnTo>
                  <a:pt x="268435" y="38538"/>
                </a:lnTo>
                <a:lnTo>
                  <a:pt x="268652" y="39413"/>
                </a:lnTo>
                <a:lnTo>
                  <a:pt x="268856" y="40295"/>
                </a:lnTo>
                <a:lnTo>
                  <a:pt x="269047" y="41185"/>
                </a:lnTo>
                <a:lnTo>
                  <a:pt x="269227" y="42082"/>
                </a:lnTo>
                <a:lnTo>
                  <a:pt x="269394" y="42987"/>
                </a:lnTo>
                <a:lnTo>
                  <a:pt x="269548" y="43899"/>
                </a:lnTo>
                <a:lnTo>
                  <a:pt x="269690" y="44820"/>
                </a:lnTo>
                <a:lnTo>
                  <a:pt x="269820" y="45748"/>
                </a:lnTo>
                <a:lnTo>
                  <a:pt x="269938" y="46683"/>
                </a:lnTo>
                <a:lnTo>
                  <a:pt x="270043" y="47626"/>
                </a:lnTo>
                <a:lnTo>
                  <a:pt x="270136" y="48577"/>
                </a:lnTo>
                <a:lnTo>
                  <a:pt x="270216" y="49536"/>
                </a:lnTo>
                <a:lnTo>
                  <a:pt x="270284" y="50502"/>
                </a:lnTo>
                <a:lnTo>
                  <a:pt x="270340" y="51476"/>
                </a:lnTo>
                <a:lnTo>
                  <a:pt x="270383" y="52457"/>
                </a:lnTo>
                <a:lnTo>
                  <a:pt x="270414" y="53446"/>
                </a:lnTo>
                <a:lnTo>
                  <a:pt x="270432" y="54443"/>
                </a:lnTo>
                <a:lnTo>
                  <a:pt x="270439" y="55448"/>
                </a:lnTo>
                <a:lnTo>
                  <a:pt x="270432" y="56446"/>
                </a:lnTo>
                <a:lnTo>
                  <a:pt x="270414" y="57436"/>
                </a:lnTo>
                <a:lnTo>
                  <a:pt x="270383" y="58419"/>
                </a:lnTo>
                <a:lnTo>
                  <a:pt x="270340" y="59395"/>
                </a:lnTo>
                <a:lnTo>
                  <a:pt x="270284" y="60363"/>
                </a:lnTo>
                <a:lnTo>
                  <a:pt x="270216" y="61325"/>
                </a:lnTo>
                <a:lnTo>
                  <a:pt x="270136" y="62278"/>
                </a:lnTo>
                <a:lnTo>
                  <a:pt x="270043" y="63224"/>
                </a:lnTo>
                <a:lnTo>
                  <a:pt x="269938" y="64163"/>
                </a:lnTo>
                <a:lnTo>
                  <a:pt x="269820" y="65095"/>
                </a:lnTo>
                <a:lnTo>
                  <a:pt x="269690" y="66019"/>
                </a:lnTo>
                <a:lnTo>
                  <a:pt x="269548" y="66936"/>
                </a:lnTo>
                <a:lnTo>
                  <a:pt x="269394" y="67845"/>
                </a:lnTo>
                <a:lnTo>
                  <a:pt x="269227" y="68747"/>
                </a:lnTo>
                <a:lnTo>
                  <a:pt x="269047" y="69642"/>
                </a:lnTo>
                <a:lnTo>
                  <a:pt x="268856" y="70529"/>
                </a:lnTo>
                <a:lnTo>
                  <a:pt x="268652" y="71409"/>
                </a:lnTo>
                <a:lnTo>
                  <a:pt x="268435" y="72282"/>
                </a:lnTo>
                <a:lnTo>
                  <a:pt x="268206" y="73147"/>
                </a:lnTo>
                <a:lnTo>
                  <a:pt x="267965" y="74005"/>
                </a:lnTo>
                <a:lnTo>
                  <a:pt x="267712" y="74855"/>
                </a:lnTo>
                <a:lnTo>
                  <a:pt x="267446" y="75698"/>
                </a:lnTo>
                <a:lnTo>
                  <a:pt x="267168" y="76534"/>
                </a:lnTo>
                <a:lnTo>
                  <a:pt x="266877" y="77362"/>
                </a:lnTo>
                <a:lnTo>
                  <a:pt x="266573" y="78180"/>
                </a:lnTo>
                <a:lnTo>
                  <a:pt x="266255" y="78984"/>
                </a:lnTo>
                <a:lnTo>
                  <a:pt x="265923" y="79773"/>
                </a:lnTo>
                <a:lnTo>
                  <a:pt x="265577" y="80549"/>
                </a:lnTo>
                <a:lnTo>
                  <a:pt x="265216" y="81310"/>
                </a:lnTo>
                <a:lnTo>
                  <a:pt x="264841" y="82057"/>
                </a:lnTo>
                <a:lnTo>
                  <a:pt x="264452" y="82791"/>
                </a:lnTo>
                <a:lnTo>
                  <a:pt x="264049" y="83510"/>
                </a:lnTo>
                <a:lnTo>
                  <a:pt x="263632" y="84215"/>
                </a:lnTo>
                <a:lnTo>
                  <a:pt x="263201" y="84906"/>
                </a:lnTo>
                <a:lnTo>
                  <a:pt x="262755" y="85583"/>
                </a:lnTo>
                <a:lnTo>
                  <a:pt x="262295" y="86246"/>
                </a:lnTo>
                <a:lnTo>
                  <a:pt x="261821" y="86895"/>
                </a:lnTo>
                <a:lnTo>
                  <a:pt x="261333" y="87530"/>
                </a:lnTo>
                <a:lnTo>
                  <a:pt x="260831" y="88151"/>
                </a:lnTo>
                <a:lnTo>
                  <a:pt x="260314" y="88758"/>
                </a:lnTo>
                <a:lnTo>
                  <a:pt x="259784" y="89351"/>
                </a:lnTo>
                <a:lnTo>
                  <a:pt x="259239" y="89930"/>
                </a:lnTo>
                <a:lnTo>
                  <a:pt x="258680" y="90494"/>
                </a:lnTo>
                <a:lnTo>
                  <a:pt x="258107" y="91045"/>
                </a:lnTo>
                <a:lnTo>
                  <a:pt x="257519" y="91582"/>
                </a:lnTo>
                <a:lnTo>
                  <a:pt x="256918" y="92104"/>
                </a:lnTo>
                <a:lnTo>
                  <a:pt x="256302" y="92613"/>
                </a:lnTo>
                <a:lnTo>
                  <a:pt x="255672" y="93107"/>
                </a:lnTo>
                <a:lnTo>
                  <a:pt x="255027" y="93585"/>
                </a:lnTo>
                <a:lnTo>
                  <a:pt x="254366" y="94042"/>
                </a:lnTo>
                <a:lnTo>
                  <a:pt x="253687" y="94478"/>
                </a:lnTo>
                <a:lnTo>
                  <a:pt x="252992" y="94895"/>
                </a:lnTo>
                <a:lnTo>
                  <a:pt x="252281" y="95291"/>
                </a:lnTo>
                <a:lnTo>
                  <a:pt x="251553" y="95666"/>
                </a:lnTo>
                <a:lnTo>
                  <a:pt x="250809" y="96022"/>
                </a:lnTo>
                <a:lnTo>
                  <a:pt x="250048" y="96357"/>
                </a:lnTo>
                <a:lnTo>
                  <a:pt x="249270" y="96672"/>
                </a:lnTo>
                <a:lnTo>
                  <a:pt x="248476" y="96966"/>
                </a:lnTo>
                <a:lnTo>
                  <a:pt x="247666" y="97240"/>
                </a:lnTo>
                <a:lnTo>
                  <a:pt x="246839" y="97494"/>
                </a:lnTo>
                <a:lnTo>
                  <a:pt x="245995" y="97728"/>
                </a:lnTo>
                <a:lnTo>
                  <a:pt x="245135" y="97941"/>
                </a:lnTo>
                <a:lnTo>
                  <a:pt x="244258" y="98134"/>
                </a:lnTo>
                <a:lnTo>
                  <a:pt x="243365" y="98307"/>
                </a:lnTo>
                <a:lnTo>
                  <a:pt x="242455" y="98459"/>
                </a:lnTo>
                <a:lnTo>
                  <a:pt x="241529" y="98591"/>
                </a:lnTo>
                <a:lnTo>
                  <a:pt x="240586" y="98703"/>
                </a:lnTo>
                <a:lnTo>
                  <a:pt x="239627" y="98794"/>
                </a:lnTo>
                <a:lnTo>
                  <a:pt x="238651" y="98865"/>
                </a:lnTo>
                <a:lnTo>
                  <a:pt x="237659" y="98916"/>
                </a:lnTo>
                <a:lnTo>
                  <a:pt x="236650" y="98946"/>
                </a:lnTo>
                <a:lnTo>
                  <a:pt x="235624" y="98957"/>
                </a:lnTo>
                <a:lnTo>
                  <a:pt x="234599" y="98946"/>
                </a:lnTo>
                <a:lnTo>
                  <a:pt x="233589" y="98916"/>
                </a:lnTo>
                <a:lnTo>
                  <a:pt x="232597" y="98865"/>
                </a:lnTo>
                <a:lnTo>
                  <a:pt x="231620" y="98794"/>
                </a:lnTo>
                <a:close/>
                <a:moveTo>
                  <a:pt x="497402" y="51151"/>
                </a:moveTo>
                <a:lnTo>
                  <a:pt x="497625" y="50845"/>
                </a:lnTo>
                <a:lnTo>
                  <a:pt x="497850" y="50543"/>
                </a:lnTo>
                <a:lnTo>
                  <a:pt x="498077" y="50244"/>
                </a:lnTo>
                <a:lnTo>
                  <a:pt x="498307" y="49948"/>
                </a:lnTo>
                <a:lnTo>
                  <a:pt x="498538" y="49655"/>
                </a:lnTo>
                <a:lnTo>
                  <a:pt x="498772" y="49365"/>
                </a:lnTo>
                <a:lnTo>
                  <a:pt x="499008" y="49078"/>
                </a:lnTo>
                <a:lnTo>
                  <a:pt x="499246" y="48795"/>
                </a:lnTo>
                <a:lnTo>
                  <a:pt x="499486" y="48514"/>
                </a:lnTo>
                <a:lnTo>
                  <a:pt x="499728" y="48237"/>
                </a:lnTo>
                <a:lnTo>
                  <a:pt x="499972" y="47962"/>
                </a:lnTo>
                <a:lnTo>
                  <a:pt x="500218" y="47691"/>
                </a:lnTo>
                <a:lnTo>
                  <a:pt x="500466" y="47422"/>
                </a:lnTo>
                <a:lnTo>
                  <a:pt x="500716" y="47157"/>
                </a:lnTo>
                <a:lnTo>
                  <a:pt x="500969" y="46895"/>
                </a:lnTo>
                <a:lnTo>
                  <a:pt x="501223" y="46636"/>
                </a:lnTo>
                <a:lnTo>
                  <a:pt x="501480" y="46380"/>
                </a:lnTo>
                <a:lnTo>
                  <a:pt x="501738" y="46127"/>
                </a:lnTo>
                <a:lnTo>
                  <a:pt x="501999" y="45877"/>
                </a:lnTo>
                <a:lnTo>
                  <a:pt x="502262" y="45630"/>
                </a:lnTo>
                <a:lnTo>
                  <a:pt x="502527" y="45387"/>
                </a:lnTo>
                <a:lnTo>
                  <a:pt x="502794" y="45146"/>
                </a:lnTo>
                <a:lnTo>
                  <a:pt x="503063" y="44909"/>
                </a:lnTo>
                <a:lnTo>
                  <a:pt x="503335" y="44674"/>
                </a:lnTo>
                <a:lnTo>
                  <a:pt x="503611" y="44445"/>
                </a:lnTo>
                <a:lnTo>
                  <a:pt x="503891" y="44219"/>
                </a:lnTo>
                <a:lnTo>
                  <a:pt x="504176" y="43998"/>
                </a:lnTo>
                <a:lnTo>
                  <a:pt x="504464" y="43781"/>
                </a:lnTo>
                <a:lnTo>
                  <a:pt x="504756" y="43568"/>
                </a:lnTo>
                <a:lnTo>
                  <a:pt x="505052" y="43360"/>
                </a:lnTo>
                <a:lnTo>
                  <a:pt x="505353" y="43155"/>
                </a:lnTo>
                <a:lnTo>
                  <a:pt x="505657" y="42956"/>
                </a:lnTo>
                <a:lnTo>
                  <a:pt x="505965" y="42760"/>
                </a:lnTo>
                <a:lnTo>
                  <a:pt x="506278" y="42569"/>
                </a:lnTo>
                <a:lnTo>
                  <a:pt x="506594" y="42381"/>
                </a:lnTo>
                <a:lnTo>
                  <a:pt x="506915" y="42199"/>
                </a:lnTo>
                <a:lnTo>
                  <a:pt x="507239" y="42020"/>
                </a:lnTo>
                <a:lnTo>
                  <a:pt x="507568" y="41846"/>
                </a:lnTo>
                <a:lnTo>
                  <a:pt x="507900" y="41676"/>
                </a:lnTo>
                <a:lnTo>
                  <a:pt x="508237" y="41510"/>
                </a:lnTo>
                <a:lnTo>
                  <a:pt x="508578" y="41348"/>
                </a:lnTo>
                <a:lnTo>
                  <a:pt x="508922" y="41191"/>
                </a:lnTo>
                <a:lnTo>
                  <a:pt x="509271" y="41038"/>
                </a:lnTo>
                <a:lnTo>
                  <a:pt x="509624" y="40889"/>
                </a:lnTo>
                <a:lnTo>
                  <a:pt x="509980" y="40745"/>
                </a:lnTo>
                <a:lnTo>
                  <a:pt x="510341" y="40605"/>
                </a:lnTo>
                <a:lnTo>
                  <a:pt x="510706" y="40469"/>
                </a:lnTo>
                <a:lnTo>
                  <a:pt x="511075" y="40338"/>
                </a:lnTo>
                <a:lnTo>
                  <a:pt x="511450" y="40212"/>
                </a:lnTo>
                <a:lnTo>
                  <a:pt x="511829" y="40092"/>
                </a:lnTo>
                <a:lnTo>
                  <a:pt x="512213" y="39978"/>
                </a:lnTo>
                <a:lnTo>
                  <a:pt x="512603" y="39869"/>
                </a:lnTo>
                <a:lnTo>
                  <a:pt x="512997" y="39766"/>
                </a:lnTo>
                <a:lnTo>
                  <a:pt x="513396" y="39668"/>
                </a:lnTo>
                <a:lnTo>
                  <a:pt x="513801" y="39576"/>
                </a:lnTo>
                <a:lnTo>
                  <a:pt x="514210" y="39489"/>
                </a:lnTo>
                <a:lnTo>
                  <a:pt x="514624" y="39408"/>
                </a:lnTo>
                <a:lnTo>
                  <a:pt x="515044" y="39333"/>
                </a:lnTo>
                <a:lnTo>
                  <a:pt x="515468" y="39263"/>
                </a:lnTo>
                <a:lnTo>
                  <a:pt x="515897" y="39199"/>
                </a:lnTo>
                <a:lnTo>
                  <a:pt x="516332" y="39141"/>
                </a:lnTo>
                <a:lnTo>
                  <a:pt x="516771" y="39088"/>
                </a:lnTo>
                <a:lnTo>
                  <a:pt x="517215" y="39040"/>
                </a:lnTo>
                <a:lnTo>
                  <a:pt x="517665" y="38998"/>
                </a:lnTo>
                <a:lnTo>
                  <a:pt x="518119" y="38962"/>
                </a:lnTo>
                <a:lnTo>
                  <a:pt x="518578" y="38931"/>
                </a:lnTo>
                <a:lnTo>
                  <a:pt x="519043" y="38906"/>
                </a:lnTo>
                <a:lnTo>
                  <a:pt x="519512" y="38887"/>
                </a:lnTo>
                <a:lnTo>
                  <a:pt x="519987" y="38873"/>
                </a:lnTo>
                <a:lnTo>
                  <a:pt x="520466" y="38864"/>
                </a:lnTo>
                <a:lnTo>
                  <a:pt x="520950" y="38861"/>
                </a:lnTo>
                <a:lnTo>
                  <a:pt x="522791" y="38861"/>
                </a:lnTo>
                <a:lnTo>
                  <a:pt x="522791" y="26602"/>
                </a:lnTo>
                <a:lnTo>
                  <a:pt x="521190" y="26602"/>
                </a:lnTo>
                <a:lnTo>
                  <a:pt x="520423" y="26609"/>
                </a:lnTo>
                <a:lnTo>
                  <a:pt x="519667" y="26630"/>
                </a:lnTo>
                <a:lnTo>
                  <a:pt x="518923" y="26666"/>
                </a:lnTo>
                <a:lnTo>
                  <a:pt x="518191" y="26716"/>
                </a:lnTo>
                <a:lnTo>
                  <a:pt x="517471" y="26779"/>
                </a:lnTo>
                <a:lnTo>
                  <a:pt x="516764" y="26857"/>
                </a:lnTo>
                <a:lnTo>
                  <a:pt x="516068" y="26950"/>
                </a:lnTo>
                <a:lnTo>
                  <a:pt x="515384" y="27056"/>
                </a:lnTo>
                <a:lnTo>
                  <a:pt x="514711" y="27177"/>
                </a:lnTo>
                <a:lnTo>
                  <a:pt x="514051" y="27312"/>
                </a:lnTo>
                <a:lnTo>
                  <a:pt x="513403" y="27461"/>
                </a:lnTo>
                <a:lnTo>
                  <a:pt x="512767" y="27624"/>
                </a:lnTo>
                <a:lnTo>
                  <a:pt x="512143" y="27801"/>
                </a:lnTo>
                <a:lnTo>
                  <a:pt x="511530" y="27993"/>
                </a:lnTo>
                <a:lnTo>
                  <a:pt x="510930" y="28198"/>
                </a:lnTo>
                <a:lnTo>
                  <a:pt x="510341" y="28418"/>
                </a:lnTo>
                <a:lnTo>
                  <a:pt x="509765" y="28652"/>
                </a:lnTo>
                <a:lnTo>
                  <a:pt x="509200" y="28901"/>
                </a:lnTo>
                <a:lnTo>
                  <a:pt x="508648" y="29163"/>
                </a:lnTo>
                <a:lnTo>
                  <a:pt x="508107" y="29440"/>
                </a:lnTo>
                <a:lnTo>
                  <a:pt x="507578" y="29731"/>
                </a:lnTo>
                <a:lnTo>
                  <a:pt x="507062" y="30036"/>
                </a:lnTo>
                <a:lnTo>
                  <a:pt x="506557" y="30355"/>
                </a:lnTo>
                <a:lnTo>
                  <a:pt x="506064" y="30689"/>
                </a:lnTo>
                <a:lnTo>
                  <a:pt x="505582" y="31032"/>
                </a:lnTo>
                <a:lnTo>
                  <a:pt x="505108" y="31383"/>
                </a:lnTo>
                <a:lnTo>
                  <a:pt x="504642" y="31740"/>
                </a:lnTo>
                <a:lnTo>
                  <a:pt x="504186" y="32104"/>
                </a:lnTo>
                <a:lnTo>
                  <a:pt x="503737" y="32475"/>
                </a:lnTo>
                <a:lnTo>
                  <a:pt x="503298" y="32852"/>
                </a:lnTo>
                <a:lnTo>
                  <a:pt x="502867" y="33236"/>
                </a:lnTo>
                <a:lnTo>
                  <a:pt x="502445" y="33627"/>
                </a:lnTo>
                <a:lnTo>
                  <a:pt x="502031" y="34024"/>
                </a:lnTo>
                <a:lnTo>
                  <a:pt x="501626" y="34428"/>
                </a:lnTo>
                <a:lnTo>
                  <a:pt x="501230" y="34838"/>
                </a:lnTo>
                <a:lnTo>
                  <a:pt x="500842" y="35256"/>
                </a:lnTo>
                <a:lnTo>
                  <a:pt x="500463" y="35680"/>
                </a:lnTo>
                <a:lnTo>
                  <a:pt x="500092" y="36110"/>
                </a:lnTo>
                <a:lnTo>
                  <a:pt x="499730" y="36548"/>
                </a:lnTo>
                <a:lnTo>
                  <a:pt x="499377" y="36992"/>
                </a:lnTo>
                <a:lnTo>
                  <a:pt x="499032" y="37443"/>
                </a:lnTo>
                <a:lnTo>
                  <a:pt x="498696" y="37900"/>
                </a:lnTo>
                <a:lnTo>
                  <a:pt x="498369" y="38364"/>
                </a:lnTo>
                <a:lnTo>
                  <a:pt x="498050" y="38835"/>
                </a:lnTo>
                <a:lnTo>
                  <a:pt x="497739" y="39312"/>
                </a:lnTo>
                <a:lnTo>
                  <a:pt x="497438" y="39796"/>
                </a:lnTo>
                <a:lnTo>
                  <a:pt x="497145" y="40287"/>
                </a:lnTo>
                <a:lnTo>
                  <a:pt x="496860" y="40785"/>
                </a:lnTo>
                <a:lnTo>
                  <a:pt x="496380" y="28044"/>
                </a:lnTo>
                <a:lnTo>
                  <a:pt x="483815" y="28044"/>
                </a:lnTo>
                <a:lnTo>
                  <a:pt x="483815" y="109293"/>
                </a:lnTo>
                <a:lnTo>
                  <a:pt x="497180" y="109293"/>
                </a:lnTo>
                <a:lnTo>
                  <a:pt x="497180" y="51459"/>
                </a:lnTo>
                <a:lnTo>
                  <a:pt x="497402" y="51151"/>
                </a:lnTo>
                <a:close/>
                <a:moveTo>
                  <a:pt x="432527" y="110642"/>
                </a:moveTo>
                <a:lnTo>
                  <a:pt x="433286" y="110589"/>
                </a:lnTo>
                <a:lnTo>
                  <a:pt x="434036" y="110524"/>
                </a:lnTo>
                <a:lnTo>
                  <a:pt x="434777" y="110448"/>
                </a:lnTo>
                <a:lnTo>
                  <a:pt x="435509" y="110360"/>
                </a:lnTo>
                <a:lnTo>
                  <a:pt x="436231" y="110261"/>
                </a:lnTo>
                <a:lnTo>
                  <a:pt x="436944" y="110150"/>
                </a:lnTo>
                <a:lnTo>
                  <a:pt x="437648" y="110027"/>
                </a:lnTo>
                <a:lnTo>
                  <a:pt x="438343" y="109892"/>
                </a:lnTo>
                <a:lnTo>
                  <a:pt x="439029" y="109746"/>
                </a:lnTo>
                <a:lnTo>
                  <a:pt x="439705" y="109587"/>
                </a:lnTo>
                <a:lnTo>
                  <a:pt x="440373" y="109418"/>
                </a:lnTo>
                <a:lnTo>
                  <a:pt x="441031" y="109236"/>
                </a:lnTo>
                <a:lnTo>
                  <a:pt x="441680" y="109043"/>
                </a:lnTo>
                <a:lnTo>
                  <a:pt x="442320" y="108838"/>
                </a:lnTo>
                <a:lnTo>
                  <a:pt x="442950" y="108621"/>
                </a:lnTo>
                <a:lnTo>
                  <a:pt x="443572" y="108393"/>
                </a:lnTo>
                <a:lnTo>
                  <a:pt x="444184" y="108153"/>
                </a:lnTo>
                <a:lnTo>
                  <a:pt x="444787" y="107901"/>
                </a:lnTo>
                <a:lnTo>
                  <a:pt x="445381" y="107638"/>
                </a:lnTo>
                <a:lnTo>
                  <a:pt x="445966" y="107362"/>
                </a:lnTo>
                <a:lnTo>
                  <a:pt x="446541" y="107076"/>
                </a:lnTo>
                <a:lnTo>
                  <a:pt x="447105" y="106780"/>
                </a:lnTo>
                <a:lnTo>
                  <a:pt x="447659" y="106474"/>
                </a:lnTo>
                <a:lnTo>
                  <a:pt x="448202" y="106159"/>
                </a:lnTo>
                <a:lnTo>
                  <a:pt x="448734" y="105833"/>
                </a:lnTo>
                <a:lnTo>
                  <a:pt x="449255" y="105498"/>
                </a:lnTo>
                <a:lnTo>
                  <a:pt x="449766" y="105153"/>
                </a:lnTo>
                <a:lnTo>
                  <a:pt x="450266" y="104798"/>
                </a:lnTo>
                <a:lnTo>
                  <a:pt x="450755" y="104433"/>
                </a:lnTo>
                <a:lnTo>
                  <a:pt x="451234" y="104058"/>
                </a:lnTo>
                <a:lnTo>
                  <a:pt x="451702" y="103674"/>
                </a:lnTo>
                <a:lnTo>
                  <a:pt x="452159" y="103280"/>
                </a:lnTo>
                <a:lnTo>
                  <a:pt x="452605" y="102876"/>
                </a:lnTo>
                <a:lnTo>
                  <a:pt x="453041" y="102462"/>
                </a:lnTo>
                <a:lnTo>
                  <a:pt x="453466" y="102038"/>
                </a:lnTo>
                <a:lnTo>
                  <a:pt x="453881" y="101604"/>
                </a:lnTo>
                <a:lnTo>
                  <a:pt x="454284" y="101161"/>
                </a:lnTo>
                <a:lnTo>
                  <a:pt x="454677" y="100708"/>
                </a:lnTo>
                <a:lnTo>
                  <a:pt x="455060" y="100245"/>
                </a:lnTo>
                <a:lnTo>
                  <a:pt x="455431" y="99772"/>
                </a:lnTo>
                <a:lnTo>
                  <a:pt x="455792" y="99289"/>
                </a:lnTo>
                <a:lnTo>
                  <a:pt x="456142" y="98797"/>
                </a:lnTo>
                <a:lnTo>
                  <a:pt x="456482" y="98294"/>
                </a:lnTo>
                <a:lnTo>
                  <a:pt x="456811" y="97782"/>
                </a:lnTo>
                <a:lnTo>
                  <a:pt x="457128" y="97261"/>
                </a:lnTo>
                <a:lnTo>
                  <a:pt x="457432" y="96731"/>
                </a:lnTo>
                <a:lnTo>
                  <a:pt x="457724" y="96193"/>
                </a:lnTo>
                <a:lnTo>
                  <a:pt x="458003" y="95647"/>
                </a:lnTo>
                <a:lnTo>
                  <a:pt x="458270" y="95093"/>
                </a:lnTo>
                <a:lnTo>
                  <a:pt x="458524" y="94530"/>
                </a:lnTo>
                <a:lnTo>
                  <a:pt x="458765" y="93959"/>
                </a:lnTo>
                <a:lnTo>
                  <a:pt x="458994" y="93380"/>
                </a:lnTo>
                <a:lnTo>
                  <a:pt x="459210" y="92793"/>
                </a:lnTo>
                <a:lnTo>
                  <a:pt x="459413" y="92197"/>
                </a:lnTo>
                <a:lnTo>
                  <a:pt x="459604" y="91594"/>
                </a:lnTo>
                <a:lnTo>
                  <a:pt x="459782" y="90981"/>
                </a:lnTo>
                <a:lnTo>
                  <a:pt x="459947" y="90361"/>
                </a:lnTo>
                <a:lnTo>
                  <a:pt x="460100" y="89733"/>
                </a:lnTo>
                <a:lnTo>
                  <a:pt x="460240" y="89096"/>
                </a:lnTo>
                <a:lnTo>
                  <a:pt x="460368" y="88451"/>
                </a:lnTo>
                <a:lnTo>
                  <a:pt x="460483" y="87797"/>
                </a:lnTo>
                <a:lnTo>
                  <a:pt x="460585" y="87136"/>
                </a:lnTo>
                <a:lnTo>
                  <a:pt x="460674" y="86466"/>
                </a:lnTo>
                <a:lnTo>
                  <a:pt x="460751" y="85788"/>
                </a:lnTo>
                <a:lnTo>
                  <a:pt x="460815" y="85102"/>
                </a:lnTo>
                <a:lnTo>
                  <a:pt x="460867" y="84407"/>
                </a:lnTo>
                <a:lnTo>
                  <a:pt x="460906" y="83705"/>
                </a:lnTo>
                <a:lnTo>
                  <a:pt x="460932" y="82994"/>
                </a:lnTo>
                <a:lnTo>
                  <a:pt x="447727" y="82994"/>
                </a:lnTo>
                <a:lnTo>
                  <a:pt x="447699" y="83691"/>
                </a:lnTo>
                <a:lnTo>
                  <a:pt x="447656" y="84374"/>
                </a:lnTo>
                <a:lnTo>
                  <a:pt x="447596" y="85043"/>
                </a:lnTo>
                <a:lnTo>
                  <a:pt x="447521" y="85699"/>
                </a:lnTo>
                <a:lnTo>
                  <a:pt x="447431" y="86341"/>
                </a:lnTo>
                <a:lnTo>
                  <a:pt x="447324" y="86969"/>
                </a:lnTo>
                <a:lnTo>
                  <a:pt x="447202" y="87583"/>
                </a:lnTo>
                <a:lnTo>
                  <a:pt x="447064" y="88184"/>
                </a:lnTo>
                <a:lnTo>
                  <a:pt x="446911" y="88770"/>
                </a:lnTo>
                <a:lnTo>
                  <a:pt x="446742" y="89343"/>
                </a:lnTo>
                <a:lnTo>
                  <a:pt x="446557" y="89903"/>
                </a:lnTo>
                <a:lnTo>
                  <a:pt x="446356" y="90448"/>
                </a:lnTo>
                <a:lnTo>
                  <a:pt x="446140" y="90980"/>
                </a:lnTo>
                <a:lnTo>
                  <a:pt x="445908" y="91498"/>
                </a:lnTo>
                <a:lnTo>
                  <a:pt x="445660" y="92002"/>
                </a:lnTo>
                <a:lnTo>
                  <a:pt x="445397" y="92492"/>
                </a:lnTo>
                <a:lnTo>
                  <a:pt x="445118" y="92969"/>
                </a:lnTo>
                <a:lnTo>
                  <a:pt x="444823" y="93432"/>
                </a:lnTo>
                <a:lnTo>
                  <a:pt x="444513" y="93881"/>
                </a:lnTo>
                <a:lnTo>
                  <a:pt x="444187" y="94316"/>
                </a:lnTo>
                <a:lnTo>
                  <a:pt x="443845" y="94737"/>
                </a:lnTo>
                <a:lnTo>
                  <a:pt x="443487" y="95145"/>
                </a:lnTo>
                <a:lnTo>
                  <a:pt x="443114" y="95539"/>
                </a:lnTo>
                <a:lnTo>
                  <a:pt x="442725" y="95919"/>
                </a:lnTo>
                <a:lnTo>
                  <a:pt x="442321" y="96285"/>
                </a:lnTo>
                <a:lnTo>
                  <a:pt x="441905" y="96635"/>
                </a:lnTo>
                <a:lnTo>
                  <a:pt x="441475" y="96969"/>
                </a:lnTo>
                <a:lnTo>
                  <a:pt x="441032" y="97288"/>
                </a:lnTo>
                <a:lnTo>
                  <a:pt x="440576" y="97591"/>
                </a:lnTo>
                <a:lnTo>
                  <a:pt x="440106" y="97879"/>
                </a:lnTo>
                <a:lnTo>
                  <a:pt x="439624" y="98151"/>
                </a:lnTo>
                <a:lnTo>
                  <a:pt x="439128" y="98408"/>
                </a:lnTo>
                <a:lnTo>
                  <a:pt x="438619" y="98649"/>
                </a:lnTo>
                <a:lnTo>
                  <a:pt x="438097" y="98875"/>
                </a:lnTo>
                <a:lnTo>
                  <a:pt x="437561" y="99085"/>
                </a:lnTo>
                <a:lnTo>
                  <a:pt x="437012" y="99279"/>
                </a:lnTo>
                <a:lnTo>
                  <a:pt x="436451" y="99458"/>
                </a:lnTo>
                <a:lnTo>
                  <a:pt x="435876" y="99621"/>
                </a:lnTo>
                <a:lnTo>
                  <a:pt x="435287" y="99769"/>
                </a:lnTo>
                <a:lnTo>
                  <a:pt x="434686" y="99901"/>
                </a:lnTo>
                <a:lnTo>
                  <a:pt x="434071" y="100018"/>
                </a:lnTo>
                <a:lnTo>
                  <a:pt x="433444" y="100119"/>
                </a:lnTo>
                <a:lnTo>
                  <a:pt x="432802" y="100204"/>
                </a:lnTo>
                <a:lnTo>
                  <a:pt x="432148" y="100274"/>
                </a:lnTo>
                <a:lnTo>
                  <a:pt x="431481" y="100329"/>
                </a:lnTo>
                <a:lnTo>
                  <a:pt x="430800" y="100368"/>
                </a:lnTo>
                <a:lnTo>
                  <a:pt x="430106" y="100391"/>
                </a:lnTo>
                <a:lnTo>
                  <a:pt x="429399" y="100399"/>
                </a:lnTo>
                <a:lnTo>
                  <a:pt x="428744" y="100392"/>
                </a:lnTo>
                <a:lnTo>
                  <a:pt x="428100" y="100371"/>
                </a:lnTo>
                <a:lnTo>
                  <a:pt x="427465" y="100335"/>
                </a:lnTo>
                <a:lnTo>
                  <a:pt x="426842" y="100286"/>
                </a:lnTo>
                <a:lnTo>
                  <a:pt x="426228" y="100223"/>
                </a:lnTo>
                <a:lnTo>
                  <a:pt x="425625" y="100145"/>
                </a:lnTo>
                <a:lnTo>
                  <a:pt x="425033" y="100054"/>
                </a:lnTo>
                <a:lnTo>
                  <a:pt x="424451" y="99948"/>
                </a:lnTo>
                <a:lnTo>
                  <a:pt x="423879" y="99829"/>
                </a:lnTo>
                <a:lnTo>
                  <a:pt x="423318" y="99695"/>
                </a:lnTo>
                <a:lnTo>
                  <a:pt x="422767" y="99547"/>
                </a:lnTo>
                <a:lnTo>
                  <a:pt x="422226" y="99385"/>
                </a:lnTo>
                <a:lnTo>
                  <a:pt x="421696" y="99209"/>
                </a:lnTo>
                <a:lnTo>
                  <a:pt x="421177" y="99019"/>
                </a:lnTo>
                <a:lnTo>
                  <a:pt x="420668" y="98815"/>
                </a:lnTo>
                <a:lnTo>
                  <a:pt x="420169" y="98597"/>
                </a:lnTo>
                <a:lnTo>
                  <a:pt x="419681" y="98365"/>
                </a:lnTo>
                <a:lnTo>
                  <a:pt x="419203" y="98119"/>
                </a:lnTo>
                <a:lnTo>
                  <a:pt x="418735" y="97858"/>
                </a:lnTo>
                <a:lnTo>
                  <a:pt x="418278" y="97584"/>
                </a:lnTo>
                <a:lnTo>
                  <a:pt x="417831" y="97295"/>
                </a:lnTo>
                <a:lnTo>
                  <a:pt x="417395" y="96992"/>
                </a:lnTo>
                <a:lnTo>
                  <a:pt x="416969" y="96676"/>
                </a:lnTo>
                <a:lnTo>
                  <a:pt x="416554" y="96345"/>
                </a:lnTo>
                <a:lnTo>
                  <a:pt x="416149" y="96002"/>
                </a:lnTo>
                <a:lnTo>
                  <a:pt x="415752" y="95650"/>
                </a:lnTo>
                <a:lnTo>
                  <a:pt x="415365" y="95289"/>
                </a:lnTo>
                <a:lnTo>
                  <a:pt x="414988" y="94919"/>
                </a:lnTo>
                <a:lnTo>
                  <a:pt x="414620" y="94539"/>
                </a:lnTo>
                <a:lnTo>
                  <a:pt x="414261" y="94151"/>
                </a:lnTo>
                <a:lnTo>
                  <a:pt x="413911" y="93752"/>
                </a:lnTo>
                <a:lnTo>
                  <a:pt x="413571" y="93345"/>
                </a:lnTo>
                <a:lnTo>
                  <a:pt x="413240" y="92929"/>
                </a:lnTo>
                <a:lnTo>
                  <a:pt x="412918" y="92503"/>
                </a:lnTo>
                <a:lnTo>
                  <a:pt x="412605" y="92068"/>
                </a:lnTo>
                <a:lnTo>
                  <a:pt x="412302" y="91624"/>
                </a:lnTo>
                <a:lnTo>
                  <a:pt x="412008" y="91170"/>
                </a:lnTo>
                <a:lnTo>
                  <a:pt x="411724" y="90708"/>
                </a:lnTo>
                <a:lnTo>
                  <a:pt x="411449" y="90236"/>
                </a:lnTo>
                <a:lnTo>
                  <a:pt x="411183" y="89754"/>
                </a:lnTo>
                <a:lnTo>
                  <a:pt x="410926" y="89264"/>
                </a:lnTo>
                <a:lnTo>
                  <a:pt x="410679" y="88764"/>
                </a:lnTo>
                <a:lnTo>
                  <a:pt x="410441" y="88256"/>
                </a:lnTo>
                <a:lnTo>
                  <a:pt x="410213" y="87738"/>
                </a:lnTo>
                <a:lnTo>
                  <a:pt x="409993" y="87210"/>
                </a:lnTo>
                <a:lnTo>
                  <a:pt x="409783" y="86674"/>
                </a:lnTo>
                <a:lnTo>
                  <a:pt x="409582" y="86128"/>
                </a:lnTo>
                <a:lnTo>
                  <a:pt x="409391" y="85573"/>
                </a:lnTo>
                <a:lnTo>
                  <a:pt x="409208" y="85011"/>
                </a:lnTo>
                <a:lnTo>
                  <a:pt x="409033" y="84445"/>
                </a:lnTo>
                <a:lnTo>
                  <a:pt x="408865" y="83874"/>
                </a:lnTo>
                <a:lnTo>
                  <a:pt x="408704" y="83298"/>
                </a:lnTo>
                <a:lnTo>
                  <a:pt x="408551" y="82718"/>
                </a:lnTo>
                <a:lnTo>
                  <a:pt x="408406" y="82133"/>
                </a:lnTo>
                <a:lnTo>
                  <a:pt x="408268" y="81544"/>
                </a:lnTo>
                <a:lnTo>
                  <a:pt x="408137" y="80950"/>
                </a:lnTo>
                <a:lnTo>
                  <a:pt x="408014" y="80352"/>
                </a:lnTo>
                <a:lnTo>
                  <a:pt x="407899" y="79749"/>
                </a:lnTo>
                <a:lnTo>
                  <a:pt x="407791" y="79142"/>
                </a:lnTo>
                <a:lnTo>
                  <a:pt x="407690" y="78530"/>
                </a:lnTo>
                <a:lnTo>
                  <a:pt x="407597" y="77913"/>
                </a:lnTo>
                <a:lnTo>
                  <a:pt x="407512" y="77292"/>
                </a:lnTo>
                <a:lnTo>
                  <a:pt x="407434" y="76667"/>
                </a:lnTo>
                <a:lnTo>
                  <a:pt x="407364" y="76037"/>
                </a:lnTo>
                <a:lnTo>
                  <a:pt x="407301" y="75402"/>
                </a:lnTo>
                <a:lnTo>
                  <a:pt x="407245" y="74763"/>
                </a:lnTo>
                <a:lnTo>
                  <a:pt x="407197" y="74119"/>
                </a:lnTo>
                <a:lnTo>
                  <a:pt x="407157" y="73471"/>
                </a:lnTo>
                <a:lnTo>
                  <a:pt x="407124" y="72818"/>
                </a:lnTo>
                <a:lnTo>
                  <a:pt x="407098" y="72160"/>
                </a:lnTo>
                <a:lnTo>
                  <a:pt x="407081" y="71499"/>
                </a:lnTo>
                <a:lnTo>
                  <a:pt x="407070" y="70832"/>
                </a:lnTo>
                <a:lnTo>
                  <a:pt x="460612" y="70832"/>
                </a:lnTo>
                <a:lnTo>
                  <a:pt x="460625" y="70768"/>
                </a:lnTo>
                <a:lnTo>
                  <a:pt x="460638" y="70700"/>
                </a:lnTo>
                <a:lnTo>
                  <a:pt x="460650" y="70629"/>
                </a:lnTo>
                <a:lnTo>
                  <a:pt x="460662" y="70555"/>
                </a:lnTo>
                <a:lnTo>
                  <a:pt x="460674" y="70477"/>
                </a:lnTo>
                <a:lnTo>
                  <a:pt x="460685" y="70397"/>
                </a:lnTo>
                <a:lnTo>
                  <a:pt x="460695" y="70312"/>
                </a:lnTo>
                <a:lnTo>
                  <a:pt x="460706" y="70225"/>
                </a:lnTo>
                <a:lnTo>
                  <a:pt x="460715" y="70134"/>
                </a:lnTo>
                <a:lnTo>
                  <a:pt x="460725" y="70040"/>
                </a:lnTo>
                <a:lnTo>
                  <a:pt x="460734" y="69942"/>
                </a:lnTo>
                <a:lnTo>
                  <a:pt x="460742" y="69841"/>
                </a:lnTo>
                <a:lnTo>
                  <a:pt x="460750" y="69737"/>
                </a:lnTo>
                <a:lnTo>
                  <a:pt x="460758" y="69629"/>
                </a:lnTo>
                <a:lnTo>
                  <a:pt x="460765" y="69518"/>
                </a:lnTo>
                <a:lnTo>
                  <a:pt x="460772" y="69404"/>
                </a:lnTo>
                <a:lnTo>
                  <a:pt x="460779" y="69287"/>
                </a:lnTo>
                <a:lnTo>
                  <a:pt x="460785" y="69166"/>
                </a:lnTo>
                <a:lnTo>
                  <a:pt x="460790" y="69042"/>
                </a:lnTo>
                <a:lnTo>
                  <a:pt x="460796" y="68914"/>
                </a:lnTo>
                <a:lnTo>
                  <a:pt x="460800" y="68783"/>
                </a:lnTo>
                <a:lnTo>
                  <a:pt x="460805" y="68649"/>
                </a:lnTo>
                <a:lnTo>
                  <a:pt x="460809" y="68512"/>
                </a:lnTo>
                <a:lnTo>
                  <a:pt x="460812" y="68371"/>
                </a:lnTo>
                <a:lnTo>
                  <a:pt x="460816" y="68229"/>
                </a:lnTo>
                <a:lnTo>
                  <a:pt x="460819" y="68089"/>
                </a:lnTo>
                <a:lnTo>
                  <a:pt x="460822" y="67950"/>
                </a:lnTo>
                <a:lnTo>
                  <a:pt x="460825" y="67813"/>
                </a:lnTo>
                <a:lnTo>
                  <a:pt x="460827" y="67678"/>
                </a:lnTo>
                <a:lnTo>
                  <a:pt x="460830" y="67544"/>
                </a:lnTo>
                <a:lnTo>
                  <a:pt x="460832" y="67412"/>
                </a:lnTo>
                <a:lnTo>
                  <a:pt x="460835" y="67281"/>
                </a:lnTo>
                <a:lnTo>
                  <a:pt x="460837" y="67152"/>
                </a:lnTo>
                <a:lnTo>
                  <a:pt x="460839" y="67025"/>
                </a:lnTo>
                <a:lnTo>
                  <a:pt x="460841" y="66899"/>
                </a:lnTo>
                <a:lnTo>
                  <a:pt x="460842" y="66775"/>
                </a:lnTo>
                <a:lnTo>
                  <a:pt x="460844" y="66652"/>
                </a:lnTo>
                <a:lnTo>
                  <a:pt x="460845" y="66531"/>
                </a:lnTo>
                <a:lnTo>
                  <a:pt x="460847" y="66412"/>
                </a:lnTo>
                <a:lnTo>
                  <a:pt x="460848" y="66294"/>
                </a:lnTo>
                <a:lnTo>
                  <a:pt x="460849" y="66178"/>
                </a:lnTo>
                <a:lnTo>
                  <a:pt x="460850" y="66063"/>
                </a:lnTo>
                <a:lnTo>
                  <a:pt x="460851" y="65950"/>
                </a:lnTo>
                <a:lnTo>
                  <a:pt x="460851" y="65839"/>
                </a:lnTo>
                <a:lnTo>
                  <a:pt x="460852" y="65729"/>
                </a:lnTo>
                <a:lnTo>
                  <a:pt x="460852" y="65620"/>
                </a:lnTo>
                <a:lnTo>
                  <a:pt x="460852" y="65514"/>
                </a:lnTo>
                <a:lnTo>
                  <a:pt x="460852" y="65408"/>
                </a:lnTo>
                <a:lnTo>
                  <a:pt x="460837" y="63859"/>
                </a:lnTo>
                <a:lnTo>
                  <a:pt x="460792" y="62340"/>
                </a:lnTo>
                <a:lnTo>
                  <a:pt x="460716" y="60851"/>
                </a:lnTo>
                <a:lnTo>
                  <a:pt x="460610" y="59393"/>
                </a:lnTo>
                <a:lnTo>
                  <a:pt x="460474" y="57965"/>
                </a:lnTo>
                <a:lnTo>
                  <a:pt x="460307" y="56568"/>
                </a:lnTo>
                <a:lnTo>
                  <a:pt x="460110" y="55201"/>
                </a:lnTo>
                <a:lnTo>
                  <a:pt x="459883" y="53864"/>
                </a:lnTo>
                <a:lnTo>
                  <a:pt x="459626" y="52558"/>
                </a:lnTo>
                <a:lnTo>
                  <a:pt x="459338" y="51282"/>
                </a:lnTo>
                <a:lnTo>
                  <a:pt x="459020" y="50037"/>
                </a:lnTo>
                <a:lnTo>
                  <a:pt x="458671" y="48822"/>
                </a:lnTo>
                <a:lnTo>
                  <a:pt x="458293" y="47638"/>
                </a:lnTo>
                <a:lnTo>
                  <a:pt x="457884" y="46484"/>
                </a:lnTo>
                <a:lnTo>
                  <a:pt x="457445" y="45360"/>
                </a:lnTo>
                <a:lnTo>
                  <a:pt x="456975" y="44267"/>
                </a:lnTo>
                <a:lnTo>
                  <a:pt x="456475" y="43205"/>
                </a:lnTo>
                <a:lnTo>
                  <a:pt x="455945" y="42172"/>
                </a:lnTo>
                <a:lnTo>
                  <a:pt x="455385" y="41171"/>
                </a:lnTo>
                <a:lnTo>
                  <a:pt x="454794" y="40199"/>
                </a:lnTo>
                <a:lnTo>
                  <a:pt x="454173" y="39258"/>
                </a:lnTo>
                <a:lnTo>
                  <a:pt x="453522" y="38348"/>
                </a:lnTo>
                <a:lnTo>
                  <a:pt x="452841" y="37468"/>
                </a:lnTo>
                <a:lnTo>
                  <a:pt x="452129" y="36618"/>
                </a:lnTo>
                <a:lnTo>
                  <a:pt x="451390" y="35801"/>
                </a:lnTo>
                <a:lnTo>
                  <a:pt x="450628" y="35018"/>
                </a:lnTo>
                <a:lnTo>
                  <a:pt x="449843" y="34270"/>
                </a:lnTo>
                <a:lnTo>
                  <a:pt x="449034" y="33558"/>
                </a:lnTo>
                <a:lnTo>
                  <a:pt x="448202" y="32879"/>
                </a:lnTo>
                <a:lnTo>
                  <a:pt x="447347" y="32236"/>
                </a:lnTo>
                <a:lnTo>
                  <a:pt x="446468" y="31627"/>
                </a:lnTo>
                <a:lnTo>
                  <a:pt x="445566" y="31054"/>
                </a:lnTo>
                <a:lnTo>
                  <a:pt x="444641" y="30515"/>
                </a:lnTo>
                <a:lnTo>
                  <a:pt x="443692" y="30010"/>
                </a:lnTo>
                <a:lnTo>
                  <a:pt x="442720" y="29541"/>
                </a:lnTo>
                <a:lnTo>
                  <a:pt x="441724" y="29106"/>
                </a:lnTo>
                <a:lnTo>
                  <a:pt x="440706" y="28706"/>
                </a:lnTo>
                <a:lnTo>
                  <a:pt x="439664" y="28341"/>
                </a:lnTo>
                <a:lnTo>
                  <a:pt x="438598" y="28011"/>
                </a:lnTo>
                <a:lnTo>
                  <a:pt x="437509" y="27715"/>
                </a:lnTo>
                <a:lnTo>
                  <a:pt x="436397" y="27454"/>
                </a:lnTo>
                <a:lnTo>
                  <a:pt x="435262" y="27228"/>
                </a:lnTo>
                <a:lnTo>
                  <a:pt x="434103" y="27037"/>
                </a:lnTo>
                <a:lnTo>
                  <a:pt x="432921" y="26880"/>
                </a:lnTo>
                <a:lnTo>
                  <a:pt x="431715" y="26759"/>
                </a:lnTo>
                <a:lnTo>
                  <a:pt x="430486" y="26672"/>
                </a:lnTo>
                <a:lnTo>
                  <a:pt x="429234" y="26619"/>
                </a:lnTo>
                <a:lnTo>
                  <a:pt x="427959" y="26602"/>
                </a:lnTo>
                <a:lnTo>
                  <a:pt x="427005" y="26611"/>
                </a:lnTo>
                <a:lnTo>
                  <a:pt x="426065" y="26639"/>
                </a:lnTo>
                <a:lnTo>
                  <a:pt x="425138" y="26685"/>
                </a:lnTo>
                <a:lnTo>
                  <a:pt x="424225" y="26750"/>
                </a:lnTo>
                <a:lnTo>
                  <a:pt x="423325" y="26834"/>
                </a:lnTo>
                <a:lnTo>
                  <a:pt x="422439" y="26936"/>
                </a:lnTo>
                <a:lnTo>
                  <a:pt x="421566" y="27056"/>
                </a:lnTo>
                <a:lnTo>
                  <a:pt x="420707" y="27195"/>
                </a:lnTo>
                <a:lnTo>
                  <a:pt x="419861" y="27352"/>
                </a:lnTo>
                <a:lnTo>
                  <a:pt x="419029" y="27528"/>
                </a:lnTo>
                <a:lnTo>
                  <a:pt x="418210" y="27723"/>
                </a:lnTo>
                <a:lnTo>
                  <a:pt x="417404" y="27936"/>
                </a:lnTo>
                <a:lnTo>
                  <a:pt x="416612" y="28168"/>
                </a:lnTo>
                <a:lnTo>
                  <a:pt x="415834" y="28418"/>
                </a:lnTo>
                <a:lnTo>
                  <a:pt x="415069" y="28686"/>
                </a:lnTo>
                <a:lnTo>
                  <a:pt x="414318" y="28974"/>
                </a:lnTo>
                <a:lnTo>
                  <a:pt x="413580" y="29279"/>
                </a:lnTo>
                <a:lnTo>
                  <a:pt x="412855" y="29604"/>
                </a:lnTo>
                <a:lnTo>
                  <a:pt x="412144" y="29946"/>
                </a:lnTo>
                <a:lnTo>
                  <a:pt x="411446" y="30308"/>
                </a:lnTo>
                <a:lnTo>
                  <a:pt x="410762" y="30687"/>
                </a:lnTo>
                <a:lnTo>
                  <a:pt x="410092" y="31086"/>
                </a:lnTo>
                <a:lnTo>
                  <a:pt x="409434" y="31503"/>
                </a:lnTo>
                <a:lnTo>
                  <a:pt x="408791" y="31938"/>
                </a:lnTo>
                <a:lnTo>
                  <a:pt x="408161" y="32390"/>
                </a:lnTo>
                <a:lnTo>
                  <a:pt x="407544" y="32856"/>
                </a:lnTo>
                <a:lnTo>
                  <a:pt x="406941" y="33337"/>
                </a:lnTo>
                <a:lnTo>
                  <a:pt x="406351" y="33831"/>
                </a:lnTo>
                <a:lnTo>
                  <a:pt x="405775" y="34341"/>
                </a:lnTo>
                <a:lnTo>
                  <a:pt x="405212" y="34864"/>
                </a:lnTo>
                <a:lnTo>
                  <a:pt x="404662" y="35402"/>
                </a:lnTo>
                <a:lnTo>
                  <a:pt x="404127" y="35954"/>
                </a:lnTo>
                <a:lnTo>
                  <a:pt x="403604" y="36521"/>
                </a:lnTo>
                <a:lnTo>
                  <a:pt x="403095" y="37101"/>
                </a:lnTo>
                <a:lnTo>
                  <a:pt x="402600" y="37697"/>
                </a:lnTo>
                <a:lnTo>
                  <a:pt x="402118" y="38306"/>
                </a:lnTo>
                <a:lnTo>
                  <a:pt x="401650" y="38930"/>
                </a:lnTo>
                <a:lnTo>
                  <a:pt x="401195" y="39568"/>
                </a:lnTo>
                <a:lnTo>
                  <a:pt x="400753" y="40221"/>
                </a:lnTo>
                <a:lnTo>
                  <a:pt x="400325" y="40888"/>
                </a:lnTo>
                <a:lnTo>
                  <a:pt x="399911" y="41569"/>
                </a:lnTo>
                <a:lnTo>
                  <a:pt x="399509" y="42265"/>
                </a:lnTo>
                <a:lnTo>
                  <a:pt x="399122" y="42974"/>
                </a:lnTo>
                <a:lnTo>
                  <a:pt x="398748" y="43699"/>
                </a:lnTo>
                <a:lnTo>
                  <a:pt x="398387" y="44437"/>
                </a:lnTo>
                <a:lnTo>
                  <a:pt x="398040" y="45190"/>
                </a:lnTo>
                <a:lnTo>
                  <a:pt x="397706" y="45957"/>
                </a:lnTo>
                <a:lnTo>
                  <a:pt x="397386" y="46739"/>
                </a:lnTo>
                <a:lnTo>
                  <a:pt x="397079" y="47533"/>
                </a:lnTo>
                <a:lnTo>
                  <a:pt x="396785" y="48337"/>
                </a:lnTo>
                <a:lnTo>
                  <a:pt x="396504" y="49151"/>
                </a:lnTo>
                <a:lnTo>
                  <a:pt x="396237" y="49976"/>
                </a:lnTo>
                <a:lnTo>
                  <a:pt x="395982" y="50811"/>
                </a:lnTo>
                <a:lnTo>
                  <a:pt x="395740" y="51656"/>
                </a:lnTo>
                <a:lnTo>
                  <a:pt x="395512" y="52512"/>
                </a:lnTo>
                <a:lnTo>
                  <a:pt x="395296" y="53377"/>
                </a:lnTo>
                <a:lnTo>
                  <a:pt x="395094" y="54254"/>
                </a:lnTo>
                <a:lnTo>
                  <a:pt x="394904" y="55140"/>
                </a:lnTo>
                <a:lnTo>
                  <a:pt x="394728" y="56036"/>
                </a:lnTo>
                <a:lnTo>
                  <a:pt x="394565" y="56943"/>
                </a:lnTo>
                <a:lnTo>
                  <a:pt x="394415" y="57860"/>
                </a:lnTo>
                <a:lnTo>
                  <a:pt x="394278" y="58788"/>
                </a:lnTo>
                <a:lnTo>
                  <a:pt x="394153" y="59725"/>
                </a:lnTo>
                <a:lnTo>
                  <a:pt x="394042" y="60673"/>
                </a:lnTo>
                <a:lnTo>
                  <a:pt x="393945" y="61631"/>
                </a:lnTo>
                <a:lnTo>
                  <a:pt x="393860" y="62600"/>
                </a:lnTo>
                <a:lnTo>
                  <a:pt x="393788" y="63579"/>
                </a:lnTo>
                <a:lnTo>
                  <a:pt x="393729" y="64567"/>
                </a:lnTo>
                <a:lnTo>
                  <a:pt x="393683" y="65567"/>
                </a:lnTo>
                <a:lnTo>
                  <a:pt x="393651" y="66576"/>
                </a:lnTo>
                <a:lnTo>
                  <a:pt x="393631" y="67596"/>
                </a:lnTo>
                <a:lnTo>
                  <a:pt x="393625" y="68626"/>
                </a:lnTo>
                <a:lnTo>
                  <a:pt x="393631" y="69616"/>
                </a:lnTo>
                <a:lnTo>
                  <a:pt x="393651" y="70597"/>
                </a:lnTo>
                <a:lnTo>
                  <a:pt x="393685" y="71570"/>
                </a:lnTo>
                <a:lnTo>
                  <a:pt x="393732" y="72535"/>
                </a:lnTo>
                <a:lnTo>
                  <a:pt x="393793" y="73491"/>
                </a:lnTo>
                <a:lnTo>
                  <a:pt x="393867" y="74439"/>
                </a:lnTo>
                <a:lnTo>
                  <a:pt x="393955" y="75380"/>
                </a:lnTo>
                <a:lnTo>
                  <a:pt x="394056" y="76311"/>
                </a:lnTo>
                <a:lnTo>
                  <a:pt x="394170" y="77235"/>
                </a:lnTo>
                <a:lnTo>
                  <a:pt x="394298" y="78150"/>
                </a:lnTo>
                <a:lnTo>
                  <a:pt x="394440" y="79057"/>
                </a:lnTo>
                <a:lnTo>
                  <a:pt x="394595" y="79956"/>
                </a:lnTo>
                <a:lnTo>
                  <a:pt x="394763" y="80846"/>
                </a:lnTo>
                <a:lnTo>
                  <a:pt x="394945" y="81729"/>
                </a:lnTo>
                <a:lnTo>
                  <a:pt x="395141" y="82603"/>
                </a:lnTo>
                <a:lnTo>
                  <a:pt x="395350" y="83468"/>
                </a:lnTo>
                <a:lnTo>
                  <a:pt x="395572" y="84326"/>
                </a:lnTo>
                <a:lnTo>
                  <a:pt x="395808" y="85175"/>
                </a:lnTo>
                <a:lnTo>
                  <a:pt x="396057" y="86016"/>
                </a:lnTo>
                <a:lnTo>
                  <a:pt x="396320" y="86849"/>
                </a:lnTo>
                <a:lnTo>
                  <a:pt x="396596" y="87674"/>
                </a:lnTo>
                <a:lnTo>
                  <a:pt x="396886" y="88490"/>
                </a:lnTo>
                <a:lnTo>
                  <a:pt x="397189" y="89298"/>
                </a:lnTo>
                <a:lnTo>
                  <a:pt x="397506" y="90098"/>
                </a:lnTo>
                <a:lnTo>
                  <a:pt x="397837" y="90886"/>
                </a:lnTo>
                <a:lnTo>
                  <a:pt x="398181" y="91661"/>
                </a:lnTo>
                <a:lnTo>
                  <a:pt x="398540" y="92422"/>
                </a:lnTo>
                <a:lnTo>
                  <a:pt x="398912" y="93169"/>
                </a:lnTo>
                <a:lnTo>
                  <a:pt x="399299" y="93902"/>
                </a:lnTo>
                <a:lnTo>
                  <a:pt x="399700" y="94621"/>
                </a:lnTo>
                <a:lnTo>
                  <a:pt x="400114" y="95327"/>
                </a:lnTo>
                <a:lnTo>
                  <a:pt x="400543" y="96018"/>
                </a:lnTo>
                <a:lnTo>
                  <a:pt x="400986" y="96696"/>
                </a:lnTo>
                <a:lnTo>
                  <a:pt x="401442" y="97359"/>
                </a:lnTo>
                <a:lnTo>
                  <a:pt x="401913" y="98009"/>
                </a:lnTo>
                <a:lnTo>
                  <a:pt x="402398" y="98645"/>
                </a:lnTo>
                <a:lnTo>
                  <a:pt x="402897" y="99267"/>
                </a:lnTo>
                <a:lnTo>
                  <a:pt x="403410" y="99875"/>
                </a:lnTo>
                <a:lnTo>
                  <a:pt x="403937" y="100469"/>
                </a:lnTo>
                <a:lnTo>
                  <a:pt x="404478" y="101049"/>
                </a:lnTo>
                <a:lnTo>
                  <a:pt x="405033" y="101616"/>
                </a:lnTo>
                <a:lnTo>
                  <a:pt x="405602" y="102168"/>
                </a:lnTo>
                <a:lnTo>
                  <a:pt x="406185" y="102707"/>
                </a:lnTo>
                <a:lnTo>
                  <a:pt x="406782" y="103232"/>
                </a:lnTo>
                <a:lnTo>
                  <a:pt x="407393" y="103742"/>
                </a:lnTo>
                <a:lnTo>
                  <a:pt x="408019" y="104239"/>
                </a:lnTo>
                <a:lnTo>
                  <a:pt x="408658" y="104722"/>
                </a:lnTo>
                <a:lnTo>
                  <a:pt x="409311" y="105191"/>
                </a:lnTo>
                <a:lnTo>
                  <a:pt x="409979" y="105644"/>
                </a:lnTo>
                <a:lnTo>
                  <a:pt x="410661" y="106077"/>
                </a:lnTo>
                <a:lnTo>
                  <a:pt x="411358" y="106491"/>
                </a:lnTo>
                <a:lnTo>
                  <a:pt x="412070" y="106885"/>
                </a:lnTo>
                <a:lnTo>
                  <a:pt x="412796" y="107261"/>
                </a:lnTo>
                <a:lnTo>
                  <a:pt x="413538" y="107617"/>
                </a:lnTo>
                <a:lnTo>
                  <a:pt x="414294" y="107954"/>
                </a:lnTo>
                <a:lnTo>
                  <a:pt x="415065" y="108271"/>
                </a:lnTo>
                <a:lnTo>
                  <a:pt x="415850" y="108570"/>
                </a:lnTo>
                <a:lnTo>
                  <a:pt x="416650" y="108849"/>
                </a:lnTo>
                <a:lnTo>
                  <a:pt x="417465" y="109109"/>
                </a:lnTo>
                <a:lnTo>
                  <a:pt x="418295" y="109349"/>
                </a:lnTo>
                <a:lnTo>
                  <a:pt x="419139" y="109571"/>
                </a:lnTo>
                <a:lnTo>
                  <a:pt x="419998" y="109773"/>
                </a:lnTo>
                <a:lnTo>
                  <a:pt x="420872" y="109956"/>
                </a:lnTo>
                <a:lnTo>
                  <a:pt x="421761" y="110119"/>
                </a:lnTo>
                <a:lnTo>
                  <a:pt x="422664" y="110264"/>
                </a:lnTo>
                <a:lnTo>
                  <a:pt x="423582" y="110389"/>
                </a:lnTo>
                <a:lnTo>
                  <a:pt x="424515" y="110495"/>
                </a:lnTo>
                <a:lnTo>
                  <a:pt x="425462" y="110581"/>
                </a:lnTo>
                <a:lnTo>
                  <a:pt x="426424" y="110649"/>
                </a:lnTo>
                <a:lnTo>
                  <a:pt x="427401" y="110697"/>
                </a:lnTo>
                <a:lnTo>
                  <a:pt x="428393" y="110726"/>
                </a:lnTo>
                <a:lnTo>
                  <a:pt x="429399" y="110735"/>
                </a:lnTo>
                <a:lnTo>
                  <a:pt x="430195" y="110729"/>
                </a:lnTo>
                <a:lnTo>
                  <a:pt x="430982" y="110712"/>
                </a:lnTo>
                <a:lnTo>
                  <a:pt x="431759" y="110682"/>
                </a:lnTo>
                <a:lnTo>
                  <a:pt x="432527" y="110642"/>
                </a:lnTo>
                <a:close/>
                <a:moveTo>
                  <a:pt x="407589" y="57268"/>
                </a:moveTo>
                <a:lnTo>
                  <a:pt x="407736" y="56369"/>
                </a:lnTo>
                <a:lnTo>
                  <a:pt x="407898" y="55491"/>
                </a:lnTo>
                <a:lnTo>
                  <a:pt x="408075" y="54632"/>
                </a:lnTo>
                <a:lnTo>
                  <a:pt x="408266" y="53793"/>
                </a:lnTo>
                <a:lnTo>
                  <a:pt x="408473" y="52973"/>
                </a:lnTo>
                <a:lnTo>
                  <a:pt x="408694" y="52173"/>
                </a:lnTo>
                <a:lnTo>
                  <a:pt x="408930" y="51393"/>
                </a:lnTo>
                <a:lnTo>
                  <a:pt x="409181" y="50633"/>
                </a:lnTo>
                <a:lnTo>
                  <a:pt x="409447" y="49892"/>
                </a:lnTo>
                <a:lnTo>
                  <a:pt x="409728" y="49170"/>
                </a:lnTo>
                <a:lnTo>
                  <a:pt x="410023" y="48469"/>
                </a:lnTo>
                <a:lnTo>
                  <a:pt x="410334" y="47787"/>
                </a:lnTo>
                <a:lnTo>
                  <a:pt x="410659" y="47124"/>
                </a:lnTo>
                <a:lnTo>
                  <a:pt x="410999" y="46482"/>
                </a:lnTo>
                <a:lnTo>
                  <a:pt x="411354" y="45859"/>
                </a:lnTo>
                <a:lnTo>
                  <a:pt x="411724" y="45255"/>
                </a:lnTo>
                <a:lnTo>
                  <a:pt x="412109" y="44671"/>
                </a:lnTo>
                <a:lnTo>
                  <a:pt x="412509" y="44107"/>
                </a:lnTo>
                <a:lnTo>
                  <a:pt x="412923" y="43563"/>
                </a:lnTo>
                <a:lnTo>
                  <a:pt x="413353" y="43038"/>
                </a:lnTo>
                <a:lnTo>
                  <a:pt x="413797" y="42534"/>
                </a:lnTo>
                <a:lnTo>
                  <a:pt x="414255" y="42051"/>
                </a:lnTo>
                <a:lnTo>
                  <a:pt x="414728" y="41590"/>
                </a:lnTo>
                <a:lnTo>
                  <a:pt x="415215" y="41150"/>
                </a:lnTo>
                <a:lnTo>
                  <a:pt x="415716" y="40731"/>
                </a:lnTo>
                <a:lnTo>
                  <a:pt x="416231" y="40334"/>
                </a:lnTo>
                <a:lnTo>
                  <a:pt x="416761" y="39959"/>
                </a:lnTo>
                <a:lnTo>
                  <a:pt x="417305" y="39605"/>
                </a:lnTo>
                <a:lnTo>
                  <a:pt x="417864" y="39272"/>
                </a:lnTo>
                <a:lnTo>
                  <a:pt x="418437" y="38961"/>
                </a:lnTo>
                <a:lnTo>
                  <a:pt x="419024" y="38671"/>
                </a:lnTo>
                <a:lnTo>
                  <a:pt x="419625" y="38403"/>
                </a:lnTo>
                <a:lnTo>
                  <a:pt x="420241" y="38156"/>
                </a:lnTo>
                <a:lnTo>
                  <a:pt x="420871" y="37931"/>
                </a:lnTo>
                <a:lnTo>
                  <a:pt x="421515" y="37727"/>
                </a:lnTo>
                <a:lnTo>
                  <a:pt x="422174" y="37545"/>
                </a:lnTo>
                <a:lnTo>
                  <a:pt x="422847" y="37384"/>
                </a:lnTo>
                <a:lnTo>
                  <a:pt x="423534" y="37245"/>
                </a:lnTo>
                <a:lnTo>
                  <a:pt x="424236" y="37127"/>
                </a:lnTo>
                <a:lnTo>
                  <a:pt x="424952" y="37030"/>
                </a:lnTo>
                <a:lnTo>
                  <a:pt x="425682" y="36955"/>
                </a:lnTo>
                <a:lnTo>
                  <a:pt x="426427" y="36901"/>
                </a:lnTo>
                <a:lnTo>
                  <a:pt x="427186" y="36869"/>
                </a:lnTo>
                <a:lnTo>
                  <a:pt x="427959" y="36858"/>
                </a:lnTo>
                <a:lnTo>
                  <a:pt x="428719" y="36869"/>
                </a:lnTo>
                <a:lnTo>
                  <a:pt x="429464" y="36902"/>
                </a:lnTo>
                <a:lnTo>
                  <a:pt x="430196" y="36956"/>
                </a:lnTo>
                <a:lnTo>
                  <a:pt x="430913" y="37031"/>
                </a:lnTo>
                <a:lnTo>
                  <a:pt x="431617" y="37128"/>
                </a:lnTo>
                <a:lnTo>
                  <a:pt x="432306" y="37247"/>
                </a:lnTo>
                <a:lnTo>
                  <a:pt x="432980" y="37388"/>
                </a:lnTo>
                <a:lnTo>
                  <a:pt x="433641" y="37550"/>
                </a:lnTo>
                <a:lnTo>
                  <a:pt x="434288" y="37733"/>
                </a:lnTo>
                <a:lnTo>
                  <a:pt x="434920" y="37939"/>
                </a:lnTo>
                <a:lnTo>
                  <a:pt x="435538" y="38165"/>
                </a:lnTo>
                <a:lnTo>
                  <a:pt x="436142" y="38414"/>
                </a:lnTo>
                <a:lnTo>
                  <a:pt x="436732" y="38684"/>
                </a:lnTo>
                <a:lnTo>
                  <a:pt x="437308" y="38976"/>
                </a:lnTo>
                <a:lnTo>
                  <a:pt x="437869" y="39289"/>
                </a:lnTo>
                <a:lnTo>
                  <a:pt x="438416" y="39624"/>
                </a:lnTo>
                <a:lnTo>
                  <a:pt x="438950" y="39980"/>
                </a:lnTo>
                <a:lnTo>
                  <a:pt x="439469" y="40358"/>
                </a:lnTo>
                <a:lnTo>
                  <a:pt x="439973" y="40758"/>
                </a:lnTo>
                <a:lnTo>
                  <a:pt x="440464" y="41179"/>
                </a:lnTo>
                <a:lnTo>
                  <a:pt x="440940" y="41622"/>
                </a:lnTo>
                <a:lnTo>
                  <a:pt x="441403" y="42087"/>
                </a:lnTo>
                <a:lnTo>
                  <a:pt x="441851" y="42573"/>
                </a:lnTo>
                <a:lnTo>
                  <a:pt x="442285" y="43081"/>
                </a:lnTo>
                <a:lnTo>
                  <a:pt x="442703" y="43609"/>
                </a:lnTo>
                <a:lnTo>
                  <a:pt x="443104" y="44156"/>
                </a:lnTo>
                <a:lnTo>
                  <a:pt x="443489" y="44723"/>
                </a:lnTo>
                <a:lnTo>
                  <a:pt x="443856" y="45308"/>
                </a:lnTo>
                <a:lnTo>
                  <a:pt x="444207" y="45913"/>
                </a:lnTo>
                <a:lnTo>
                  <a:pt x="444541" y="46538"/>
                </a:lnTo>
                <a:lnTo>
                  <a:pt x="444857" y="47181"/>
                </a:lnTo>
                <a:lnTo>
                  <a:pt x="445157" y="47843"/>
                </a:lnTo>
                <a:lnTo>
                  <a:pt x="445440" y="48525"/>
                </a:lnTo>
                <a:lnTo>
                  <a:pt x="445706" y="49226"/>
                </a:lnTo>
                <a:lnTo>
                  <a:pt x="445954" y="49946"/>
                </a:lnTo>
                <a:lnTo>
                  <a:pt x="446186" y="50686"/>
                </a:lnTo>
                <a:lnTo>
                  <a:pt x="446401" y="51444"/>
                </a:lnTo>
                <a:lnTo>
                  <a:pt x="446599" y="52222"/>
                </a:lnTo>
                <a:lnTo>
                  <a:pt x="446780" y="53019"/>
                </a:lnTo>
                <a:lnTo>
                  <a:pt x="446944" y="53835"/>
                </a:lnTo>
                <a:lnTo>
                  <a:pt x="447092" y="54671"/>
                </a:lnTo>
                <a:lnTo>
                  <a:pt x="447222" y="55525"/>
                </a:lnTo>
                <a:lnTo>
                  <a:pt x="447335" y="56399"/>
                </a:lnTo>
                <a:lnTo>
                  <a:pt x="447431" y="57292"/>
                </a:lnTo>
                <a:lnTo>
                  <a:pt x="447511" y="58205"/>
                </a:lnTo>
                <a:lnTo>
                  <a:pt x="447573" y="59136"/>
                </a:lnTo>
                <a:lnTo>
                  <a:pt x="447618" y="60087"/>
                </a:lnTo>
                <a:lnTo>
                  <a:pt x="447647" y="61057"/>
                </a:lnTo>
                <a:lnTo>
                  <a:pt x="407150" y="61057"/>
                </a:lnTo>
                <a:lnTo>
                  <a:pt x="407238" y="60080"/>
                </a:lnTo>
                <a:lnTo>
                  <a:pt x="407340" y="59123"/>
                </a:lnTo>
                <a:lnTo>
                  <a:pt x="407457" y="58185"/>
                </a:lnTo>
                <a:lnTo>
                  <a:pt x="407589" y="57268"/>
                </a:lnTo>
                <a:close/>
                <a:moveTo>
                  <a:pt x="336984" y="110621"/>
                </a:moveTo>
                <a:lnTo>
                  <a:pt x="337721" y="110556"/>
                </a:lnTo>
                <a:lnTo>
                  <a:pt x="338448" y="110477"/>
                </a:lnTo>
                <a:lnTo>
                  <a:pt x="339163" y="110384"/>
                </a:lnTo>
                <a:lnTo>
                  <a:pt x="339868" y="110277"/>
                </a:lnTo>
                <a:lnTo>
                  <a:pt x="340562" y="110155"/>
                </a:lnTo>
                <a:lnTo>
                  <a:pt x="341244" y="110019"/>
                </a:lnTo>
                <a:lnTo>
                  <a:pt x="341916" y="109868"/>
                </a:lnTo>
                <a:lnTo>
                  <a:pt x="342577" y="109704"/>
                </a:lnTo>
                <a:lnTo>
                  <a:pt x="343227" y="109524"/>
                </a:lnTo>
                <a:lnTo>
                  <a:pt x="343866" y="109331"/>
                </a:lnTo>
                <a:lnTo>
                  <a:pt x="344493" y="109123"/>
                </a:lnTo>
                <a:lnTo>
                  <a:pt x="345110" y="108901"/>
                </a:lnTo>
                <a:lnTo>
                  <a:pt x="345716" y="108665"/>
                </a:lnTo>
                <a:lnTo>
                  <a:pt x="346311" y="108414"/>
                </a:lnTo>
                <a:lnTo>
                  <a:pt x="346895" y="108149"/>
                </a:lnTo>
                <a:lnTo>
                  <a:pt x="347468" y="107870"/>
                </a:lnTo>
                <a:lnTo>
                  <a:pt x="348030" y="107576"/>
                </a:lnTo>
                <a:lnTo>
                  <a:pt x="348581" y="107268"/>
                </a:lnTo>
                <a:lnTo>
                  <a:pt x="349121" y="106945"/>
                </a:lnTo>
                <a:lnTo>
                  <a:pt x="349650" y="106609"/>
                </a:lnTo>
                <a:lnTo>
                  <a:pt x="350169" y="106264"/>
                </a:lnTo>
                <a:lnTo>
                  <a:pt x="350677" y="105918"/>
                </a:lnTo>
                <a:lnTo>
                  <a:pt x="351176" y="105570"/>
                </a:lnTo>
                <a:lnTo>
                  <a:pt x="351665" y="105221"/>
                </a:lnTo>
                <a:lnTo>
                  <a:pt x="352144" y="104870"/>
                </a:lnTo>
                <a:lnTo>
                  <a:pt x="352614" y="104518"/>
                </a:lnTo>
                <a:lnTo>
                  <a:pt x="353073" y="104164"/>
                </a:lnTo>
                <a:lnTo>
                  <a:pt x="353523" y="103809"/>
                </a:lnTo>
                <a:lnTo>
                  <a:pt x="353962" y="103452"/>
                </a:lnTo>
                <a:lnTo>
                  <a:pt x="354392" y="103093"/>
                </a:lnTo>
                <a:lnTo>
                  <a:pt x="354812" y="102733"/>
                </a:lnTo>
                <a:lnTo>
                  <a:pt x="355222" y="102372"/>
                </a:lnTo>
                <a:lnTo>
                  <a:pt x="355622" y="102009"/>
                </a:lnTo>
                <a:lnTo>
                  <a:pt x="356013" y="101644"/>
                </a:lnTo>
                <a:lnTo>
                  <a:pt x="356393" y="101278"/>
                </a:lnTo>
                <a:lnTo>
                  <a:pt x="356764" y="100911"/>
                </a:lnTo>
                <a:lnTo>
                  <a:pt x="357125" y="100542"/>
                </a:lnTo>
                <a:lnTo>
                  <a:pt x="357476" y="100171"/>
                </a:lnTo>
                <a:lnTo>
                  <a:pt x="357817" y="99799"/>
                </a:lnTo>
                <a:lnTo>
                  <a:pt x="358148" y="99425"/>
                </a:lnTo>
                <a:lnTo>
                  <a:pt x="358469" y="99050"/>
                </a:lnTo>
                <a:lnTo>
                  <a:pt x="358781" y="98673"/>
                </a:lnTo>
                <a:lnTo>
                  <a:pt x="359082" y="98295"/>
                </a:lnTo>
                <a:lnTo>
                  <a:pt x="359374" y="97915"/>
                </a:lnTo>
                <a:lnTo>
                  <a:pt x="359694" y="109293"/>
                </a:lnTo>
                <a:lnTo>
                  <a:pt x="372579" y="109293"/>
                </a:lnTo>
                <a:lnTo>
                  <a:pt x="372579" y="28044"/>
                </a:lnTo>
                <a:lnTo>
                  <a:pt x="359214" y="28044"/>
                </a:lnTo>
                <a:lnTo>
                  <a:pt x="359214" y="86502"/>
                </a:lnTo>
                <a:lnTo>
                  <a:pt x="358937" y="86903"/>
                </a:lnTo>
                <a:lnTo>
                  <a:pt x="358653" y="87300"/>
                </a:lnTo>
                <a:lnTo>
                  <a:pt x="358361" y="87694"/>
                </a:lnTo>
                <a:lnTo>
                  <a:pt x="358062" y="88084"/>
                </a:lnTo>
                <a:lnTo>
                  <a:pt x="357756" y="88470"/>
                </a:lnTo>
                <a:lnTo>
                  <a:pt x="357443" y="88853"/>
                </a:lnTo>
                <a:lnTo>
                  <a:pt x="357123" y="89233"/>
                </a:lnTo>
                <a:lnTo>
                  <a:pt x="356795" y="89609"/>
                </a:lnTo>
                <a:lnTo>
                  <a:pt x="356460" y="89981"/>
                </a:lnTo>
                <a:lnTo>
                  <a:pt x="356118" y="90350"/>
                </a:lnTo>
                <a:lnTo>
                  <a:pt x="355769" y="90716"/>
                </a:lnTo>
                <a:lnTo>
                  <a:pt x="355412" y="91078"/>
                </a:lnTo>
                <a:lnTo>
                  <a:pt x="355049" y="91436"/>
                </a:lnTo>
                <a:lnTo>
                  <a:pt x="354678" y="91791"/>
                </a:lnTo>
                <a:lnTo>
                  <a:pt x="354299" y="92142"/>
                </a:lnTo>
                <a:lnTo>
                  <a:pt x="353914" y="92490"/>
                </a:lnTo>
                <a:lnTo>
                  <a:pt x="353521" y="92834"/>
                </a:lnTo>
                <a:lnTo>
                  <a:pt x="353121" y="93175"/>
                </a:lnTo>
                <a:lnTo>
                  <a:pt x="352714" y="93512"/>
                </a:lnTo>
                <a:lnTo>
                  <a:pt x="352300" y="93846"/>
                </a:lnTo>
                <a:lnTo>
                  <a:pt x="351878" y="94176"/>
                </a:lnTo>
                <a:lnTo>
                  <a:pt x="351450" y="94503"/>
                </a:lnTo>
                <a:lnTo>
                  <a:pt x="351014" y="94826"/>
                </a:lnTo>
                <a:lnTo>
                  <a:pt x="350570" y="95146"/>
                </a:lnTo>
                <a:lnTo>
                  <a:pt x="350119" y="95456"/>
                </a:lnTo>
                <a:lnTo>
                  <a:pt x="349658" y="95754"/>
                </a:lnTo>
                <a:lnTo>
                  <a:pt x="349188" y="96039"/>
                </a:lnTo>
                <a:lnTo>
                  <a:pt x="348710" y="96310"/>
                </a:lnTo>
                <a:lnTo>
                  <a:pt x="348221" y="96568"/>
                </a:lnTo>
                <a:lnTo>
                  <a:pt x="347724" y="96813"/>
                </a:lnTo>
                <a:lnTo>
                  <a:pt x="347218" y="97044"/>
                </a:lnTo>
                <a:lnTo>
                  <a:pt x="346702" y="97263"/>
                </a:lnTo>
                <a:lnTo>
                  <a:pt x="346177" y="97468"/>
                </a:lnTo>
                <a:lnTo>
                  <a:pt x="345643" y="97660"/>
                </a:lnTo>
                <a:lnTo>
                  <a:pt x="345100" y="97838"/>
                </a:lnTo>
                <a:lnTo>
                  <a:pt x="344548" y="98004"/>
                </a:lnTo>
                <a:lnTo>
                  <a:pt x="343986" y="98156"/>
                </a:lnTo>
                <a:lnTo>
                  <a:pt x="343416" y="98295"/>
                </a:lnTo>
                <a:lnTo>
                  <a:pt x="342836" y="98421"/>
                </a:lnTo>
                <a:lnTo>
                  <a:pt x="342247" y="98533"/>
                </a:lnTo>
                <a:lnTo>
                  <a:pt x="341649" y="98632"/>
                </a:lnTo>
                <a:lnTo>
                  <a:pt x="341041" y="98718"/>
                </a:lnTo>
                <a:lnTo>
                  <a:pt x="340425" y="98791"/>
                </a:lnTo>
                <a:lnTo>
                  <a:pt x="339799" y="98851"/>
                </a:lnTo>
                <a:lnTo>
                  <a:pt x="339164" y="98897"/>
                </a:lnTo>
                <a:lnTo>
                  <a:pt x="338520" y="98930"/>
                </a:lnTo>
                <a:lnTo>
                  <a:pt x="337867" y="98950"/>
                </a:lnTo>
                <a:lnTo>
                  <a:pt x="337205" y="98957"/>
                </a:lnTo>
                <a:lnTo>
                  <a:pt x="336749" y="98952"/>
                </a:lnTo>
                <a:lnTo>
                  <a:pt x="336302" y="98939"/>
                </a:lnTo>
                <a:lnTo>
                  <a:pt x="335864" y="98918"/>
                </a:lnTo>
                <a:lnTo>
                  <a:pt x="335435" y="98887"/>
                </a:lnTo>
                <a:lnTo>
                  <a:pt x="335015" y="98848"/>
                </a:lnTo>
                <a:lnTo>
                  <a:pt x="334604" y="98800"/>
                </a:lnTo>
                <a:lnTo>
                  <a:pt x="334201" y="98744"/>
                </a:lnTo>
                <a:lnTo>
                  <a:pt x="333808" y="98679"/>
                </a:lnTo>
                <a:lnTo>
                  <a:pt x="333423" y="98605"/>
                </a:lnTo>
                <a:lnTo>
                  <a:pt x="333047" y="98523"/>
                </a:lnTo>
                <a:lnTo>
                  <a:pt x="332681" y="98432"/>
                </a:lnTo>
                <a:lnTo>
                  <a:pt x="332323" y="98332"/>
                </a:lnTo>
                <a:lnTo>
                  <a:pt x="331974" y="98223"/>
                </a:lnTo>
                <a:lnTo>
                  <a:pt x="331634" y="98106"/>
                </a:lnTo>
                <a:lnTo>
                  <a:pt x="331302" y="97980"/>
                </a:lnTo>
                <a:lnTo>
                  <a:pt x="330980" y="97846"/>
                </a:lnTo>
                <a:lnTo>
                  <a:pt x="330667" y="97703"/>
                </a:lnTo>
                <a:lnTo>
                  <a:pt x="330362" y="97551"/>
                </a:lnTo>
                <a:lnTo>
                  <a:pt x="330066" y="97390"/>
                </a:lnTo>
                <a:lnTo>
                  <a:pt x="329779" y="97221"/>
                </a:lnTo>
                <a:lnTo>
                  <a:pt x="329502" y="97043"/>
                </a:lnTo>
                <a:lnTo>
                  <a:pt x="329233" y="96857"/>
                </a:lnTo>
                <a:lnTo>
                  <a:pt x="328972" y="96662"/>
                </a:lnTo>
                <a:lnTo>
                  <a:pt x="328721" y="96458"/>
                </a:lnTo>
                <a:lnTo>
                  <a:pt x="328478" y="96246"/>
                </a:lnTo>
                <a:lnTo>
                  <a:pt x="328241" y="96028"/>
                </a:lnTo>
                <a:lnTo>
                  <a:pt x="328010" y="95803"/>
                </a:lnTo>
                <a:lnTo>
                  <a:pt x="327786" y="95572"/>
                </a:lnTo>
                <a:lnTo>
                  <a:pt x="327569" y="95334"/>
                </a:lnTo>
                <a:lnTo>
                  <a:pt x="327358" y="95089"/>
                </a:lnTo>
                <a:lnTo>
                  <a:pt x="327154" y="94838"/>
                </a:lnTo>
                <a:lnTo>
                  <a:pt x="326956" y="94580"/>
                </a:lnTo>
                <a:lnTo>
                  <a:pt x="326765" y="94315"/>
                </a:lnTo>
                <a:lnTo>
                  <a:pt x="326580" y="94044"/>
                </a:lnTo>
                <a:lnTo>
                  <a:pt x="326402" y="93767"/>
                </a:lnTo>
                <a:lnTo>
                  <a:pt x="326230" y="93482"/>
                </a:lnTo>
                <a:lnTo>
                  <a:pt x="326065" y="93191"/>
                </a:lnTo>
                <a:lnTo>
                  <a:pt x="325906" y="92894"/>
                </a:lnTo>
                <a:lnTo>
                  <a:pt x="325754" y="92590"/>
                </a:lnTo>
                <a:lnTo>
                  <a:pt x="325609" y="92279"/>
                </a:lnTo>
                <a:lnTo>
                  <a:pt x="325470" y="91961"/>
                </a:lnTo>
                <a:lnTo>
                  <a:pt x="325337" y="91637"/>
                </a:lnTo>
                <a:lnTo>
                  <a:pt x="325211" y="91307"/>
                </a:lnTo>
                <a:lnTo>
                  <a:pt x="325092" y="90969"/>
                </a:lnTo>
                <a:lnTo>
                  <a:pt x="324979" y="90626"/>
                </a:lnTo>
                <a:lnTo>
                  <a:pt x="324873" y="90275"/>
                </a:lnTo>
                <a:lnTo>
                  <a:pt x="324773" y="89918"/>
                </a:lnTo>
                <a:lnTo>
                  <a:pt x="324680" y="89554"/>
                </a:lnTo>
                <a:lnTo>
                  <a:pt x="324591" y="89185"/>
                </a:lnTo>
                <a:lnTo>
                  <a:pt x="324507" y="88810"/>
                </a:lnTo>
                <a:lnTo>
                  <a:pt x="324426" y="88431"/>
                </a:lnTo>
                <a:lnTo>
                  <a:pt x="324349" y="88048"/>
                </a:lnTo>
                <a:lnTo>
                  <a:pt x="324276" y="87659"/>
                </a:lnTo>
                <a:lnTo>
                  <a:pt x="324207" y="87266"/>
                </a:lnTo>
                <a:lnTo>
                  <a:pt x="324141" y="86868"/>
                </a:lnTo>
                <a:lnTo>
                  <a:pt x="324079" y="86466"/>
                </a:lnTo>
                <a:lnTo>
                  <a:pt x="324021" y="86058"/>
                </a:lnTo>
                <a:lnTo>
                  <a:pt x="323967" y="85647"/>
                </a:lnTo>
                <a:lnTo>
                  <a:pt x="323916" y="85230"/>
                </a:lnTo>
                <a:lnTo>
                  <a:pt x="323869" y="84809"/>
                </a:lnTo>
                <a:lnTo>
                  <a:pt x="323826" y="84383"/>
                </a:lnTo>
                <a:lnTo>
                  <a:pt x="323787" y="83952"/>
                </a:lnTo>
                <a:lnTo>
                  <a:pt x="323751" y="83516"/>
                </a:lnTo>
                <a:lnTo>
                  <a:pt x="323719" y="83076"/>
                </a:lnTo>
                <a:lnTo>
                  <a:pt x="323691" y="82631"/>
                </a:lnTo>
                <a:lnTo>
                  <a:pt x="323667" y="82182"/>
                </a:lnTo>
                <a:lnTo>
                  <a:pt x="323646" y="81727"/>
                </a:lnTo>
                <a:lnTo>
                  <a:pt x="323629" y="81269"/>
                </a:lnTo>
                <a:lnTo>
                  <a:pt x="323616" y="80805"/>
                </a:lnTo>
                <a:lnTo>
                  <a:pt x="323607" y="80336"/>
                </a:lnTo>
                <a:lnTo>
                  <a:pt x="323601" y="79863"/>
                </a:lnTo>
                <a:lnTo>
                  <a:pt x="323599" y="79386"/>
                </a:lnTo>
                <a:lnTo>
                  <a:pt x="323599" y="28044"/>
                </a:lnTo>
                <a:lnTo>
                  <a:pt x="310154" y="28044"/>
                </a:lnTo>
                <a:lnTo>
                  <a:pt x="310154" y="80903"/>
                </a:lnTo>
                <a:lnTo>
                  <a:pt x="310163" y="82055"/>
                </a:lnTo>
                <a:lnTo>
                  <a:pt x="310192" y="83186"/>
                </a:lnTo>
                <a:lnTo>
                  <a:pt x="310240" y="84297"/>
                </a:lnTo>
                <a:lnTo>
                  <a:pt x="310308" y="85386"/>
                </a:lnTo>
                <a:lnTo>
                  <a:pt x="310395" y="86455"/>
                </a:lnTo>
                <a:lnTo>
                  <a:pt x="310501" y="87502"/>
                </a:lnTo>
                <a:lnTo>
                  <a:pt x="310627" y="88529"/>
                </a:lnTo>
                <a:lnTo>
                  <a:pt x="310772" y="89535"/>
                </a:lnTo>
                <a:lnTo>
                  <a:pt x="310936" y="90520"/>
                </a:lnTo>
                <a:lnTo>
                  <a:pt x="311119" y="91485"/>
                </a:lnTo>
                <a:lnTo>
                  <a:pt x="311322" y="92428"/>
                </a:lnTo>
                <a:lnTo>
                  <a:pt x="311544" y="93351"/>
                </a:lnTo>
                <a:lnTo>
                  <a:pt x="311786" y="94253"/>
                </a:lnTo>
                <a:lnTo>
                  <a:pt x="312046" y="95133"/>
                </a:lnTo>
                <a:lnTo>
                  <a:pt x="312326" y="95993"/>
                </a:lnTo>
                <a:lnTo>
                  <a:pt x="312626" y="96833"/>
                </a:lnTo>
                <a:lnTo>
                  <a:pt x="312944" y="97651"/>
                </a:lnTo>
                <a:lnTo>
                  <a:pt x="313282" y="98448"/>
                </a:lnTo>
                <a:lnTo>
                  <a:pt x="313640" y="99225"/>
                </a:lnTo>
                <a:lnTo>
                  <a:pt x="314016" y="99981"/>
                </a:lnTo>
                <a:lnTo>
                  <a:pt x="314412" y="100716"/>
                </a:lnTo>
                <a:lnTo>
                  <a:pt x="314827" y="101430"/>
                </a:lnTo>
                <a:lnTo>
                  <a:pt x="315262" y="102123"/>
                </a:lnTo>
                <a:lnTo>
                  <a:pt x="315716" y="102795"/>
                </a:lnTo>
                <a:lnTo>
                  <a:pt x="316192" y="103443"/>
                </a:lnTo>
                <a:lnTo>
                  <a:pt x="316692" y="104063"/>
                </a:lnTo>
                <a:lnTo>
                  <a:pt x="317217" y="104656"/>
                </a:lnTo>
                <a:lnTo>
                  <a:pt x="317767" y="105221"/>
                </a:lnTo>
                <a:lnTo>
                  <a:pt x="318341" y="105759"/>
                </a:lnTo>
                <a:lnTo>
                  <a:pt x="318940" y="106269"/>
                </a:lnTo>
                <a:lnTo>
                  <a:pt x="319563" y="106751"/>
                </a:lnTo>
                <a:lnTo>
                  <a:pt x="320211" y="107206"/>
                </a:lnTo>
                <a:lnTo>
                  <a:pt x="320884" y="107634"/>
                </a:lnTo>
                <a:lnTo>
                  <a:pt x="321581" y="108033"/>
                </a:lnTo>
                <a:lnTo>
                  <a:pt x="322303" y="108406"/>
                </a:lnTo>
                <a:lnTo>
                  <a:pt x="323049" y="108750"/>
                </a:lnTo>
                <a:lnTo>
                  <a:pt x="323820" y="109067"/>
                </a:lnTo>
                <a:lnTo>
                  <a:pt x="324615" y="109357"/>
                </a:lnTo>
                <a:lnTo>
                  <a:pt x="325436" y="109619"/>
                </a:lnTo>
                <a:lnTo>
                  <a:pt x="326280" y="109853"/>
                </a:lnTo>
                <a:lnTo>
                  <a:pt x="327150" y="110060"/>
                </a:lnTo>
                <a:lnTo>
                  <a:pt x="328043" y="110239"/>
                </a:lnTo>
                <a:lnTo>
                  <a:pt x="328962" y="110391"/>
                </a:lnTo>
                <a:lnTo>
                  <a:pt x="329905" y="110515"/>
                </a:lnTo>
                <a:lnTo>
                  <a:pt x="330873" y="110611"/>
                </a:lnTo>
                <a:lnTo>
                  <a:pt x="331865" y="110680"/>
                </a:lnTo>
                <a:lnTo>
                  <a:pt x="332882" y="110721"/>
                </a:lnTo>
                <a:lnTo>
                  <a:pt x="333923" y="110735"/>
                </a:lnTo>
                <a:lnTo>
                  <a:pt x="334705" y="110728"/>
                </a:lnTo>
                <a:lnTo>
                  <a:pt x="335475" y="110707"/>
                </a:lnTo>
                <a:lnTo>
                  <a:pt x="336235" y="110671"/>
                </a:lnTo>
                <a:lnTo>
                  <a:pt x="336984" y="110621"/>
                </a:lnTo>
                <a:close/>
                <a:moveTo>
                  <a:pt x="543288" y="137965"/>
                </a:moveTo>
                <a:lnTo>
                  <a:pt x="543822" y="137949"/>
                </a:lnTo>
                <a:lnTo>
                  <a:pt x="544350" y="137926"/>
                </a:lnTo>
                <a:lnTo>
                  <a:pt x="544869" y="137896"/>
                </a:lnTo>
                <a:lnTo>
                  <a:pt x="545382" y="137860"/>
                </a:lnTo>
                <a:lnTo>
                  <a:pt x="545887" y="137817"/>
                </a:lnTo>
                <a:lnTo>
                  <a:pt x="546384" y="137768"/>
                </a:lnTo>
                <a:lnTo>
                  <a:pt x="546874" y="137712"/>
                </a:lnTo>
                <a:lnTo>
                  <a:pt x="547356" y="137649"/>
                </a:lnTo>
                <a:lnTo>
                  <a:pt x="547831" y="137580"/>
                </a:lnTo>
                <a:lnTo>
                  <a:pt x="548298" y="137504"/>
                </a:lnTo>
                <a:lnTo>
                  <a:pt x="548758" y="137422"/>
                </a:lnTo>
                <a:lnTo>
                  <a:pt x="549210" y="137333"/>
                </a:lnTo>
                <a:lnTo>
                  <a:pt x="549655" y="137238"/>
                </a:lnTo>
                <a:lnTo>
                  <a:pt x="550092" y="137136"/>
                </a:lnTo>
                <a:lnTo>
                  <a:pt x="550522" y="137027"/>
                </a:lnTo>
                <a:lnTo>
                  <a:pt x="550944" y="136912"/>
                </a:lnTo>
                <a:lnTo>
                  <a:pt x="551359" y="136790"/>
                </a:lnTo>
                <a:lnTo>
                  <a:pt x="551766" y="136662"/>
                </a:lnTo>
                <a:lnTo>
                  <a:pt x="552166" y="136527"/>
                </a:lnTo>
                <a:lnTo>
                  <a:pt x="552558" y="136386"/>
                </a:lnTo>
                <a:lnTo>
                  <a:pt x="552943" y="136237"/>
                </a:lnTo>
                <a:lnTo>
                  <a:pt x="553320" y="136083"/>
                </a:lnTo>
                <a:lnTo>
                  <a:pt x="553691" y="135921"/>
                </a:lnTo>
                <a:lnTo>
                  <a:pt x="554058" y="135750"/>
                </a:lnTo>
                <a:lnTo>
                  <a:pt x="554421" y="135570"/>
                </a:lnTo>
                <a:lnTo>
                  <a:pt x="554780" y="135381"/>
                </a:lnTo>
                <a:lnTo>
                  <a:pt x="555134" y="135183"/>
                </a:lnTo>
                <a:lnTo>
                  <a:pt x="555483" y="134977"/>
                </a:lnTo>
                <a:lnTo>
                  <a:pt x="555829" y="134761"/>
                </a:lnTo>
                <a:lnTo>
                  <a:pt x="556170" y="134537"/>
                </a:lnTo>
                <a:lnTo>
                  <a:pt x="556507" y="134304"/>
                </a:lnTo>
                <a:lnTo>
                  <a:pt x="556840" y="134062"/>
                </a:lnTo>
                <a:lnTo>
                  <a:pt x="557168" y="133811"/>
                </a:lnTo>
                <a:lnTo>
                  <a:pt x="557492" y="133551"/>
                </a:lnTo>
                <a:lnTo>
                  <a:pt x="557811" y="133283"/>
                </a:lnTo>
                <a:lnTo>
                  <a:pt x="558127" y="133005"/>
                </a:lnTo>
                <a:lnTo>
                  <a:pt x="558438" y="132719"/>
                </a:lnTo>
                <a:lnTo>
                  <a:pt x="558744" y="132424"/>
                </a:lnTo>
                <a:lnTo>
                  <a:pt x="559047" y="132120"/>
                </a:lnTo>
                <a:lnTo>
                  <a:pt x="559345" y="131807"/>
                </a:lnTo>
                <a:lnTo>
                  <a:pt x="559639" y="131485"/>
                </a:lnTo>
                <a:lnTo>
                  <a:pt x="559928" y="131154"/>
                </a:lnTo>
                <a:lnTo>
                  <a:pt x="560213" y="130815"/>
                </a:lnTo>
                <a:lnTo>
                  <a:pt x="560494" y="130466"/>
                </a:lnTo>
                <a:lnTo>
                  <a:pt x="560771" y="130109"/>
                </a:lnTo>
                <a:lnTo>
                  <a:pt x="561043" y="129743"/>
                </a:lnTo>
                <a:lnTo>
                  <a:pt x="561313" y="129367"/>
                </a:lnTo>
                <a:lnTo>
                  <a:pt x="561580" y="128979"/>
                </a:lnTo>
                <a:lnTo>
                  <a:pt x="561847" y="128581"/>
                </a:lnTo>
                <a:lnTo>
                  <a:pt x="562111" y="128171"/>
                </a:lnTo>
                <a:lnTo>
                  <a:pt x="562375" y="127751"/>
                </a:lnTo>
                <a:lnTo>
                  <a:pt x="562636" y="127319"/>
                </a:lnTo>
                <a:lnTo>
                  <a:pt x="562897" y="126876"/>
                </a:lnTo>
                <a:lnTo>
                  <a:pt x="563155" y="126421"/>
                </a:lnTo>
                <a:lnTo>
                  <a:pt x="563412" y="125956"/>
                </a:lnTo>
                <a:lnTo>
                  <a:pt x="563668" y="125480"/>
                </a:lnTo>
                <a:lnTo>
                  <a:pt x="563922" y="124992"/>
                </a:lnTo>
                <a:lnTo>
                  <a:pt x="564175" y="124493"/>
                </a:lnTo>
                <a:lnTo>
                  <a:pt x="564426" y="123983"/>
                </a:lnTo>
                <a:lnTo>
                  <a:pt x="564675" y="123462"/>
                </a:lnTo>
                <a:lnTo>
                  <a:pt x="564923" y="122930"/>
                </a:lnTo>
                <a:lnTo>
                  <a:pt x="565169" y="122387"/>
                </a:lnTo>
                <a:lnTo>
                  <a:pt x="565414" y="121832"/>
                </a:lnTo>
                <a:lnTo>
                  <a:pt x="565658" y="121267"/>
                </a:lnTo>
                <a:lnTo>
                  <a:pt x="565899" y="120690"/>
                </a:lnTo>
                <a:lnTo>
                  <a:pt x="566140" y="120102"/>
                </a:lnTo>
                <a:lnTo>
                  <a:pt x="566379" y="119503"/>
                </a:lnTo>
                <a:lnTo>
                  <a:pt x="566616" y="118893"/>
                </a:lnTo>
                <a:lnTo>
                  <a:pt x="566852" y="118271"/>
                </a:lnTo>
                <a:lnTo>
                  <a:pt x="567086" y="117639"/>
                </a:lnTo>
                <a:lnTo>
                  <a:pt x="570607" y="108251"/>
                </a:lnTo>
                <a:lnTo>
                  <a:pt x="598619" y="28044"/>
                </a:lnTo>
                <a:lnTo>
                  <a:pt x="585013" y="28044"/>
                </a:lnTo>
                <a:lnTo>
                  <a:pt x="563964" y="94527"/>
                </a:lnTo>
                <a:lnTo>
                  <a:pt x="541155" y="28044"/>
                </a:lnTo>
                <a:lnTo>
                  <a:pt x="527069" y="28044"/>
                </a:lnTo>
                <a:lnTo>
                  <a:pt x="556922" y="109293"/>
                </a:lnTo>
                <a:lnTo>
                  <a:pt x="553960" y="116249"/>
                </a:lnTo>
                <a:lnTo>
                  <a:pt x="553766" y="116718"/>
                </a:lnTo>
                <a:lnTo>
                  <a:pt x="553569" y="117175"/>
                </a:lnTo>
                <a:lnTo>
                  <a:pt x="553370" y="117622"/>
                </a:lnTo>
                <a:lnTo>
                  <a:pt x="553169" y="118057"/>
                </a:lnTo>
                <a:lnTo>
                  <a:pt x="552965" y="118481"/>
                </a:lnTo>
                <a:lnTo>
                  <a:pt x="552760" y="118895"/>
                </a:lnTo>
                <a:lnTo>
                  <a:pt x="552552" y="119297"/>
                </a:lnTo>
                <a:lnTo>
                  <a:pt x="552342" y="119687"/>
                </a:lnTo>
                <a:lnTo>
                  <a:pt x="552130" y="120067"/>
                </a:lnTo>
                <a:lnTo>
                  <a:pt x="551915" y="120436"/>
                </a:lnTo>
                <a:lnTo>
                  <a:pt x="551698" y="120793"/>
                </a:lnTo>
                <a:lnTo>
                  <a:pt x="551479" y="121140"/>
                </a:lnTo>
                <a:lnTo>
                  <a:pt x="551258" y="121475"/>
                </a:lnTo>
                <a:lnTo>
                  <a:pt x="551035" y="121799"/>
                </a:lnTo>
                <a:lnTo>
                  <a:pt x="550809" y="122112"/>
                </a:lnTo>
                <a:lnTo>
                  <a:pt x="550581" y="122414"/>
                </a:lnTo>
                <a:lnTo>
                  <a:pt x="550351" y="122705"/>
                </a:lnTo>
                <a:lnTo>
                  <a:pt x="550119" y="122985"/>
                </a:lnTo>
                <a:lnTo>
                  <a:pt x="549884" y="123253"/>
                </a:lnTo>
                <a:lnTo>
                  <a:pt x="549647" y="123511"/>
                </a:lnTo>
                <a:lnTo>
                  <a:pt x="549408" y="123757"/>
                </a:lnTo>
                <a:lnTo>
                  <a:pt x="549167" y="123992"/>
                </a:lnTo>
                <a:lnTo>
                  <a:pt x="548924" y="124216"/>
                </a:lnTo>
                <a:lnTo>
                  <a:pt x="548678" y="124429"/>
                </a:lnTo>
                <a:lnTo>
                  <a:pt x="548428" y="124633"/>
                </a:lnTo>
                <a:lnTo>
                  <a:pt x="548171" y="124827"/>
                </a:lnTo>
                <a:lnTo>
                  <a:pt x="547908" y="125013"/>
                </a:lnTo>
                <a:lnTo>
                  <a:pt x="547638" y="125191"/>
                </a:lnTo>
                <a:lnTo>
                  <a:pt x="547361" y="125359"/>
                </a:lnTo>
                <a:lnTo>
                  <a:pt x="547077" y="125519"/>
                </a:lnTo>
                <a:lnTo>
                  <a:pt x="546787" y="125671"/>
                </a:lnTo>
                <a:lnTo>
                  <a:pt x="546491" y="125813"/>
                </a:lnTo>
                <a:lnTo>
                  <a:pt x="546187" y="125948"/>
                </a:lnTo>
                <a:lnTo>
                  <a:pt x="545877" y="126073"/>
                </a:lnTo>
                <a:lnTo>
                  <a:pt x="545560" y="126190"/>
                </a:lnTo>
                <a:lnTo>
                  <a:pt x="545237" y="126298"/>
                </a:lnTo>
                <a:lnTo>
                  <a:pt x="544907" y="126397"/>
                </a:lnTo>
                <a:lnTo>
                  <a:pt x="544570" y="126488"/>
                </a:lnTo>
                <a:lnTo>
                  <a:pt x="544226" y="126570"/>
                </a:lnTo>
                <a:lnTo>
                  <a:pt x="543876" y="126644"/>
                </a:lnTo>
                <a:lnTo>
                  <a:pt x="543519" y="126709"/>
                </a:lnTo>
                <a:lnTo>
                  <a:pt x="543156" y="126765"/>
                </a:lnTo>
                <a:lnTo>
                  <a:pt x="542786" y="126813"/>
                </a:lnTo>
                <a:lnTo>
                  <a:pt x="542409" y="126852"/>
                </a:lnTo>
                <a:lnTo>
                  <a:pt x="542025" y="126882"/>
                </a:lnTo>
                <a:lnTo>
                  <a:pt x="541635" y="126903"/>
                </a:lnTo>
                <a:lnTo>
                  <a:pt x="541238" y="126916"/>
                </a:lnTo>
                <a:lnTo>
                  <a:pt x="540835" y="126921"/>
                </a:lnTo>
                <a:lnTo>
                  <a:pt x="534192" y="126921"/>
                </a:lnTo>
                <a:lnTo>
                  <a:pt x="534192" y="137978"/>
                </a:lnTo>
                <a:lnTo>
                  <a:pt x="542195" y="137978"/>
                </a:lnTo>
                <a:lnTo>
                  <a:pt x="542745" y="137975"/>
                </a:lnTo>
                <a:lnTo>
                  <a:pt x="543288" y="1379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ED3DD9-867E-433B-924E-8E6B74CB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6586" y="2515273"/>
            <a:ext cx="774610" cy="86609"/>
          </a:xfrm>
          <a:custGeom xmlns:a="http://schemas.openxmlformats.org/drawingml/2006/main">
            <a:pathLst>
              <a:path w="774610" h="86609">
                <a:moveTo>
                  <a:pt x="547529" y="51423"/>
                </a:moveTo>
                <a:lnTo>
                  <a:pt x="547529" y="35183"/>
                </a:lnTo>
                <a:lnTo>
                  <a:pt x="482649" y="35186"/>
                </a:lnTo>
                <a:lnTo>
                  <a:pt x="482649" y="51423"/>
                </a:lnTo>
                <a:lnTo>
                  <a:pt x="547529" y="51423"/>
                </a:lnTo>
                <a:close/>
                <a:moveTo>
                  <a:pt x="661071" y="51423"/>
                </a:moveTo>
                <a:lnTo>
                  <a:pt x="661071" y="35183"/>
                </a:lnTo>
                <a:lnTo>
                  <a:pt x="596190" y="35183"/>
                </a:lnTo>
                <a:lnTo>
                  <a:pt x="596190" y="51423"/>
                </a:lnTo>
                <a:lnTo>
                  <a:pt x="661071" y="51423"/>
                </a:lnTo>
                <a:close/>
                <a:moveTo>
                  <a:pt x="774610" y="51423"/>
                </a:moveTo>
                <a:lnTo>
                  <a:pt x="774610" y="35183"/>
                </a:lnTo>
                <a:lnTo>
                  <a:pt x="709729" y="35183"/>
                </a:lnTo>
                <a:lnTo>
                  <a:pt x="709729" y="51423"/>
                </a:lnTo>
                <a:lnTo>
                  <a:pt x="774610" y="51423"/>
                </a:lnTo>
                <a:close/>
                <a:moveTo>
                  <a:pt x="86508" y="0"/>
                </a:moveTo>
                <a:lnTo>
                  <a:pt x="0" y="43304"/>
                </a:lnTo>
                <a:lnTo>
                  <a:pt x="86508" y="86609"/>
                </a:lnTo>
                <a:lnTo>
                  <a:pt x="86508" y="51423"/>
                </a:lnTo>
                <a:lnTo>
                  <a:pt x="93367" y="51423"/>
                </a:lnTo>
                <a:lnTo>
                  <a:pt x="93367" y="35186"/>
                </a:lnTo>
                <a:lnTo>
                  <a:pt x="86508" y="35186"/>
                </a:lnTo>
                <a:lnTo>
                  <a:pt x="86508" y="0"/>
                </a:lnTo>
                <a:close/>
                <a:moveTo>
                  <a:pt x="206909" y="51423"/>
                </a:moveTo>
                <a:lnTo>
                  <a:pt x="206909" y="35186"/>
                </a:lnTo>
                <a:lnTo>
                  <a:pt x="142029" y="35186"/>
                </a:lnTo>
                <a:lnTo>
                  <a:pt x="142029" y="51423"/>
                </a:lnTo>
                <a:lnTo>
                  <a:pt x="206909" y="51423"/>
                </a:lnTo>
                <a:close/>
                <a:moveTo>
                  <a:pt x="320448" y="35186"/>
                </a:moveTo>
                <a:lnTo>
                  <a:pt x="255568" y="35186"/>
                </a:lnTo>
                <a:lnTo>
                  <a:pt x="255568" y="51423"/>
                </a:lnTo>
                <a:lnTo>
                  <a:pt x="320448" y="51423"/>
                </a:lnTo>
                <a:lnTo>
                  <a:pt x="320448" y="35186"/>
                </a:lnTo>
                <a:close/>
                <a:moveTo>
                  <a:pt x="433990" y="35186"/>
                </a:moveTo>
                <a:lnTo>
                  <a:pt x="369110" y="35186"/>
                </a:lnTo>
                <a:lnTo>
                  <a:pt x="369110" y="51423"/>
                </a:lnTo>
                <a:lnTo>
                  <a:pt x="433990" y="51423"/>
                </a:lnTo>
                <a:lnTo>
                  <a:pt x="433990" y="35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Pretraining">
            <a:extLst xmlns:a="http://schemas.openxmlformats.org/drawingml/2006/main">
              <a:ext uri="{FF2B5EF4-FFF2-40B4-BE49-F238E27FC236}">
                <a16:creationId xmlns:a16="http://schemas.microsoft.com/office/drawing/2014/main" id="{F500D929-83A9-4568-8A91-F98095AE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8933" y="2368247"/>
            <a:ext cx="646419" cy="141744"/>
          </a:xfrm>
          <a:custGeom xmlns:a="http://schemas.openxmlformats.org/drawingml/2006/main">
            <a:pathLst>
              <a:path w="646419" h="141744">
                <a:moveTo>
                  <a:pt x="376815" y="15483"/>
                </a:moveTo>
                <a:lnTo>
                  <a:pt x="377106" y="15449"/>
                </a:lnTo>
                <a:lnTo>
                  <a:pt x="377392" y="15407"/>
                </a:lnTo>
                <a:lnTo>
                  <a:pt x="377673" y="15357"/>
                </a:lnTo>
                <a:lnTo>
                  <a:pt x="377949" y="15300"/>
                </a:lnTo>
                <a:lnTo>
                  <a:pt x="378220" y="15235"/>
                </a:lnTo>
                <a:lnTo>
                  <a:pt x="378486" y="15162"/>
                </a:lnTo>
                <a:lnTo>
                  <a:pt x="378746" y="15082"/>
                </a:lnTo>
                <a:lnTo>
                  <a:pt x="379002" y="14994"/>
                </a:lnTo>
                <a:lnTo>
                  <a:pt x="379253" y="14898"/>
                </a:lnTo>
                <a:lnTo>
                  <a:pt x="379499" y="14795"/>
                </a:lnTo>
                <a:lnTo>
                  <a:pt x="379740" y="14684"/>
                </a:lnTo>
                <a:lnTo>
                  <a:pt x="379976" y="14565"/>
                </a:lnTo>
                <a:lnTo>
                  <a:pt x="380207" y="14439"/>
                </a:lnTo>
                <a:lnTo>
                  <a:pt x="380433" y="14305"/>
                </a:lnTo>
                <a:lnTo>
                  <a:pt x="380654" y="14164"/>
                </a:lnTo>
                <a:lnTo>
                  <a:pt x="380870" y="14014"/>
                </a:lnTo>
                <a:lnTo>
                  <a:pt x="381081" y="13858"/>
                </a:lnTo>
                <a:lnTo>
                  <a:pt x="381287" y="13693"/>
                </a:lnTo>
                <a:lnTo>
                  <a:pt x="381488" y="13521"/>
                </a:lnTo>
                <a:lnTo>
                  <a:pt x="381684" y="13341"/>
                </a:lnTo>
                <a:lnTo>
                  <a:pt x="381873" y="13155"/>
                </a:lnTo>
                <a:lnTo>
                  <a:pt x="382054" y="12966"/>
                </a:lnTo>
                <a:lnTo>
                  <a:pt x="382228" y="12772"/>
                </a:lnTo>
                <a:lnTo>
                  <a:pt x="382393" y="12574"/>
                </a:lnTo>
                <a:lnTo>
                  <a:pt x="382550" y="12373"/>
                </a:lnTo>
                <a:lnTo>
                  <a:pt x="382699" y="12167"/>
                </a:lnTo>
                <a:lnTo>
                  <a:pt x="382840" y="11957"/>
                </a:lnTo>
                <a:lnTo>
                  <a:pt x="382973" y="11743"/>
                </a:lnTo>
                <a:lnTo>
                  <a:pt x="383098" y="11525"/>
                </a:lnTo>
                <a:lnTo>
                  <a:pt x="383215" y="11303"/>
                </a:lnTo>
                <a:lnTo>
                  <a:pt x="383324" y="11077"/>
                </a:lnTo>
                <a:lnTo>
                  <a:pt x="383424" y="10847"/>
                </a:lnTo>
                <a:lnTo>
                  <a:pt x="383517" y="10613"/>
                </a:lnTo>
                <a:lnTo>
                  <a:pt x="383602" y="10375"/>
                </a:lnTo>
                <a:lnTo>
                  <a:pt x="383678" y="10133"/>
                </a:lnTo>
                <a:lnTo>
                  <a:pt x="383747" y="9887"/>
                </a:lnTo>
                <a:lnTo>
                  <a:pt x="383807" y="9637"/>
                </a:lnTo>
                <a:lnTo>
                  <a:pt x="383859" y="9382"/>
                </a:lnTo>
                <a:lnTo>
                  <a:pt x="383904" y="9124"/>
                </a:lnTo>
                <a:lnTo>
                  <a:pt x="383940" y="8862"/>
                </a:lnTo>
                <a:lnTo>
                  <a:pt x="383968" y="8595"/>
                </a:lnTo>
                <a:lnTo>
                  <a:pt x="383988" y="8325"/>
                </a:lnTo>
                <a:lnTo>
                  <a:pt x="384000" y="8051"/>
                </a:lnTo>
                <a:lnTo>
                  <a:pt x="384005" y="7772"/>
                </a:lnTo>
                <a:lnTo>
                  <a:pt x="384000" y="7494"/>
                </a:lnTo>
                <a:lnTo>
                  <a:pt x="383988" y="7219"/>
                </a:lnTo>
                <a:lnTo>
                  <a:pt x="383968" y="6949"/>
                </a:lnTo>
                <a:lnTo>
                  <a:pt x="383940" y="6683"/>
                </a:lnTo>
                <a:lnTo>
                  <a:pt x="383904" y="6421"/>
                </a:lnTo>
                <a:lnTo>
                  <a:pt x="383859" y="6162"/>
                </a:lnTo>
                <a:lnTo>
                  <a:pt x="383807" y="5908"/>
                </a:lnTo>
                <a:lnTo>
                  <a:pt x="383747" y="5658"/>
                </a:lnTo>
                <a:lnTo>
                  <a:pt x="383678" y="5412"/>
                </a:lnTo>
                <a:lnTo>
                  <a:pt x="383602" y="5170"/>
                </a:lnTo>
                <a:lnTo>
                  <a:pt x="383517" y="4931"/>
                </a:lnTo>
                <a:lnTo>
                  <a:pt x="383424" y="4697"/>
                </a:lnTo>
                <a:lnTo>
                  <a:pt x="383324" y="4467"/>
                </a:lnTo>
                <a:lnTo>
                  <a:pt x="383215" y="4241"/>
                </a:lnTo>
                <a:lnTo>
                  <a:pt x="383098" y="4019"/>
                </a:lnTo>
                <a:lnTo>
                  <a:pt x="382973" y="3802"/>
                </a:lnTo>
                <a:lnTo>
                  <a:pt x="382840" y="3588"/>
                </a:lnTo>
                <a:lnTo>
                  <a:pt x="382699" y="3378"/>
                </a:lnTo>
                <a:lnTo>
                  <a:pt x="382550" y="3172"/>
                </a:lnTo>
                <a:lnTo>
                  <a:pt x="382393" y="2970"/>
                </a:lnTo>
                <a:lnTo>
                  <a:pt x="382228" y="2773"/>
                </a:lnTo>
                <a:lnTo>
                  <a:pt x="382054" y="2579"/>
                </a:lnTo>
                <a:lnTo>
                  <a:pt x="381873" y="2389"/>
                </a:lnTo>
                <a:lnTo>
                  <a:pt x="381684" y="2203"/>
                </a:lnTo>
                <a:lnTo>
                  <a:pt x="381488" y="2024"/>
                </a:lnTo>
                <a:lnTo>
                  <a:pt x="381287" y="1852"/>
                </a:lnTo>
                <a:lnTo>
                  <a:pt x="381081" y="1687"/>
                </a:lnTo>
                <a:lnTo>
                  <a:pt x="380870" y="1530"/>
                </a:lnTo>
                <a:lnTo>
                  <a:pt x="380654" y="1381"/>
                </a:lnTo>
                <a:lnTo>
                  <a:pt x="380433" y="1239"/>
                </a:lnTo>
                <a:lnTo>
                  <a:pt x="380207" y="1106"/>
                </a:lnTo>
                <a:lnTo>
                  <a:pt x="379976" y="979"/>
                </a:lnTo>
                <a:lnTo>
                  <a:pt x="379740" y="861"/>
                </a:lnTo>
                <a:lnTo>
                  <a:pt x="379499" y="750"/>
                </a:lnTo>
                <a:lnTo>
                  <a:pt x="379253" y="647"/>
                </a:lnTo>
                <a:lnTo>
                  <a:pt x="379002" y="551"/>
                </a:lnTo>
                <a:lnTo>
                  <a:pt x="378746" y="463"/>
                </a:lnTo>
                <a:lnTo>
                  <a:pt x="378486" y="383"/>
                </a:lnTo>
                <a:lnTo>
                  <a:pt x="378220" y="310"/>
                </a:lnTo>
                <a:lnTo>
                  <a:pt x="377949" y="245"/>
                </a:lnTo>
                <a:lnTo>
                  <a:pt x="377673" y="187"/>
                </a:lnTo>
                <a:lnTo>
                  <a:pt x="377392" y="138"/>
                </a:lnTo>
                <a:lnTo>
                  <a:pt x="377106" y="96"/>
                </a:lnTo>
                <a:lnTo>
                  <a:pt x="376815" y="61"/>
                </a:lnTo>
                <a:lnTo>
                  <a:pt x="376519" y="34"/>
                </a:lnTo>
                <a:lnTo>
                  <a:pt x="376218" y="15"/>
                </a:lnTo>
                <a:lnTo>
                  <a:pt x="375912" y="4"/>
                </a:lnTo>
                <a:lnTo>
                  <a:pt x="375601" y="0"/>
                </a:lnTo>
                <a:lnTo>
                  <a:pt x="375284" y="4"/>
                </a:lnTo>
                <a:lnTo>
                  <a:pt x="374972" y="15"/>
                </a:lnTo>
                <a:lnTo>
                  <a:pt x="374666" y="34"/>
                </a:lnTo>
                <a:lnTo>
                  <a:pt x="374365" y="61"/>
                </a:lnTo>
                <a:lnTo>
                  <a:pt x="374070" y="96"/>
                </a:lnTo>
                <a:lnTo>
                  <a:pt x="373780" y="138"/>
                </a:lnTo>
                <a:lnTo>
                  <a:pt x="373496" y="187"/>
                </a:lnTo>
                <a:lnTo>
                  <a:pt x="373218" y="245"/>
                </a:lnTo>
                <a:lnTo>
                  <a:pt x="372945" y="310"/>
                </a:lnTo>
                <a:lnTo>
                  <a:pt x="372678" y="383"/>
                </a:lnTo>
                <a:lnTo>
                  <a:pt x="372416" y="463"/>
                </a:lnTo>
                <a:lnTo>
                  <a:pt x="372160" y="551"/>
                </a:lnTo>
                <a:lnTo>
                  <a:pt x="371909" y="647"/>
                </a:lnTo>
                <a:lnTo>
                  <a:pt x="371664" y="750"/>
                </a:lnTo>
                <a:lnTo>
                  <a:pt x="371424" y="861"/>
                </a:lnTo>
                <a:lnTo>
                  <a:pt x="371190" y="979"/>
                </a:lnTo>
                <a:lnTo>
                  <a:pt x="370962" y="1106"/>
                </a:lnTo>
                <a:lnTo>
                  <a:pt x="370739" y="1239"/>
                </a:lnTo>
                <a:lnTo>
                  <a:pt x="370522" y="1381"/>
                </a:lnTo>
                <a:lnTo>
                  <a:pt x="370310" y="1530"/>
                </a:lnTo>
                <a:lnTo>
                  <a:pt x="370104" y="1687"/>
                </a:lnTo>
                <a:lnTo>
                  <a:pt x="369903" y="1852"/>
                </a:lnTo>
                <a:lnTo>
                  <a:pt x="369708" y="2024"/>
                </a:lnTo>
                <a:lnTo>
                  <a:pt x="369519" y="2203"/>
                </a:lnTo>
                <a:lnTo>
                  <a:pt x="369336" y="2389"/>
                </a:lnTo>
                <a:lnTo>
                  <a:pt x="369161" y="2579"/>
                </a:lnTo>
                <a:lnTo>
                  <a:pt x="368993" y="2773"/>
                </a:lnTo>
                <a:lnTo>
                  <a:pt x="368834" y="2970"/>
                </a:lnTo>
                <a:lnTo>
                  <a:pt x="368682" y="3172"/>
                </a:lnTo>
                <a:lnTo>
                  <a:pt x="368538" y="3378"/>
                </a:lnTo>
                <a:lnTo>
                  <a:pt x="368402" y="3588"/>
                </a:lnTo>
                <a:lnTo>
                  <a:pt x="368274" y="3802"/>
                </a:lnTo>
                <a:lnTo>
                  <a:pt x="368153" y="4019"/>
                </a:lnTo>
                <a:lnTo>
                  <a:pt x="368040" y="4241"/>
                </a:lnTo>
                <a:lnTo>
                  <a:pt x="367935" y="4467"/>
                </a:lnTo>
                <a:lnTo>
                  <a:pt x="367838" y="4697"/>
                </a:lnTo>
                <a:lnTo>
                  <a:pt x="367748" y="4931"/>
                </a:lnTo>
                <a:lnTo>
                  <a:pt x="367667" y="5170"/>
                </a:lnTo>
                <a:lnTo>
                  <a:pt x="367593" y="5412"/>
                </a:lnTo>
                <a:lnTo>
                  <a:pt x="367527" y="5658"/>
                </a:lnTo>
                <a:lnTo>
                  <a:pt x="367468" y="5908"/>
                </a:lnTo>
                <a:lnTo>
                  <a:pt x="367418" y="6162"/>
                </a:lnTo>
                <a:lnTo>
                  <a:pt x="367375" y="6421"/>
                </a:lnTo>
                <a:lnTo>
                  <a:pt x="367340" y="6683"/>
                </a:lnTo>
                <a:lnTo>
                  <a:pt x="367313" y="6949"/>
                </a:lnTo>
                <a:lnTo>
                  <a:pt x="367293" y="7219"/>
                </a:lnTo>
                <a:lnTo>
                  <a:pt x="367281" y="7494"/>
                </a:lnTo>
                <a:lnTo>
                  <a:pt x="367278" y="7772"/>
                </a:lnTo>
                <a:lnTo>
                  <a:pt x="367281" y="8051"/>
                </a:lnTo>
                <a:lnTo>
                  <a:pt x="367293" y="8325"/>
                </a:lnTo>
                <a:lnTo>
                  <a:pt x="367313" y="8595"/>
                </a:lnTo>
                <a:lnTo>
                  <a:pt x="367340" y="8862"/>
                </a:lnTo>
                <a:lnTo>
                  <a:pt x="367375" y="9124"/>
                </a:lnTo>
                <a:lnTo>
                  <a:pt x="367418" y="9382"/>
                </a:lnTo>
                <a:lnTo>
                  <a:pt x="367468" y="9637"/>
                </a:lnTo>
                <a:lnTo>
                  <a:pt x="367527" y="9887"/>
                </a:lnTo>
                <a:lnTo>
                  <a:pt x="367593" y="10133"/>
                </a:lnTo>
                <a:lnTo>
                  <a:pt x="367667" y="10375"/>
                </a:lnTo>
                <a:lnTo>
                  <a:pt x="367748" y="10613"/>
                </a:lnTo>
                <a:lnTo>
                  <a:pt x="367838" y="10847"/>
                </a:lnTo>
                <a:lnTo>
                  <a:pt x="367935" y="11077"/>
                </a:lnTo>
                <a:lnTo>
                  <a:pt x="368040" y="11303"/>
                </a:lnTo>
                <a:lnTo>
                  <a:pt x="368153" y="11525"/>
                </a:lnTo>
                <a:lnTo>
                  <a:pt x="368274" y="11743"/>
                </a:lnTo>
                <a:lnTo>
                  <a:pt x="368402" y="11957"/>
                </a:lnTo>
                <a:lnTo>
                  <a:pt x="368538" y="12167"/>
                </a:lnTo>
                <a:lnTo>
                  <a:pt x="368682" y="12373"/>
                </a:lnTo>
                <a:lnTo>
                  <a:pt x="368834" y="12574"/>
                </a:lnTo>
                <a:lnTo>
                  <a:pt x="368993" y="12772"/>
                </a:lnTo>
                <a:lnTo>
                  <a:pt x="369161" y="12966"/>
                </a:lnTo>
                <a:lnTo>
                  <a:pt x="369336" y="13155"/>
                </a:lnTo>
                <a:lnTo>
                  <a:pt x="369519" y="13341"/>
                </a:lnTo>
                <a:lnTo>
                  <a:pt x="369708" y="13521"/>
                </a:lnTo>
                <a:lnTo>
                  <a:pt x="369903" y="13693"/>
                </a:lnTo>
                <a:lnTo>
                  <a:pt x="370104" y="13858"/>
                </a:lnTo>
                <a:lnTo>
                  <a:pt x="370310" y="14014"/>
                </a:lnTo>
                <a:lnTo>
                  <a:pt x="370522" y="14164"/>
                </a:lnTo>
                <a:lnTo>
                  <a:pt x="370739" y="14305"/>
                </a:lnTo>
                <a:lnTo>
                  <a:pt x="370962" y="14439"/>
                </a:lnTo>
                <a:lnTo>
                  <a:pt x="371190" y="14565"/>
                </a:lnTo>
                <a:lnTo>
                  <a:pt x="371424" y="14684"/>
                </a:lnTo>
                <a:lnTo>
                  <a:pt x="371664" y="14795"/>
                </a:lnTo>
                <a:lnTo>
                  <a:pt x="371909" y="14898"/>
                </a:lnTo>
                <a:lnTo>
                  <a:pt x="372160" y="14994"/>
                </a:lnTo>
                <a:lnTo>
                  <a:pt x="372416" y="15082"/>
                </a:lnTo>
                <a:lnTo>
                  <a:pt x="372678" y="15162"/>
                </a:lnTo>
                <a:lnTo>
                  <a:pt x="372945" y="15235"/>
                </a:lnTo>
                <a:lnTo>
                  <a:pt x="373218" y="15300"/>
                </a:lnTo>
                <a:lnTo>
                  <a:pt x="373496" y="15357"/>
                </a:lnTo>
                <a:lnTo>
                  <a:pt x="373780" y="15407"/>
                </a:lnTo>
                <a:lnTo>
                  <a:pt x="374070" y="15449"/>
                </a:lnTo>
                <a:lnTo>
                  <a:pt x="374365" y="15483"/>
                </a:lnTo>
                <a:lnTo>
                  <a:pt x="374666" y="15510"/>
                </a:lnTo>
                <a:lnTo>
                  <a:pt x="374972" y="15529"/>
                </a:lnTo>
                <a:lnTo>
                  <a:pt x="375284" y="15541"/>
                </a:lnTo>
                <a:lnTo>
                  <a:pt x="375601" y="15545"/>
                </a:lnTo>
                <a:lnTo>
                  <a:pt x="375912" y="15541"/>
                </a:lnTo>
                <a:lnTo>
                  <a:pt x="376218" y="15529"/>
                </a:lnTo>
                <a:lnTo>
                  <a:pt x="376519" y="15510"/>
                </a:lnTo>
                <a:lnTo>
                  <a:pt x="376815" y="15483"/>
                </a:lnTo>
                <a:close/>
                <a:moveTo>
                  <a:pt x="39726" y="68903"/>
                </a:moveTo>
                <a:lnTo>
                  <a:pt x="40549" y="68883"/>
                </a:lnTo>
                <a:lnTo>
                  <a:pt x="41365" y="68852"/>
                </a:lnTo>
                <a:lnTo>
                  <a:pt x="42174" y="68807"/>
                </a:lnTo>
                <a:lnTo>
                  <a:pt x="42976" y="68749"/>
                </a:lnTo>
                <a:lnTo>
                  <a:pt x="43771" y="68679"/>
                </a:lnTo>
                <a:lnTo>
                  <a:pt x="44558" y="68596"/>
                </a:lnTo>
                <a:lnTo>
                  <a:pt x="45339" y="68500"/>
                </a:lnTo>
                <a:lnTo>
                  <a:pt x="46112" y="68391"/>
                </a:lnTo>
                <a:lnTo>
                  <a:pt x="46879" y="68270"/>
                </a:lnTo>
                <a:lnTo>
                  <a:pt x="47638" y="68136"/>
                </a:lnTo>
                <a:lnTo>
                  <a:pt x="48390" y="67989"/>
                </a:lnTo>
                <a:lnTo>
                  <a:pt x="49135" y="67829"/>
                </a:lnTo>
                <a:lnTo>
                  <a:pt x="49873" y="67657"/>
                </a:lnTo>
                <a:lnTo>
                  <a:pt x="50604" y="67471"/>
                </a:lnTo>
                <a:lnTo>
                  <a:pt x="51328" y="67273"/>
                </a:lnTo>
                <a:lnTo>
                  <a:pt x="52045" y="67062"/>
                </a:lnTo>
                <a:lnTo>
                  <a:pt x="52754" y="66839"/>
                </a:lnTo>
                <a:lnTo>
                  <a:pt x="53457" y="66602"/>
                </a:lnTo>
                <a:lnTo>
                  <a:pt x="54152" y="66353"/>
                </a:lnTo>
                <a:lnTo>
                  <a:pt x="54841" y="66091"/>
                </a:lnTo>
                <a:lnTo>
                  <a:pt x="55522" y="65816"/>
                </a:lnTo>
                <a:lnTo>
                  <a:pt x="56196" y="65529"/>
                </a:lnTo>
                <a:lnTo>
                  <a:pt x="56864" y="65228"/>
                </a:lnTo>
                <a:lnTo>
                  <a:pt x="57521" y="64915"/>
                </a:lnTo>
                <a:lnTo>
                  <a:pt x="58168" y="64591"/>
                </a:lnTo>
                <a:lnTo>
                  <a:pt x="58802" y="64254"/>
                </a:lnTo>
                <a:lnTo>
                  <a:pt x="59426" y="63906"/>
                </a:lnTo>
                <a:lnTo>
                  <a:pt x="60037" y="63545"/>
                </a:lnTo>
                <a:lnTo>
                  <a:pt x="60638" y="63173"/>
                </a:lnTo>
                <a:lnTo>
                  <a:pt x="61226" y="62788"/>
                </a:lnTo>
                <a:lnTo>
                  <a:pt x="61803" y="62392"/>
                </a:lnTo>
                <a:lnTo>
                  <a:pt x="62369" y="61984"/>
                </a:lnTo>
                <a:lnTo>
                  <a:pt x="62923" y="61564"/>
                </a:lnTo>
                <a:lnTo>
                  <a:pt x="63466" y="61131"/>
                </a:lnTo>
                <a:lnTo>
                  <a:pt x="63997" y="60687"/>
                </a:lnTo>
                <a:lnTo>
                  <a:pt x="64516" y="60231"/>
                </a:lnTo>
                <a:lnTo>
                  <a:pt x="65024" y="59763"/>
                </a:lnTo>
                <a:lnTo>
                  <a:pt x="65520" y="59283"/>
                </a:lnTo>
                <a:lnTo>
                  <a:pt x="66005" y="58791"/>
                </a:lnTo>
                <a:lnTo>
                  <a:pt x="66478" y="58288"/>
                </a:lnTo>
                <a:lnTo>
                  <a:pt x="66940" y="57772"/>
                </a:lnTo>
                <a:lnTo>
                  <a:pt x="67390" y="57244"/>
                </a:lnTo>
                <a:lnTo>
                  <a:pt x="67829" y="56704"/>
                </a:lnTo>
                <a:lnTo>
                  <a:pt x="68256" y="56153"/>
                </a:lnTo>
                <a:lnTo>
                  <a:pt x="68672" y="55589"/>
                </a:lnTo>
                <a:lnTo>
                  <a:pt x="69076" y="55014"/>
                </a:lnTo>
                <a:lnTo>
                  <a:pt x="69469" y="54426"/>
                </a:lnTo>
                <a:lnTo>
                  <a:pt x="69848" y="53827"/>
                </a:lnTo>
                <a:lnTo>
                  <a:pt x="70210" y="53215"/>
                </a:lnTo>
                <a:lnTo>
                  <a:pt x="70557" y="52593"/>
                </a:lnTo>
                <a:lnTo>
                  <a:pt x="70887" y="51958"/>
                </a:lnTo>
                <a:lnTo>
                  <a:pt x="71201" y="51312"/>
                </a:lnTo>
                <a:lnTo>
                  <a:pt x="71500" y="50654"/>
                </a:lnTo>
                <a:lnTo>
                  <a:pt x="71782" y="49985"/>
                </a:lnTo>
                <a:lnTo>
                  <a:pt x="72048" y="49304"/>
                </a:lnTo>
                <a:lnTo>
                  <a:pt x="72297" y="48611"/>
                </a:lnTo>
                <a:lnTo>
                  <a:pt x="72531" y="47906"/>
                </a:lnTo>
                <a:lnTo>
                  <a:pt x="72749" y="47190"/>
                </a:lnTo>
                <a:lnTo>
                  <a:pt x="72950" y="46462"/>
                </a:lnTo>
                <a:lnTo>
                  <a:pt x="73136" y="45723"/>
                </a:lnTo>
                <a:lnTo>
                  <a:pt x="73305" y="44972"/>
                </a:lnTo>
                <a:lnTo>
                  <a:pt x="73458" y="44209"/>
                </a:lnTo>
                <a:lnTo>
                  <a:pt x="73595" y="43434"/>
                </a:lnTo>
                <a:lnTo>
                  <a:pt x="73716" y="42648"/>
                </a:lnTo>
                <a:lnTo>
                  <a:pt x="73821" y="41850"/>
                </a:lnTo>
                <a:lnTo>
                  <a:pt x="73909" y="41041"/>
                </a:lnTo>
                <a:lnTo>
                  <a:pt x="73982" y="40220"/>
                </a:lnTo>
                <a:lnTo>
                  <a:pt x="74038" y="39387"/>
                </a:lnTo>
                <a:lnTo>
                  <a:pt x="74078" y="38542"/>
                </a:lnTo>
                <a:lnTo>
                  <a:pt x="74103" y="37686"/>
                </a:lnTo>
                <a:lnTo>
                  <a:pt x="74111" y="36818"/>
                </a:lnTo>
                <a:lnTo>
                  <a:pt x="74103" y="35930"/>
                </a:lnTo>
                <a:lnTo>
                  <a:pt x="74078" y="35054"/>
                </a:lnTo>
                <a:lnTo>
                  <a:pt x="74038" y="34189"/>
                </a:lnTo>
                <a:lnTo>
                  <a:pt x="73982" y="33336"/>
                </a:lnTo>
                <a:lnTo>
                  <a:pt x="73909" y="32494"/>
                </a:lnTo>
                <a:lnTo>
                  <a:pt x="73821" y="31664"/>
                </a:lnTo>
                <a:lnTo>
                  <a:pt x="73716" y="30845"/>
                </a:lnTo>
                <a:lnTo>
                  <a:pt x="73595" y="30038"/>
                </a:lnTo>
                <a:lnTo>
                  <a:pt x="73458" y="29242"/>
                </a:lnTo>
                <a:lnTo>
                  <a:pt x="73305" y="28458"/>
                </a:lnTo>
                <a:lnTo>
                  <a:pt x="73136" y="27685"/>
                </a:lnTo>
                <a:lnTo>
                  <a:pt x="72950" y="26924"/>
                </a:lnTo>
                <a:lnTo>
                  <a:pt x="72749" y="26175"/>
                </a:lnTo>
                <a:lnTo>
                  <a:pt x="72531" y="25437"/>
                </a:lnTo>
                <a:lnTo>
                  <a:pt x="72297" y="24711"/>
                </a:lnTo>
                <a:lnTo>
                  <a:pt x="72048" y="23996"/>
                </a:lnTo>
                <a:lnTo>
                  <a:pt x="71782" y="23292"/>
                </a:lnTo>
                <a:lnTo>
                  <a:pt x="71500" y="22601"/>
                </a:lnTo>
                <a:lnTo>
                  <a:pt x="71201" y="21920"/>
                </a:lnTo>
                <a:lnTo>
                  <a:pt x="70887" y="21252"/>
                </a:lnTo>
                <a:lnTo>
                  <a:pt x="70557" y="20594"/>
                </a:lnTo>
                <a:lnTo>
                  <a:pt x="70210" y="19949"/>
                </a:lnTo>
                <a:lnTo>
                  <a:pt x="69848" y="19315"/>
                </a:lnTo>
                <a:lnTo>
                  <a:pt x="69469" y="18692"/>
                </a:lnTo>
                <a:lnTo>
                  <a:pt x="69076" y="18081"/>
                </a:lnTo>
                <a:lnTo>
                  <a:pt x="68672" y="17483"/>
                </a:lnTo>
                <a:lnTo>
                  <a:pt x="68256" y="16897"/>
                </a:lnTo>
                <a:lnTo>
                  <a:pt x="67829" y="16324"/>
                </a:lnTo>
                <a:lnTo>
                  <a:pt x="67390" y="15763"/>
                </a:lnTo>
                <a:lnTo>
                  <a:pt x="66940" y="15215"/>
                </a:lnTo>
                <a:lnTo>
                  <a:pt x="66478" y="14679"/>
                </a:lnTo>
                <a:lnTo>
                  <a:pt x="66005" y="14156"/>
                </a:lnTo>
                <a:lnTo>
                  <a:pt x="65520" y="13646"/>
                </a:lnTo>
                <a:lnTo>
                  <a:pt x="65024" y="13147"/>
                </a:lnTo>
                <a:lnTo>
                  <a:pt x="64516" y="12662"/>
                </a:lnTo>
                <a:lnTo>
                  <a:pt x="63997" y="12189"/>
                </a:lnTo>
                <a:lnTo>
                  <a:pt x="63466" y="11728"/>
                </a:lnTo>
                <a:lnTo>
                  <a:pt x="62923" y="11280"/>
                </a:lnTo>
                <a:lnTo>
                  <a:pt x="62369" y="10844"/>
                </a:lnTo>
                <a:lnTo>
                  <a:pt x="61803" y="10421"/>
                </a:lnTo>
                <a:lnTo>
                  <a:pt x="61226" y="10011"/>
                </a:lnTo>
                <a:lnTo>
                  <a:pt x="60638" y="9613"/>
                </a:lnTo>
                <a:lnTo>
                  <a:pt x="60037" y="9227"/>
                </a:lnTo>
                <a:lnTo>
                  <a:pt x="59426" y="8854"/>
                </a:lnTo>
                <a:lnTo>
                  <a:pt x="58802" y="8493"/>
                </a:lnTo>
                <a:lnTo>
                  <a:pt x="58168" y="8145"/>
                </a:lnTo>
                <a:lnTo>
                  <a:pt x="57521" y="7810"/>
                </a:lnTo>
                <a:lnTo>
                  <a:pt x="56864" y="7487"/>
                </a:lnTo>
                <a:lnTo>
                  <a:pt x="56196" y="7177"/>
                </a:lnTo>
                <a:lnTo>
                  <a:pt x="55522" y="6880"/>
                </a:lnTo>
                <a:lnTo>
                  <a:pt x="54841" y="6596"/>
                </a:lnTo>
                <a:lnTo>
                  <a:pt x="54152" y="6325"/>
                </a:lnTo>
                <a:lnTo>
                  <a:pt x="53457" y="6068"/>
                </a:lnTo>
                <a:lnTo>
                  <a:pt x="52754" y="5824"/>
                </a:lnTo>
                <a:lnTo>
                  <a:pt x="52045" y="5593"/>
                </a:lnTo>
                <a:lnTo>
                  <a:pt x="51328" y="5375"/>
                </a:lnTo>
                <a:lnTo>
                  <a:pt x="50604" y="5171"/>
                </a:lnTo>
                <a:lnTo>
                  <a:pt x="49873" y="4979"/>
                </a:lnTo>
                <a:lnTo>
                  <a:pt x="49135" y="4801"/>
                </a:lnTo>
                <a:lnTo>
                  <a:pt x="48390" y="4636"/>
                </a:lnTo>
                <a:lnTo>
                  <a:pt x="47638" y="4484"/>
                </a:lnTo>
                <a:lnTo>
                  <a:pt x="46879" y="4346"/>
                </a:lnTo>
                <a:lnTo>
                  <a:pt x="46112" y="4220"/>
                </a:lnTo>
                <a:lnTo>
                  <a:pt x="45339" y="4108"/>
                </a:lnTo>
                <a:lnTo>
                  <a:pt x="44558" y="4009"/>
                </a:lnTo>
                <a:lnTo>
                  <a:pt x="43771" y="3923"/>
                </a:lnTo>
                <a:lnTo>
                  <a:pt x="42976" y="3851"/>
                </a:lnTo>
                <a:lnTo>
                  <a:pt x="42174" y="3791"/>
                </a:lnTo>
                <a:lnTo>
                  <a:pt x="41365" y="3745"/>
                </a:lnTo>
                <a:lnTo>
                  <a:pt x="40549" y="3712"/>
                </a:lnTo>
                <a:lnTo>
                  <a:pt x="39726" y="3692"/>
                </a:lnTo>
                <a:lnTo>
                  <a:pt x="38896" y="3686"/>
                </a:lnTo>
                <a:lnTo>
                  <a:pt x="0" y="3686"/>
                </a:lnTo>
                <a:lnTo>
                  <a:pt x="0" y="111536"/>
                </a:lnTo>
                <a:lnTo>
                  <a:pt x="14406" y="111536"/>
                </a:lnTo>
                <a:lnTo>
                  <a:pt x="14406" y="68909"/>
                </a:lnTo>
                <a:lnTo>
                  <a:pt x="38896" y="68909"/>
                </a:lnTo>
                <a:lnTo>
                  <a:pt x="39726" y="68903"/>
                </a:lnTo>
                <a:close/>
                <a:moveTo>
                  <a:pt x="39365" y="15581"/>
                </a:moveTo>
                <a:lnTo>
                  <a:pt x="40140" y="15626"/>
                </a:lnTo>
                <a:lnTo>
                  <a:pt x="40904" y="15689"/>
                </a:lnTo>
                <a:lnTo>
                  <a:pt x="41654" y="15770"/>
                </a:lnTo>
                <a:lnTo>
                  <a:pt x="42393" y="15869"/>
                </a:lnTo>
                <a:lnTo>
                  <a:pt x="43118" y="15987"/>
                </a:lnTo>
                <a:lnTo>
                  <a:pt x="43831" y="16122"/>
                </a:lnTo>
                <a:lnTo>
                  <a:pt x="44532" y="16276"/>
                </a:lnTo>
                <a:lnTo>
                  <a:pt x="45220" y="16447"/>
                </a:lnTo>
                <a:lnTo>
                  <a:pt x="45896" y="16637"/>
                </a:lnTo>
                <a:lnTo>
                  <a:pt x="46559" y="16844"/>
                </a:lnTo>
                <a:lnTo>
                  <a:pt x="47210" y="17070"/>
                </a:lnTo>
                <a:lnTo>
                  <a:pt x="47848" y="17313"/>
                </a:lnTo>
                <a:lnTo>
                  <a:pt x="48474" y="17575"/>
                </a:lnTo>
                <a:lnTo>
                  <a:pt x="49087" y="17855"/>
                </a:lnTo>
                <a:lnTo>
                  <a:pt x="49688" y="18153"/>
                </a:lnTo>
                <a:lnTo>
                  <a:pt x="50276" y="18469"/>
                </a:lnTo>
                <a:lnTo>
                  <a:pt x="50851" y="18803"/>
                </a:lnTo>
                <a:lnTo>
                  <a:pt x="51415" y="19154"/>
                </a:lnTo>
                <a:lnTo>
                  <a:pt x="51965" y="19524"/>
                </a:lnTo>
                <a:lnTo>
                  <a:pt x="52503" y="19913"/>
                </a:lnTo>
                <a:lnTo>
                  <a:pt x="53029" y="20319"/>
                </a:lnTo>
                <a:lnTo>
                  <a:pt x="53542" y="20743"/>
                </a:lnTo>
                <a:lnTo>
                  <a:pt x="54039" y="21186"/>
                </a:lnTo>
                <a:lnTo>
                  <a:pt x="54514" y="21649"/>
                </a:lnTo>
                <a:lnTo>
                  <a:pt x="54968" y="22131"/>
                </a:lnTo>
                <a:lnTo>
                  <a:pt x="55401" y="22633"/>
                </a:lnTo>
                <a:lnTo>
                  <a:pt x="55813" y="23155"/>
                </a:lnTo>
                <a:lnTo>
                  <a:pt x="56203" y="23697"/>
                </a:lnTo>
                <a:lnTo>
                  <a:pt x="56573" y="24258"/>
                </a:lnTo>
                <a:lnTo>
                  <a:pt x="56921" y="24839"/>
                </a:lnTo>
                <a:lnTo>
                  <a:pt x="57249" y="25440"/>
                </a:lnTo>
                <a:lnTo>
                  <a:pt x="57555" y="26061"/>
                </a:lnTo>
                <a:lnTo>
                  <a:pt x="57840" y="26701"/>
                </a:lnTo>
                <a:lnTo>
                  <a:pt x="58104" y="27361"/>
                </a:lnTo>
                <a:lnTo>
                  <a:pt x="58347" y="28040"/>
                </a:lnTo>
                <a:lnTo>
                  <a:pt x="58569" y="28740"/>
                </a:lnTo>
                <a:lnTo>
                  <a:pt x="58769" y="29459"/>
                </a:lnTo>
                <a:lnTo>
                  <a:pt x="58949" y="30198"/>
                </a:lnTo>
                <a:lnTo>
                  <a:pt x="59107" y="30956"/>
                </a:lnTo>
                <a:lnTo>
                  <a:pt x="59245" y="31735"/>
                </a:lnTo>
                <a:lnTo>
                  <a:pt x="59361" y="32533"/>
                </a:lnTo>
                <a:lnTo>
                  <a:pt x="59456" y="33350"/>
                </a:lnTo>
                <a:lnTo>
                  <a:pt x="59530" y="34188"/>
                </a:lnTo>
                <a:lnTo>
                  <a:pt x="59582" y="35045"/>
                </a:lnTo>
                <a:lnTo>
                  <a:pt x="59614" y="35922"/>
                </a:lnTo>
                <a:lnTo>
                  <a:pt x="59625" y="36818"/>
                </a:lnTo>
                <a:lnTo>
                  <a:pt x="59614" y="37656"/>
                </a:lnTo>
                <a:lnTo>
                  <a:pt x="59582" y="38475"/>
                </a:lnTo>
                <a:lnTo>
                  <a:pt x="59530" y="39277"/>
                </a:lnTo>
                <a:lnTo>
                  <a:pt x="59456" y="40060"/>
                </a:lnTo>
                <a:lnTo>
                  <a:pt x="59361" y="40826"/>
                </a:lnTo>
                <a:lnTo>
                  <a:pt x="59245" y="41574"/>
                </a:lnTo>
                <a:lnTo>
                  <a:pt x="59107" y="42304"/>
                </a:lnTo>
                <a:lnTo>
                  <a:pt x="58949" y="43016"/>
                </a:lnTo>
                <a:lnTo>
                  <a:pt x="58769" y="43710"/>
                </a:lnTo>
                <a:lnTo>
                  <a:pt x="58569" y="44386"/>
                </a:lnTo>
                <a:lnTo>
                  <a:pt x="58347" y="45044"/>
                </a:lnTo>
                <a:lnTo>
                  <a:pt x="58104" y="45685"/>
                </a:lnTo>
                <a:lnTo>
                  <a:pt x="57840" y="46307"/>
                </a:lnTo>
                <a:lnTo>
                  <a:pt x="57555" y="46912"/>
                </a:lnTo>
                <a:lnTo>
                  <a:pt x="57249" y="47498"/>
                </a:lnTo>
                <a:lnTo>
                  <a:pt x="56921" y="48067"/>
                </a:lnTo>
                <a:lnTo>
                  <a:pt x="56573" y="48618"/>
                </a:lnTo>
                <a:lnTo>
                  <a:pt x="56203" y="49151"/>
                </a:lnTo>
                <a:lnTo>
                  <a:pt x="55813" y="49666"/>
                </a:lnTo>
                <a:lnTo>
                  <a:pt x="55401" y="50163"/>
                </a:lnTo>
                <a:lnTo>
                  <a:pt x="54968" y="50642"/>
                </a:lnTo>
                <a:lnTo>
                  <a:pt x="54514" y="51103"/>
                </a:lnTo>
                <a:lnTo>
                  <a:pt x="54039" y="51547"/>
                </a:lnTo>
                <a:lnTo>
                  <a:pt x="53542" y="51972"/>
                </a:lnTo>
                <a:lnTo>
                  <a:pt x="53029" y="52380"/>
                </a:lnTo>
                <a:lnTo>
                  <a:pt x="52503" y="52771"/>
                </a:lnTo>
                <a:lnTo>
                  <a:pt x="51965" y="53144"/>
                </a:lnTo>
                <a:lnTo>
                  <a:pt x="51415" y="53499"/>
                </a:lnTo>
                <a:lnTo>
                  <a:pt x="50851" y="53838"/>
                </a:lnTo>
                <a:lnTo>
                  <a:pt x="50276" y="54159"/>
                </a:lnTo>
                <a:lnTo>
                  <a:pt x="49688" y="54463"/>
                </a:lnTo>
                <a:lnTo>
                  <a:pt x="49087" y="54749"/>
                </a:lnTo>
                <a:lnTo>
                  <a:pt x="48474" y="55018"/>
                </a:lnTo>
                <a:lnTo>
                  <a:pt x="47848" y="55269"/>
                </a:lnTo>
                <a:lnTo>
                  <a:pt x="47210" y="55504"/>
                </a:lnTo>
                <a:lnTo>
                  <a:pt x="46559" y="55721"/>
                </a:lnTo>
                <a:lnTo>
                  <a:pt x="45896" y="55920"/>
                </a:lnTo>
                <a:lnTo>
                  <a:pt x="45220" y="56102"/>
                </a:lnTo>
                <a:lnTo>
                  <a:pt x="44532" y="56267"/>
                </a:lnTo>
                <a:lnTo>
                  <a:pt x="43831" y="56415"/>
                </a:lnTo>
                <a:lnTo>
                  <a:pt x="43118" y="56545"/>
                </a:lnTo>
                <a:lnTo>
                  <a:pt x="42393" y="56658"/>
                </a:lnTo>
                <a:lnTo>
                  <a:pt x="41654" y="56753"/>
                </a:lnTo>
                <a:lnTo>
                  <a:pt x="40904" y="56831"/>
                </a:lnTo>
                <a:lnTo>
                  <a:pt x="40140" y="56892"/>
                </a:lnTo>
                <a:lnTo>
                  <a:pt x="39365" y="56935"/>
                </a:lnTo>
                <a:lnTo>
                  <a:pt x="38576" y="56961"/>
                </a:lnTo>
                <a:lnTo>
                  <a:pt x="37776" y="56970"/>
                </a:lnTo>
                <a:lnTo>
                  <a:pt x="14406" y="56970"/>
                </a:lnTo>
                <a:lnTo>
                  <a:pt x="14406" y="15545"/>
                </a:lnTo>
                <a:lnTo>
                  <a:pt x="37776" y="15545"/>
                </a:lnTo>
                <a:lnTo>
                  <a:pt x="38576" y="15554"/>
                </a:lnTo>
                <a:lnTo>
                  <a:pt x="39365" y="15581"/>
                </a:lnTo>
                <a:close/>
                <a:moveTo>
                  <a:pt x="231277" y="100632"/>
                </a:moveTo>
                <a:lnTo>
                  <a:pt x="230717" y="100611"/>
                </a:lnTo>
                <a:lnTo>
                  <a:pt x="230175" y="100576"/>
                </a:lnTo>
                <a:lnTo>
                  <a:pt x="229651" y="100526"/>
                </a:lnTo>
                <a:lnTo>
                  <a:pt x="229145" y="100463"/>
                </a:lnTo>
                <a:lnTo>
                  <a:pt x="228656" y="100385"/>
                </a:lnTo>
                <a:lnTo>
                  <a:pt x="228186" y="100294"/>
                </a:lnTo>
                <a:lnTo>
                  <a:pt x="227733" y="100188"/>
                </a:lnTo>
                <a:lnTo>
                  <a:pt x="227299" y="100068"/>
                </a:lnTo>
                <a:lnTo>
                  <a:pt x="226882" y="99934"/>
                </a:lnTo>
                <a:lnTo>
                  <a:pt x="226484" y="99786"/>
                </a:lnTo>
                <a:lnTo>
                  <a:pt x="226103" y="99623"/>
                </a:lnTo>
                <a:lnTo>
                  <a:pt x="225740" y="99447"/>
                </a:lnTo>
                <a:lnTo>
                  <a:pt x="225395" y="99256"/>
                </a:lnTo>
                <a:lnTo>
                  <a:pt x="225068" y="99052"/>
                </a:lnTo>
                <a:lnTo>
                  <a:pt x="224759" y="98833"/>
                </a:lnTo>
                <a:lnTo>
                  <a:pt x="224468" y="98600"/>
                </a:lnTo>
                <a:lnTo>
                  <a:pt x="224194" y="98353"/>
                </a:lnTo>
                <a:lnTo>
                  <a:pt x="223939" y="98092"/>
                </a:lnTo>
                <a:lnTo>
                  <a:pt x="223702" y="97817"/>
                </a:lnTo>
                <a:lnTo>
                  <a:pt x="223482" y="97528"/>
                </a:lnTo>
                <a:lnTo>
                  <a:pt x="223281" y="97224"/>
                </a:lnTo>
                <a:lnTo>
                  <a:pt x="223097" y="96907"/>
                </a:lnTo>
                <a:lnTo>
                  <a:pt x="222931" y="96575"/>
                </a:lnTo>
                <a:lnTo>
                  <a:pt x="222778" y="96230"/>
                </a:lnTo>
                <a:lnTo>
                  <a:pt x="222631" y="95872"/>
                </a:lnTo>
                <a:lnTo>
                  <a:pt x="222491" y="95502"/>
                </a:lnTo>
                <a:lnTo>
                  <a:pt x="222357" y="95119"/>
                </a:lnTo>
                <a:lnTo>
                  <a:pt x="222229" y="94723"/>
                </a:lnTo>
                <a:lnTo>
                  <a:pt x="222109" y="94315"/>
                </a:lnTo>
                <a:lnTo>
                  <a:pt x="221994" y="93894"/>
                </a:lnTo>
                <a:lnTo>
                  <a:pt x="221887" y="93460"/>
                </a:lnTo>
                <a:lnTo>
                  <a:pt x="221785" y="93014"/>
                </a:lnTo>
                <a:lnTo>
                  <a:pt x="221691" y="92555"/>
                </a:lnTo>
                <a:lnTo>
                  <a:pt x="221603" y="92083"/>
                </a:lnTo>
                <a:lnTo>
                  <a:pt x="221521" y="91599"/>
                </a:lnTo>
                <a:lnTo>
                  <a:pt x="221446" y="91103"/>
                </a:lnTo>
                <a:lnTo>
                  <a:pt x="221377" y="90593"/>
                </a:lnTo>
                <a:lnTo>
                  <a:pt x="221315" y="90071"/>
                </a:lnTo>
                <a:lnTo>
                  <a:pt x="221260" y="89536"/>
                </a:lnTo>
                <a:lnTo>
                  <a:pt x="221211" y="88989"/>
                </a:lnTo>
                <a:lnTo>
                  <a:pt x="221168" y="88429"/>
                </a:lnTo>
                <a:lnTo>
                  <a:pt x="221132" y="87857"/>
                </a:lnTo>
                <a:lnTo>
                  <a:pt x="221103" y="87271"/>
                </a:lnTo>
                <a:lnTo>
                  <a:pt x="221080" y="86673"/>
                </a:lnTo>
                <a:lnTo>
                  <a:pt x="221064" y="86063"/>
                </a:lnTo>
                <a:lnTo>
                  <a:pt x="221054" y="85440"/>
                </a:lnTo>
                <a:lnTo>
                  <a:pt x="221051" y="84804"/>
                </a:lnTo>
                <a:lnTo>
                  <a:pt x="221051" y="41105"/>
                </a:lnTo>
                <a:lnTo>
                  <a:pt x="240339" y="41105"/>
                </a:lnTo>
                <a:lnTo>
                  <a:pt x="240339" y="30288"/>
                </a:lnTo>
                <a:lnTo>
                  <a:pt x="221051" y="30288"/>
                </a:lnTo>
                <a:lnTo>
                  <a:pt x="221051" y="12420"/>
                </a:lnTo>
                <a:lnTo>
                  <a:pt x="207685" y="12420"/>
                </a:lnTo>
                <a:lnTo>
                  <a:pt x="207685" y="30288"/>
                </a:lnTo>
                <a:lnTo>
                  <a:pt x="194720" y="30288"/>
                </a:lnTo>
                <a:lnTo>
                  <a:pt x="194720" y="41105"/>
                </a:lnTo>
                <a:lnTo>
                  <a:pt x="207685" y="41105"/>
                </a:lnTo>
                <a:lnTo>
                  <a:pt x="207685" y="85092"/>
                </a:lnTo>
                <a:lnTo>
                  <a:pt x="207688" y="85781"/>
                </a:lnTo>
                <a:lnTo>
                  <a:pt x="207698" y="86461"/>
                </a:lnTo>
                <a:lnTo>
                  <a:pt x="207715" y="87132"/>
                </a:lnTo>
                <a:lnTo>
                  <a:pt x="207737" y="87796"/>
                </a:lnTo>
                <a:lnTo>
                  <a:pt x="207767" y="88451"/>
                </a:lnTo>
                <a:lnTo>
                  <a:pt x="207803" y="89098"/>
                </a:lnTo>
                <a:lnTo>
                  <a:pt x="207845" y="89737"/>
                </a:lnTo>
                <a:lnTo>
                  <a:pt x="207894" y="90367"/>
                </a:lnTo>
                <a:lnTo>
                  <a:pt x="207950" y="90989"/>
                </a:lnTo>
                <a:lnTo>
                  <a:pt x="208012" y="91603"/>
                </a:lnTo>
                <a:lnTo>
                  <a:pt x="208080" y="92208"/>
                </a:lnTo>
                <a:lnTo>
                  <a:pt x="208155" y="92805"/>
                </a:lnTo>
                <a:lnTo>
                  <a:pt x="208237" y="93394"/>
                </a:lnTo>
                <a:lnTo>
                  <a:pt x="208325" y="93974"/>
                </a:lnTo>
                <a:lnTo>
                  <a:pt x="208420" y="94546"/>
                </a:lnTo>
                <a:lnTo>
                  <a:pt x="208521" y="95110"/>
                </a:lnTo>
                <a:lnTo>
                  <a:pt x="208629" y="95666"/>
                </a:lnTo>
                <a:lnTo>
                  <a:pt x="208743" y="96213"/>
                </a:lnTo>
                <a:lnTo>
                  <a:pt x="208864" y="96752"/>
                </a:lnTo>
                <a:lnTo>
                  <a:pt x="208991" y="97283"/>
                </a:lnTo>
                <a:lnTo>
                  <a:pt x="209125" y="97805"/>
                </a:lnTo>
                <a:lnTo>
                  <a:pt x="209266" y="98319"/>
                </a:lnTo>
                <a:lnTo>
                  <a:pt x="209412" y="98825"/>
                </a:lnTo>
                <a:lnTo>
                  <a:pt x="209566" y="99322"/>
                </a:lnTo>
                <a:lnTo>
                  <a:pt x="209728" y="99811"/>
                </a:lnTo>
                <a:lnTo>
                  <a:pt x="209902" y="100289"/>
                </a:lnTo>
                <a:lnTo>
                  <a:pt x="210086" y="100759"/>
                </a:lnTo>
                <a:lnTo>
                  <a:pt x="210282" y="101218"/>
                </a:lnTo>
                <a:lnTo>
                  <a:pt x="210489" y="101668"/>
                </a:lnTo>
                <a:lnTo>
                  <a:pt x="210706" y="102109"/>
                </a:lnTo>
                <a:lnTo>
                  <a:pt x="210935" y="102539"/>
                </a:lnTo>
                <a:lnTo>
                  <a:pt x="211175" y="102960"/>
                </a:lnTo>
                <a:lnTo>
                  <a:pt x="211427" y="103372"/>
                </a:lnTo>
                <a:lnTo>
                  <a:pt x="211689" y="103774"/>
                </a:lnTo>
                <a:lnTo>
                  <a:pt x="211962" y="104166"/>
                </a:lnTo>
                <a:lnTo>
                  <a:pt x="212247" y="104549"/>
                </a:lnTo>
                <a:lnTo>
                  <a:pt x="212543" y="104922"/>
                </a:lnTo>
                <a:lnTo>
                  <a:pt x="212850" y="105285"/>
                </a:lnTo>
                <a:lnTo>
                  <a:pt x="213167" y="105639"/>
                </a:lnTo>
                <a:lnTo>
                  <a:pt x="213496" y="105983"/>
                </a:lnTo>
                <a:lnTo>
                  <a:pt x="213837" y="106317"/>
                </a:lnTo>
                <a:lnTo>
                  <a:pt x="214188" y="106642"/>
                </a:lnTo>
                <a:lnTo>
                  <a:pt x="214550" y="106957"/>
                </a:lnTo>
                <a:lnTo>
                  <a:pt x="214924" y="107263"/>
                </a:lnTo>
                <a:lnTo>
                  <a:pt x="215308" y="107559"/>
                </a:lnTo>
                <a:lnTo>
                  <a:pt x="215704" y="107845"/>
                </a:lnTo>
                <a:lnTo>
                  <a:pt x="216111" y="108122"/>
                </a:lnTo>
                <a:lnTo>
                  <a:pt x="216529" y="108389"/>
                </a:lnTo>
                <a:lnTo>
                  <a:pt x="216960" y="108646"/>
                </a:lnTo>
                <a:lnTo>
                  <a:pt x="217406" y="108892"/>
                </a:lnTo>
                <a:lnTo>
                  <a:pt x="217866" y="109127"/>
                </a:lnTo>
                <a:lnTo>
                  <a:pt x="218342" y="109351"/>
                </a:lnTo>
                <a:lnTo>
                  <a:pt x="218832" y="109564"/>
                </a:lnTo>
                <a:lnTo>
                  <a:pt x="219337" y="109766"/>
                </a:lnTo>
                <a:lnTo>
                  <a:pt x="219858" y="109957"/>
                </a:lnTo>
                <a:lnTo>
                  <a:pt x="220393" y="110138"/>
                </a:lnTo>
                <a:lnTo>
                  <a:pt x="220943" y="110307"/>
                </a:lnTo>
                <a:lnTo>
                  <a:pt x="221507" y="110465"/>
                </a:lnTo>
                <a:lnTo>
                  <a:pt x="222087" y="110613"/>
                </a:lnTo>
                <a:lnTo>
                  <a:pt x="222681" y="110750"/>
                </a:lnTo>
                <a:lnTo>
                  <a:pt x="223291" y="110875"/>
                </a:lnTo>
                <a:lnTo>
                  <a:pt x="223915" y="110990"/>
                </a:lnTo>
                <a:lnTo>
                  <a:pt x="224554" y="111094"/>
                </a:lnTo>
                <a:lnTo>
                  <a:pt x="225208" y="111187"/>
                </a:lnTo>
                <a:lnTo>
                  <a:pt x="225877" y="111269"/>
                </a:lnTo>
                <a:lnTo>
                  <a:pt x="226560" y="111340"/>
                </a:lnTo>
                <a:lnTo>
                  <a:pt x="227259" y="111400"/>
                </a:lnTo>
                <a:lnTo>
                  <a:pt x="227972" y="111449"/>
                </a:lnTo>
                <a:lnTo>
                  <a:pt x="228701" y="111487"/>
                </a:lnTo>
                <a:lnTo>
                  <a:pt x="229444" y="111515"/>
                </a:lnTo>
                <a:lnTo>
                  <a:pt x="230202" y="111531"/>
                </a:lnTo>
                <a:lnTo>
                  <a:pt x="230975" y="111536"/>
                </a:lnTo>
                <a:lnTo>
                  <a:pt x="240339" y="111536"/>
                </a:lnTo>
                <a:lnTo>
                  <a:pt x="240339" y="100639"/>
                </a:lnTo>
                <a:lnTo>
                  <a:pt x="231855" y="100639"/>
                </a:lnTo>
                <a:lnTo>
                  <a:pt x="231277" y="100632"/>
                </a:lnTo>
                <a:close/>
                <a:moveTo>
                  <a:pt x="96095" y="53089"/>
                </a:moveTo>
                <a:lnTo>
                  <a:pt x="96321" y="52787"/>
                </a:lnTo>
                <a:lnTo>
                  <a:pt x="96548" y="52488"/>
                </a:lnTo>
                <a:lnTo>
                  <a:pt x="96778" y="52192"/>
                </a:lnTo>
                <a:lnTo>
                  <a:pt x="97009" y="51899"/>
                </a:lnTo>
                <a:lnTo>
                  <a:pt x="97243" y="51609"/>
                </a:lnTo>
                <a:lnTo>
                  <a:pt x="97479" y="51322"/>
                </a:lnTo>
                <a:lnTo>
                  <a:pt x="97716" y="51038"/>
                </a:lnTo>
                <a:lnTo>
                  <a:pt x="97956" y="50758"/>
                </a:lnTo>
                <a:lnTo>
                  <a:pt x="98198" y="50480"/>
                </a:lnTo>
                <a:lnTo>
                  <a:pt x="98442" y="50206"/>
                </a:lnTo>
                <a:lnTo>
                  <a:pt x="98688" y="49934"/>
                </a:lnTo>
                <a:lnTo>
                  <a:pt x="98937" y="49666"/>
                </a:lnTo>
                <a:lnTo>
                  <a:pt x="99187" y="49401"/>
                </a:lnTo>
                <a:lnTo>
                  <a:pt x="99439" y="49139"/>
                </a:lnTo>
                <a:lnTo>
                  <a:pt x="99694" y="48879"/>
                </a:lnTo>
                <a:lnTo>
                  <a:pt x="99950" y="48623"/>
                </a:lnTo>
                <a:lnTo>
                  <a:pt x="100209" y="48371"/>
                </a:lnTo>
                <a:lnTo>
                  <a:pt x="100470" y="48121"/>
                </a:lnTo>
                <a:lnTo>
                  <a:pt x="100733" y="47874"/>
                </a:lnTo>
                <a:lnTo>
                  <a:pt x="100997" y="47630"/>
                </a:lnTo>
                <a:lnTo>
                  <a:pt x="101264" y="47390"/>
                </a:lnTo>
                <a:lnTo>
                  <a:pt x="101534" y="47152"/>
                </a:lnTo>
                <a:lnTo>
                  <a:pt x="101806" y="46918"/>
                </a:lnTo>
                <a:lnTo>
                  <a:pt x="102082" y="46688"/>
                </a:lnTo>
                <a:lnTo>
                  <a:pt x="102362" y="46463"/>
                </a:lnTo>
                <a:lnTo>
                  <a:pt x="102646" y="46241"/>
                </a:lnTo>
                <a:lnTo>
                  <a:pt x="102934" y="46024"/>
                </a:lnTo>
                <a:lnTo>
                  <a:pt x="103227" y="45812"/>
                </a:lnTo>
                <a:lnTo>
                  <a:pt x="103523" y="45603"/>
                </a:lnTo>
                <a:lnTo>
                  <a:pt x="103823" y="45399"/>
                </a:lnTo>
                <a:lnTo>
                  <a:pt x="104128" y="45199"/>
                </a:lnTo>
                <a:lnTo>
                  <a:pt x="104436" y="45003"/>
                </a:lnTo>
                <a:lnTo>
                  <a:pt x="104749" y="44812"/>
                </a:lnTo>
                <a:lnTo>
                  <a:pt x="105065" y="44625"/>
                </a:lnTo>
                <a:lnTo>
                  <a:pt x="105385" y="44442"/>
                </a:lnTo>
                <a:lnTo>
                  <a:pt x="105710" y="44264"/>
                </a:lnTo>
                <a:lnTo>
                  <a:pt x="106039" y="44089"/>
                </a:lnTo>
                <a:lnTo>
                  <a:pt x="106371" y="43919"/>
                </a:lnTo>
                <a:lnTo>
                  <a:pt x="106708" y="43753"/>
                </a:lnTo>
                <a:lnTo>
                  <a:pt x="107048" y="43592"/>
                </a:lnTo>
                <a:lnTo>
                  <a:pt x="107393" y="43435"/>
                </a:lnTo>
                <a:lnTo>
                  <a:pt x="107742" y="43282"/>
                </a:lnTo>
                <a:lnTo>
                  <a:pt x="108094" y="43133"/>
                </a:lnTo>
                <a:lnTo>
                  <a:pt x="108451" y="42989"/>
                </a:lnTo>
                <a:lnTo>
                  <a:pt x="108812" y="42848"/>
                </a:lnTo>
                <a:lnTo>
                  <a:pt x="109177" y="42713"/>
                </a:lnTo>
                <a:lnTo>
                  <a:pt x="109546" y="42581"/>
                </a:lnTo>
                <a:lnTo>
                  <a:pt x="109920" y="42456"/>
                </a:lnTo>
                <a:lnTo>
                  <a:pt x="110300" y="42336"/>
                </a:lnTo>
                <a:lnTo>
                  <a:pt x="110684" y="42221"/>
                </a:lnTo>
                <a:lnTo>
                  <a:pt x="111073" y="42113"/>
                </a:lnTo>
                <a:lnTo>
                  <a:pt x="111468" y="42009"/>
                </a:lnTo>
                <a:lnTo>
                  <a:pt x="111867" y="41912"/>
                </a:lnTo>
                <a:lnTo>
                  <a:pt x="112271" y="41819"/>
                </a:lnTo>
                <a:lnTo>
                  <a:pt x="112681" y="41733"/>
                </a:lnTo>
                <a:lnTo>
                  <a:pt x="113095" y="41652"/>
                </a:lnTo>
                <a:lnTo>
                  <a:pt x="113514" y="41577"/>
                </a:lnTo>
                <a:lnTo>
                  <a:pt x="113939" y="41507"/>
                </a:lnTo>
                <a:lnTo>
                  <a:pt x="114368" y="41443"/>
                </a:lnTo>
                <a:lnTo>
                  <a:pt x="114802" y="41384"/>
                </a:lnTo>
                <a:lnTo>
                  <a:pt x="115242" y="41331"/>
                </a:lnTo>
                <a:lnTo>
                  <a:pt x="115686" y="41284"/>
                </a:lnTo>
                <a:lnTo>
                  <a:pt x="116135" y="41242"/>
                </a:lnTo>
                <a:lnTo>
                  <a:pt x="116590" y="41206"/>
                </a:lnTo>
                <a:lnTo>
                  <a:pt x="117049" y="41175"/>
                </a:lnTo>
                <a:lnTo>
                  <a:pt x="117513" y="41150"/>
                </a:lnTo>
                <a:lnTo>
                  <a:pt x="117983" y="41130"/>
                </a:lnTo>
                <a:lnTo>
                  <a:pt x="118457" y="41116"/>
                </a:lnTo>
                <a:lnTo>
                  <a:pt x="118937" y="41108"/>
                </a:lnTo>
                <a:lnTo>
                  <a:pt x="119421" y="41105"/>
                </a:lnTo>
                <a:lnTo>
                  <a:pt x="121262" y="41105"/>
                </a:lnTo>
                <a:lnTo>
                  <a:pt x="121262" y="28846"/>
                </a:lnTo>
                <a:lnTo>
                  <a:pt x="119661" y="28846"/>
                </a:lnTo>
                <a:lnTo>
                  <a:pt x="118893" y="28853"/>
                </a:lnTo>
                <a:lnTo>
                  <a:pt x="118138" y="28874"/>
                </a:lnTo>
                <a:lnTo>
                  <a:pt x="117394" y="28909"/>
                </a:lnTo>
                <a:lnTo>
                  <a:pt x="116662" y="28959"/>
                </a:lnTo>
                <a:lnTo>
                  <a:pt x="115942" y="29023"/>
                </a:lnTo>
                <a:lnTo>
                  <a:pt x="115234" y="29101"/>
                </a:lnTo>
                <a:lnTo>
                  <a:pt x="114538" y="29193"/>
                </a:lnTo>
                <a:lnTo>
                  <a:pt x="113854" y="29300"/>
                </a:lnTo>
                <a:lnTo>
                  <a:pt x="113182" y="29420"/>
                </a:lnTo>
                <a:lnTo>
                  <a:pt x="112522" y="29555"/>
                </a:lnTo>
                <a:lnTo>
                  <a:pt x="111874" y="29704"/>
                </a:lnTo>
                <a:lnTo>
                  <a:pt x="111238" y="29867"/>
                </a:lnTo>
                <a:lnTo>
                  <a:pt x="110613" y="30045"/>
                </a:lnTo>
                <a:lnTo>
                  <a:pt x="110001" y="30236"/>
                </a:lnTo>
                <a:lnTo>
                  <a:pt x="109401" y="30442"/>
                </a:lnTo>
                <a:lnTo>
                  <a:pt x="108812" y="30662"/>
                </a:lnTo>
                <a:lnTo>
                  <a:pt x="108236" y="30896"/>
                </a:lnTo>
                <a:lnTo>
                  <a:pt x="107671" y="31144"/>
                </a:lnTo>
                <a:lnTo>
                  <a:pt x="107118" y="31407"/>
                </a:lnTo>
                <a:lnTo>
                  <a:pt x="106578" y="31683"/>
                </a:lnTo>
                <a:lnTo>
                  <a:pt x="106049" y="31974"/>
                </a:lnTo>
                <a:lnTo>
                  <a:pt x="105532" y="32279"/>
                </a:lnTo>
                <a:lnTo>
                  <a:pt x="105028" y="32599"/>
                </a:lnTo>
                <a:lnTo>
                  <a:pt x="104535" y="32932"/>
                </a:lnTo>
                <a:lnTo>
                  <a:pt x="104052" y="33276"/>
                </a:lnTo>
                <a:lnTo>
                  <a:pt x="103578" y="33627"/>
                </a:lnTo>
                <a:lnTo>
                  <a:pt x="103113" y="33984"/>
                </a:lnTo>
                <a:lnTo>
                  <a:pt x="102656" y="34348"/>
                </a:lnTo>
                <a:lnTo>
                  <a:pt x="102208" y="34718"/>
                </a:lnTo>
                <a:lnTo>
                  <a:pt x="101769" y="35096"/>
                </a:lnTo>
                <a:lnTo>
                  <a:pt x="101338" y="35479"/>
                </a:lnTo>
                <a:lnTo>
                  <a:pt x="100916" y="35870"/>
                </a:lnTo>
                <a:lnTo>
                  <a:pt x="100502" y="36267"/>
                </a:lnTo>
                <a:lnTo>
                  <a:pt x="100097" y="36671"/>
                </a:lnTo>
                <a:lnTo>
                  <a:pt x="99700" y="37082"/>
                </a:lnTo>
                <a:lnTo>
                  <a:pt x="99313" y="37499"/>
                </a:lnTo>
                <a:lnTo>
                  <a:pt x="98933" y="37923"/>
                </a:lnTo>
                <a:lnTo>
                  <a:pt x="98563" y="38354"/>
                </a:lnTo>
                <a:lnTo>
                  <a:pt x="98201" y="38791"/>
                </a:lnTo>
                <a:lnTo>
                  <a:pt x="97848" y="39235"/>
                </a:lnTo>
                <a:lnTo>
                  <a:pt x="97503" y="39686"/>
                </a:lnTo>
                <a:lnTo>
                  <a:pt x="97167" y="40144"/>
                </a:lnTo>
                <a:lnTo>
                  <a:pt x="96839" y="40608"/>
                </a:lnTo>
                <a:lnTo>
                  <a:pt x="96520" y="41078"/>
                </a:lnTo>
                <a:lnTo>
                  <a:pt x="96210" y="41556"/>
                </a:lnTo>
                <a:lnTo>
                  <a:pt x="95908" y="42040"/>
                </a:lnTo>
                <a:lnTo>
                  <a:pt x="95615" y="42531"/>
                </a:lnTo>
                <a:lnTo>
                  <a:pt x="95331" y="43028"/>
                </a:lnTo>
                <a:lnTo>
                  <a:pt x="94851" y="30288"/>
                </a:lnTo>
                <a:lnTo>
                  <a:pt x="82286" y="30288"/>
                </a:lnTo>
                <a:lnTo>
                  <a:pt x="82286" y="111536"/>
                </a:lnTo>
                <a:lnTo>
                  <a:pt x="95651" y="111536"/>
                </a:lnTo>
                <a:lnTo>
                  <a:pt x="95651" y="53702"/>
                </a:lnTo>
                <a:lnTo>
                  <a:pt x="95872" y="53394"/>
                </a:lnTo>
                <a:lnTo>
                  <a:pt x="96095" y="53089"/>
                </a:lnTo>
                <a:close/>
                <a:moveTo>
                  <a:pt x="263757" y="53089"/>
                </a:moveTo>
                <a:lnTo>
                  <a:pt x="263982" y="52787"/>
                </a:lnTo>
                <a:lnTo>
                  <a:pt x="264209" y="52488"/>
                </a:lnTo>
                <a:lnTo>
                  <a:pt x="264439" y="52192"/>
                </a:lnTo>
                <a:lnTo>
                  <a:pt x="264670" y="51899"/>
                </a:lnTo>
                <a:lnTo>
                  <a:pt x="264904" y="51609"/>
                </a:lnTo>
                <a:lnTo>
                  <a:pt x="265140" y="51322"/>
                </a:lnTo>
                <a:lnTo>
                  <a:pt x="265378" y="51038"/>
                </a:lnTo>
                <a:lnTo>
                  <a:pt x="265617" y="50758"/>
                </a:lnTo>
                <a:lnTo>
                  <a:pt x="265859" y="50480"/>
                </a:lnTo>
                <a:lnTo>
                  <a:pt x="266103" y="50206"/>
                </a:lnTo>
                <a:lnTo>
                  <a:pt x="266350" y="49934"/>
                </a:lnTo>
                <a:lnTo>
                  <a:pt x="266598" y="49666"/>
                </a:lnTo>
                <a:lnTo>
                  <a:pt x="266848" y="49401"/>
                </a:lnTo>
                <a:lnTo>
                  <a:pt x="267101" y="49139"/>
                </a:lnTo>
                <a:lnTo>
                  <a:pt x="267355" y="48879"/>
                </a:lnTo>
                <a:lnTo>
                  <a:pt x="267612" y="48623"/>
                </a:lnTo>
                <a:lnTo>
                  <a:pt x="267870" y="48371"/>
                </a:lnTo>
                <a:lnTo>
                  <a:pt x="268131" y="48121"/>
                </a:lnTo>
                <a:lnTo>
                  <a:pt x="268394" y="47874"/>
                </a:lnTo>
                <a:lnTo>
                  <a:pt x="268659" y="47630"/>
                </a:lnTo>
                <a:lnTo>
                  <a:pt x="268926" y="47390"/>
                </a:lnTo>
                <a:lnTo>
                  <a:pt x="269195" y="47152"/>
                </a:lnTo>
                <a:lnTo>
                  <a:pt x="269467" y="46918"/>
                </a:lnTo>
                <a:lnTo>
                  <a:pt x="269743" y="46688"/>
                </a:lnTo>
                <a:lnTo>
                  <a:pt x="270023" y="46463"/>
                </a:lnTo>
                <a:lnTo>
                  <a:pt x="270307" y="46241"/>
                </a:lnTo>
                <a:lnTo>
                  <a:pt x="270596" y="46024"/>
                </a:lnTo>
                <a:lnTo>
                  <a:pt x="270888" y="45812"/>
                </a:lnTo>
                <a:lnTo>
                  <a:pt x="271184" y="45603"/>
                </a:lnTo>
                <a:lnTo>
                  <a:pt x="271485" y="45399"/>
                </a:lnTo>
                <a:lnTo>
                  <a:pt x="271789" y="45199"/>
                </a:lnTo>
                <a:lnTo>
                  <a:pt x="272097" y="45003"/>
                </a:lnTo>
                <a:lnTo>
                  <a:pt x="272410" y="44812"/>
                </a:lnTo>
                <a:lnTo>
                  <a:pt x="272726" y="44625"/>
                </a:lnTo>
                <a:lnTo>
                  <a:pt x="273047" y="44442"/>
                </a:lnTo>
                <a:lnTo>
                  <a:pt x="273371" y="44264"/>
                </a:lnTo>
                <a:lnTo>
                  <a:pt x="273700" y="44089"/>
                </a:lnTo>
                <a:lnTo>
                  <a:pt x="274032" y="43919"/>
                </a:lnTo>
                <a:lnTo>
                  <a:pt x="274369" y="43753"/>
                </a:lnTo>
                <a:lnTo>
                  <a:pt x="274710" y="43592"/>
                </a:lnTo>
                <a:lnTo>
                  <a:pt x="275054" y="43435"/>
                </a:lnTo>
                <a:lnTo>
                  <a:pt x="275403" y="43282"/>
                </a:lnTo>
                <a:lnTo>
                  <a:pt x="275756" y="43133"/>
                </a:lnTo>
                <a:lnTo>
                  <a:pt x="276112" y="42989"/>
                </a:lnTo>
                <a:lnTo>
                  <a:pt x="276473" y="42848"/>
                </a:lnTo>
                <a:lnTo>
                  <a:pt x="276838" y="42713"/>
                </a:lnTo>
                <a:lnTo>
                  <a:pt x="277207" y="42581"/>
                </a:lnTo>
                <a:lnTo>
                  <a:pt x="277582" y="42456"/>
                </a:lnTo>
                <a:lnTo>
                  <a:pt x="277961" y="42336"/>
                </a:lnTo>
                <a:lnTo>
                  <a:pt x="278345" y="42221"/>
                </a:lnTo>
                <a:lnTo>
                  <a:pt x="278735" y="42113"/>
                </a:lnTo>
                <a:lnTo>
                  <a:pt x="279129" y="42009"/>
                </a:lnTo>
                <a:lnTo>
                  <a:pt x="279528" y="41912"/>
                </a:lnTo>
                <a:lnTo>
                  <a:pt x="279933" y="41819"/>
                </a:lnTo>
                <a:lnTo>
                  <a:pt x="280342" y="41733"/>
                </a:lnTo>
                <a:lnTo>
                  <a:pt x="280756" y="41652"/>
                </a:lnTo>
                <a:lnTo>
                  <a:pt x="281176" y="41577"/>
                </a:lnTo>
                <a:lnTo>
                  <a:pt x="281600" y="41507"/>
                </a:lnTo>
                <a:lnTo>
                  <a:pt x="282029" y="41443"/>
                </a:lnTo>
                <a:lnTo>
                  <a:pt x="282464" y="41384"/>
                </a:lnTo>
                <a:lnTo>
                  <a:pt x="282903" y="41331"/>
                </a:lnTo>
                <a:lnTo>
                  <a:pt x="283347" y="41284"/>
                </a:lnTo>
                <a:lnTo>
                  <a:pt x="283797" y="41242"/>
                </a:lnTo>
                <a:lnTo>
                  <a:pt x="284251" y="41206"/>
                </a:lnTo>
                <a:lnTo>
                  <a:pt x="284710" y="41175"/>
                </a:lnTo>
                <a:lnTo>
                  <a:pt x="285175" y="41150"/>
                </a:lnTo>
                <a:lnTo>
                  <a:pt x="285644" y="41130"/>
                </a:lnTo>
                <a:lnTo>
                  <a:pt x="286118" y="41116"/>
                </a:lnTo>
                <a:lnTo>
                  <a:pt x="286598" y="41108"/>
                </a:lnTo>
                <a:lnTo>
                  <a:pt x="287082" y="41105"/>
                </a:lnTo>
                <a:lnTo>
                  <a:pt x="288923" y="41105"/>
                </a:lnTo>
                <a:lnTo>
                  <a:pt x="288923" y="28846"/>
                </a:lnTo>
                <a:lnTo>
                  <a:pt x="287322" y="28846"/>
                </a:lnTo>
                <a:lnTo>
                  <a:pt x="286555" y="28853"/>
                </a:lnTo>
                <a:lnTo>
                  <a:pt x="285799" y="28874"/>
                </a:lnTo>
                <a:lnTo>
                  <a:pt x="285055" y="28909"/>
                </a:lnTo>
                <a:lnTo>
                  <a:pt x="284323" y="28959"/>
                </a:lnTo>
                <a:lnTo>
                  <a:pt x="283603" y="29023"/>
                </a:lnTo>
                <a:lnTo>
                  <a:pt x="282895" y="29101"/>
                </a:lnTo>
                <a:lnTo>
                  <a:pt x="282199" y="29193"/>
                </a:lnTo>
                <a:lnTo>
                  <a:pt x="281515" y="29300"/>
                </a:lnTo>
                <a:lnTo>
                  <a:pt x="280843" y="29420"/>
                </a:lnTo>
                <a:lnTo>
                  <a:pt x="280183" y="29555"/>
                </a:lnTo>
                <a:lnTo>
                  <a:pt x="279535" y="29704"/>
                </a:lnTo>
                <a:lnTo>
                  <a:pt x="278899" y="29867"/>
                </a:lnTo>
                <a:lnTo>
                  <a:pt x="278275" y="30045"/>
                </a:lnTo>
                <a:lnTo>
                  <a:pt x="277662" y="30236"/>
                </a:lnTo>
                <a:lnTo>
                  <a:pt x="277062" y="30442"/>
                </a:lnTo>
                <a:lnTo>
                  <a:pt x="276473" y="30662"/>
                </a:lnTo>
                <a:lnTo>
                  <a:pt x="275897" y="30896"/>
                </a:lnTo>
                <a:lnTo>
                  <a:pt x="275332" y="31144"/>
                </a:lnTo>
                <a:lnTo>
                  <a:pt x="274780" y="31407"/>
                </a:lnTo>
                <a:lnTo>
                  <a:pt x="274239" y="31683"/>
                </a:lnTo>
                <a:lnTo>
                  <a:pt x="273710" y="31974"/>
                </a:lnTo>
                <a:lnTo>
                  <a:pt x="273194" y="32279"/>
                </a:lnTo>
                <a:lnTo>
                  <a:pt x="272689" y="32599"/>
                </a:lnTo>
                <a:lnTo>
                  <a:pt x="272196" y="32932"/>
                </a:lnTo>
                <a:lnTo>
                  <a:pt x="271713" y="33276"/>
                </a:lnTo>
                <a:lnTo>
                  <a:pt x="271240" y="33627"/>
                </a:lnTo>
                <a:lnTo>
                  <a:pt x="270774" y="33984"/>
                </a:lnTo>
                <a:lnTo>
                  <a:pt x="270317" y="34348"/>
                </a:lnTo>
                <a:lnTo>
                  <a:pt x="269869" y="34718"/>
                </a:lnTo>
                <a:lnTo>
                  <a:pt x="269430" y="35096"/>
                </a:lnTo>
                <a:lnTo>
                  <a:pt x="268999" y="35479"/>
                </a:lnTo>
                <a:lnTo>
                  <a:pt x="268577" y="35870"/>
                </a:lnTo>
                <a:lnTo>
                  <a:pt x="268163" y="36267"/>
                </a:lnTo>
                <a:lnTo>
                  <a:pt x="267758" y="36671"/>
                </a:lnTo>
                <a:lnTo>
                  <a:pt x="267362" y="37082"/>
                </a:lnTo>
                <a:lnTo>
                  <a:pt x="266974" y="37499"/>
                </a:lnTo>
                <a:lnTo>
                  <a:pt x="266595" y="37923"/>
                </a:lnTo>
                <a:lnTo>
                  <a:pt x="266224" y="38354"/>
                </a:lnTo>
                <a:lnTo>
                  <a:pt x="265862" y="38791"/>
                </a:lnTo>
                <a:lnTo>
                  <a:pt x="265509" y="39235"/>
                </a:lnTo>
                <a:lnTo>
                  <a:pt x="265164" y="39686"/>
                </a:lnTo>
                <a:lnTo>
                  <a:pt x="264828" y="40144"/>
                </a:lnTo>
                <a:lnTo>
                  <a:pt x="264500" y="40608"/>
                </a:lnTo>
                <a:lnTo>
                  <a:pt x="264182" y="41078"/>
                </a:lnTo>
                <a:lnTo>
                  <a:pt x="263871" y="41556"/>
                </a:lnTo>
                <a:lnTo>
                  <a:pt x="263570" y="42040"/>
                </a:lnTo>
                <a:lnTo>
                  <a:pt x="263277" y="42531"/>
                </a:lnTo>
                <a:lnTo>
                  <a:pt x="262992" y="43028"/>
                </a:lnTo>
                <a:lnTo>
                  <a:pt x="262512" y="30288"/>
                </a:lnTo>
                <a:lnTo>
                  <a:pt x="249947" y="30288"/>
                </a:lnTo>
                <a:lnTo>
                  <a:pt x="249947" y="111536"/>
                </a:lnTo>
                <a:lnTo>
                  <a:pt x="263312" y="111536"/>
                </a:lnTo>
                <a:lnTo>
                  <a:pt x="263312" y="53702"/>
                </a:lnTo>
                <a:lnTo>
                  <a:pt x="263533" y="53394"/>
                </a:lnTo>
                <a:lnTo>
                  <a:pt x="263757" y="53089"/>
                </a:lnTo>
                <a:close/>
                <a:moveTo>
                  <a:pt x="415322" y="52249"/>
                </a:moveTo>
                <a:lnTo>
                  <a:pt x="415622" y="51859"/>
                </a:lnTo>
                <a:lnTo>
                  <a:pt x="415929" y="51471"/>
                </a:lnTo>
                <a:lnTo>
                  <a:pt x="416243" y="51085"/>
                </a:lnTo>
                <a:lnTo>
                  <a:pt x="416565" y="50701"/>
                </a:lnTo>
                <a:lnTo>
                  <a:pt x="416895" y="50320"/>
                </a:lnTo>
                <a:lnTo>
                  <a:pt x="417232" y="49941"/>
                </a:lnTo>
                <a:lnTo>
                  <a:pt x="417578" y="49564"/>
                </a:lnTo>
                <a:lnTo>
                  <a:pt x="417930" y="49189"/>
                </a:lnTo>
                <a:lnTo>
                  <a:pt x="418291" y="48816"/>
                </a:lnTo>
                <a:lnTo>
                  <a:pt x="418659" y="48446"/>
                </a:lnTo>
                <a:lnTo>
                  <a:pt x="419034" y="48078"/>
                </a:lnTo>
                <a:lnTo>
                  <a:pt x="419418" y="47712"/>
                </a:lnTo>
                <a:lnTo>
                  <a:pt x="419808" y="47348"/>
                </a:lnTo>
                <a:lnTo>
                  <a:pt x="420207" y="46987"/>
                </a:lnTo>
                <a:lnTo>
                  <a:pt x="420613" y="46628"/>
                </a:lnTo>
                <a:lnTo>
                  <a:pt x="421027" y="46271"/>
                </a:lnTo>
                <a:lnTo>
                  <a:pt x="421449" y="45916"/>
                </a:lnTo>
                <a:lnTo>
                  <a:pt x="421878" y="45563"/>
                </a:lnTo>
                <a:lnTo>
                  <a:pt x="422314" y="45213"/>
                </a:lnTo>
                <a:lnTo>
                  <a:pt x="422759" y="44865"/>
                </a:lnTo>
                <a:lnTo>
                  <a:pt x="423211" y="44519"/>
                </a:lnTo>
                <a:lnTo>
                  <a:pt x="423671" y="44175"/>
                </a:lnTo>
                <a:lnTo>
                  <a:pt x="424139" y="43839"/>
                </a:lnTo>
                <a:lnTo>
                  <a:pt x="424615" y="43518"/>
                </a:lnTo>
                <a:lnTo>
                  <a:pt x="425101" y="43211"/>
                </a:lnTo>
                <a:lnTo>
                  <a:pt x="425595" y="42919"/>
                </a:lnTo>
                <a:lnTo>
                  <a:pt x="426098" y="42640"/>
                </a:lnTo>
                <a:lnTo>
                  <a:pt x="426609" y="42376"/>
                </a:lnTo>
                <a:lnTo>
                  <a:pt x="427130" y="42126"/>
                </a:lnTo>
                <a:lnTo>
                  <a:pt x="427659" y="41891"/>
                </a:lnTo>
                <a:lnTo>
                  <a:pt x="428197" y="41669"/>
                </a:lnTo>
                <a:lnTo>
                  <a:pt x="428744" y="41462"/>
                </a:lnTo>
                <a:lnTo>
                  <a:pt x="429299" y="41270"/>
                </a:lnTo>
                <a:lnTo>
                  <a:pt x="429863" y="41091"/>
                </a:lnTo>
                <a:lnTo>
                  <a:pt x="430436" y="40927"/>
                </a:lnTo>
                <a:lnTo>
                  <a:pt x="431018" y="40777"/>
                </a:lnTo>
                <a:lnTo>
                  <a:pt x="431608" y="40642"/>
                </a:lnTo>
                <a:lnTo>
                  <a:pt x="432208" y="40520"/>
                </a:lnTo>
                <a:lnTo>
                  <a:pt x="432816" y="40413"/>
                </a:lnTo>
                <a:lnTo>
                  <a:pt x="433432" y="40320"/>
                </a:lnTo>
                <a:lnTo>
                  <a:pt x="434058" y="40242"/>
                </a:lnTo>
                <a:lnTo>
                  <a:pt x="434692" y="40178"/>
                </a:lnTo>
                <a:lnTo>
                  <a:pt x="435335" y="40128"/>
                </a:lnTo>
                <a:lnTo>
                  <a:pt x="435987" y="40092"/>
                </a:lnTo>
                <a:lnTo>
                  <a:pt x="436647" y="40071"/>
                </a:lnTo>
                <a:lnTo>
                  <a:pt x="437316" y="40063"/>
                </a:lnTo>
                <a:lnTo>
                  <a:pt x="437752" y="40068"/>
                </a:lnTo>
                <a:lnTo>
                  <a:pt x="438180" y="40081"/>
                </a:lnTo>
                <a:lnTo>
                  <a:pt x="438599" y="40104"/>
                </a:lnTo>
                <a:lnTo>
                  <a:pt x="439009" y="40135"/>
                </a:lnTo>
                <a:lnTo>
                  <a:pt x="439411" y="40176"/>
                </a:lnTo>
                <a:lnTo>
                  <a:pt x="439805" y="40225"/>
                </a:lnTo>
                <a:lnTo>
                  <a:pt x="440190" y="40283"/>
                </a:lnTo>
                <a:lnTo>
                  <a:pt x="440567" y="40351"/>
                </a:lnTo>
                <a:lnTo>
                  <a:pt x="440935" y="40427"/>
                </a:lnTo>
                <a:lnTo>
                  <a:pt x="441294" y="40512"/>
                </a:lnTo>
                <a:lnTo>
                  <a:pt x="441646" y="40607"/>
                </a:lnTo>
                <a:lnTo>
                  <a:pt x="441988" y="40710"/>
                </a:lnTo>
                <a:lnTo>
                  <a:pt x="442323" y="40822"/>
                </a:lnTo>
                <a:lnTo>
                  <a:pt x="442648" y="40944"/>
                </a:lnTo>
                <a:lnTo>
                  <a:pt x="442966" y="41074"/>
                </a:lnTo>
                <a:lnTo>
                  <a:pt x="443274" y="41213"/>
                </a:lnTo>
                <a:lnTo>
                  <a:pt x="443575" y="41361"/>
                </a:lnTo>
                <a:lnTo>
                  <a:pt x="443867" y="41518"/>
                </a:lnTo>
                <a:lnTo>
                  <a:pt x="444150" y="41684"/>
                </a:lnTo>
                <a:lnTo>
                  <a:pt x="444425" y="41860"/>
                </a:lnTo>
                <a:lnTo>
                  <a:pt x="444691" y="42044"/>
                </a:lnTo>
                <a:lnTo>
                  <a:pt x="444949" y="42237"/>
                </a:lnTo>
                <a:lnTo>
                  <a:pt x="445199" y="42439"/>
                </a:lnTo>
                <a:lnTo>
                  <a:pt x="445440" y="42650"/>
                </a:lnTo>
                <a:lnTo>
                  <a:pt x="445673" y="42869"/>
                </a:lnTo>
                <a:lnTo>
                  <a:pt x="445901" y="43095"/>
                </a:lnTo>
                <a:lnTo>
                  <a:pt x="446122" y="43327"/>
                </a:lnTo>
                <a:lnTo>
                  <a:pt x="446338" y="43567"/>
                </a:lnTo>
                <a:lnTo>
                  <a:pt x="446547" y="43813"/>
                </a:lnTo>
                <a:lnTo>
                  <a:pt x="446750" y="44067"/>
                </a:lnTo>
                <a:lnTo>
                  <a:pt x="446947" y="44327"/>
                </a:lnTo>
                <a:lnTo>
                  <a:pt x="447138" y="44594"/>
                </a:lnTo>
                <a:lnTo>
                  <a:pt x="447323" y="44869"/>
                </a:lnTo>
                <a:lnTo>
                  <a:pt x="447502" y="45150"/>
                </a:lnTo>
                <a:lnTo>
                  <a:pt x="447674" y="45438"/>
                </a:lnTo>
                <a:lnTo>
                  <a:pt x="447841" y="45733"/>
                </a:lnTo>
                <a:lnTo>
                  <a:pt x="448001" y="46035"/>
                </a:lnTo>
                <a:lnTo>
                  <a:pt x="448155" y="46344"/>
                </a:lnTo>
                <a:lnTo>
                  <a:pt x="448303" y="46660"/>
                </a:lnTo>
                <a:lnTo>
                  <a:pt x="448445" y="46982"/>
                </a:lnTo>
                <a:lnTo>
                  <a:pt x="448581" y="47312"/>
                </a:lnTo>
                <a:lnTo>
                  <a:pt x="448711" y="47649"/>
                </a:lnTo>
                <a:lnTo>
                  <a:pt x="448835" y="47992"/>
                </a:lnTo>
                <a:lnTo>
                  <a:pt x="448952" y="48343"/>
                </a:lnTo>
                <a:lnTo>
                  <a:pt x="449064" y="48700"/>
                </a:lnTo>
                <a:lnTo>
                  <a:pt x="449169" y="49064"/>
                </a:lnTo>
                <a:lnTo>
                  <a:pt x="449268" y="49436"/>
                </a:lnTo>
                <a:lnTo>
                  <a:pt x="449361" y="49814"/>
                </a:lnTo>
                <a:lnTo>
                  <a:pt x="449449" y="50197"/>
                </a:lnTo>
                <a:lnTo>
                  <a:pt x="449534" y="50586"/>
                </a:lnTo>
                <a:lnTo>
                  <a:pt x="449615" y="50978"/>
                </a:lnTo>
                <a:lnTo>
                  <a:pt x="449691" y="51375"/>
                </a:lnTo>
                <a:lnTo>
                  <a:pt x="449765" y="51776"/>
                </a:lnTo>
                <a:lnTo>
                  <a:pt x="449834" y="52182"/>
                </a:lnTo>
                <a:lnTo>
                  <a:pt x="449900" y="52592"/>
                </a:lnTo>
                <a:lnTo>
                  <a:pt x="449962" y="53007"/>
                </a:lnTo>
                <a:lnTo>
                  <a:pt x="450020" y="53426"/>
                </a:lnTo>
                <a:lnTo>
                  <a:pt x="450074" y="53849"/>
                </a:lnTo>
                <a:lnTo>
                  <a:pt x="450125" y="54277"/>
                </a:lnTo>
                <a:lnTo>
                  <a:pt x="450172" y="54710"/>
                </a:lnTo>
                <a:lnTo>
                  <a:pt x="450215" y="55146"/>
                </a:lnTo>
                <a:lnTo>
                  <a:pt x="450254" y="55588"/>
                </a:lnTo>
                <a:lnTo>
                  <a:pt x="450290" y="56033"/>
                </a:lnTo>
                <a:lnTo>
                  <a:pt x="450322" y="56483"/>
                </a:lnTo>
                <a:lnTo>
                  <a:pt x="450350" y="56938"/>
                </a:lnTo>
                <a:lnTo>
                  <a:pt x="450374" y="57397"/>
                </a:lnTo>
                <a:lnTo>
                  <a:pt x="450395" y="57860"/>
                </a:lnTo>
                <a:lnTo>
                  <a:pt x="450412" y="58328"/>
                </a:lnTo>
                <a:lnTo>
                  <a:pt x="450425" y="58800"/>
                </a:lnTo>
                <a:lnTo>
                  <a:pt x="450434" y="59276"/>
                </a:lnTo>
                <a:lnTo>
                  <a:pt x="450440" y="59757"/>
                </a:lnTo>
                <a:lnTo>
                  <a:pt x="450442" y="60243"/>
                </a:lnTo>
                <a:lnTo>
                  <a:pt x="450442" y="111536"/>
                </a:lnTo>
                <a:lnTo>
                  <a:pt x="463727" y="111536"/>
                </a:lnTo>
                <a:lnTo>
                  <a:pt x="463727" y="58708"/>
                </a:lnTo>
                <a:lnTo>
                  <a:pt x="463718" y="57534"/>
                </a:lnTo>
                <a:lnTo>
                  <a:pt x="463690" y="56383"/>
                </a:lnTo>
                <a:lnTo>
                  <a:pt x="463643" y="55254"/>
                </a:lnTo>
                <a:lnTo>
                  <a:pt x="463578" y="54147"/>
                </a:lnTo>
                <a:lnTo>
                  <a:pt x="463495" y="53062"/>
                </a:lnTo>
                <a:lnTo>
                  <a:pt x="463392" y="52000"/>
                </a:lnTo>
                <a:lnTo>
                  <a:pt x="463271" y="50960"/>
                </a:lnTo>
                <a:lnTo>
                  <a:pt x="463131" y="49942"/>
                </a:lnTo>
                <a:lnTo>
                  <a:pt x="462973" y="48946"/>
                </a:lnTo>
                <a:lnTo>
                  <a:pt x="462796" y="47972"/>
                </a:lnTo>
                <a:lnTo>
                  <a:pt x="462601" y="47020"/>
                </a:lnTo>
                <a:lnTo>
                  <a:pt x="462387" y="46091"/>
                </a:lnTo>
                <a:lnTo>
                  <a:pt x="462154" y="45184"/>
                </a:lnTo>
                <a:lnTo>
                  <a:pt x="461903" y="44299"/>
                </a:lnTo>
                <a:lnTo>
                  <a:pt x="461633" y="43436"/>
                </a:lnTo>
                <a:lnTo>
                  <a:pt x="461344" y="42596"/>
                </a:lnTo>
                <a:lnTo>
                  <a:pt x="461037" y="41777"/>
                </a:lnTo>
                <a:lnTo>
                  <a:pt x="460711" y="40981"/>
                </a:lnTo>
                <a:lnTo>
                  <a:pt x="460367" y="40207"/>
                </a:lnTo>
                <a:lnTo>
                  <a:pt x="460004" y="39456"/>
                </a:lnTo>
                <a:lnTo>
                  <a:pt x="459622" y="38726"/>
                </a:lnTo>
                <a:lnTo>
                  <a:pt x="459222" y="38019"/>
                </a:lnTo>
                <a:lnTo>
                  <a:pt x="458803" y="37333"/>
                </a:lnTo>
                <a:lnTo>
                  <a:pt x="458365" y="36671"/>
                </a:lnTo>
                <a:lnTo>
                  <a:pt x="457906" y="36032"/>
                </a:lnTo>
                <a:lnTo>
                  <a:pt x="457422" y="35421"/>
                </a:lnTo>
                <a:lnTo>
                  <a:pt x="456913" y="34837"/>
                </a:lnTo>
                <a:lnTo>
                  <a:pt x="456380" y="34280"/>
                </a:lnTo>
                <a:lnTo>
                  <a:pt x="455822" y="33750"/>
                </a:lnTo>
                <a:lnTo>
                  <a:pt x="455239" y="33247"/>
                </a:lnTo>
                <a:lnTo>
                  <a:pt x="454631" y="32772"/>
                </a:lnTo>
                <a:lnTo>
                  <a:pt x="453999" y="32323"/>
                </a:lnTo>
                <a:lnTo>
                  <a:pt x="453342" y="31902"/>
                </a:lnTo>
                <a:lnTo>
                  <a:pt x="452660" y="31508"/>
                </a:lnTo>
                <a:lnTo>
                  <a:pt x="451953" y="31141"/>
                </a:lnTo>
                <a:lnTo>
                  <a:pt x="451222" y="30802"/>
                </a:lnTo>
                <a:lnTo>
                  <a:pt x="450466" y="30489"/>
                </a:lnTo>
                <a:lnTo>
                  <a:pt x="449685" y="30204"/>
                </a:lnTo>
                <a:lnTo>
                  <a:pt x="448880" y="29946"/>
                </a:lnTo>
                <a:lnTo>
                  <a:pt x="448050" y="29715"/>
                </a:lnTo>
                <a:lnTo>
                  <a:pt x="447195" y="29511"/>
                </a:lnTo>
                <a:lnTo>
                  <a:pt x="446315" y="29335"/>
                </a:lnTo>
                <a:lnTo>
                  <a:pt x="445411" y="29185"/>
                </a:lnTo>
                <a:lnTo>
                  <a:pt x="444482" y="29063"/>
                </a:lnTo>
                <a:lnTo>
                  <a:pt x="443528" y="28968"/>
                </a:lnTo>
                <a:lnTo>
                  <a:pt x="442549" y="28900"/>
                </a:lnTo>
                <a:lnTo>
                  <a:pt x="441546" y="28859"/>
                </a:lnTo>
                <a:lnTo>
                  <a:pt x="440518" y="28846"/>
                </a:lnTo>
                <a:lnTo>
                  <a:pt x="439723" y="28853"/>
                </a:lnTo>
                <a:lnTo>
                  <a:pt x="438939" y="28874"/>
                </a:lnTo>
                <a:lnTo>
                  <a:pt x="438167" y="28909"/>
                </a:lnTo>
                <a:lnTo>
                  <a:pt x="437405" y="28958"/>
                </a:lnTo>
                <a:lnTo>
                  <a:pt x="436655" y="29021"/>
                </a:lnTo>
                <a:lnTo>
                  <a:pt x="435916" y="29099"/>
                </a:lnTo>
                <a:lnTo>
                  <a:pt x="435188" y="29190"/>
                </a:lnTo>
                <a:lnTo>
                  <a:pt x="434471" y="29295"/>
                </a:lnTo>
                <a:lnTo>
                  <a:pt x="433765" y="29415"/>
                </a:lnTo>
                <a:lnTo>
                  <a:pt x="433070" y="29548"/>
                </a:lnTo>
                <a:lnTo>
                  <a:pt x="432387" y="29696"/>
                </a:lnTo>
                <a:lnTo>
                  <a:pt x="431714" y="29857"/>
                </a:lnTo>
                <a:lnTo>
                  <a:pt x="431053" y="30033"/>
                </a:lnTo>
                <a:lnTo>
                  <a:pt x="430402" y="30223"/>
                </a:lnTo>
                <a:lnTo>
                  <a:pt x="429763" y="30426"/>
                </a:lnTo>
                <a:lnTo>
                  <a:pt x="429135" y="30644"/>
                </a:lnTo>
                <a:lnTo>
                  <a:pt x="428518" y="30876"/>
                </a:lnTo>
                <a:lnTo>
                  <a:pt x="427912" y="31122"/>
                </a:lnTo>
                <a:lnTo>
                  <a:pt x="427318" y="31382"/>
                </a:lnTo>
                <a:lnTo>
                  <a:pt x="426734" y="31656"/>
                </a:lnTo>
                <a:lnTo>
                  <a:pt x="426162" y="31944"/>
                </a:lnTo>
                <a:lnTo>
                  <a:pt x="425600" y="32246"/>
                </a:lnTo>
                <a:lnTo>
                  <a:pt x="425050" y="32562"/>
                </a:lnTo>
                <a:lnTo>
                  <a:pt x="424511" y="32892"/>
                </a:lnTo>
                <a:lnTo>
                  <a:pt x="423983" y="33230"/>
                </a:lnTo>
                <a:lnTo>
                  <a:pt x="423464" y="33571"/>
                </a:lnTo>
                <a:lnTo>
                  <a:pt x="422957" y="33913"/>
                </a:lnTo>
                <a:lnTo>
                  <a:pt x="422459" y="34258"/>
                </a:lnTo>
                <a:lnTo>
                  <a:pt x="421972" y="34604"/>
                </a:lnTo>
                <a:lnTo>
                  <a:pt x="421495" y="34953"/>
                </a:lnTo>
                <a:lnTo>
                  <a:pt x="421028" y="35304"/>
                </a:lnTo>
                <a:lnTo>
                  <a:pt x="420572" y="35656"/>
                </a:lnTo>
                <a:lnTo>
                  <a:pt x="420125" y="36011"/>
                </a:lnTo>
                <a:lnTo>
                  <a:pt x="419690" y="36368"/>
                </a:lnTo>
                <a:lnTo>
                  <a:pt x="419264" y="36727"/>
                </a:lnTo>
                <a:lnTo>
                  <a:pt x="418849" y="37089"/>
                </a:lnTo>
                <a:lnTo>
                  <a:pt x="418444" y="37452"/>
                </a:lnTo>
                <a:lnTo>
                  <a:pt x="418049" y="37817"/>
                </a:lnTo>
                <a:lnTo>
                  <a:pt x="417664" y="38185"/>
                </a:lnTo>
                <a:lnTo>
                  <a:pt x="417290" y="38554"/>
                </a:lnTo>
                <a:lnTo>
                  <a:pt x="416926" y="38926"/>
                </a:lnTo>
                <a:lnTo>
                  <a:pt x="416573" y="39300"/>
                </a:lnTo>
                <a:lnTo>
                  <a:pt x="416229" y="39675"/>
                </a:lnTo>
                <a:lnTo>
                  <a:pt x="415896" y="40053"/>
                </a:lnTo>
                <a:lnTo>
                  <a:pt x="415574" y="40433"/>
                </a:lnTo>
                <a:lnTo>
                  <a:pt x="415261" y="40815"/>
                </a:lnTo>
                <a:lnTo>
                  <a:pt x="414959" y="41200"/>
                </a:lnTo>
                <a:lnTo>
                  <a:pt x="414667" y="41586"/>
                </a:lnTo>
                <a:lnTo>
                  <a:pt x="414347" y="30288"/>
                </a:lnTo>
                <a:lnTo>
                  <a:pt x="401381" y="30288"/>
                </a:lnTo>
                <a:lnTo>
                  <a:pt x="401381" y="111536"/>
                </a:lnTo>
                <a:lnTo>
                  <a:pt x="414747" y="111536"/>
                </a:lnTo>
                <a:lnTo>
                  <a:pt x="414747" y="53036"/>
                </a:lnTo>
                <a:lnTo>
                  <a:pt x="415031" y="52642"/>
                </a:lnTo>
                <a:lnTo>
                  <a:pt x="415322" y="52249"/>
                </a:lnTo>
                <a:close/>
                <a:moveTo>
                  <a:pt x="163370" y="112885"/>
                </a:moveTo>
                <a:lnTo>
                  <a:pt x="164129" y="112832"/>
                </a:lnTo>
                <a:lnTo>
                  <a:pt x="164879" y="112768"/>
                </a:lnTo>
                <a:lnTo>
                  <a:pt x="165620" y="112692"/>
                </a:lnTo>
                <a:lnTo>
                  <a:pt x="166351" y="112604"/>
                </a:lnTo>
                <a:lnTo>
                  <a:pt x="167074" y="112504"/>
                </a:lnTo>
                <a:lnTo>
                  <a:pt x="167787" y="112393"/>
                </a:lnTo>
                <a:lnTo>
                  <a:pt x="168491" y="112270"/>
                </a:lnTo>
                <a:lnTo>
                  <a:pt x="169186" y="112136"/>
                </a:lnTo>
                <a:lnTo>
                  <a:pt x="169872" y="111989"/>
                </a:lnTo>
                <a:lnTo>
                  <a:pt x="170548" y="111831"/>
                </a:lnTo>
                <a:lnTo>
                  <a:pt x="171216" y="111661"/>
                </a:lnTo>
                <a:lnTo>
                  <a:pt x="171874" y="111480"/>
                </a:lnTo>
                <a:lnTo>
                  <a:pt x="172523" y="111286"/>
                </a:lnTo>
                <a:lnTo>
                  <a:pt x="173163" y="111082"/>
                </a:lnTo>
                <a:lnTo>
                  <a:pt x="173793" y="110865"/>
                </a:lnTo>
                <a:lnTo>
                  <a:pt x="174415" y="110636"/>
                </a:lnTo>
                <a:lnTo>
                  <a:pt x="175027" y="110396"/>
                </a:lnTo>
                <a:lnTo>
                  <a:pt x="175630" y="110145"/>
                </a:lnTo>
                <a:lnTo>
                  <a:pt x="176224" y="109881"/>
                </a:lnTo>
                <a:lnTo>
                  <a:pt x="176809" y="109606"/>
                </a:lnTo>
                <a:lnTo>
                  <a:pt x="177384" y="109320"/>
                </a:lnTo>
                <a:lnTo>
                  <a:pt x="177948" y="109024"/>
                </a:lnTo>
                <a:lnTo>
                  <a:pt x="178502" y="108718"/>
                </a:lnTo>
                <a:lnTo>
                  <a:pt x="179045" y="108402"/>
                </a:lnTo>
                <a:lnTo>
                  <a:pt x="179577" y="108077"/>
                </a:lnTo>
                <a:lnTo>
                  <a:pt x="180098" y="107741"/>
                </a:lnTo>
                <a:lnTo>
                  <a:pt x="180609" y="107396"/>
                </a:lnTo>
                <a:lnTo>
                  <a:pt x="181109" y="107041"/>
                </a:lnTo>
                <a:lnTo>
                  <a:pt x="181598" y="106677"/>
                </a:lnTo>
                <a:lnTo>
                  <a:pt x="182077" y="106302"/>
                </a:lnTo>
                <a:lnTo>
                  <a:pt x="182545" y="105917"/>
                </a:lnTo>
                <a:lnTo>
                  <a:pt x="183002" y="105523"/>
                </a:lnTo>
                <a:lnTo>
                  <a:pt x="183448" y="105119"/>
                </a:lnTo>
                <a:lnTo>
                  <a:pt x="183884" y="104705"/>
                </a:lnTo>
                <a:lnTo>
                  <a:pt x="184309" y="104281"/>
                </a:lnTo>
                <a:lnTo>
                  <a:pt x="184724" y="103848"/>
                </a:lnTo>
                <a:lnTo>
                  <a:pt x="185127" y="103405"/>
                </a:lnTo>
                <a:lnTo>
                  <a:pt x="185520" y="102951"/>
                </a:lnTo>
                <a:lnTo>
                  <a:pt x="185903" y="102488"/>
                </a:lnTo>
                <a:lnTo>
                  <a:pt x="186274" y="102015"/>
                </a:lnTo>
                <a:lnTo>
                  <a:pt x="186635" y="101533"/>
                </a:lnTo>
                <a:lnTo>
                  <a:pt x="186985" y="101040"/>
                </a:lnTo>
                <a:lnTo>
                  <a:pt x="187325" y="100538"/>
                </a:lnTo>
                <a:lnTo>
                  <a:pt x="187654" y="100026"/>
                </a:lnTo>
                <a:lnTo>
                  <a:pt x="187971" y="99504"/>
                </a:lnTo>
                <a:lnTo>
                  <a:pt x="188275" y="98975"/>
                </a:lnTo>
                <a:lnTo>
                  <a:pt x="188567" y="98437"/>
                </a:lnTo>
                <a:lnTo>
                  <a:pt x="188846" y="97891"/>
                </a:lnTo>
                <a:lnTo>
                  <a:pt x="189113" y="97336"/>
                </a:lnTo>
                <a:lnTo>
                  <a:pt x="189367" y="96774"/>
                </a:lnTo>
                <a:lnTo>
                  <a:pt x="189608" y="96203"/>
                </a:lnTo>
                <a:lnTo>
                  <a:pt x="189837" y="95624"/>
                </a:lnTo>
                <a:lnTo>
                  <a:pt x="190053" y="95036"/>
                </a:lnTo>
                <a:lnTo>
                  <a:pt x="190256" y="94441"/>
                </a:lnTo>
                <a:lnTo>
                  <a:pt x="190447" y="93837"/>
                </a:lnTo>
                <a:lnTo>
                  <a:pt x="190625" y="93225"/>
                </a:lnTo>
                <a:lnTo>
                  <a:pt x="190790" y="92605"/>
                </a:lnTo>
                <a:lnTo>
                  <a:pt x="190943" y="91976"/>
                </a:lnTo>
                <a:lnTo>
                  <a:pt x="191083" y="91339"/>
                </a:lnTo>
                <a:lnTo>
                  <a:pt x="191211" y="90694"/>
                </a:lnTo>
                <a:lnTo>
                  <a:pt x="191326" y="90041"/>
                </a:lnTo>
                <a:lnTo>
                  <a:pt x="191428" y="89380"/>
                </a:lnTo>
                <a:lnTo>
                  <a:pt x="191517" y="88710"/>
                </a:lnTo>
                <a:lnTo>
                  <a:pt x="191594" y="88032"/>
                </a:lnTo>
                <a:lnTo>
                  <a:pt x="191658" y="87346"/>
                </a:lnTo>
                <a:lnTo>
                  <a:pt x="191710" y="86651"/>
                </a:lnTo>
                <a:lnTo>
                  <a:pt x="191749" y="85948"/>
                </a:lnTo>
                <a:lnTo>
                  <a:pt x="191775" y="85237"/>
                </a:lnTo>
                <a:lnTo>
                  <a:pt x="178570" y="85237"/>
                </a:lnTo>
                <a:lnTo>
                  <a:pt x="178542" y="85934"/>
                </a:lnTo>
                <a:lnTo>
                  <a:pt x="178498" y="86617"/>
                </a:lnTo>
                <a:lnTo>
                  <a:pt x="178439" y="87287"/>
                </a:lnTo>
                <a:lnTo>
                  <a:pt x="178364" y="87942"/>
                </a:lnTo>
                <a:lnTo>
                  <a:pt x="178274" y="88584"/>
                </a:lnTo>
                <a:lnTo>
                  <a:pt x="178167" y="89212"/>
                </a:lnTo>
                <a:lnTo>
                  <a:pt x="178045" y="89827"/>
                </a:lnTo>
                <a:lnTo>
                  <a:pt x="177907" y="90427"/>
                </a:lnTo>
                <a:lnTo>
                  <a:pt x="177754" y="91014"/>
                </a:lnTo>
                <a:lnTo>
                  <a:pt x="177585" y="91587"/>
                </a:lnTo>
                <a:lnTo>
                  <a:pt x="177400" y="92146"/>
                </a:lnTo>
                <a:lnTo>
                  <a:pt x="177199" y="92692"/>
                </a:lnTo>
                <a:lnTo>
                  <a:pt x="176983" y="93223"/>
                </a:lnTo>
                <a:lnTo>
                  <a:pt x="176751" y="93741"/>
                </a:lnTo>
                <a:lnTo>
                  <a:pt x="176503" y="94245"/>
                </a:lnTo>
                <a:lnTo>
                  <a:pt x="176240" y="94736"/>
                </a:lnTo>
                <a:lnTo>
                  <a:pt x="175961" y="95212"/>
                </a:lnTo>
                <a:lnTo>
                  <a:pt x="175666" y="95675"/>
                </a:lnTo>
                <a:lnTo>
                  <a:pt x="175356" y="96124"/>
                </a:lnTo>
                <a:lnTo>
                  <a:pt x="175030" y="96559"/>
                </a:lnTo>
                <a:lnTo>
                  <a:pt x="174688" y="96981"/>
                </a:lnTo>
                <a:lnTo>
                  <a:pt x="174330" y="97389"/>
                </a:lnTo>
                <a:lnTo>
                  <a:pt x="173957" y="97783"/>
                </a:lnTo>
                <a:lnTo>
                  <a:pt x="173568" y="98163"/>
                </a:lnTo>
                <a:lnTo>
                  <a:pt x="173164" y="98528"/>
                </a:lnTo>
                <a:lnTo>
                  <a:pt x="172748" y="98878"/>
                </a:lnTo>
                <a:lnTo>
                  <a:pt x="172318" y="99213"/>
                </a:lnTo>
                <a:lnTo>
                  <a:pt x="171875" y="99532"/>
                </a:lnTo>
                <a:lnTo>
                  <a:pt x="171419" y="99835"/>
                </a:lnTo>
                <a:lnTo>
                  <a:pt x="170949" y="100123"/>
                </a:lnTo>
                <a:lnTo>
                  <a:pt x="170467" y="100395"/>
                </a:lnTo>
                <a:lnTo>
                  <a:pt x="169971" y="100651"/>
                </a:lnTo>
                <a:lnTo>
                  <a:pt x="169462" y="100893"/>
                </a:lnTo>
                <a:lnTo>
                  <a:pt x="168939" y="101118"/>
                </a:lnTo>
                <a:lnTo>
                  <a:pt x="168404" y="101328"/>
                </a:lnTo>
                <a:lnTo>
                  <a:pt x="167855" y="101522"/>
                </a:lnTo>
                <a:lnTo>
                  <a:pt x="167294" y="101701"/>
                </a:lnTo>
                <a:lnTo>
                  <a:pt x="166719" y="101865"/>
                </a:lnTo>
                <a:lnTo>
                  <a:pt x="166130" y="102012"/>
                </a:lnTo>
                <a:lnTo>
                  <a:pt x="165529" y="102145"/>
                </a:lnTo>
                <a:lnTo>
                  <a:pt x="164914" y="102261"/>
                </a:lnTo>
                <a:lnTo>
                  <a:pt x="164286" y="102362"/>
                </a:lnTo>
                <a:lnTo>
                  <a:pt x="163645" y="102448"/>
                </a:lnTo>
                <a:lnTo>
                  <a:pt x="162991" y="102518"/>
                </a:lnTo>
                <a:lnTo>
                  <a:pt x="162324" y="102572"/>
                </a:lnTo>
                <a:lnTo>
                  <a:pt x="161643" y="102611"/>
                </a:lnTo>
                <a:lnTo>
                  <a:pt x="160949" y="102635"/>
                </a:lnTo>
                <a:lnTo>
                  <a:pt x="160242" y="102642"/>
                </a:lnTo>
                <a:lnTo>
                  <a:pt x="159587" y="102635"/>
                </a:lnTo>
                <a:lnTo>
                  <a:pt x="158943" y="102614"/>
                </a:lnTo>
                <a:lnTo>
                  <a:pt x="158308" y="102579"/>
                </a:lnTo>
                <a:lnTo>
                  <a:pt x="157685" y="102530"/>
                </a:lnTo>
                <a:lnTo>
                  <a:pt x="157071" y="102466"/>
                </a:lnTo>
                <a:lnTo>
                  <a:pt x="156468" y="102389"/>
                </a:lnTo>
                <a:lnTo>
                  <a:pt x="155876" y="102298"/>
                </a:lnTo>
                <a:lnTo>
                  <a:pt x="155294" y="102192"/>
                </a:lnTo>
                <a:lnTo>
                  <a:pt x="154722" y="102072"/>
                </a:lnTo>
                <a:lnTo>
                  <a:pt x="154161" y="101939"/>
                </a:lnTo>
                <a:lnTo>
                  <a:pt x="153610" y="101791"/>
                </a:lnTo>
                <a:lnTo>
                  <a:pt x="153069" y="101629"/>
                </a:lnTo>
                <a:lnTo>
                  <a:pt x="152539" y="101453"/>
                </a:lnTo>
                <a:lnTo>
                  <a:pt x="152020" y="101263"/>
                </a:lnTo>
                <a:lnTo>
                  <a:pt x="151511" y="101059"/>
                </a:lnTo>
                <a:lnTo>
                  <a:pt x="151012" y="100841"/>
                </a:lnTo>
                <a:lnTo>
                  <a:pt x="150523" y="100608"/>
                </a:lnTo>
                <a:lnTo>
                  <a:pt x="150046" y="100362"/>
                </a:lnTo>
                <a:lnTo>
                  <a:pt x="149578" y="100102"/>
                </a:lnTo>
                <a:lnTo>
                  <a:pt x="149121" y="99827"/>
                </a:lnTo>
                <a:lnTo>
                  <a:pt x="148674" y="99539"/>
                </a:lnTo>
                <a:lnTo>
                  <a:pt x="148238" y="99236"/>
                </a:lnTo>
                <a:lnTo>
                  <a:pt x="147812" y="98919"/>
                </a:lnTo>
                <a:lnTo>
                  <a:pt x="147397" y="98588"/>
                </a:lnTo>
                <a:lnTo>
                  <a:pt x="146991" y="98246"/>
                </a:lnTo>
                <a:lnTo>
                  <a:pt x="146595" y="97894"/>
                </a:lnTo>
                <a:lnTo>
                  <a:pt x="146208" y="97533"/>
                </a:lnTo>
                <a:lnTo>
                  <a:pt x="145831" y="97162"/>
                </a:lnTo>
                <a:lnTo>
                  <a:pt x="145462" y="96783"/>
                </a:lnTo>
                <a:lnTo>
                  <a:pt x="145104" y="96394"/>
                </a:lnTo>
                <a:lnTo>
                  <a:pt x="144754" y="95996"/>
                </a:lnTo>
                <a:lnTo>
                  <a:pt x="144413" y="95589"/>
                </a:lnTo>
                <a:lnTo>
                  <a:pt x="144082" y="95172"/>
                </a:lnTo>
                <a:lnTo>
                  <a:pt x="143761" y="94746"/>
                </a:lnTo>
                <a:lnTo>
                  <a:pt x="143448" y="94311"/>
                </a:lnTo>
                <a:lnTo>
                  <a:pt x="143145" y="93867"/>
                </a:lnTo>
                <a:lnTo>
                  <a:pt x="142851" y="93414"/>
                </a:lnTo>
                <a:lnTo>
                  <a:pt x="142567" y="92951"/>
                </a:lnTo>
                <a:lnTo>
                  <a:pt x="142292" y="92479"/>
                </a:lnTo>
                <a:lnTo>
                  <a:pt x="142026" y="91998"/>
                </a:lnTo>
                <a:lnTo>
                  <a:pt x="141769" y="91508"/>
                </a:lnTo>
                <a:lnTo>
                  <a:pt x="141522" y="91008"/>
                </a:lnTo>
                <a:lnTo>
                  <a:pt x="141284" y="90499"/>
                </a:lnTo>
                <a:lnTo>
                  <a:pt x="141055" y="89981"/>
                </a:lnTo>
                <a:lnTo>
                  <a:pt x="140836" y="89454"/>
                </a:lnTo>
                <a:lnTo>
                  <a:pt x="140626" y="88917"/>
                </a:lnTo>
                <a:lnTo>
                  <a:pt x="140425" y="88371"/>
                </a:lnTo>
                <a:lnTo>
                  <a:pt x="140234" y="87816"/>
                </a:lnTo>
                <a:lnTo>
                  <a:pt x="140051" y="87255"/>
                </a:lnTo>
                <a:lnTo>
                  <a:pt x="139876" y="86688"/>
                </a:lnTo>
                <a:lnTo>
                  <a:pt x="139708" y="86117"/>
                </a:lnTo>
                <a:lnTo>
                  <a:pt x="139547" y="85542"/>
                </a:lnTo>
                <a:lnTo>
                  <a:pt x="139394" y="84961"/>
                </a:lnTo>
                <a:lnTo>
                  <a:pt x="139249" y="84377"/>
                </a:lnTo>
                <a:lnTo>
                  <a:pt x="139111" y="83788"/>
                </a:lnTo>
                <a:lnTo>
                  <a:pt x="138980" y="83194"/>
                </a:lnTo>
                <a:lnTo>
                  <a:pt x="138857" y="82596"/>
                </a:lnTo>
                <a:lnTo>
                  <a:pt x="138742" y="81993"/>
                </a:lnTo>
                <a:lnTo>
                  <a:pt x="138634" y="81385"/>
                </a:lnTo>
                <a:lnTo>
                  <a:pt x="138533" y="80773"/>
                </a:lnTo>
                <a:lnTo>
                  <a:pt x="138440" y="80157"/>
                </a:lnTo>
                <a:lnTo>
                  <a:pt x="138355" y="79536"/>
                </a:lnTo>
                <a:lnTo>
                  <a:pt x="138277" y="78910"/>
                </a:lnTo>
                <a:lnTo>
                  <a:pt x="138206" y="78280"/>
                </a:lnTo>
                <a:lnTo>
                  <a:pt x="138144" y="77646"/>
                </a:lnTo>
                <a:lnTo>
                  <a:pt x="138088" y="77006"/>
                </a:lnTo>
                <a:lnTo>
                  <a:pt x="138040" y="76363"/>
                </a:lnTo>
                <a:lnTo>
                  <a:pt x="138000" y="75714"/>
                </a:lnTo>
                <a:lnTo>
                  <a:pt x="137967" y="75061"/>
                </a:lnTo>
                <a:lnTo>
                  <a:pt x="137941" y="74404"/>
                </a:lnTo>
                <a:lnTo>
                  <a:pt x="137923" y="73742"/>
                </a:lnTo>
                <a:lnTo>
                  <a:pt x="137913" y="73076"/>
                </a:lnTo>
                <a:lnTo>
                  <a:pt x="191455" y="73076"/>
                </a:lnTo>
                <a:lnTo>
                  <a:pt x="191468" y="73011"/>
                </a:lnTo>
                <a:lnTo>
                  <a:pt x="191481" y="72944"/>
                </a:lnTo>
                <a:lnTo>
                  <a:pt x="191493" y="72873"/>
                </a:lnTo>
                <a:lnTo>
                  <a:pt x="191505" y="72799"/>
                </a:lnTo>
                <a:lnTo>
                  <a:pt x="191517" y="72721"/>
                </a:lnTo>
                <a:lnTo>
                  <a:pt x="191528" y="72640"/>
                </a:lnTo>
                <a:lnTo>
                  <a:pt x="191538" y="72556"/>
                </a:lnTo>
                <a:lnTo>
                  <a:pt x="191549" y="72468"/>
                </a:lnTo>
                <a:lnTo>
                  <a:pt x="191558" y="72377"/>
                </a:lnTo>
                <a:lnTo>
                  <a:pt x="191568" y="72283"/>
                </a:lnTo>
                <a:lnTo>
                  <a:pt x="191577" y="72186"/>
                </a:lnTo>
                <a:lnTo>
                  <a:pt x="191585" y="72085"/>
                </a:lnTo>
                <a:lnTo>
                  <a:pt x="191593" y="71980"/>
                </a:lnTo>
                <a:lnTo>
                  <a:pt x="191601" y="71873"/>
                </a:lnTo>
                <a:lnTo>
                  <a:pt x="191608" y="71762"/>
                </a:lnTo>
                <a:lnTo>
                  <a:pt x="191615" y="71648"/>
                </a:lnTo>
                <a:lnTo>
                  <a:pt x="191622" y="71530"/>
                </a:lnTo>
                <a:lnTo>
                  <a:pt x="191628" y="71409"/>
                </a:lnTo>
                <a:lnTo>
                  <a:pt x="191633" y="71285"/>
                </a:lnTo>
                <a:lnTo>
                  <a:pt x="191639" y="71158"/>
                </a:lnTo>
                <a:lnTo>
                  <a:pt x="191643" y="71027"/>
                </a:lnTo>
                <a:lnTo>
                  <a:pt x="191648" y="70893"/>
                </a:lnTo>
                <a:lnTo>
                  <a:pt x="191652" y="70755"/>
                </a:lnTo>
                <a:lnTo>
                  <a:pt x="191655" y="70614"/>
                </a:lnTo>
                <a:lnTo>
                  <a:pt x="191659" y="70472"/>
                </a:lnTo>
                <a:lnTo>
                  <a:pt x="191662" y="70332"/>
                </a:lnTo>
                <a:lnTo>
                  <a:pt x="191665" y="70194"/>
                </a:lnTo>
                <a:lnTo>
                  <a:pt x="191668" y="70057"/>
                </a:lnTo>
                <a:lnTo>
                  <a:pt x="191670" y="69922"/>
                </a:lnTo>
                <a:lnTo>
                  <a:pt x="191673" y="69788"/>
                </a:lnTo>
                <a:lnTo>
                  <a:pt x="191675" y="69656"/>
                </a:lnTo>
                <a:lnTo>
                  <a:pt x="191678" y="69525"/>
                </a:lnTo>
                <a:lnTo>
                  <a:pt x="191680" y="69396"/>
                </a:lnTo>
                <a:lnTo>
                  <a:pt x="191682" y="69269"/>
                </a:lnTo>
                <a:lnTo>
                  <a:pt x="191684" y="69143"/>
                </a:lnTo>
                <a:lnTo>
                  <a:pt x="191685" y="69019"/>
                </a:lnTo>
                <a:lnTo>
                  <a:pt x="191687" y="68896"/>
                </a:lnTo>
                <a:lnTo>
                  <a:pt x="191688" y="68775"/>
                </a:lnTo>
                <a:lnTo>
                  <a:pt x="191690" y="68655"/>
                </a:lnTo>
                <a:lnTo>
                  <a:pt x="191691" y="68538"/>
                </a:lnTo>
                <a:lnTo>
                  <a:pt x="191692" y="68421"/>
                </a:lnTo>
                <a:lnTo>
                  <a:pt x="191693" y="68307"/>
                </a:lnTo>
                <a:lnTo>
                  <a:pt x="191694" y="68194"/>
                </a:lnTo>
                <a:lnTo>
                  <a:pt x="191694" y="68082"/>
                </a:lnTo>
                <a:lnTo>
                  <a:pt x="191695" y="67972"/>
                </a:lnTo>
                <a:lnTo>
                  <a:pt x="191695" y="67864"/>
                </a:lnTo>
                <a:lnTo>
                  <a:pt x="191695" y="67757"/>
                </a:lnTo>
                <a:lnTo>
                  <a:pt x="191695" y="67652"/>
                </a:lnTo>
                <a:lnTo>
                  <a:pt x="191680" y="66102"/>
                </a:lnTo>
                <a:lnTo>
                  <a:pt x="191635" y="64583"/>
                </a:lnTo>
                <a:lnTo>
                  <a:pt x="191559" y="63095"/>
                </a:lnTo>
                <a:lnTo>
                  <a:pt x="191453" y="61636"/>
                </a:lnTo>
                <a:lnTo>
                  <a:pt x="191317" y="60209"/>
                </a:lnTo>
                <a:lnTo>
                  <a:pt x="191150" y="58811"/>
                </a:lnTo>
                <a:lnTo>
                  <a:pt x="190953" y="57444"/>
                </a:lnTo>
                <a:lnTo>
                  <a:pt x="190726" y="56108"/>
                </a:lnTo>
                <a:lnTo>
                  <a:pt x="190469" y="54802"/>
                </a:lnTo>
                <a:lnTo>
                  <a:pt x="190181" y="53526"/>
                </a:lnTo>
                <a:lnTo>
                  <a:pt x="189863" y="52281"/>
                </a:lnTo>
                <a:lnTo>
                  <a:pt x="189514" y="51066"/>
                </a:lnTo>
                <a:lnTo>
                  <a:pt x="189136" y="49881"/>
                </a:lnTo>
                <a:lnTo>
                  <a:pt x="188727" y="48727"/>
                </a:lnTo>
                <a:lnTo>
                  <a:pt x="188288" y="47604"/>
                </a:lnTo>
                <a:lnTo>
                  <a:pt x="187818" y="46511"/>
                </a:lnTo>
                <a:lnTo>
                  <a:pt x="187318" y="45448"/>
                </a:lnTo>
                <a:lnTo>
                  <a:pt x="186788" y="44416"/>
                </a:lnTo>
                <a:lnTo>
                  <a:pt x="186228" y="43414"/>
                </a:lnTo>
                <a:lnTo>
                  <a:pt x="185637" y="42443"/>
                </a:lnTo>
                <a:lnTo>
                  <a:pt x="185016" y="41502"/>
                </a:lnTo>
                <a:lnTo>
                  <a:pt x="184365" y="40591"/>
                </a:lnTo>
                <a:lnTo>
                  <a:pt x="183684" y="39711"/>
                </a:lnTo>
                <a:lnTo>
                  <a:pt x="182972" y="38861"/>
                </a:lnTo>
                <a:lnTo>
                  <a:pt x="182233" y="38044"/>
                </a:lnTo>
                <a:lnTo>
                  <a:pt x="181471" y="37262"/>
                </a:lnTo>
                <a:lnTo>
                  <a:pt x="180686" y="36514"/>
                </a:lnTo>
                <a:lnTo>
                  <a:pt x="179877" y="35801"/>
                </a:lnTo>
                <a:lnTo>
                  <a:pt x="179045" y="35123"/>
                </a:lnTo>
                <a:lnTo>
                  <a:pt x="178190" y="34480"/>
                </a:lnTo>
                <a:lnTo>
                  <a:pt x="177311" y="33871"/>
                </a:lnTo>
                <a:lnTo>
                  <a:pt x="176409" y="33297"/>
                </a:lnTo>
                <a:lnTo>
                  <a:pt x="175484" y="32758"/>
                </a:lnTo>
                <a:lnTo>
                  <a:pt x="174535" y="32254"/>
                </a:lnTo>
                <a:lnTo>
                  <a:pt x="173563" y="31784"/>
                </a:lnTo>
                <a:lnTo>
                  <a:pt x="172567" y="31350"/>
                </a:lnTo>
                <a:lnTo>
                  <a:pt x="171549" y="30950"/>
                </a:lnTo>
                <a:lnTo>
                  <a:pt x="170507" y="30584"/>
                </a:lnTo>
                <a:lnTo>
                  <a:pt x="169441" y="30254"/>
                </a:lnTo>
                <a:lnTo>
                  <a:pt x="168352" y="29959"/>
                </a:lnTo>
                <a:lnTo>
                  <a:pt x="167240" y="29698"/>
                </a:lnTo>
                <a:lnTo>
                  <a:pt x="166105" y="29472"/>
                </a:lnTo>
                <a:lnTo>
                  <a:pt x="164946" y="29280"/>
                </a:lnTo>
                <a:lnTo>
                  <a:pt x="163764" y="29124"/>
                </a:lnTo>
                <a:lnTo>
                  <a:pt x="162558" y="29002"/>
                </a:lnTo>
                <a:lnTo>
                  <a:pt x="161329" y="28915"/>
                </a:lnTo>
                <a:lnTo>
                  <a:pt x="160077" y="28863"/>
                </a:lnTo>
                <a:lnTo>
                  <a:pt x="158802" y="28846"/>
                </a:lnTo>
                <a:lnTo>
                  <a:pt x="157848" y="28855"/>
                </a:lnTo>
                <a:lnTo>
                  <a:pt x="156908" y="28883"/>
                </a:lnTo>
                <a:lnTo>
                  <a:pt x="155981" y="28929"/>
                </a:lnTo>
                <a:lnTo>
                  <a:pt x="155068" y="28994"/>
                </a:lnTo>
                <a:lnTo>
                  <a:pt x="154168" y="29077"/>
                </a:lnTo>
                <a:lnTo>
                  <a:pt x="153282" y="29179"/>
                </a:lnTo>
                <a:lnTo>
                  <a:pt x="152409" y="29300"/>
                </a:lnTo>
                <a:lnTo>
                  <a:pt x="151550" y="29439"/>
                </a:lnTo>
                <a:lnTo>
                  <a:pt x="150704" y="29596"/>
                </a:lnTo>
                <a:lnTo>
                  <a:pt x="149872" y="29772"/>
                </a:lnTo>
                <a:lnTo>
                  <a:pt x="149053" y="29967"/>
                </a:lnTo>
                <a:lnTo>
                  <a:pt x="148247" y="30180"/>
                </a:lnTo>
                <a:lnTo>
                  <a:pt x="147455" y="30411"/>
                </a:lnTo>
                <a:lnTo>
                  <a:pt x="146677" y="30661"/>
                </a:lnTo>
                <a:lnTo>
                  <a:pt x="145912" y="30930"/>
                </a:lnTo>
                <a:lnTo>
                  <a:pt x="145160" y="31217"/>
                </a:lnTo>
                <a:lnTo>
                  <a:pt x="144422" y="31523"/>
                </a:lnTo>
                <a:lnTo>
                  <a:pt x="143698" y="31847"/>
                </a:lnTo>
                <a:lnTo>
                  <a:pt x="142987" y="32190"/>
                </a:lnTo>
                <a:lnTo>
                  <a:pt x="142289" y="32551"/>
                </a:lnTo>
                <a:lnTo>
                  <a:pt x="141605" y="32931"/>
                </a:lnTo>
                <a:lnTo>
                  <a:pt x="140935" y="33329"/>
                </a:lnTo>
                <a:lnTo>
                  <a:pt x="140277" y="33746"/>
                </a:lnTo>
                <a:lnTo>
                  <a:pt x="139634" y="34182"/>
                </a:lnTo>
                <a:lnTo>
                  <a:pt x="139004" y="34633"/>
                </a:lnTo>
                <a:lnTo>
                  <a:pt x="138387" y="35100"/>
                </a:lnTo>
                <a:lnTo>
                  <a:pt x="137784" y="35580"/>
                </a:lnTo>
                <a:lnTo>
                  <a:pt x="137194" y="36075"/>
                </a:lnTo>
                <a:lnTo>
                  <a:pt x="136618" y="36584"/>
                </a:lnTo>
                <a:lnTo>
                  <a:pt x="136055" y="37108"/>
                </a:lnTo>
                <a:lnTo>
                  <a:pt x="135505" y="37645"/>
                </a:lnTo>
                <a:lnTo>
                  <a:pt x="134970" y="38198"/>
                </a:lnTo>
                <a:lnTo>
                  <a:pt x="134447" y="38764"/>
                </a:lnTo>
                <a:lnTo>
                  <a:pt x="133938" y="39345"/>
                </a:lnTo>
                <a:lnTo>
                  <a:pt x="133443" y="39940"/>
                </a:lnTo>
                <a:lnTo>
                  <a:pt x="132961" y="40550"/>
                </a:lnTo>
                <a:lnTo>
                  <a:pt x="132493" y="41174"/>
                </a:lnTo>
                <a:lnTo>
                  <a:pt x="132038" y="41812"/>
                </a:lnTo>
                <a:lnTo>
                  <a:pt x="131596" y="42464"/>
                </a:lnTo>
                <a:lnTo>
                  <a:pt x="131168" y="43131"/>
                </a:lnTo>
                <a:lnTo>
                  <a:pt x="130753" y="43813"/>
                </a:lnTo>
                <a:lnTo>
                  <a:pt x="130352" y="44508"/>
                </a:lnTo>
                <a:lnTo>
                  <a:pt x="129965" y="45218"/>
                </a:lnTo>
                <a:lnTo>
                  <a:pt x="129591" y="45942"/>
                </a:lnTo>
                <a:lnTo>
                  <a:pt x="129230" y="46681"/>
                </a:lnTo>
                <a:lnTo>
                  <a:pt x="128883" y="47434"/>
                </a:lnTo>
                <a:lnTo>
                  <a:pt x="128549" y="48201"/>
                </a:lnTo>
                <a:lnTo>
                  <a:pt x="128229" y="48982"/>
                </a:lnTo>
                <a:lnTo>
                  <a:pt x="127922" y="49776"/>
                </a:lnTo>
                <a:lnTo>
                  <a:pt x="127628" y="50581"/>
                </a:lnTo>
                <a:lnTo>
                  <a:pt x="127347" y="51395"/>
                </a:lnTo>
                <a:lnTo>
                  <a:pt x="127080" y="52220"/>
                </a:lnTo>
                <a:lnTo>
                  <a:pt x="126825" y="53055"/>
                </a:lnTo>
                <a:lnTo>
                  <a:pt x="126583" y="53900"/>
                </a:lnTo>
                <a:lnTo>
                  <a:pt x="126355" y="54755"/>
                </a:lnTo>
                <a:lnTo>
                  <a:pt x="126139" y="55621"/>
                </a:lnTo>
                <a:lnTo>
                  <a:pt x="125937" y="56497"/>
                </a:lnTo>
                <a:lnTo>
                  <a:pt x="125747" y="57383"/>
                </a:lnTo>
                <a:lnTo>
                  <a:pt x="125571" y="58280"/>
                </a:lnTo>
                <a:lnTo>
                  <a:pt x="125408" y="59187"/>
                </a:lnTo>
                <a:lnTo>
                  <a:pt x="125258" y="60104"/>
                </a:lnTo>
                <a:lnTo>
                  <a:pt x="125121" y="61031"/>
                </a:lnTo>
                <a:lnTo>
                  <a:pt x="124996" y="61969"/>
                </a:lnTo>
                <a:lnTo>
                  <a:pt x="124885" y="62917"/>
                </a:lnTo>
                <a:lnTo>
                  <a:pt x="124787" y="63875"/>
                </a:lnTo>
                <a:lnTo>
                  <a:pt x="124703" y="64843"/>
                </a:lnTo>
                <a:lnTo>
                  <a:pt x="124631" y="65822"/>
                </a:lnTo>
                <a:lnTo>
                  <a:pt x="124572" y="66811"/>
                </a:lnTo>
                <a:lnTo>
                  <a:pt x="124526" y="67810"/>
                </a:lnTo>
                <a:lnTo>
                  <a:pt x="124494" y="68820"/>
                </a:lnTo>
                <a:lnTo>
                  <a:pt x="124474" y="69840"/>
                </a:lnTo>
                <a:lnTo>
                  <a:pt x="124467" y="70870"/>
                </a:lnTo>
                <a:lnTo>
                  <a:pt x="124474" y="71859"/>
                </a:lnTo>
                <a:lnTo>
                  <a:pt x="124494" y="72840"/>
                </a:lnTo>
                <a:lnTo>
                  <a:pt x="124528" y="73813"/>
                </a:lnTo>
                <a:lnTo>
                  <a:pt x="124575" y="74778"/>
                </a:lnTo>
                <a:lnTo>
                  <a:pt x="124636" y="75735"/>
                </a:lnTo>
                <a:lnTo>
                  <a:pt x="124710" y="76683"/>
                </a:lnTo>
                <a:lnTo>
                  <a:pt x="124798" y="77623"/>
                </a:lnTo>
                <a:lnTo>
                  <a:pt x="124899" y="78555"/>
                </a:lnTo>
                <a:lnTo>
                  <a:pt x="125013" y="79478"/>
                </a:lnTo>
                <a:lnTo>
                  <a:pt x="125141" y="80394"/>
                </a:lnTo>
                <a:lnTo>
                  <a:pt x="125283" y="81301"/>
                </a:lnTo>
                <a:lnTo>
                  <a:pt x="125438" y="82199"/>
                </a:lnTo>
                <a:lnTo>
                  <a:pt x="125606" y="83090"/>
                </a:lnTo>
                <a:lnTo>
                  <a:pt x="125788" y="83972"/>
                </a:lnTo>
                <a:lnTo>
                  <a:pt x="125984" y="84846"/>
                </a:lnTo>
                <a:lnTo>
                  <a:pt x="126193" y="85712"/>
                </a:lnTo>
                <a:lnTo>
                  <a:pt x="126415" y="86570"/>
                </a:lnTo>
                <a:lnTo>
                  <a:pt x="126651" y="87419"/>
                </a:lnTo>
                <a:lnTo>
                  <a:pt x="126900" y="88260"/>
                </a:lnTo>
                <a:lnTo>
                  <a:pt x="127163" y="89093"/>
                </a:lnTo>
                <a:lnTo>
                  <a:pt x="127439" y="89917"/>
                </a:lnTo>
                <a:lnTo>
                  <a:pt x="127729" y="90733"/>
                </a:lnTo>
                <a:lnTo>
                  <a:pt x="128032" y="91541"/>
                </a:lnTo>
                <a:lnTo>
                  <a:pt x="128349" y="92341"/>
                </a:lnTo>
                <a:lnTo>
                  <a:pt x="128680" y="93130"/>
                </a:lnTo>
                <a:lnTo>
                  <a:pt x="129024" y="93905"/>
                </a:lnTo>
                <a:lnTo>
                  <a:pt x="129383" y="94665"/>
                </a:lnTo>
                <a:lnTo>
                  <a:pt x="129755" y="95412"/>
                </a:lnTo>
                <a:lnTo>
                  <a:pt x="130142" y="96146"/>
                </a:lnTo>
                <a:lnTo>
                  <a:pt x="130542" y="96865"/>
                </a:lnTo>
                <a:lnTo>
                  <a:pt x="130957" y="97570"/>
                </a:lnTo>
                <a:lnTo>
                  <a:pt x="131386" y="98262"/>
                </a:lnTo>
                <a:lnTo>
                  <a:pt x="131829" y="98939"/>
                </a:lnTo>
                <a:lnTo>
                  <a:pt x="132285" y="99603"/>
                </a:lnTo>
                <a:lnTo>
                  <a:pt x="132756" y="100253"/>
                </a:lnTo>
                <a:lnTo>
                  <a:pt x="133241" y="100888"/>
                </a:lnTo>
                <a:lnTo>
                  <a:pt x="133740" y="101510"/>
                </a:lnTo>
                <a:lnTo>
                  <a:pt x="134253" y="102118"/>
                </a:lnTo>
                <a:lnTo>
                  <a:pt x="134780" y="102713"/>
                </a:lnTo>
                <a:lnTo>
                  <a:pt x="135321" y="103293"/>
                </a:lnTo>
                <a:lnTo>
                  <a:pt x="135876" y="103859"/>
                </a:lnTo>
                <a:lnTo>
                  <a:pt x="136445" y="104412"/>
                </a:lnTo>
                <a:lnTo>
                  <a:pt x="137028" y="104950"/>
                </a:lnTo>
                <a:lnTo>
                  <a:pt x="137625" y="105475"/>
                </a:lnTo>
                <a:lnTo>
                  <a:pt x="138236" y="105986"/>
                </a:lnTo>
                <a:lnTo>
                  <a:pt x="138861" y="106483"/>
                </a:lnTo>
                <a:lnTo>
                  <a:pt x="139501" y="106966"/>
                </a:lnTo>
                <a:lnTo>
                  <a:pt x="140154" y="107435"/>
                </a:lnTo>
                <a:lnTo>
                  <a:pt x="140822" y="107887"/>
                </a:lnTo>
                <a:lnTo>
                  <a:pt x="141504" y="108320"/>
                </a:lnTo>
                <a:lnTo>
                  <a:pt x="142201" y="108734"/>
                </a:lnTo>
                <a:lnTo>
                  <a:pt x="142913" y="109129"/>
                </a:lnTo>
                <a:lnTo>
                  <a:pt x="143639" y="109504"/>
                </a:lnTo>
                <a:lnTo>
                  <a:pt x="144381" y="109860"/>
                </a:lnTo>
                <a:lnTo>
                  <a:pt x="145137" y="110197"/>
                </a:lnTo>
                <a:lnTo>
                  <a:pt x="145907" y="110515"/>
                </a:lnTo>
                <a:lnTo>
                  <a:pt x="146693" y="110813"/>
                </a:lnTo>
                <a:lnTo>
                  <a:pt x="147493" y="111092"/>
                </a:lnTo>
                <a:lnTo>
                  <a:pt x="148308" y="111352"/>
                </a:lnTo>
                <a:lnTo>
                  <a:pt x="149138" y="111593"/>
                </a:lnTo>
                <a:lnTo>
                  <a:pt x="149982" y="111814"/>
                </a:lnTo>
                <a:lnTo>
                  <a:pt x="150841" y="112016"/>
                </a:lnTo>
                <a:lnTo>
                  <a:pt x="151715" y="112199"/>
                </a:lnTo>
                <a:lnTo>
                  <a:pt x="152604" y="112363"/>
                </a:lnTo>
                <a:lnTo>
                  <a:pt x="153507" y="112507"/>
                </a:lnTo>
                <a:lnTo>
                  <a:pt x="154425" y="112632"/>
                </a:lnTo>
                <a:lnTo>
                  <a:pt x="155358" y="112738"/>
                </a:lnTo>
                <a:lnTo>
                  <a:pt x="156305" y="112825"/>
                </a:lnTo>
                <a:lnTo>
                  <a:pt x="157267" y="112892"/>
                </a:lnTo>
                <a:lnTo>
                  <a:pt x="158244" y="112940"/>
                </a:lnTo>
                <a:lnTo>
                  <a:pt x="159236" y="112969"/>
                </a:lnTo>
                <a:lnTo>
                  <a:pt x="160242" y="112979"/>
                </a:lnTo>
                <a:lnTo>
                  <a:pt x="161038" y="112973"/>
                </a:lnTo>
                <a:lnTo>
                  <a:pt x="161825" y="112955"/>
                </a:lnTo>
                <a:lnTo>
                  <a:pt x="162602" y="112926"/>
                </a:lnTo>
                <a:lnTo>
                  <a:pt x="163370" y="112885"/>
                </a:lnTo>
                <a:close/>
                <a:moveTo>
                  <a:pt x="138432" y="59511"/>
                </a:moveTo>
                <a:lnTo>
                  <a:pt x="138579" y="58613"/>
                </a:lnTo>
                <a:lnTo>
                  <a:pt x="138741" y="57734"/>
                </a:lnTo>
                <a:lnTo>
                  <a:pt x="138918" y="56876"/>
                </a:lnTo>
                <a:lnTo>
                  <a:pt x="139109" y="56036"/>
                </a:lnTo>
                <a:lnTo>
                  <a:pt x="139315" y="55217"/>
                </a:lnTo>
                <a:lnTo>
                  <a:pt x="139537" y="54417"/>
                </a:lnTo>
                <a:lnTo>
                  <a:pt x="139773" y="53637"/>
                </a:lnTo>
                <a:lnTo>
                  <a:pt x="140024" y="52876"/>
                </a:lnTo>
                <a:lnTo>
                  <a:pt x="140290" y="52135"/>
                </a:lnTo>
                <a:lnTo>
                  <a:pt x="140571" y="51414"/>
                </a:lnTo>
                <a:lnTo>
                  <a:pt x="140866" y="50712"/>
                </a:lnTo>
                <a:lnTo>
                  <a:pt x="141177" y="50030"/>
                </a:lnTo>
                <a:lnTo>
                  <a:pt x="141502" y="49368"/>
                </a:lnTo>
                <a:lnTo>
                  <a:pt x="141842" y="48725"/>
                </a:lnTo>
                <a:lnTo>
                  <a:pt x="142197" y="48102"/>
                </a:lnTo>
                <a:lnTo>
                  <a:pt x="142567" y="47499"/>
                </a:lnTo>
                <a:lnTo>
                  <a:pt x="142952" y="46915"/>
                </a:lnTo>
                <a:lnTo>
                  <a:pt x="143352" y="46351"/>
                </a:lnTo>
                <a:lnTo>
                  <a:pt x="143766" y="45806"/>
                </a:lnTo>
                <a:lnTo>
                  <a:pt x="144196" y="45282"/>
                </a:lnTo>
                <a:lnTo>
                  <a:pt x="144640" y="44777"/>
                </a:lnTo>
                <a:lnTo>
                  <a:pt x="145098" y="44295"/>
                </a:lnTo>
                <a:lnTo>
                  <a:pt x="145571" y="43833"/>
                </a:lnTo>
                <a:lnTo>
                  <a:pt x="146058" y="43393"/>
                </a:lnTo>
                <a:lnTo>
                  <a:pt x="146559" y="42975"/>
                </a:lnTo>
                <a:lnTo>
                  <a:pt x="147074" y="42578"/>
                </a:lnTo>
                <a:lnTo>
                  <a:pt x="147604" y="42202"/>
                </a:lnTo>
                <a:lnTo>
                  <a:pt x="148148" y="41848"/>
                </a:lnTo>
                <a:lnTo>
                  <a:pt x="148707" y="41516"/>
                </a:lnTo>
                <a:lnTo>
                  <a:pt x="149280" y="41205"/>
                </a:lnTo>
                <a:lnTo>
                  <a:pt x="149867" y="40915"/>
                </a:lnTo>
                <a:lnTo>
                  <a:pt x="150468" y="40647"/>
                </a:lnTo>
                <a:lnTo>
                  <a:pt x="151084" y="40400"/>
                </a:lnTo>
                <a:lnTo>
                  <a:pt x="151714" y="40175"/>
                </a:lnTo>
                <a:lnTo>
                  <a:pt x="152358" y="39971"/>
                </a:lnTo>
                <a:lnTo>
                  <a:pt x="153017" y="39789"/>
                </a:lnTo>
                <a:lnTo>
                  <a:pt x="153690" y="39628"/>
                </a:lnTo>
                <a:lnTo>
                  <a:pt x="154377" y="39488"/>
                </a:lnTo>
                <a:lnTo>
                  <a:pt x="155079" y="39370"/>
                </a:lnTo>
                <a:lnTo>
                  <a:pt x="155795" y="39274"/>
                </a:lnTo>
                <a:lnTo>
                  <a:pt x="156525" y="39198"/>
                </a:lnTo>
                <a:lnTo>
                  <a:pt x="157270" y="39145"/>
                </a:lnTo>
                <a:lnTo>
                  <a:pt x="158029" y="39113"/>
                </a:lnTo>
                <a:lnTo>
                  <a:pt x="158802" y="39102"/>
                </a:lnTo>
                <a:lnTo>
                  <a:pt x="159562" y="39113"/>
                </a:lnTo>
                <a:lnTo>
                  <a:pt x="160307" y="39145"/>
                </a:lnTo>
                <a:lnTo>
                  <a:pt x="161039" y="39199"/>
                </a:lnTo>
                <a:lnTo>
                  <a:pt x="161756" y="39275"/>
                </a:lnTo>
                <a:lnTo>
                  <a:pt x="162459" y="39372"/>
                </a:lnTo>
                <a:lnTo>
                  <a:pt x="163148" y="39491"/>
                </a:lnTo>
                <a:lnTo>
                  <a:pt x="163823" y="39631"/>
                </a:lnTo>
                <a:lnTo>
                  <a:pt x="164484" y="39793"/>
                </a:lnTo>
                <a:lnTo>
                  <a:pt x="165131" y="39977"/>
                </a:lnTo>
                <a:lnTo>
                  <a:pt x="165763" y="40182"/>
                </a:lnTo>
                <a:lnTo>
                  <a:pt x="166381" y="40409"/>
                </a:lnTo>
                <a:lnTo>
                  <a:pt x="166985" y="40657"/>
                </a:lnTo>
                <a:lnTo>
                  <a:pt x="167575" y="40928"/>
                </a:lnTo>
                <a:lnTo>
                  <a:pt x="168151" y="41219"/>
                </a:lnTo>
                <a:lnTo>
                  <a:pt x="168712" y="41532"/>
                </a:lnTo>
                <a:lnTo>
                  <a:pt x="169259" y="41867"/>
                </a:lnTo>
                <a:lnTo>
                  <a:pt x="169792" y="42224"/>
                </a:lnTo>
                <a:lnTo>
                  <a:pt x="170311" y="42602"/>
                </a:lnTo>
                <a:lnTo>
                  <a:pt x="170816" y="43002"/>
                </a:lnTo>
                <a:lnTo>
                  <a:pt x="171307" y="43423"/>
                </a:lnTo>
                <a:lnTo>
                  <a:pt x="171783" y="43866"/>
                </a:lnTo>
                <a:lnTo>
                  <a:pt x="172246" y="44330"/>
                </a:lnTo>
                <a:lnTo>
                  <a:pt x="172694" y="44816"/>
                </a:lnTo>
                <a:lnTo>
                  <a:pt x="173128" y="45324"/>
                </a:lnTo>
                <a:lnTo>
                  <a:pt x="173546" y="45852"/>
                </a:lnTo>
                <a:lnTo>
                  <a:pt x="173947" y="46400"/>
                </a:lnTo>
                <a:lnTo>
                  <a:pt x="174332" y="46966"/>
                </a:lnTo>
                <a:lnTo>
                  <a:pt x="174699" y="47552"/>
                </a:lnTo>
                <a:lnTo>
                  <a:pt x="175050" y="48157"/>
                </a:lnTo>
                <a:lnTo>
                  <a:pt x="175384" y="48781"/>
                </a:lnTo>
                <a:lnTo>
                  <a:pt x="175700" y="49424"/>
                </a:lnTo>
                <a:lnTo>
                  <a:pt x="176000" y="50087"/>
                </a:lnTo>
                <a:lnTo>
                  <a:pt x="176283" y="50769"/>
                </a:lnTo>
                <a:lnTo>
                  <a:pt x="176548" y="51470"/>
                </a:lnTo>
                <a:lnTo>
                  <a:pt x="176797" y="52190"/>
                </a:lnTo>
                <a:lnTo>
                  <a:pt x="177029" y="52929"/>
                </a:lnTo>
                <a:lnTo>
                  <a:pt x="177244" y="53688"/>
                </a:lnTo>
                <a:lnTo>
                  <a:pt x="177442" y="54466"/>
                </a:lnTo>
                <a:lnTo>
                  <a:pt x="177623" y="55263"/>
                </a:lnTo>
                <a:lnTo>
                  <a:pt x="177787" y="56079"/>
                </a:lnTo>
                <a:lnTo>
                  <a:pt x="177934" y="56914"/>
                </a:lnTo>
                <a:lnTo>
                  <a:pt x="178065" y="57769"/>
                </a:lnTo>
                <a:lnTo>
                  <a:pt x="178178" y="58643"/>
                </a:lnTo>
                <a:lnTo>
                  <a:pt x="178274" y="59536"/>
                </a:lnTo>
                <a:lnTo>
                  <a:pt x="178354" y="60448"/>
                </a:lnTo>
                <a:lnTo>
                  <a:pt x="178416" y="61380"/>
                </a:lnTo>
                <a:lnTo>
                  <a:pt x="178461" y="62330"/>
                </a:lnTo>
                <a:lnTo>
                  <a:pt x="178490" y="63300"/>
                </a:lnTo>
                <a:lnTo>
                  <a:pt x="137993" y="63300"/>
                </a:lnTo>
                <a:lnTo>
                  <a:pt x="138081" y="62323"/>
                </a:lnTo>
                <a:lnTo>
                  <a:pt x="138183" y="61366"/>
                </a:lnTo>
                <a:lnTo>
                  <a:pt x="138300" y="60429"/>
                </a:lnTo>
                <a:lnTo>
                  <a:pt x="138432" y="59511"/>
                </a:lnTo>
                <a:close/>
                <a:moveTo>
                  <a:pt x="318739" y="112829"/>
                </a:moveTo>
                <a:lnTo>
                  <a:pt x="319445" y="112763"/>
                </a:lnTo>
                <a:lnTo>
                  <a:pt x="320143" y="112686"/>
                </a:lnTo>
                <a:lnTo>
                  <a:pt x="320834" y="112596"/>
                </a:lnTo>
                <a:lnTo>
                  <a:pt x="321517" y="112494"/>
                </a:lnTo>
                <a:lnTo>
                  <a:pt x="322193" y="112381"/>
                </a:lnTo>
                <a:lnTo>
                  <a:pt x="322861" y="112255"/>
                </a:lnTo>
                <a:lnTo>
                  <a:pt x="323522" y="112117"/>
                </a:lnTo>
                <a:lnTo>
                  <a:pt x="324175" y="111968"/>
                </a:lnTo>
                <a:lnTo>
                  <a:pt x="324821" y="111806"/>
                </a:lnTo>
                <a:lnTo>
                  <a:pt x="325459" y="111633"/>
                </a:lnTo>
                <a:lnTo>
                  <a:pt x="326089" y="111447"/>
                </a:lnTo>
                <a:lnTo>
                  <a:pt x="326713" y="111250"/>
                </a:lnTo>
                <a:lnTo>
                  <a:pt x="327328" y="111041"/>
                </a:lnTo>
                <a:lnTo>
                  <a:pt x="327936" y="110819"/>
                </a:lnTo>
                <a:lnTo>
                  <a:pt x="328537" y="110586"/>
                </a:lnTo>
                <a:lnTo>
                  <a:pt x="329130" y="110341"/>
                </a:lnTo>
                <a:lnTo>
                  <a:pt x="329716" y="110084"/>
                </a:lnTo>
                <a:lnTo>
                  <a:pt x="330294" y="109814"/>
                </a:lnTo>
                <a:lnTo>
                  <a:pt x="330865" y="109533"/>
                </a:lnTo>
                <a:lnTo>
                  <a:pt x="331429" y="109242"/>
                </a:lnTo>
                <a:lnTo>
                  <a:pt x="331987" y="108942"/>
                </a:lnTo>
                <a:lnTo>
                  <a:pt x="332539" y="108633"/>
                </a:lnTo>
                <a:lnTo>
                  <a:pt x="333086" y="108316"/>
                </a:lnTo>
                <a:lnTo>
                  <a:pt x="333626" y="107990"/>
                </a:lnTo>
                <a:lnTo>
                  <a:pt x="334161" y="107655"/>
                </a:lnTo>
                <a:lnTo>
                  <a:pt x="334690" y="107312"/>
                </a:lnTo>
                <a:lnTo>
                  <a:pt x="335213" y="106960"/>
                </a:lnTo>
                <a:lnTo>
                  <a:pt x="335731" y="106600"/>
                </a:lnTo>
                <a:lnTo>
                  <a:pt x="336242" y="106231"/>
                </a:lnTo>
                <a:lnTo>
                  <a:pt x="336748" y="105853"/>
                </a:lnTo>
                <a:lnTo>
                  <a:pt x="337247" y="105467"/>
                </a:lnTo>
                <a:lnTo>
                  <a:pt x="337741" y="105072"/>
                </a:lnTo>
                <a:lnTo>
                  <a:pt x="338229" y="104668"/>
                </a:lnTo>
                <a:lnTo>
                  <a:pt x="338712" y="104256"/>
                </a:lnTo>
                <a:lnTo>
                  <a:pt x="339188" y="103835"/>
                </a:lnTo>
                <a:lnTo>
                  <a:pt x="339659" y="103406"/>
                </a:lnTo>
                <a:lnTo>
                  <a:pt x="340124" y="102968"/>
                </a:lnTo>
                <a:lnTo>
                  <a:pt x="340583" y="102521"/>
                </a:lnTo>
                <a:lnTo>
                  <a:pt x="341036" y="102066"/>
                </a:lnTo>
                <a:lnTo>
                  <a:pt x="341483" y="101602"/>
                </a:lnTo>
                <a:lnTo>
                  <a:pt x="341924" y="101129"/>
                </a:lnTo>
                <a:lnTo>
                  <a:pt x="342360" y="100648"/>
                </a:lnTo>
                <a:lnTo>
                  <a:pt x="342790" y="100158"/>
                </a:lnTo>
                <a:lnTo>
                  <a:pt x="343270" y="111536"/>
                </a:lnTo>
                <a:lnTo>
                  <a:pt x="355595" y="111536"/>
                </a:lnTo>
                <a:lnTo>
                  <a:pt x="355595" y="57216"/>
                </a:lnTo>
                <a:lnTo>
                  <a:pt x="355591" y="56491"/>
                </a:lnTo>
                <a:lnTo>
                  <a:pt x="355578" y="55778"/>
                </a:lnTo>
                <a:lnTo>
                  <a:pt x="355557" y="55075"/>
                </a:lnTo>
                <a:lnTo>
                  <a:pt x="355528" y="54384"/>
                </a:lnTo>
                <a:lnTo>
                  <a:pt x="355491" y="53704"/>
                </a:lnTo>
                <a:lnTo>
                  <a:pt x="355445" y="53036"/>
                </a:lnTo>
                <a:lnTo>
                  <a:pt x="355391" y="52378"/>
                </a:lnTo>
                <a:lnTo>
                  <a:pt x="355328" y="51732"/>
                </a:lnTo>
                <a:lnTo>
                  <a:pt x="355257" y="51096"/>
                </a:lnTo>
                <a:lnTo>
                  <a:pt x="355178" y="50472"/>
                </a:lnTo>
                <a:lnTo>
                  <a:pt x="355091" y="49859"/>
                </a:lnTo>
                <a:lnTo>
                  <a:pt x="354995" y="49257"/>
                </a:lnTo>
                <a:lnTo>
                  <a:pt x="354891" y="48667"/>
                </a:lnTo>
                <a:lnTo>
                  <a:pt x="354778" y="48087"/>
                </a:lnTo>
                <a:lnTo>
                  <a:pt x="354657" y="47519"/>
                </a:lnTo>
                <a:lnTo>
                  <a:pt x="354528" y="46962"/>
                </a:lnTo>
                <a:lnTo>
                  <a:pt x="354390" y="46415"/>
                </a:lnTo>
                <a:lnTo>
                  <a:pt x="354244" y="45881"/>
                </a:lnTo>
                <a:lnTo>
                  <a:pt x="354090" y="45357"/>
                </a:lnTo>
                <a:lnTo>
                  <a:pt x="353928" y="44844"/>
                </a:lnTo>
                <a:lnTo>
                  <a:pt x="353757" y="44343"/>
                </a:lnTo>
                <a:lnTo>
                  <a:pt x="353577" y="43852"/>
                </a:lnTo>
                <a:lnTo>
                  <a:pt x="353390" y="43373"/>
                </a:lnTo>
                <a:lnTo>
                  <a:pt x="353194" y="42905"/>
                </a:lnTo>
                <a:lnTo>
                  <a:pt x="352991" y="42447"/>
                </a:lnTo>
                <a:lnTo>
                  <a:pt x="352782" y="41998"/>
                </a:lnTo>
                <a:lnTo>
                  <a:pt x="352566" y="41557"/>
                </a:lnTo>
                <a:lnTo>
                  <a:pt x="352345" y="41124"/>
                </a:lnTo>
                <a:lnTo>
                  <a:pt x="352117" y="40700"/>
                </a:lnTo>
                <a:lnTo>
                  <a:pt x="351883" y="40285"/>
                </a:lnTo>
                <a:lnTo>
                  <a:pt x="351644" y="39878"/>
                </a:lnTo>
                <a:lnTo>
                  <a:pt x="351398" y="39480"/>
                </a:lnTo>
                <a:lnTo>
                  <a:pt x="351146" y="39090"/>
                </a:lnTo>
                <a:lnTo>
                  <a:pt x="350887" y="38709"/>
                </a:lnTo>
                <a:lnTo>
                  <a:pt x="350623" y="38336"/>
                </a:lnTo>
                <a:lnTo>
                  <a:pt x="350353" y="37972"/>
                </a:lnTo>
                <a:lnTo>
                  <a:pt x="350076" y="37616"/>
                </a:lnTo>
                <a:lnTo>
                  <a:pt x="349794" y="37269"/>
                </a:lnTo>
                <a:lnTo>
                  <a:pt x="349505" y="36931"/>
                </a:lnTo>
                <a:lnTo>
                  <a:pt x="349210" y="36601"/>
                </a:lnTo>
                <a:lnTo>
                  <a:pt x="348909" y="36280"/>
                </a:lnTo>
                <a:lnTo>
                  <a:pt x="348602" y="35967"/>
                </a:lnTo>
                <a:lnTo>
                  <a:pt x="348289" y="35662"/>
                </a:lnTo>
                <a:lnTo>
                  <a:pt x="347970" y="35367"/>
                </a:lnTo>
                <a:lnTo>
                  <a:pt x="347644" y="35080"/>
                </a:lnTo>
                <a:lnTo>
                  <a:pt x="347313" y="34801"/>
                </a:lnTo>
                <a:lnTo>
                  <a:pt x="346975" y="34531"/>
                </a:lnTo>
                <a:lnTo>
                  <a:pt x="346631" y="34269"/>
                </a:lnTo>
                <a:lnTo>
                  <a:pt x="346283" y="34015"/>
                </a:lnTo>
                <a:lnTo>
                  <a:pt x="345930" y="33768"/>
                </a:lnTo>
                <a:lnTo>
                  <a:pt x="345575" y="33527"/>
                </a:lnTo>
                <a:lnTo>
                  <a:pt x="345215" y="33293"/>
                </a:lnTo>
                <a:lnTo>
                  <a:pt x="344852" y="33066"/>
                </a:lnTo>
                <a:lnTo>
                  <a:pt x="344485" y="32846"/>
                </a:lnTo>
                <a:lnTo>
                  <a:pt x="344115" y="32632"/>
                </a:lnTo>
                <a:lnTo>
                  <a:pt x="343741" y="32424"/>
                </a:lnTo>
                <a:lnTo>
                  <a:pt x="343364" y="32224"/>
                </a:lnTo>
                <a:lnTo>
                  <a:pt x="342983" y="32030"/>
                </a:lnTo>
                <a:lnTo>
                  <a:pt x="342598" y="31843"/>
                </a:lnTo>
                <a:lnTo>
                  <a:pt x="342209" y="31662"/>
                </a:lnTo>
                <a:lnTo>
                  <a:pt x="341817" y="31488"/>
                </a:lnTo>
                <a:lnTo>
                  <a:pt x="341422" y="31321"/>
                </a:lnTo>
                <a:lnTo>
                  <a:pt x="341023" y="31160"/>
                </a:lnTo>
                <a:lnTo>
                  <a:pt x="340620" y="31006"/>
                </a:lnTo>
                <a:lnTo>
                  <a:pt x="340213" y="30859"/>
                </a:lnTo>
                <a:lnTo>
                  <a:pt x="339803" y="30718"/>
                </a:lnTo>
                <a:lnTo>
                  <a:pt x="339390" y="30585"/>
                </a:lnTo>
                <a:lnTo>
                  <a:pt x="338973" y="30457"/>
                </a:lnTo>
                <a:lnTo>
                  <a:pt x="338552" y="30337"/>
                </a:lnTo>
                <a:lnTo>
                  <a:pt x="338127" y="30223"/>
                </a:lnTo>
                <a:lnTo>
                  <a:pt x="337699" y="30116"/>
                </a:lnTo>
                <a:lnTo>
                  <a:pt x="337267" y="30015"/>
                </a:lnTo>
                <a:lnTo>
                  <a:pt x="336833" y="29920"/>
                </a:lnTo>
                <a:lnTo>
                  <a:pt x="336398" y="29828"/>
                </a:lnTo>
                <a:lnTo>
                  <a:pt x="335961" y="29741"/>
                </a:lnTo>
                <a:lnTo>
                  <a:pt x="335522" y="29658"/>
                </a:lnTo>
                <a:lnTo>
                  <a:pt x="335082" y="29579"/>
                </a:lnTo>
                <a:lnTo>
                  <a:pt x="334641" y="29503"/>
                </a:lnTo>
                <a:lnTo>
                  <a:pt x="334199" y="29432"/>
                </a:lnTo>
                <a:lnTo>
                  <a:pt x="333755" y="29365"/>
                </a:lnTo>
                <a:lnTo>
                  <a:pt x="333310" y="29302"/>
                </a:lnTo>
                <a:lnTo>
                  <a:pt x="332863" y="29244"/>
                </a:lnTo>
                <a:lnTo>
                  <a:pt x="332415" y="29189"/>
                </a:lnTo>
                <a:lnTo>
                  <a:pt x="331965" y="29138"/>
                </a:lnTo>
                <a:lnTo>
                  <a:pt x="331514" y="29091"/>
                </a:lnTo>
                <a:lnTo>
                  <a:pt x="331062" y="29049"/>
                </a:lnTo>
                <a:lnTo>
                  <a:pt x="330608" y="29010"/>
                </a:lnTo>
                <a:lnTo>
                  <a:pt x="330153" y="28976"/>
                </a:lnTo>
                <a:lnTo>
                  <a:pt x="329697" y="28945"/>
                </a:lnTo>
                <a:lnTo>
                  <a:pt x="329239" y="28919"/>
                </a:lnTo>
                <a:lnTo>
                  <a:pt x="328780" y="28896"/>
                </a:lnTo>
                <a:lnTo>
                  <a:pt x="328319" y="28878"/>
                </a:lnTo>
                <a:lnTo>
                  <a:pt x="327857" y="28864"/>
                </a:lnTo>
                <a:lnTo>
                  <a:pt x="327394" y="28854"/>
                </a:lnTo>
                <a:lnTo>
                  <a:pt x="326929" y="28848"/>
                </a:lnTo>
                <a:lnTo>
                  <a:pt x="326463" y="28846"/>
                </a:lnTo>
                <a:lnTo>
                  <a:pt x="325726" y="28850"/>
                </a:lnTo>
                <a:lnTo>
                  <a:pt x="324996" y="28865"/>
                </a:lnTo>
                <a:lnTo>
                  <a:pt x="324272" y="28889"/>
                </a:lnTo>
                <a:lnTo>
                  <a:pt x="323555" y="28923"/>
                </a:lnTo>
                <a:lnTo>
                  <a:pt x="322845" y="28967"/>
                </a:lnTo>
                <a:lnTo>
                  <a:pt x="322141" y="29020"/>
                </a:lnTo>
                <a:lnTo>
                  <a:pt x="321444" y="29083"/>
                </a:lnTo>
                <a:lnTo>
                  <a:pt x="320754" y="29156"/>
                </a:lnTo>
                <a:lnTo>
                  <a:pt x="320070" y="29239"/>
                </a:lnTo>
                <a:lnTo>
                  <a:pt x="319393" y="29331"/>
                </a:lnTo>
                <a:lnTo>
                  <a:pt x="318723" y="29433"/>
                </a:lnTo>
                <a:lnTo>
                  <a:pt x="318059" y="29544"/>
                </a:lnTo>
                <a:lnTo>
                  <a:pt x="317403" y="29666"/>
                </a:lnTo>
                <a:lnTo>
                  <a:pt x="316752" y="29797"/>
                </a:lnTo>
                <a:lnTo>
                  <a:pt x="316109" y="29937"/>
                </a:lnTo>
                <a:lnTo>
                  <a:pt x="315472" y="30088"/>
                </a:lnTo>
                <a:lnTo>
                  <a:pt x="314841" y="30248"/>
                </a:lnTo>
                <a:lnTo>
                  <a:pt x="314218" y="30417"/>
                </a:lnTo>
                <a:lnTo>
                  <a:pt x="313601" y="30597"/>
                </a:lnTo>
                <a:lnTo>
                  <a:pt x="312991" y="30786"/>
                </a:lnTo>
                <a:lnTo>
                  <a:pt x="312387" y="30985"/>
                </a:lnTo>
                <a:lnTo>
                  <a:pt x="311790" y="31194"/>
                </a:lnTo>
                <a:lnTo>
                  <a:pt x="311200" y="31412"/>
                </a:lnTo>
                <a:lnTo>
                  <a:pt x="310616" y="31640"/>
                </a:lnTo>
                <a:lnTo>
                  <a:pt x="310041" y="31879"/>
                </a:lnTo>
                <a:lnTo>
                  <a:pt x="309477" y="32129"/>
                </a:lnTo>
                <a:lnTo>
                  <a:pt x="308923" y="32390"/>
                </a:lnTo>
                <a:lnTo>
                  <a:pt x="308379" y="32663"/>
                </a:lnTo>
                <a:lnTo>
                  <a:pt x="307845" y="32948"/>
                </a:lnTo>
                <a:lnTo>
                  <a:pt x="307322" y="33245"/>
                </a:lnTo>
                <a:lnTo>
                  <a:pt x="306810" y="33553"/>
                </a:lnTo>
                <a:lnTo>
                  <a:pt x="306308" y="33872"/>
                </a:lnTo>
                <a:lnTo>
                  <a:pt x="305816" y="34203"/>
                </a:lnTo>
                <a:lnTo>
                  <a:pt x="305335" y="34546"/>
                </a:lnTo>
                <a:lnTo>
                  <a:pt x="304864" y="34900"/>
                </a:lnTo>
                <a:lnTo>
                  <a:pt x="304404" y="35266"/>
                </a:lnTo>
                <a:lnTo>
                  <a:pt x="303954" y="35644"/>
                </a:lnTo>
                <a:lnTo>
                  <a:pt x="303514" y="36033"/>
                </a:lnTo>
                <a:lnTo>
                  <a:pt x="303085" y="36434"/>
                </a:lnTo>
                <a:lnTo>
                  <a:pt x="302666" y="36846"/>
                </a:lnTo>
                <a:lnTo>
                  <a:pt x="302258" y="37270"/>
                </a:lnTo>
                <a:lnTo>
                  <a:pt x="301860" y="37705"/>
                </a:lnTo>
                <a:lnTo>
                  <a:pt x="301473" y="38152"/>
                </a:lnTo>
                <a:lnTo>
                  <a:pt x="301096" y="38611"/>
                </a:lnTo>
                <a:lnTo>
                  <a:pt x="300729" y="39081"/>
                </a:lnTo>
                <a:lnTo>
                  <a:pt x="300373" y="39563"/>
                </a:lnTo>
                <a:lnTo>
                  <a:pt x="300027" y="40057"/>
                </a:lnTo>
                <a:lnTo>
                  <a:pt x="299692" y="40562"/>
                </a:lnTo>
                <a:lnTo>
                  <a:pt x="299369" y="41079"/>
                </a:lnTo>
                <a:lnTo>
                  <a:pt x="299059" y="41609"/>
                </a:lnTo>
                <a:lnTo>
                  <a:pt x="298763" y="42151"/>
                </a:lnTo>
                <a:lnTo>
                  <a:pt x="298481" y="42707"/>
                </a:lnTo>
                <a:lnTo>
                  <a:pt x="298213" y="43276"/>
                </a:lnTo>
                <a:lnTo>
                  <a:pt x="297959" y="43857"/>
                </a:lnTo>
                <a:lnTo>
                  <a:pt x="297718" y="44452"/>
                </a:lnTo>
                <a:lnTo>
                  <a:pt x="297491" y="45059"/>
                </a:lnTo>
                <a:lnTo>
                  <a:pt x="297278" y="45679"/>
                </a:lnTo>
                <a:lnTo>
                  <a:pt x="297078" y="46312"/>
                </a:lnTo>
                <a:lnTo>
                  <a:pt x="296893" y="46958"/>
                </a:lnTo>
                <a:lnTo>
                  <a:pt x="296721" y="47617"/>
                </a:lnTo>
                <a:lnTo>
                  <a:pt x="296562" y="48289"/>
                </a:lnTo>
                <a:lnTo>
                  <a:pt x="296418" y="48974"/>
                </a:lnTo>
                <a:lnTo>
                  <a:pt x="296287" y="49671"/>
                </a:lnTo>
                <a:lnTo>
                  <a:pt x="296170" y="50382"/>
                </a:lnTo>
                <a:lnTo>
                  <a:pt x="296067" y="51105"/>
                </a:lnTo>
                <a:lnTo>
                  <a:pt x="295978" y="51841"/>
                </a:lnTo>
                <a:lnTo>
                  <a:pt x="295902" y="52590"/>
                </a:lnTo>
                <a:lnTo>
                  <a:pt x="295840" y="53352"/>
                </a:lnTo>
                <a:lnTo>
                  <a:pt x="295792" y="54127"/>
                </a:lnTo>
                <a:lnTo>
                  <a:pt x="295758" y="54915"/>
                </a:lnTo>
                <a:lnTo>
                  <a:pt x="295737" y="55716"/>
                </a:lnTo>
                <a:lnTo>
                  <a:pt x="295730" y="56529"/>
                </a:lnTo>
                <a:lnTo>
                  <a:pt x="308696" y="56529"/>
                </a:lnTo>
                <a:lnTo>
                  <a:pt x="308704" y="55763"/>
                </a:lnTo>
                <a:lnTo>
                  <a:pt x="308731" y="55015"/>
                </a:lnTo>
                <a:lnTo>
                  <a:pt x="308776" y="54284"/>
                </a:lnTo>
                <a:lnTo>
                  <a:pt x="308838" y="53571"/>
                </a:lnTo>
                <a:lnTo>
                  <a:pt x="308918" y="52875"/>
                </a:lnTo>
                <a:lnTo>
                  <a:pt x="309016" y="52197"/>
                </a:lnTo>
                <a:lnTo>
                  <a:pt x="309131" y="51536"/>
                </a:lnTo>
                <a:lnTo>
                  <a:pt x="309265" y="50894"/>
                </a:lnTo>
                <a:lnTo>
                  <a:pt x="309416" y="50268"/>
                </a:lnTo>
                <a:lnTo>
                  <a:pt x="309585" y="49661"/>
                </a:lnTo>
                <a:lnTo>
                  <a:pt x="309772" y="49071"/>
                </a:lnTo>
                <a:lnTo>
                  <a:pt x="309976" y="48499"/>
                </a:lnTo>
                <a:lnTo>
                  <a:pt x="310198" y="47944"/>
                </a:lnTo>
                <a:lnTo>
                  <a:pt x="310439" y="47407"/>
                </a:lnTo>
                <a:lnTo>
                  <a:pt x="310696" y="46887"/>
                </a:lnTo>
                <a:lnTo>
                  <a:pt x="310972" y="46386"/>
                </a:lnTo>
                <a:lnTo>
                  <a:pt x="311266" y="45901"/>
                </a:lnTo>
                <a:lnTo>
                  <a:pt x="311577" y="45435"/>
                </a:lnTo>
                <a:lnTo>
                  <a:pt x="311906" y="44986"/>
                </a:lnTo>
                <a:lnTo>
                  <a:pt x="312253" y="44555"/>
                </a:lnTo>
                <a:lnTo>
                  <a:pt x="312617" y="44141"/>
                </a:lnTo>
                <a:lnTo>
                  <a:pt x="313000" y="43745"/>
                </a:lnTo>
                <a:lnTo>
                  <a:pt x="313400" y="43366"/>
                </a:lnTo>
                <a:lnTo>
                  <a:pt x="313818" y="43006"/>
                </a:lnTo>
                <a:lnTo>
                  <a:pt x="314249" y="42661"/>
                </a:lnTo>
                <a:lnTo>
                  <a:pt x="314688" y="42331"/>
                </a:lnTo>
                <a:lnTo>
                  <a:pt x="315136" y="42015"/>
                </a:lnTo>
                <a:lnTo>
                  <a:pt x="315592" y="41715"/>
                </a:lnTo>
                <a:lnTo>
                  <a:pt x="316056" y="41429"/>
                </a:lnTo>
                <a:lnTo>
                  <a:pt x="316529" y="41157"/>
                </a:lnTo>
                <a:lnTo>
                  <a:pt x="317010" y="40901"/>
                </a:lnTo>
                <a:lnTo>
                  <a:pt x="317499" y="40659"/>
                </a:lnTo>
                <a:lnTo>
                  <a:pt x="317997" y="40431"/>
                </a:lnTo>
                <a:lnTo>
                  <a:pt x="318503" y="40219"/>
                </a:lnTo>
                <a:lnTo>
                  <a:pt x="319017" y="40021"/>
                </a:lnTo>
                <a:lnTo>
                  <a:pt x="319540" y="39837"/>
                </a:lnTo>
                <a:lnTo>
                  <a:pt x="320071" y="39669"/>
                </a:lnTo>
                <a:lnTo>
                  <a:pt x="320610" y="39515"/>
                </a:lnTo>
                <a:lnTo>
                  <a:pt x="321158" y="39375"/>
                </a:lnTo>
                <a:lnTo>
                  <a:pt x="321714" y="39251"/>
                </a:lnTo>
                <a:lnTo>
                  <a:pt x="322279" y="39141"/>
                </a:lnTo>
                <a:lnTo>
                  <a:pt x="322851" y="39045"/>
                </a:lnTo>
                <a:lnTo>
                  <a:pt x="323433" y="38965"/>
                </a:lnTo>
                <a:lnTo>
                  <a:pt x="324022" y="38899"/>
                </a:lnTo>
                <a:lnTo>
                  <a:pt x="324620" y="38847"/>
                </a:lnTo>
                <a:lnTo>
                  <a:pt x="325226" y="38811"/>
                </a:lnTo>
                <a:lnTo>
                  <a:pt x="325840" y="38789"/>
                </a:lnTo>
                <a:lnTo>
                  <a:pt x="326463" y="38781"/>
                </a:lnTo>
                <a:lnTo>
                  <a:pt x="327032" y="38788"/>
                </a:lnTo>
                <a:lnTo>
                  <a:pt x="327594" y="38809"/>
                </a:lnTo>
                <a:lnTo>
                  <a:pt x="328147" y="38844"/>
                </a:lnTo>
                <a:lnTo>
                  <a:pt x="328693" y="38892"/>
                </a:lnTo>
                <a:lnTo>
                  <a:pt x="329230" y="38955"/>
                </a:lnTo>
                <a:lnTo>
                  <a:pt x="329759" y="39031"/>
                </a:lnTo>
                <a:lnTo>
                  <a:pt x="330280" y="39121"/>
                </a:lnTo>
                <a:lnTo>
                  <a:pt x="330794" y="39225"/>
                </a:lnTo>
                <a:lnTo>
                  <a:pt x="331299" y="39343"/>
                </a:lnTo>
                <a:lnTo>
                  <a:pt x="331796" y="39475"/>
                </a:lnTo>
                <a:lnTo>
                  <a:pt x="332285" y="39621"/>
                </a:lnTo>
                <a:lnTo>
                  <a:pt x="332766" y="39780"/>
                </a:lnTo>
                <a:lnTo>
                  <a:pt x="333238" y="39954"/>
                </a:lnTo>
                <a:lnTo>
                  <a:pt x="333703" y="40141"/>
                </a:lnTo>
                <a:lnTo>
                  <a:pt x="334160" y="40342"/>
                </a:lnTo>
                <a:lnTo>
                  <a:pt x="334609" y="40557"/>
                </a:lnTo>
                <a:lnTo>
                  <a:pt x="335049" y="40786"/>
                </a:lnTo>
                <a:lnTo>
                  <a:pt x="335482" y="41029"/>
                </a:lnTo>
                <a:lnTo>
                  <a:pt x="335906" y="41286"/>
                </a:lnTo>
                <a:lnTo>
                  <a:pt x="336323" y="41557"/>
                </a:lnTo>
                <a:lnTo>
                  <a:pt x="336731" y="41841"/>
                </a:lnTo>
                <a:lnTo>
                  <a:pt x="337131" y="42139"/>
                </a:lnTo>
                <a:lnTo>
                  <a:pt x="337523" y="42452"/>
                </a:lnTo>
                <a:lnTo>
                  <a:pt x="337908" y="42778"/>
                </a:lnTo>
                <a:lnTo>
                  <a:pt x="338280" y="43122"/>
                </a:lnTo>
                <a:lnTo>
                  <a:pt x="338636" y="43491"/>
                </a:lnTo>
                <a:lnTo>
                  <a:pt x="338977" y="43882"/>
                </a:lnTo>
                <a:lnTo>
                  <a:pt x="339302" y="44297"/>
                </a:lnTo>
                <a:lnTo>
                  <a:pt x="339610" y="44736"/>
                </a:lnTo>
                <a:lnTo>
                  <a:pt x="339903" y="45198"/>
                </a:lnTo>
                <a:lnTo>
                  <a:pt x="340181" y="45683"/>
                </a:lnTo>
                <a:lnTo>
                  <a:pt x="340442" y="46192"/>
                </a:lnTo>
                <a:lnTo>
                  <a:pt x="340688" y="46724"/>
                </a:lnTo>
                <a:lnTo>
                  <a:pt x="340917" y="47280"/>
                </a:lnTo>
                <a:lnTo>
                  <a:pt x="341131" y="47859"/>
                </a:lnTo>
                <a:lnTo>
                  <a:pt x="341329" y="48461"/>
                </a:lnTo>
                <a:lnTo>
                  <a:pt x="341511" y="49087"/>
                </a:lnTo>
                <a:lnTo>
                  <a:pt x="341678" y="49736"/>
                </a:lnTo>
                <a:lnTo>
                  <a:pt x="341828" y="50409"/>
                </a:lnTo>
                <a:lnTo>
                  <a:pt x="341963" y="51105"/>
                </a:lnTo>
                <a:lnTo>
                  <a:pt x="342081" y="51825"/>
                </a:lnTo>
                <a:lnTo>
                  <a:pt x="342184" y="52568"/>
                </a:lnTo>
                <a:lnTo>
                  <a:pt x="342272" y="53335"/>
                </a:lnTo>
                <a:lnTo>
                  <a:pt x="342343" y="54124"/>
                </a:lnTo>
                <a:lnTo>
                  <a:pt x="342398" y="54938"/>
                </a:lnTo>
                <a:lnTo>
                  <a:pt x="342438" y="55775"/>
                </a:lnTo>
                <a:lnTo>
                  <a:pt x="342462" y="56635"/>
                </a:lnTo>
                <a:lnTo>
                  <a:pt x="342470" y="57518"/>
                </a:lnTo>
                <a:lnTo>
                  <a:pt x="342470" y="63621"/>
                </a:lnTo>
                <a:lnTo>
                  <a:pt x="341209" y="63638"/>
                </a:lnTo>
                <a:lnTo>
                  <a:pt x="339962" y="63661"/>
                </a:lnTo>
                <a:lnTo>
                  <a:pt x="338728" y="63690"/>
                </a:lnTo>
                <a:lnTo>
                  <a:pt x="337507" y="63726"/>
                </a:lnTo>
                <a:lnTo>
                  <a:pt x="336300" y="63769"/>
                </a:lnTo>
                <a:lnTo>
                  <a:pt x="335107" y="63817"/>
                </a:lnTo>
                <a:lnTo>
                  <a:pt x="333926" y="63872"/>
                </a:lnTo>
                <a:lnTo>
                  <a:pt x="332759" y="63933"/>
                </a:lnTo>
                <a:lnTo>
                  <a:pt x="331605" y="64001"/>
                </a:lnTo>
                <a:lnTo>
                  <a:pt x="330465" y="64075"/>
                </a:lnTo>
                <a:lnTo>
                  <a:pt x="329337" y="64155"/>
                </a:lnTo>
                <a:lnTo>
                  <a:pt x="328224" y="64242"/>
                </a:lnTo>
                <a:lnTo>
                  <a:pt x="327123" y="64335"/>
                </a:lnTo>
                <a:lnTo>
                  <a:pt x="326036" y="64434"/>
                </a:lnTo>
                <a:lnTo>
                  <a:pt x="324962" y="64539"/>
                </a:lnTo>
                <a:lnTo>
                  <a:pt x="323902" y="64651"/>
                </a:lnTo>
                <a:lnTo>
                  <a:pt x="322855" y="64769"/>
                </a:lnTo>
                <a:lnTo>
                  <a:pt x="321821" y="64894"/>
                </a:lnTo>
                <a:lnTo>
                  <a:pt x="320801" y="65025"/>
                </a:lnTo>
                <a:lnTo>
                  <a:pt x="319793" y="65162"/>
                </a:lnTo>
                <a:lnTo>
                  <a:pt x="318800" y="65306"/>
                </a:lnTo>
                <a:lnTo>
                  <a:pt x="317819" y="65455"/>
                </a:lnTo>
                <a:lnTo>
                  <a:pt x="316852" y="65612"/>
                </a:lnTo>
                <a:lnTo>
                  <a:pt x="315899" y="65774"/>
                </a:lnTo>
                <a:lnTo>
                  <a:pt x="314960" y="65946"/>
                </a:lnTo>
                <a:lnTo>
                  <a:pt x="314040" y="66131"/>
                </a:lnTo>
                <a:lnTo>
                  <a:pt x="313138" y="66328"/>
                </a:lnTo>
                <a:lnTo>
                  <a:pt x="312254" y="66538"/>
                </a:lnTo>
                <a:lnTo>
                  <a:pt x="311387" y="66761"/>
                </a:lnTo>
                <a:lnTo>
                  <a:pt x="310539" y="66996"/>
                </a:lnTo>
                <a:lnTo>
                  <a:pt x="309708" y="67244"/>
                </a:lnTo>
                <a:lnTo>
                  <a:pt x="308896" y="67504"/>
                </a:lnTo>
                <a:lnTo>
                  <a:pt x="308101" y="67778"/>
                </a:lnTo>
                <a:lnTo>
                  <a:pt x="307324" y="68063"/>
                </a:lnTo>
                <a:lnTo>
                  <a:pt x="306565" y="68362"/>
                </a:lnTo>
                <a:lnTo>
                  <a:pt x="305824" y="68673"/>
                </a:lnTo>
                <a:lnTo>
                  <a:pt x="305101" y="68997"/>
                </a:lnTo>
                <a:lnTo>
                  <a:pt x="304396" y="69333"/>
                </a:lnTo>
                <a:lnTo>
                  <a:pt x="303709" y="69682"/>
                </a:lnTo>
                <a:lnTo>
                  <a:pt x="303040" y="70044"/>
                </a:lnTo>
                <a:lnTo>
                  <a:pt x="302389" y="70419"/>
                </a:lnTo>
                <a:lnTo>
                  <a:pt x="301755" y="70806"/>
                </a:lnTo>
                <a:lnTo>
                  <a:pt x="301140" y="71205"/>
                </a:lnTo>
                <a:lnTo>
                  <a:pt x="300542" y="71618"/>
                </a:lnTo>
                <a:lnTo>
                  <a:pt x="299963" y="72043"/>
                </a:lnTo>
                <a:lnTo>
                  <a:pt x="299401" y="72480"/>
                </a:lnTo>
                <a:lnTo>
                  <a:pt x="298857" y="72931"/>
                </a:lnTo>
                <a:lnTo>
                  <a:pt x="298331" y="73394"/>
                </a:lnTo>
                <a:lnTo>
                  <a:pt x="297825" y="73872"/>
                </a:lnTo>
                <a:lnTo>
                  <a:pt x="297341" y="74369"/>
                </a:lnTo>
                <a:lnTo>
                  <a:pt x="296878" y="74884"/>
                </a:lnTo>
                <a:lnTo>
                  <a:pt x="296436" y="75418"/>
                </a:lnTo>
                <a:lnTo>
                  <a:pt x="296016" y="75970"/>
                </a:lnTo>
                <a:lnTo>
                  <a:pt x="295618" y="76540"/>
                </a:lnTo>
                <a:lnTo>
                  <a:pt x="295241" y="77129"/>
                </a:lnTo>
                <a:lnTo>
                  <a:pt x="294885" y="77737"/>
                </a:lnTo>
                <a:lnTo>
                  <a:pt x="294552" y="78362"/>
                </a:lnTo>
                <a:lnTo>
                  <a:pt x="294239" y="79006"/>
                </a:lnTo>
                <a:lnTo>
                  <a:pt x="293949" y="79669"/>
                </a:lnTo>
                <a:lnTo>
                  <a:pt x="293679" y="80350"/>
                </a:lnTo>
                <a:lnTo>
                  <a:pt x="293432" y="81049"/>
                </a:lnTo>
                <a:lnTo>
                  <a:pt x="293206" y="81767"/>
                </a:lnTo>
                <a:lnTo>
                  <a:pt x="293001" y="82503"/>
                </a:lnTo>
                <a:lnTo>
                  <a:pt x="292818" y="83257"/>
                </a:lnTo>
                <a:lnTo>
                  <a:pt x="292656" y="84030"/>
                </a:lnTo>
                <a:lnTo>
                  <a:pt x="292516" y="84821"/>
                </a:lnTo>
                <a:lnTo>
                  <a:pt x="292398" y="85631"/>
                </a:lnTo>
                <a:lnTo>
                  <a:pt x="292301" y="86459"/>
                </a:lnTo>
                <a:lnTo>
                  <a:pt x="292226" y="87305"/>
                </a:lnTo>
                <a:lnTo>
                  <a:pt x="292172" y="88170"/>
                </a:lnTo>
                <a:lnTo>
                  <a:pt x="292139" y="89053"/>
                </a:lnTo>
                <a:lnTo>
                  <a:pt x="292129" y="89955"/>
                </a:lnTo>
                <a:lnTo>
                  <a:pt x="292134" y="90585"/>
                </a:lnTo>
                <a:lnTo>
                  <a:pt x="292150" y="91207"/>
                </a:lnTo>
                <a:lnTo>
                  <a:pt x="292177" y="91821"/>
                </a:lnTo>
                <a:lnTo>
                  <a:pt x="292215" y="92426"/>
                </a:lnTo>
                <a:lnTo>
                  <a:pt x="292264" y="93022"/>
                </a:lnTo>
                <a:lnTo>
                  <a:pt x="292324" y="93609"/>
                </a:lnTo>
                <a:lnTo>
                  <a:pt x="292394" y="94188"/>
                </a:lnTo>
                <a:lnTo>
                  <a:pt x="292476" y="94759"/>
                </a:lnTo>
                <a:lnTo>
                  <a:pt x="292568" y="95320"/>
                </a:lnTo>
                <a:lnTo>
                  <a:pt x="292671" y="95873"/>
                </a:lnTo>
                <a:lnTo>
                  <a:pt x="292784" y="96418"/>
                </a:lnTo>
                <a:lnTo>
                  <a:pt x="292909" y="96953"/>
                </a:lnTo>
                <a:lnTo>
                  <a:pt x="293044" y="97481"/>
                </a:lnTo>
                <a:lnTo>
                  <a:pt x="293191" y="97999"/>
                </a:lnTo>
                <a:lnTo>
                  <a:pt x="293348" y="98509"/>
                </a:lnTo>
                <a:lnTo>
                  <a:pt x="293516" y="99010"/>
                </a:lnTo>
                <a:lnTo>
                  <a:pt x="293695" y="99503"/>
                </a:lnTo>
                <a:lnTo>
                  <a:pt x="293884" y="99987"/>
                </a:lnTo>
                <a:lnTo>
                  <a:pt x="294085" y="100462"/>
                </a:lnTo>
                <a:lnTo>
                  <a:pt x="294296" y="100929"/>
                </a:lnTo>
                <a:lnTo>
                  <a:pt x="294518" y="101387"/>
                </a:lnTo>
                <a:lnTo>
                  <a:pt x="294751" y="101837"/>
                </a:lnTo>
                <a:lnTo>
                  <a:pt x="294995" y="102278"/>
                </a:lnTo>
                <a:lnTo>
                  <a:pt x="295250" y="102710"/>
                </a:lnTo>
                <a:lnTo>
                  <a:pt x="295514" y="103133"/>
                </a:lnTo>
                <a:lnTo>
                  <a:pt x="295785" y="103548"/>
                </a:lnTo>
                <a:lnTo>
                  <a:pt x="296063" y="103953"/>
                </a:lnTo>
                <a:lnTo>
                  <a:pt x="296348" y="104350"/>
                </a:lnTo>
                <a:lnTo>
                  <a:pt x="296641" y="104738"/>
                </a:lnTo>
                <a:lnTo>
                  <a:pt x="296941" y="105116"/>
                </a:lnTo>
                <a:lnTo>
                  <a:pt x="297248" y="105486"/>
                </a:lnTo>
                <a:lnTo>
                  <a:pt x="297562" y="105847"/>
                </a:lnTo>
                <a:lnTo>
                  <a:pt x="297884" y="106199"/>
                </a:lnTo>
                <a:lnTo>
                  <a:pt x="298212" y="106542"/>
                </a:lnTo>
                <a:lnTo>
                  <a:pt x="298548" y="106877"/>
                </a:lnTo>
                <a:lnTo>
                  <a:pt x="298891" y="107202"/>
                </a:lnTo>
                <a:lnTo>
                  <a:pt x="299242" y="107519"/>
                </a:lnTo>
                <a:lnTo>
                  <a:pt x="299600" y="107826"/>
                </a:lnTo>
                <a:lnTo>
                  <a:pt x="299964" y="108125"/>
                </a:lnTo>
                <a:lnTo>
                  <a:pt x="300337" y="108415"/>
                </a:lnTo>
                <a:lnTo>
                  <a:pt x="300716" y="108695"/>
                </a:lnTo>
                <a:lnTo>
                  <a:pt x="301102" y="108967"/>
                </a:lnTo>
                <a:lnTo>
                  <a:pt x="301496" y="109230"/>
                </a:lnTo>
                <a:lnTo>
                  <a:pt x="301897" y="109485"/>
                </a:lnTo>
                <a:lnTo>
                  <a:pt x="302305" y="109730"/>
                </a:lnTo>
                <a:lnTo>
                  <a:pt x="302721" y="109966"/>
                </a:lnTo>
                <a:lnTo>
                  <a:pt x="303144" y="110194"/>
                </a:lnTo>
                <a:lnTo>
                  <a:pt x="303573" y="110412"/>
                </a:lnTo>
                <a:lnTo>
                  <a:pt x="304009" y="110622"/>
                </a:lnTo>
                <a:lnTo>
                  <a:pt x="304448" y="110822"/>
                </a:lnTo>
                <a:lnTo>
                  <a:pt x="304891" y="111014"/>
                </a:lnTo>
                <a:lnTo>
                  <a:pt x="305339" y="111196"/>
                </a:lnTo>
                <a:lnTo>
                  <a:pt x="305790" y="111370"/>
                </a:lnTo>
                <a:lnTo>
                  <a:pt x="306245" y="111535"/>
                </a:lnTo>
                <a:lnTo>
                  <a:pt x="306703" y="111691"/>
                </a:lnTo>
                <a:lnTo>
                  <a:pt x="307166" y="111838"/>
                </a:lnTo>
                <a:lnTo>
                  <a:pt x="307633" y="111976"/>
                </a:lnTo>
                <a:lnTo>
                  <a:pt x="308103" y="112105"/>
                </a:lnTo>
                <a:lnTo>
                  <a:pt x="308577" y="112226"/>
                </a:lnTo>
                <a:lnTo>
                  <a:pt x="309056" y="112337"/>
                </a:lnTo>
                <a:lnTo>
                  <a:pt x="309538" y="112440"/>
                </a:lnTo>
                <a:lnTo>
                  <a:pt x="310024" y="112533"/>
                </a:lnTo>
                <a:lnTo>
                  <a:pt x="310514" y="112618"/>
                </a:lnTo>
                <a:lnTo>
                  <a:pt x="311008" y="112694"/>
                </a:lnTo>
                <a:lnTo>
                  <a:pt x="311505" y="112760"/>
                </a:lnTo>
                <a:lnTo>
                  <a:pt x="312007" y="112818"/>
                </a:lnTo>
                <a:lnTo>
                  <a:pt x="312512" y="112867"/>
                </a:lnTo>
                <a:lnTo>
                  <a:pt x="313022" y="112907"/>
                </a:lnTo>
                <a:lnTo>
                  <a:pt x="313535" y="112939"/>
                </a:lnTo>
                <a:lnTo>
                  <a:pt x="314052" y="112961"/>
                </a:lnTo>
                <a:lnTo>
                  <a:pt x="314573" y="112974"/>
                </a:lnTo>
                <a:lnTo>
                  <a:pt x="315098" y="112979"/>
                </a:lnTo>
                <a:lnTo>
                  <a:pt x="315841" y="112973"/>
                </a:lnTo>
                <a:lnTo>
                  <a:pt x="316577" y="112955"/>
                </a:lnTo>
                <a:lnTo>
                  <a:pt x="317305" y="112925"/>
                </a:lnTo>
                <a:lnTo>
                  <a:pt x="318026" y="112883"/>
                </a:lnTo>
                <a:lnTo>
                  <a:pt x="318739" y="112829"/>
                </a:lnTo>
                <a:close/>
                <a:moveTo>
                  <a:pt x="316028" y="102567"/>
                </a:moveTo>
                <a:lnTo>
                  <a:pt x="315543" y="102498"/>
                </a:lnTo>
                <a:lnTo>
                  <a:pt x="315071" y="102417"/>
                </a:lnTo>
                <a:lnTo>
                  <a:pt x="314609" y="102324"/>
                </a:lnTo>
                <a:lnTo>
                  <a:pt x="314159" y="102218"/>
                </a:lnTo>
                <a:lnTo>
                  <a:pt x="313720" y="102099"/>
                </a:lnTo>
                <a:lnTo>
                  <a:pt x="313293" y="101968"/>
                </a:lnTo>
                <a:lnTo>
                  <a:pt x="312877" y="101825"/>
                </a:lnTo>
                <a:lnTo>
                  <a:pt x="312473" y="101669"/>
                </a:lnTo>
                <a:lnTo>
                  <a:pt x="312080" y="101501"/>
                </a:lnTo>
                <a:lnTo>
                  <a:pt x="311698" y="101320"/>
                </a:lnTo>
                <a:lnTo>
                  <a:pt x="311328" y="101127"/>
                </a:lnTo>
                <a:lnTo>
                  <a:pt x="310969" y="100921"/>
                </a:lnTo>
                <a:lnTo>
                  <a:pt x="310621" y="100703"/>
                </a:lnTo>
                <a:lnTo>
                  <a:pt x="310285" y="100472"/>
                </a:lnTo>
                <a:lnTo>
                  <a:pt x="309961" y="100229"/>
                </a:lnTo>
                <a:lnTo>
                  <a:pt x="309647" y="99973"/>
                </a:lnTo>
                <a:lnTo>
                  <a:pt x="309345" y="99705"/>
                </a:lnTo>
                <a:lnTo>
                  <a:pt x="309055" y="99425"/>
                </a:lnTo>
                <a:lnTo>
                  <a:pt x="308776" y="99132"/>
                </a:lnTo>
                <a:lnTo>
                  <a:pt x="308508" y="98828"/>
                </a:lnTo>
                <a:lnTo>
                  <a:pt x="308251" y="98516"/>
                </a:lnTo>
                <a:lnTo>
                  <a:pt x="308007" y="98195"/>
                </a:lnTo>
                <a:lnTo>
                  <a:pt x="307773" y="97865"/>
                </a:lnTo>
                <a:lnTo>
                  <a:pt x="307551" y="97526"/>
                </a:lnTo>
                <a:lnTo>
                  <a:pt x="307340" y="97179"/>
                </a:lnTo>
                <a:lnTo>
                  <a:pt x="307141" y="96824"/>
                </a:lnTo>
                <a:lnTo>
                  <a:pt x="306953" y="96459"/>
                </a:lnTo>
                <a:lnTo>
                  <a:pt x="306776" y="96086"/>
                </a:lnTo>
                <a:lnTo>
                  <a:pt x="306611" y="95705"/>
                </a:lnTo>
                <a:lnTo>
                  <a:pt x="306457" y="95314"/>
                </a:lnTo>
                <a:lnTo>
                  <a:pt x="306315" y="94915"/>
                </a:lnTo>
                <a:lnTo>
                  <a:pt x="306184" y="94507"/>
                </a:lnTo>
                <a:lnTo>
                  <a:pt x="306064" y="94091"/>
                </a:lnTo>
                <a:lnTo>
                  <a:pt x="305956" y="93666"/>
                </a:lnTo>
                <a:lnTo>
                  <a:pt x="305859" y="93233"/>
                </a:lnTo>
                <a:lnTo>
                  <a:pt x="305773" y="92790"/>
                </a:lnTo>
                <a:lnTo>
                  <a:pt x="305699" y="92339"/>
                </a:lnTo>
                <a:lnTo>
                  <a:pt x="305637" y="91880"/>
                </a:lnTo>
                <a:lnTo>
                  <a:pt x="305585" y="91411"/>
                </a:lnTo>
                <a:lnTo>
                  <a:pt x="305546" y="90934"/>
                </a:lnTo>
                <a:lnTo>
                  <a:pt x="305517" y="90449"/>
                </a:lnTo>
                <a:lnTo>
                  <a:pt x="305500" y="89954"/>
                </a:lnTo>
                <a:lnTo>
                  <a:pt x="305494" y="89452"/>
                </a:lnTo>
                <a:lnTo>
                  <a:pt x="305509" y="88693"/>
                </a:lnTo>
                <a:lnTo>
                  <a:pt x="305554" y="87952"/>
                </a:lnTo>
                <a:lnTo>
                  <a:pt x="305628" y="87229"/>
                </a:lnTo>
                <a:lnTo>
                  <a:pt x="305732" y="86524"/>
                </a:lnTo>
                <a:lnTo>
                  <a:pt x="305866" y="85838"/>
                </a:lnTo>
                <a:lnTo>
                  <a:pt x="306029" y="85169"/>
                </a:lnTo>
                <a:lnTo>
                  <a:pt x="306223" y="84519"/>
                </a:lnTo>
                <a:lnTo>
                  <a:pt x="306446" y="83886"/>
                </a:lnTo>
                <a:lnTo>
                  <a:pt x="306698" y="83272"/>
                </a:lnTo>
                <a:lnTo>
                  <a:pt x="306981" y="82676"/>
                </a:lnTo>
                <a:lnTo>
                  <a:pt x="307293" y="82097"/>
                </a:lnTo>
                <a:lnTo>
                  <a:pt x="307635" y="81537"/>
                </a:lnTo>
                <a:lnTo>
                  <a:pt x="308007" y="80995"/>
                </a:lnTo>
                <a:lnTo>
                  <a:pt x="308408" y="80471"/>
                </a:lnTo>
                <a:lnTo>
                  <a:pt x="308839" y="79965"/>
                </a:lnTo>
                <a:lnTo>
                  <a:pt x="309300" y="79477"/>
                </a:lnTo>
                <a:lnTo>
                  <a:pt x="309791" y="79007"/>
                </a:lnTo>
                <a:lnTo>
                  <a:pt x="310311" y="78555"/>
                </a:lnTo>
                <a:lnTo>
                  <a:pt x="310861" y="78121"/>
                </a:lnTo>
                <a:lnTo>
                  <a:pt x="311441" y="77706"/>
                </a:lnTo>
                <a:lnTo>
                  <a:pt x="312051" y="77308"/>
                </a:lnTo>
                <a:lnTo>
                  <a:pt x="312690" y="76928"/>
                </a:lnTo>
                <a:lnTo>
                  <a:pt x="313359" y="76567"/>
                </a:lnTo>
                <a:lnTo>
                  <a:pt x="314058" y="76223"/>
                </a:lnTo>
                <a:lnTo>
                  <a:pt x="314791" y="75895"/>
                </a:lnTo>
                <a:lnTo>
                  <a:pt x="315563" y="75580"/>
                </a:lnTo>
                <a:lnTo>
                  <a:pt x="316374" y="75278"/>
                </a:lnTo>
                <a:lnTo>
                  <a:pt x="317224" y="74989"/>
                </a:lnTo>
                <a:lnTo>
                  <a:pt x="318112" y="74713"/>
                </a:lnTo>
                <a:lnTo>
                  <a:pt x="319040" y="74450"/>
                </a:lnTo>
                <a:lnTo>
                  <a:pt x="320006" y="74200"/>
                </a:lnTo>
                <a:lnTo>
                  <a:pt x="321012" y="73964"/>
                </a:lnTo>
                <a:lnTo>
                  <a:pt x="322056" y="73740"/>
                </a:lnTo>
                <a:lnTo>
                  <a:pt x="323139" y="73530"/>
                </a:lnTo>
                <a:lnTo>
                  <a:pt x="324261" y="73332"/>
                </a:lnTo>
                <a:lnTo>
                  <a:pt x="325422" y="73148"/>
                </a:lnTo>
                <a:lnTo>
                  <a:pt x="326622" y="72976"/>
                </a:lnTo>
                <a:lnTo>
                  <a:pt x="327861" y="72818"/>
                </a:lnTo>
                <a:lnTo>
                  <a:pt x="329139" y="72673"/>
                </a:lnTo>
                <a:lnTo>
                  <a:pt x="330456" y="72541"/>
                </a:lnTo>
                <a:lnTo>
                  <a:pt x="331811" y="72422"/>
                </a:lnTo>
                <a:lnTo>
                  <a:pt x="333206" y="72316"/>
                </a:lnTo>
                <a:lnTo>
                  <a:pt x="334639" y="72223"/>
                </a:lnTo>
                <a:lnTo>
                  <a:pt x="336111" y="72143"/>
                </a:lnTo>
                <a:lnTo>
                  <a:pt x="337623" y="72076"/>
                </a:lnTo>
                <a:lnTo>
                  <a:pt x="339173" y="72022"/>
                </a:lnTo>
                <a:lnTo>
                  <a:pt x="340762" y="71981"/>
                </a:lnTo>
                <a:lnTo>
                  <a:pt x="342390" y="71954"/>
                </a:lnTo>
                <a:lnTo>
                  <a:pt x="342390" y="89113"/>
                </a:lnTo>
                <a:lnTo>
                  <a:pt x="342040" y="89617"/>
                </a:lnTo>
                <a:lnTo>
                  <a:pt x="341683" y="90112"/>
                </a:lnTo>
                <a:lnTo>
                  <a:pt x="341320" y="90599"/>
                </a:lnTo>
                <a:lnTo>
                  <a:pt x="340951" y="91078"/>
                </a:lnTo>
                <a:lnTo>
                  <a:pt x="340576" y="91549"/>
                </a:lnTo>
                <a:lnTo>
                  <a:pt x="340194" y="92012"/>
                </a:lnTo>
                <a:lnTo>
                  <a:pt x="339805" y="92466"/>
                </a:lnTo>
                <a:lnTo>
                  <a:pt x="339411" y="92913"/>
                </a:lnTo>
                <a:lnTo>
                  <a:pt x="339009" y="93352"/>
                </a:lnTo>
                <a:lnTo>
                  <a:pt x="338602" y="93782"/>
                </a:lnTo>
                <a:lnTo>
                  <a:pt x="338188" y="94205"/>
                </a:lnTo>
                <a:lnTo>
                  <a:pt x="337768" y="94619"/>
                </a:lnTo>
                <a:lnTo>
                  <a:pt x="337341" y="95025"/>
                </a:lnTo>
                <a:lnTo>
                  <a:pt x="336908" y="95424"/>
                </a:lnTo>
                <a:lnTo>
                  <a:pt x="336468" y="95814"/>
                </a:lnTo>
                <a:lnTo>
                  <a:pt x="336022" y="96196"/>
                </a:lnTo>
                <a:lnTo>
                  <a:pt x="335570" y="96570"/>
                </a:lnTo>
                <a:lnTo>
                  <a:pt x="335112" y="96936"/>
                </a:lnTo>
                <a:lnTo>
                  <a:pt x="334646" y="97294"/>
                </a:lnTo>
                <a:lnTo>
                  <a:pt x="334175" y="97643"/>
                </a:lnTo>
                <a:lnTo>
                  <a:pt x="333697" y="97985"/>
                </a:lnTo>
                <a:lnTo>
                  <a:pt x="333213" y="98319"/>
                </a:lnTo>
                <a:lnTo>
                  <a:pt x="332722" y="98644"/>
                </a:lnTo>
                <a:lnTo>
                  <a:pt x="332225" y="98962"/>
                </a:lnTo>
                <a:lnTo>
                  <a:pt x="331722" y="99268"/>
                </a:lnTo>
                <a:lnTo>
                  <a:pt x="331214" y="99562"/>
                </a:lnTo>
                <a:lnTo>
                  <a:pt x="330700" y="99843"/>
                </a:lnTo>
                <a:lnTo>
                  <a:pt x="330180" y="100111"/>
                </a:lnTo>
                <a:lnTo>
                  <a:pt x="329655" y="100365"/>
                </a:lnTo>
                <a:lnTo>
                  <a:pt x="329124" y="100607"/>
                </a:lnTo>
                <a:lnTo>
                  <a:pt x="328588" y="100836"/>
                </a:lnTo>
                <a:lnTo>
                  <a:pt x="328046" y="101051"/>
                </a:lnTo>
                <a:lnTo>
                  <a:pt x="327498" y="101253"/>
                </a:lnTo>
                <a:lnTo>
                  <a:pt x="326945" y="101443"/>
                </a:lnTo>
                <a:lnTo>
                  <a:pt x="326387" y="101619"/>
                </a:lnTo>
                <a:lnTo>
                  <a:pt x="325823" y="101782"/>
                </a:lnTo>
                <a:lnTo>
                  <a:pt x="325253" y="101932"/>
                </a:lnTo>
                <a:lnTo>
                  <a:pt x="324678" y="102070"/>
                </a:lnTo>
                <a:lnTo>
                  <a:pt x="324097" y="102194"/>
                </a:lnTo>
                <a:lnTo>
                  <a:pt x="323511" y="102305"/>
                </a:lnTo>
                <a:lnTo>
                  <a:pt x="322919" y="102403"/>
                </a:lnTo>
                <a:lnTo>
                  <a:pt x="322321" y="102487"/>
                </a:lnTo>
                <a:lnTo>
                  <a:pt x="321718" y="102559"/>
                </a:lnTo>
                <a:lnTo>
                  <a:pt x="321110" y="102618"/>
                </a:lnTo>
                <a:lnTo>
                  <a:pt x="320495" y="102664"/>
                </a:lnTo>
                <a:lnTo>
                  <a:pt x="319876" y="102696"/>
                </a:lnTo>
                <a:lnTo>
                  <a:pt x="319250" y="102716"/>
                </a:lnTo>
                <a:lnTo>
                  <a:pt x="318620" y="102723"/>
                </a:lnTo>
                <a:lnTo>
                  <a:pt x="318078" y="102716"/>
                </a:lnTo>
                <a:lnTo>
                  <a:pt x="317549" y="102698"/>
                </a:lnTo>
                <a:lnTo>
                  <a:pt x="317030" y="102666"/>
                </a:lnTo>
                <a:lnTo>
                  <a:pt x="316523" y="102623"/>
                </a:lnTo>
                <a:lnTo>
                  <a:pt x="316028" y="102567"/>
                </a:lnTo>
                <a:close/>
                <a:moveTo>
                  <a:pt x="382244" y="111536"/>
                </a:moveTo>
                <a:lnTo>
                  <a:pt x="382244" y="30288"/>
                </a:lnTo>
                <a:lnTo>
                  <a:pt x="368878" y="30288"/>
                </a:lnTo>
                <a:lnTo>
                  <a:pt x="368878" y="111536"/>
                </a:lnTo>
                <a:lnTo>
                  <a:pt x="382244" y="111536"/>
                </a:lnTo>
                <a:close/>
                <a:moveTo>
                  <a:pt x="477156" y="111536"/>
                </a:moveTo>
                <a:lnTo>
                  <a:pt x="490522" y="111536"/>
                </a:lnTo>
                <a:lnTo>
                  <a:pt x="490522" y="30288"/>
                </a:lnTo>
                <a:lnTo>
                  <a:pt x="477156" y="30288"/>
                </a:lnTo>
                <a:lnTo>
                  <a:pt x="477156" y="111536"/>
                </a:lnTo>
                <a:close/>
                <a:moveTo>
                  <a:pt x="485093" y="15483"/>
                </a:moveTo>
                <a:lnTo>
                  <a:pt x="485384" y="15449"/>
                </a:lnTo>
                <a:lnTo>
                  <a:pt x="485670" y="15407"/>
                </a:lnTo>
                <a:lnTo>
                  <a:pt x="485951" y="15357"/>
                </a:lnTo>
                <a:lnTo>
                  <a:pt x="486226" y="15300"/>
                </a:lnTo>
                <a:lnTo>
                  <a:pt x="486497" y="15235"/>
                </a:lnTo>
                <a:lnTo>
                  <a:pt x="486763" y="15162"/>
                </a:lnTo>
                <a:lnTo>
                  <a:pt x="487024" y="15082"/>
                </a:lnTo>
                <a:lnTo>
                  <a:pt x="487280" y="14994"/>
                </a:lnTo>
                <a:lnTo>
                  <a:pt x="487531" y="14898"/>
                </a:lnTo>
                <a:lnTo>
                  <a:pt x="487777" y="14795"/>
                </a:lnTo>
                <a:lnTo>
                  <a:pt x="488018" y="14684"/>
                </a:lnTo>
                <a:lnTo>
                  <a:pt x="488254" y="14565"/>
                </a:lnTo>
                <a:lnTo>
                  <a:pt x="488485" y="14439"/>
                </a:lnTo>
                <a:lnTo>
                  <a:pt x="488711" y="14305"/>
                </a:lnTo>
                <a:lnTo>
                  <a:pt x="488932" y="14164"/>
                </a:lnTo>
                <a:lnTo>
                  <a:pt x="489148" y="14014"/>
                </a:lnTo>
                <a:lnTo>
                  <a:pt x="489359" y="13858"/>
                </a:lnTo>
                <a:lnTo>
                  <a:pt x="489565" y="13693"/>
                </a:lnTo>
                <a:lnTo>
                  <a:pt x="489765" y="13521"/>
                </a:lnTo>
                <a:lnTo>
                  <a:pt x="489961" y="13341"/>
                </a:lnTo>
                <a:lnTo>
                  <a:pt x="490151" y="13155"/>
                </a:lnTo>
                <a:lnTo>
                  <a:pt x="490332" y="12966"/>
                </a:lnTo>
                <a:lnTo>
                  <a:pt x="490505" y="12772"/>
                </a:lnTo>
                <a:lnTo>
                  <a:pt x="490671" y="12574"/>
                </a:lnTo>
                <a:lnTo>
                  <a:pt x="490828" y="12373"/>
                </a:lnTo>
                <a:lnTo>
                  <a:pt x="490977" y="12167"/>
                </a:lnTo>
                <a:lnTo>
                  <a:pt x="491118" y="11957"/>
                </a:lnTo>
                <a:lnTo>
                  <a:pt x="491251" y="11743"/>
                </a:lnTo>
                <a:lnTo>
                  <a:pt x="491376" y="11525"/>
                </a:lnTo>
                <a:lnTo>
                  <a:pt x="491493" y="11303"/>
                </a:lnTo>
                <a:lnTo>
                  <a:pt x="491601" y="11077"/>
                </a:lnTo>
                <a:lnTo>
                  <a:pt x="491702" y="10847"/>
                </a:lnTo>
                <a:lnTo>
                  <a:pt x="491795" y="10613"/>
                </a:lnTo>
                <a:lnTo>
                  <a:pt x="491879" y="10375"/>
                </a:lnTo>
                <a:lnTo>
                  <a:pt x="491956" y="10133"/>
                </a:lnTo>
                <a:lnTo>
                  <a:pt x="492024" y="9887"/>
                </a:lnTo>
                <a:lnTo>
                  <a:pt x="492085" y="9637"/>
                </a:lnTo>
                <a:lnTo>
                  <a:pt x="492137" y="9382"/>
                </a:lnTo>
                <a:lnTo>
                  <a:pt x="492182" y="9124"/>
                </a:lnTo>
                <a:lnTo>
                  <a:pt x="492218" y="8862"/>
                </a:lnTo>
                <a:lnTo>
                  <a:pt x="492246" y="8595"/>
                </a:lnTo>
                <a:lnTo>
                  <a:pt x="492266" y="8325"/>
                </a:lnTo>
                <a:lnTo>
                  <a:pt x="492278" y="8051"/>
                </a:lnTo>
                <a:lnTo>
                  <a:pt x="492282" y="7772"/>
                </a:lnTo>
                <a:lnTo>
                  <a:pt x="492278" y="7494"/>
                </a:lnTo>
                <a:lnTo>
                  <a:pt x="492266" y="7219"/>
                </a:lnTo>
                <a:lnTo>
                  <a:pt x="492246" y="6949"/>
                </a:lnTo>
                <a:lnTo>
                  <a:pt x="492218" y="6683"/>
                </a:lnTo>
                <a:lnTo>
                  <a:pt x="492182" y="6421"/>
                </a:lnTo>
                <a:lnTo>
                  <a:pt x="492137" y="6162"/>
                </a:lnTo>
                <a:lnTo>
                  <a:pt x="492085" y="5908"/>
                </a:lnTo>
                <a:lnTo>
                  <a:pt x="492024" y="5658"/>
                </a:lnTo>
                <a:lnTo>
                  <a:pt x="491956" y="5412"/>
                </a:lnTo>
                <a:lnTo>
                  <a:pt x="491879" y="5170"/>
                </a:lnTo>
                <a:lnTo>
                  <a:pt x="491795" y="4931"/>
                </a:lnTo>
                <a:lnTo>
                  <a:pt x="491702" y="4697"/>
                </a:lnTo>
                <a:lnTo>
                  <a:pt x="491601" y="4467"/>
                </a:lnTo>
                <a:lnTo>
                  <a:pt x="491493" y="4241"/>
                </a:lnTo>
                <a:lnTo>
                  <a:pt x="491376" y="4019"/>
                </a:lnTo>
                <a:lnTo>
                  <a:pt x="491251" y="3802"/>
                </a:lnTo>
                <a:lnTo>
                  <a:pt x="491118" y="3588"/>
                </a:lnTo>
                <a:lnTo>
                  <a:pt x="490977" y="3378"/>
                </a:lnTo>
                <a:lnTo>
                  <a:pt x="490828" y="3172"/>
                </a:lnTo>
                <a:lnTo>
                  <a:pt x="490671" y="2970"/>
                </a:lnTo>
                <a:lnTo>
                  <a:pt x="490505" y="2773"/>
                </a:lnTo>
                <a:lnTo>
                  <a:pt x="490332" y="2579"/>
                </a:lnTo>
                <a:lnTo>
                  <a:pt x="490151" y="2389"/>
                </a:lnTo>
                <a:lnTo>
                  <a:pt x="489961" y="2203"/>
                </a:lnTo>
                <a:lnTo>
                  <a:pt x="489765" y="2024"/>
                </a:lnTo>
                <a:lnTo>
                  <a:pt x="489565" y="1852"/>
                </a:lnTo>
                <a:lnTo>
                  <a:pt x="489359" y="1687"/>
                </a:lnTo>
                <a:lnTo>
                  <a:pt x="489148" y="1530"/>
                </a:lnTo>
                <a:lnTo>
                  <a:pt x="488932" y="1381"/>
                </a:lnTo>
                <a:lnTo>
                  <a:pt x="488711" y="1239"/>
                </a:lnTo>
                <a:lnTo>
                  <a:pt x="488485" y="1106"/>
                </a:lnTo>
                <a:lnTo>
                  <a:pt x="488254" y="979"/>
                </a:lnTo>
                <a:lnTo>
                  <a:pt x="488018" y="861"/>
                </a:lnTo>
                <a:lnTo>
                  <a:pt x="487777" y="750"/>
                </a:lnTo>
                <a:lnTo>
                  <a:pt x="487531" y="647"/>
                </a:lnTo>
                <a:lnTo>
                  <a:pt x="487280" y="551"/>
                </a:lnTo>
                <a:lnTo>
                  <a:pt x="487024" y="463"/>
                </a:lnTo>
                <a:lnTo>
                  <a:pt x="486763" y="383"/>
                </a:lnTo>
                <a:lnTo>
                  <a:pt x="486497" y="310"/>
                </a:lnTo>
                <a:lnTo>
                  <a:pt x="486226" y="245"/>
                </a:lnTo>
                <a:lnTo>
                  <a:pt x="485951" y="187"/>
                </a:lnTo>
                <a:lnTo>
                  <a:pt x="485670" y="138"/>
                </a:lnTo>
                <a:lnTo>
                  <a:pt x="485384" y="96"/>
                </a:lnTo>
                <a:lnTo>
                  <a:pt x="485093" y="61"/>
                </a:lnTo>
                <a:lnTo>
                  <a:pt x="484797" y="34"/>
                </a:lnTo>
                <a:lnTo>
                  <a:pt x="484496" y="15"/>
                </a:lnTo>
                <a:lnTo>
                  <a:pt x="484190" y="4"/>
                </a:lnTo>
                <a:lnTo>
                  <a:pt x="483879" y="0"/>
                </a:lnTo>
                <a:lnTo>
                  <a:pt x="483561" y="4"/>
                </a:lnTo>
                <a:lnTo>
                  <a:pt x="483250" y="15"/>
                </a:lnTo>
                <a:lnTo>
                  <a:pt x="482943" y="34"/>
                </a:lnTo>
                <a:lnTo>
                  <a:pt x="482643" y="61"/>
                </a:lnTo>
                <a:lnTo>
                  <a:pt x="482348" y="96"/>
                </a:lnTo>
                <a:lnTo>
                  <a:pt x="482058" y="138"/>
                </a:lnTo>
                <a:lnTo>
                  <a:pt x="481774" y="187"/>
                </a:lnTo>
                <a:lnTo>
                  <a:pt x="481496" y="245"/>
                </a:lnTo>
                <a:lnTo>
                  <a:pt x="481223" y="310"/>
                </a:lnTo>
                <a:lnTo>
                  <a:pt x="480955" y="383"/>
                </a:lnTo>
                <a:lnTo>
                  <a:pt x="480694" y="463"/>
                </a:lnTo>
                <a:lnTo>
                  <a:pt x="480437" y="551"/>
                </a:lnTo>
                <a:lnTo>
                  <a:pt x="480187" y="647"/>
                </a:lnTo>
                <a:lnTo>
                  <a:pt x="479942" y="750"/>
                </a:lnTo>
                <a:lnTo>
                  <a:pt x="479702" y="861"/>
                </a:lnTo>
                <a:lnTo>
                  <a:pt x="479468" y="979"/>
                </a:lnTo>
                <a:lnTo>
                  <a:pt x="479240" y="1106"/>
                </a:lnTo>
                <a:lnTo>
                  <a:pt x="479017" y="1239"/>
                </a:lnTo>
                <a:lnTo>
                  <a:pt x="478800" y="1381"/>
                </a:lnTo>
                <a:lnTo>
                  <a:pt x="478588" y="1530"/>
                </a:lnTo>
                <a:lnTo>
                  <a:pt x="478382" y="1687"/>
                </a:lnTo>
                <a:lnTo>
                  <a:pt x="478181" y="1852"/>
                </a:lnTo>
                <a:lnTo>
                  <a:pt x="477986" y="2024"/>
                </a:lnTo>
                <a:lnTo>
                  <a:pt x="477796" y="2203"/>
                </a:lnTo>
                <a:lnTo>
                  <a:pt x="477613" y="2389"/>
                </a:lnTo>
                <a:lnTo>
                  <a:pt x="477438" y="2579"/>
                </a:lnTo>
                <a:lnTo>
                  <a:pt x="477271" y="2773"/>
                </a:lnTo>
                <a:lnTo>
                  <a:pt x="477112" y="2970"/>
                </a:lnTo>
                <a:lnTo>
                  <a:pt x="476960" y="3172"/>
                </a:lnTo>
                <a:lnTo>
                  <a:pt x="476816" y="3378"/>
                </a:lnTo>
                <a:lnTo>
                  <a:pt x="476680" y="3588"/>
                </a:lnTo>
                <a:lnTo>
                  <a:pt x="476551" y="3802"/>
                </a:lnTo>
                <a:lnTo>
                  <a:pt x="476431" y="4019"/>
                </a:lnTo>
                <a:lnTo>
                  <a:pt x="476318" y="4241"/>
                </a:lnTo>
                <a:lnTo>
                  <a:pt x="476213" y="4467"/>
                </a:lnTo>
                <a:lnTo>
                  <a:pt x="476116" y="4697"/>
                </a:lnTo>
                <a:lnTo>
                  <a:pt x="476026" y="4931"/>
                </a:lnTo>
                <a:lnTo>
                  <a:pt x="475944" y="5170"/>
                </a:lnTo>
                <a:lnTo>
                  <a:pt x="475871" y="5412"/>
                </a:lnTo>
                <a:lnTo>
                  <a:pt x="475804" y="5658"/>
                </a:lnTo>
                <a:lnTo>
                  <a:pt x="475746" y="5908"/>
                </a:lnTo>
                <a:lnTo>
                  <a:pt x="475695" y="6162"/>
                </a:lnTo>
                <a:lnTo>
                  <a:pt x="475653" y="6421"/>
                </a:lnTo>
                <a:lnTo>
                  <a:pt x="475618" y="6683"/>
                </a:lnTo>
                <a:lnTo>
                  <a:pt x="475590" y="6949"/>
                </a:lnTo>
                <a:lnTo>
                  <a:pt x="475571" y="7219"/>
                </a:lnTo>
                <a:lnTo>
                  <a:pt x="475559" y="7494"/>
                </a:lnTo>
                <a:lnTo>
                  <a:pt x="475555" y="7772"/>
                </a:lnTo>
                <a:lnTo>
                  <a:pt x="475559" y="8051"/>
                </a:lnTo>
                <a:lnTo>
                  <a:pt x="475571" y="8325"/>
                </a:lnTo>
                <a:lnTo>
                  <a:pt x="475590" y="8595"/>
                </a:lnTo>
                <a:lnTo>
                  <a:pt x="475618" y="8862"/>
                </a:lnTo>
                <a:lnTo>
                  <a:pt x="475653" y="9124"/>
                </a:lnTo>
                <a:lnTo>
                  <a:pt x="475695" y="9382"/>
                </a:lnTo>
                <a:lnTo>
                  <a:pt x="475746" y="9637"/>
                </a:lnTo>
                <a:lnTo>
                  <a:pt x="475804" y="9887"/>
                </a:lnTo>
                <a:lnTo>
                  <a:pt x="475871" y="10133"/>
                </a:lnTo>
                <a:lnTo>
                  <a:pt x="475944" y="10375"/>
                </a:lnTo>
                <a:lnTo>
                  <a:pt x="476026" y="10613"/>
                </a:lnTo>
                <a:lnTo>
                  <a:pt x="476116" y="10847"/>
                </a:lnTo>
                <a:lnTo>
                  <a:pt x="476213" y="11077"/>
                </a:lnTo>
                <a:lnTo>
                  <a:pt x="476318" y="11303"/>
                </a:lnTo>
                <a:lnTo>
                  <a:pt x="476431" y="11525"/>
                </a:lnTo>
                <a:lnTo>
                  <a:pt x="476551" y="11743"/>
                </a:lnTo>
                <a:lnTo>
                  <a:pt x="476680" y="11957"/>
                </a:lnTo>
                <a:lnTo>
                  <a:pt x="476816" y="12167"/>
                </a:lnTo>
                <a:lnTo>
                  <a:pt x="476960" y="12373"/>
                </a:lnTo>
                <a:lnTo>
                  <a:pt x="477112" y="12574"/>
                </a:lnTo>
                <a:lnTo>
                  <a:pt x="477271" y="12772"/>
                </a:lnTo>
                <a:lnTo>
                  <a:pt x="477438" y="12966"/>
                </a:lnTo>
                <a:lnTo>
                  <a:pt x="477613" y="13155"/>
                </a:lnTo>
                <a:lnTo>
                  <a:pt x="477796" y="13341"/>
                </a:lnTo>
                <a:lnTo>
                  <a:pt x="477986" y="13521"/>
                </a:lnTo>
                <a:lnTo>
                  <a:pt x="478181" y="13693"/>
                </a:lnTo>
                <a:lnTo>
                  <a:pt x="478382" y="13858"/>
                </a:lnTo>
                <a:lnTo>
                  <a:pt x="478588" y="14014"/>
                </a:lnTo>
                <a:lnTo>
                  <a:pt x="478800" y="14164"/>
                </a:lnTo>
                <a:lnTo>
                  <a:pt x="479017" y="14305"/>
                </a:lnTo>
                <a:lnTo>
                  <a:pt x="479240" y="14439"/>
                </a:lnTo>
                <a:lnTo>
                  <a:pt x="479468" y="14565"/>
                </a:lnTo>
                <a:lnTo>
                  <a:pt x="479702" y="14684"/>
                </a:lnTo>
                <a:lnTo>
                  <a:pt x="479942" y="14795"/>
                </a:lnTo>
                <a:lnTo>
                  <a:pt x="480187" y="14898"/>
                </a:lnTo>
                <a:lnTo>
                  <a:pt x="480437" y="14994"/>
                </a:lnTo>
                <a:lnTo>
                  <a:pt x="480694" y="15082"/>
                </a:lnTo>
                <a:lnTo>
                  <a:pt x="480955" y="15162"/>
                </a:lnTo>
                <a:lnTo>
                  <a:pt x="481223" y="15235"/>
                </a:lnTo>
                <a:lnTo>
                  <a:pt x="481496" y="15300"/>
                </a:lnTo>
                <a:lnTo>
                  <a:pt x="481774" y="15357"/>
                </a:lnTo>
                <a:lnTo>
                  <a:pt x="482058" y="15407"/>
                </a:lnTo>
                <a:lnTo>
                  <a:pt x="482348" y="15449"/>
                </a:lnTo>
                <a:lnTo>
                  <a:pt x="482643" y="15483"/>
                </a:lnTo>
                <a:lnTo>
                  <a:pt x="482943" y="15510"/>
                </a:lnTo>
                <a:lnTo>
                  <a:pt x="483250" y="15529"/>
                </a:lnTo>
                <a:lnTo>
                  <a:pt x="483561" y="15541"/>
                </a:lnTo>
                <a:lnTo>
                  <a:pt x="483879" y="15545"/>
                </a:lnTo>
                <a:lnTo>
                  <a:pt x="484190" y="15541"/>
                </a:lnTo>
                <a:lnTo>
                  <a:pt x="484496" y="15529"/>
                </a:lnTo>
                <a:lnTo>
                  <a:pt x="484797" y="15510"/>
                </a:lnTo>
                <a:lnTo>
                  <a:pt x="485093" y="15483"/>
                </a:lnTo>
                <a:close/>
                <a:moveTo>
                  <a:pt x="631262" y="36447"/>
                </a:moveTo>
                <a:lnTo>
                  <a:pt x="631542" y="36151"/>
                </a:lnTo>
                <a:lnTo>
                  <a:pt x="631827" y="35866"/>
                </a:lnTo>
                <a:lnTo>
                  <a:pt x="632117" y="35594"/>
                </a:lnTo>
                <a:lnTo>
                  <a:pt x="632412" y="35334"/>
                </a:lnTo>
                <a:lnTo>
                  <a:pt x="632713" y="35086"/>
                </a:lnTo>
                <a:lnTo>
                  <a:pt x="633019" y="34850"/>
                </a:lnTo>
                <a:lnTo>
                  <a:pt x="633331" y="34626"/>
                </a:lnTo>
                <a:lnTo>
                  <a:pt x="633647" y="34414"/>
                </a:lnTo>
                <a:lnTo>
                  <a:pt x="633969" y="34214"/>
                </a:lnTo>
                <a:lnTo>
                  <a:pt x="634296" y="34027"/>
                </a:lnTo>
                <a:lnTo>
                  <a:pt x="634629" y="33851"/>
                </a:lnTo>
                <a:lnTo>
                  <a:pt x="634967" y="33688"/>
                </a:lnTo>
                <a:lnTo>
                  <a:pt x="635310" y="33536"/>
                </a:lnTo>
                <a:lnTo>
                  <a:pt x="635658" y="33397"/>
                </a:lnTo>
                <a:lnTo>
                  <a:pt x="636012" y="33270"/>
                </a:lnTo>
                <a:lnTo>
                  <a:pt x="636371" y="33155"/>
                </a:lnTo>
                <a:lnTo>
                  <a:pt x="636735" y="33052"/>
                </a:lnTo>
                <a:lnTo>
                  <a:pt x="637103" y="32957"/>
                </a:lnTo>
                <a:lnTo>
                  <a:pt x="637475" y="32867"/>
                </a:lnTo>
                <a:lnTo>
                  <a:pt x="637849" y="32780"/>
                </a:lnTo>
                <a:lnTo>
                  <a:pt x="638227" y="32697"/>
                </a:lnTo>
                <a:lnTo>
                  <a:pt x="638607" y="32619"/>
                </a:lnTo>
                <a:lnTo>
                  <a:pt x="638991" y="32544"/>
                </a:lnTo>
                <a:lnTo>
                  <a:pt x="639377" y="32473"/>
                </a:lnTo>
                <a:lnTo>
                  <a:pt x="639767" y="32407"/>
                </a:lnTo>
                <a:lnTo>
                  <a:pt x="640160" y="32344"/>
                </a:lnTo>
                <a:lnTo>
                  <a:pt x="640556" y="32286"/>
                </a:lnTo>
                <a:lnTo>
                  <a:pt x="640955" y="32231"/>
                </a:lnTo>
                <a:lnTo>
                  <a:pt x="641357" y="32181"/>
                </a:lnTo>
                <a:lnTo>
                  <a:pt x="641762" y="32135"/>
                </a:lnTo>
                <a:lnTo>
                  <a:pt x="642170" y="32092"/>
                </a:lnTo>
                <a:lnTo>
                  <a:pt x="642581" y="32054"/>
                </a:lnTo>
                <a:lnTo>
                  <a:pt x="642995" y="32020"/>
                </a:lnTo>
                <a:lnTo>
                  <a:pt x="643412" y="31989"/>
                </a:lnTo>
                <a:lnTo>
                  <a:pt x="643833" y="31963"/>
                </a:lnTo>
                <a:lnTo>
                  <a:pt x="644256" y="31941"/>
                </a:lnTo>
                <a:lnTo>
                  <a:pt x="644683" y="31923"/>
                </a:lnTo>
                <a:lnTo>
                  <a:pt x="645112" y="31909"/>
                </a:lnTo>
                <a:lnTo>
                  <a:pt x="645545" y="31899"/>
                </a:lnTo>
                <a:lnTo>
                  <a:pt x="645980" y="31892"/>
                </a:lnTo>
                <a:lnTo>
                  <a:pt x="646419" y="31890"/>
                </a:lnTo>
                <a:lnTo>
                  <a:pt x="646419" y="20593"/>
                </a:lnTo>
                <a:lnTo>
                  <a:pt x="645724" y="20617"/>
                </a:lnTo>
                <a:lnTo>
                  <a:pt x="645039" y="20650"/>
                </a:lnTo>
                <a:lnTo>
                  <a:pt x="644364" y="20691"/>
                </a:lnTo>
                <a:lnTo>
                  <a:pt x="643699" y="20742"/>
                </a:lnTo>
                <a:lnTo>
                  <a:pt x="643044" y="20801"/>
                </a:lnTo>
                <a:lnTo>
                  <a:pt x="642400" y="20868"/>
                </a:lnTo>
                <a:lnTo>
                  <a:pt x="641765" y="20944"/>
                </a:lnTo>
                <a:lnTo>
                  <a:pt x="641141" y="21029"/>
                </a:lnTo>
                <a:lnTo>
                  <a:pt x="640527" y="21122"/>
                </a:lnTo>
                <a:lnTo>
                  <a:pt x="639923" y="21224"/>
                </a:lnTo>
                <a:lnTo>
                  <a:pt x="639329" y="21335"/>
                </a:lnTo>
                <a:lnTo>
                  <a:pt x="638746" y="21454"/>
                </a:lnTo>
                <a:lnTo>
                  <a:pt x="638172" y="21582"/>
                </a:lnTo>
                <a:lnTo>
                  <a:pt x="637609" y="21718"/>
                </a:lnTo>
                <a:lnTo>
                  <a:pt x="637056" y="21863"/>
                </a:lnTo>
                <a:lnTo>
                  <a:pt x="636513" y="22017"/>
                </a:lnTo>
                <a:lnTo>
                  <a:pt x="635980" y="22179"/>
                </a:lnTo>
                <a:lnTo>
                  <a:pt x="635457" y="22350"/>
                </a:lnTo>
                <a:lnTo>
                  <a:pt x="634944" y="22530"/>
                </a:lnTo>
                <a:lnTo>
                  <a:pt x="634442" y="22718"/>
                </a:lnTo>
                <a:lnTo>
                  <a:pt x="633949" y="22915"/>
                </a:lnTo>
                <a:lnTo>
                  <a:pt x="633467" y="23120"/>
                </a:lnTo>
                <a:lnTo>
                  <a:pt x="632995" y="23335"/>
                </a:lnTo>
                <a:lnTo>
                  <a:pt x="632533" y="23557"/>
                </a:lnTo>
                <a:lnTo>
                  <a:pt x="632081" y="23793"/>
                </a:lnTo>
                <a:lnTo>
                  <a:pt x="631637" y="24045"/>
                </a:lnTo>
                <a:lnTo>
                  <a:pt x="631202" y="24313"/>
                </a:lnTo>
                <a:lnTo>
                  <a:pt x="630776" y="24599"/>
                </a:lnTo>
                <a:lnTo>
                  <a:pt x="630358" y="24901"/>
                </a:lnTo>
                <a:lnTo>
                  <a:pt x="629950" y="25220"/>
                </a:lnTo>
                <a:lnTo>
                  <a:pt x="629550" y="25555"/>
                </a:lnTo>
                <a:lnTo>
                  <a:pt x="629158" y="25908"/>
                </a:lnTo>
                <a:lnTo>
                  <a:pt x="628776" y="26277"/>
                </a:lnTo>
                <a:lnTo>
                  <a:pt x="628402" y="26662"/>
                </a:lnTo>
                <a:lnTo>
                  <a:pt x="628037" y="27064"/>
                </a:lnTo>
                <a:lnTo>
                  <a:pt x="627681" y="27483"/>
                </a:lnTo>
                <a:lnTo>
                  <a:pt x="627334" y="27919"/>
                </a:lnTo>
                <a:lnTo>
                  <a:pt x="626995" y="28372"/>
                </a:lnTo>
                <a:lnTo>
                  <a:pt x="626665" y="28841"/>
                </a:lnTo>
                <a:lnTo>
                  <a:pt x="626344" y="29326"/>
                </a:lnTo>
                <a:lnTo>
                  <a:pt x="626031" y="29829"/>
                </a:lnTo>
                <a:lnTo>
                  <a:pt x="625728" y="30348"/>
                </a:lnTo>
                <a:lnTo>
                  <a:pt x="625433" y="30884"/>
                </a:lnTo>
                <a:lnTo>
                  <a:pt x="625147" y="31436"/>
                </a:lnTo>
                <a:lnTo>
                  <a:pt x="624869" y="32006"/>
                </a:lnTo>
                <a:lnTo>
                  <a:pt x="624601" y="32592"/>
                </a:lnTo>
                <a:lnTo>
                  <a:pt x="624341" y="33194"/>
                </a:lnTo>
                <a:lnTo>
                  <a:pt x="624316" y="33255"/>
                </a:lnTo>
                <a:lnTo>
                  <a:pt x="624029" y="33112"/>
                </a:lnTo>
                <a:lnTo>
                  <a:pt x="623466" y="32849"/>
                </a:lnTo>
                <a:lnTo>
                  <a:pt x="622892" y="32600"/>
                </a:lnTo>
                <a:lnTo>
                  <a:pt x="622306" y="32363"/>
                </a:lnTo>
                <a:lnTo>
                  <a:pt x="621710" y="32138"/>
                </a:lnTo>
                <a:lnTo>
                  <a:pt x="621102" y="31927"/>
                </a:lnTo>
                <a:lnTo>
                  <a:pt x="620482" y="31729"/>
                </a:lnTo>
                <a:lnTo>
                  <a:pt x="619852" y="31543"/>
                </a:lnTo>
                <a:lnTo>
                  <a:pt x="619210" y="31370"/>
                </a:lnTo>
                <a:lnTo>
                  <a:pt x="618557" y="31210"/>
                </a:lnTo>
                <a:lnTo>
                  <a:pt x="617893" y="31063"/>
                </a:lnTo>
                <a:lnTo>
                  <a:pt x="617218" y="30928"/>
                </a:lnTo>
                <a:lnTo>
                  <a:pt x="616531" y="30807"/>
                </a:lnTo>
                <a:lnTo>
                  <a:pt x="615833" y="30698"/>
                </a:lnTo>
                <a:lnTo>
                  <a:pt x="615124" y="30602"/>
                </a:lnTo>
                <a:lnTo>
                  <a:pt x="614403" y="30518"/>
                </a:lnTo>
                <a:lnTo>
                  <a:pt x="613671" y="30448"/>
                </a:lnTo>
                <a:lnTo>
                  <a:pt x="612928" y="30390"/>
                </a:lnTo>
                <a:lnTo>
                  <a:pt x="612174" y="30346"/>
                </a:lnTo>
                <a:lnTo>
                  <a:pt x="611409" y="30314"/>
                </a:lnTo>
                <a:lnTo>
                  <a:pt x="610632" y="30294"/>
                </a:lnTo>
                <a:lnTo>
                  <a:pt x="609844" y="30288"/>
                </a:lnTo>
                <a:lnTo>
                  <a:pt x="609075" y="30294"/>
                </a:lnTo>
                <a:lnTo>
                  <a:pt x="608317" y="30314"/>
                </a:lnTo>
                <a:lnTo>
                  <a:pt x="607568" y="30346"/>
                </a:lnTo>
                <a:lnTo>
                  <a:pt x="606830" y="30390"/>
                </a:lnTo>
                <a:lnTo>
                  <a:pt x="606102" y="30448"/>
                </a:lnTo>
                <a:lnTo>
                  <a:pt x="605384" y="30518"/>
                </a:lnTo>
                <a:lnTo>
                  <a:pt x="604677" y="30602"/>
                </a:lnTo>
                <a:lnTo>
                  <a:pt x="603979" y="30698"/>
                </a:lnTo>
                <a:lnTo>
                  <a:pt x="603292" y="30807"/>
                </a:lnTo>
                <a:lnTo>
                  <a:pt x="602614" y="30928"/>
                </a:lnTo>
                <a:lnTo>
                  <a:pt x="601947" y="31063"/>
                </a:lnTo>
                <a:lnTo>
                  <a:pt x="601290" y="31210"/>
                </a:lnTo>
                <a:lnTo>
                  <a:pt x="600643" y="31370"/>
                </a:lnTo>
                <a:lnTo>
                  <a:pt x="600007" y="31543"/>
                </a:lnTo>
                <a:lnTo>
                  <a:pt x="599380" y="31729"/>
                </a:lnTo>
                <a:lnTo>
                  <a:pt x="598764" y="31927"/>
                </a:lnTo>
                <a:lnTo>
                  <a:pt x="598157" y="32138"/>
                </a:lnTo>
                <a:lnTo>
                  <a:pt x="597561" y="32363"/>
                </a:lnTo>
                <a:lnTo>
                  <a:pt x="596975" y="32600"/>
                </a:lnTo>
                <a:lnTo>
                  <a:pt x="596399" y="32849"/>
                </a:lnTo>
                <a:lnTo>
                  <a:pt x="595834" y="33112"/>
                </a:lnTo>
                <a:lnTo>
                  <a:pt x="595278" y="33387"/>
                </a:lnTo>
                <a:lnTo>
                  <a:pt x="594733" y="33675"/>
                </a:lnTo>
                <a:lnTo>
                  <a:pt x="594197" y="33976"/>
                </a:lnTo>
                <a:lnTo>
                  <a:pt x="593672" y="34288"/>
                </a:lnTo>
                <a:lnTo>
                  <a:pt x="593158" y="34608"/>
                </a:lnTo>
                <a:lnTo>
                  <a:pt x="592654" y="34937"/>
                </a:lnTo>
                <a:lnTo>
                  <a:pt x="592161" y="35275"/>
                </a:lnTo>
                <a:lnTo>
                  <a:pt x="591678" y="35622"/>
                </a:lnTo>
                <a:lnTo>
                  <a:pt x="591206" y="35978"/>
                </a:lnTo>
                <a:lnTo>
                  <a:pt x="590744" y="36343"/>
                </a:lnTo>
                <a:lnTo>
                  <a:pt x="590293" y="36716"/>
                </a:lnTo>
                <a:lnTo>
                  <a:pt x="589853" y="37098"/>
                </a:lnTo>
                <a:lnTo>
                  <a:pt x="589423" y="37489"/>
                </a:lnTo>
                <a:lnTo>
                  <a:pt x="589004" y="37889"/>
                </a:lnTo>
                <a:lnTo>
                  <a:pt x="588595" y="38297"/>
                </a:lnTo>
                <a:lnTo>
                  <a:pt x="588197" y="38715"/>
                </a:lnTo>
                <a:lnTo>
                  <a:pt x="587809" y="39141"/>
                </a:lnTo>
                <a:lnTo>
                  <a:pt x="587432" y="39576"/>
                </a:lnTo>
                <a:lnTo>
                  <a:pt x="587065" y="40020"/>
                </a:lnTo>
                <a:lnTo>
                  <a:pt x="586709" y="40473"/>
                </a:lnTo>
                <a:lnTo>
                  <a:pt x="586364" y="40935"/>
                </a:lnTo>
                <a:lnTo>
                  <a:pt x="586029" y="41405"/>
                </a:lnTo>
                <a:lnTo>
                  <a:pt x="585705" y="41884"/>
                </a:lnTo>
                <a:lnTo>
                  <a:pt x="585391" y="42372"/>
                </a:lnTo>
                <a:lnTo>
                  <a:pt x="585088" y="42869"/>
                </a:lnTo>
                <a:lnTo>
                  <a:pt x="584795" y="43375"/>
                </a:lnTo>
                <a:lnTo>
                  <a:pt x="584513" y="43889"/>
                </a:lnTo>
                <a:lnTo>
                  <a:pt x="584242" y="44411"/>
                </a:lnTo>
                <a:lnTo>
                  <a:pt x="583983" y="44937"/>
                </a:lnTo>
                <a:lnTo>
                  <a:pt x="583735" y="45467"/>
                </a:lnTo>
                <a:lnTo>
                  <a:pt x="583498" y="46003"/>
                </a:lnTo>
                <a:lnTo>
                  <a:pt x="583273" y="46544"/>
                </a:lnTo>
                <a:lnTo>
                  <a:pt x="583060" y="47089"/>
                </a:lnTo>
                <a:lnTo>
                  <a:pt x="582858" y="47639"/>
                </a:lnTo>
                <a:lnTo>
                  <a:pt x="582668" y="48194"/>
                </a:lnTo>
                <a:lnTo>
                  <a:pt x="582489" y="48754"/>
                </a:lnTo>
                <a:lnTo>
                  <a:pt x="582322" y="49319"/>
                </a:lnTo>
                <a:lnTo>
                  <a:pt x="582166" y="49889"/>
                </a:lnTo>
                <a:lnTo>
                  <a:pt x="582022" y="50463"/>
                </a:lnTo>
                <a:lnTo>
                  <a:pt x="581890" y="51042"/>
                </a:lnTo>
                <a:lnTo>
                  <a:pt x="581768" y="51626"/>
                </a:lnTo>
                <a:lnTo>
                  <a:pt x="581659" y="52215"/>
                </a:lnTo>
                <a:lnTo>
                  <a:pt x="581561" y="52809"/>
                </a:lnTo>
                <a:lnTo>
                  <a:pt x="581474" y="53408"/>
                </a:lnTo>
                <a:lnTo>
                  <a:pt x="581399" y="54011"/>
                </a:lnTo>
                <a:lnTo>
                  <a:pt x="581336" y="54620"/>
                </a:lnTo>
                <a:lnTo>
                  <a:pt x="581284" y="55233"/>
                </a:lnTo>
                <a:lnTo>
                  <a:pt x="581244" y="55851"/>
                </a:lnTo>
                <a:lnTo>
                  <a:pt x="581215" y="56474"/>
                </a:lnTo>
                <a:lnTo>
                  <a:pt x="581198" y="57101"/>
                </a:lnTo>
                <a:lnTo>
                  <a:pt x="581192" y="57734"/>
                </a:lnTo>
                <a:lnTo>
                  <a:pt x="581198" y="58333"/>
                </a:lnTo>
                <a:lnTo>
                  <a:pt x="581215" y="58929"/>
                </a:lnTo>
                <a:lnTo>
                  <a:pt x="581243" y="59521"/>
                </a:lnTo>
                <a:lnTo>
                  <a:pt x="581283" y="60110"/>
                </a:lnTo>
                <a:lnTo>
                  <a:pt x="581334" y="60695"/>
                </a:lnTo>
                <a:lnTo>
                  <a:pt x="581397" y="61277"/>
                </a:lnTo>
                <a:lnTo>
                  <a:pt x="581471" y="61856"/>
                </a:lnTo>
                <a:lnTo>
                  <a:pt x="581556" y="62431"/>
                </a:lnTo>
                <a:lnTo>
                  <a:pt x="581653" y="63002"/>
                </a:lnTo>
                <a:lnTo>
                  <a:pt x="581762" y="63571"/>
                </a:lnTo>
                <a:lnTo>
                  <a:pt x="581881" y="64136"/>
                </a:lnTo>
                <a:lnTo>
                  <a:pt x="582012" y="64697"/>
                </a:lnTo>
                <a:lnTo>
                  <a:pt x="582155" y="65255"/>
                </a:lnTo>
                <a:lnTo>
                  <a:pt x="582308" y="65810"/>
                </a:lnTo>
                <a:lnTo>
                  <a:pt x="582474" y="66362"/>
                </a:lnTo>
                <a:lnTo>
                  <a:pt x="582650" y="66909"/>
                </a:lnTo>
                <a:lnTo>
                  <a:pt x="582838" y="67454"/>
                </a:lnTo>
                <a:lnTo>
                  <a:pt x="583038" y="67995"/>
                </a:lnTo>
                <a:lnTo>
                  <a:pt x="583248" y="68533"/>
                </a:lnTo>
                <a:lnTo>
                  <a:pt x="583471" y="69067"/>
                </a:lnTo>
                <a:lnTo>
                  <a:pt x="583704" y="69598"/>
                </a:lnTo>
                <a:lnTo>
                  <a:pt x="583949" y="70125"/>
                </a:lnTo>
                <a:lnTo>
                  <a:pt x="584205" y="70649"/>
                </a:lnTo>
                <a:lnTo>
                  <a:pt x="584473" y="71170"/>
                </a:lnTo>
                <a:lnTo>
                  <a:pt x="584752" y="71685"/>
                </a:lnTo>
                <a:lnTo>
                  <a:pt x="585042" y="72191"/>
                </a:lnTo>
                <a:lnTo>
                  <a:pt x="585342" y="72689"/>
                </a:lnTo>
                <a:lnTo>
                  <a:pt x="585654" y="73178"/>
                </a:lnTo>
                <a:lnTo>
                  <a:pt x="585976" y="73658"/>
                </a:lnTo>
                <a:lnTo>
                  <a:pt x="586309" y="74130"/>
                </a:lnTo>
                <a:lnTo>
                  <a:pt x="586653" y="74594"/>
                </a:lnTo>
                <a:lnTo>
                  <a:pt x="587008" y="75048"/>
                </a:lnTo>
                <a:lnTo>
                  <a:pt x="587373" y="75495"/>
                </a:lnTo>
                <a:lnTo>
                  <a:pt x="587750" y="75933"/>
                </a:lnTo>
                <a:lnTo>
                  <a:pt x="588137" y="76362"/>
                </a:lnTo>
                <a:lnTo>
                  <a:pt x="588535" y="76783"/>
                </a:lnTo>
                <a:lnTo>
                  <a:pt x="588944" y="77195"/>
                </a:lnTo>
                <a:lnTo>
                  <a:pt x="589364" y="77599"/>
                </a:lnTo>
                <a:lnTo>
                  <a:pt x="589794" y="77994"/>
                </a:lnTo>
                <a:lnTo>
                  <a:pt x="590236" y="78380"/>
                </a:lnTo>
                <a:lnTo>
                  <a:pt x="590688" y="78758"/>
                </a:lnTo>
                <a:lnTo>
                  <a:pt x="591151" y="79128"/>
                </a:lnTo>
                <a:lnTo>
                  <a:pt x="591598" y="79468"/>
                </a:lnTo>
                <a:lnTo>
                  <a:pt x="591281" y="79600"/>
                </a:lnTo>
                <a:lnTo>
                  <a:pt x="590769" y="79824"/>
                </a:lnTo>
                <a:lnTo>
                  <a:pt x="590271" y="80053"/>
                </a:lnTo>
                <a:lnTo>
                  <a:pt x="589787" y="80287"/>
                </a:lnTo>
                <a:lnTo>
                  <a:pt x="589316" y="80527"/>
                </a:lnTo>
                <a:lnTo>
                  <a:pt x="588858" y="80771"/>
                </a:lnTo>
                <a:lnTo>
                  <a:pt x="588415" y="81021"/>
                </a:lnTo>
                <a:lnTo>
                  <a:pt x="587985" y="81275"/>
                </a:lnTo>
                <a:lnTo>
                  <a:pt x="587568" y="81535"/>
                </a:lnTo>
                <a:lnTo>
                  <a:pt x="587166" y="81800"/>
                </a:lnTo>
                <a:lnTo>
                  <a:pt x="586776" y="82070"/>
                </a:lnTo>
                <a:lnTo>
                  <a:pt x="586401" y="82345"/>
                </a:lnTo>
                <a:lnTo>
                  <a:pt x="586039" y="82625"/>
                </a:lnTo>
                <a:lnTo>
                  <a:pt x="585690" y="82910"/>
                </a:lnTo>
                <a:lnTo>
                  <a:pt x="585356" y="83201"/>
                </a:lnTo>
                <a:lnTo>
                  <a:pt x="585035" y="83496"/>
                </a:lnTo>
                <a:lnTo>
                  <a:pt x="584727" y="83797"/>
                </a:lnTo>
                <a:lnTo>
                  <a:pt x="584433" y="84103"/>
                </a:lnTo>
                <a:lnTo>
                  <a:pt x="584153" y="84414"/>
                </a:lnTo>
                <a:lnTo>
                  <a:pt x="583885" y="84727"/>
                </a:lnTo>
                <a:lnTo>
                  <a:pt x="583629" y="85040"/>
                </a:lnTo>
                <a:lnTo>
                  <a:pt x="583384" y="85353"/>
                </a:lnTo>
                <a:lnTo>
                  <a:pt x="583150" y="85666"/>
                </a:lnTo>
                <a:lnTo>
                  <a:pt x="582928" y="85980"/>
                </a:lnTo>
                <a:lnTo>
                  <a:pt x="582717" y="86293"/>
                </a:lnTo>
                <a:lnTo>
                  <a:pt x="582518" y="86606"/>
                </a:lnTo>
                <a:lnTo>
                  <a:pt x="582330" y="86919"/>
                </a:lnTo>
                <a:lnTo>
                  <a:pt x="582153" y="87232"/>
                </a:lnTo>
                <a:lnTo>
                  <a:pt x="581988" y="87546"/>
                </a:lnTo>
                <a:lnTo>
                  <a:pt x="581834" y="87859"/>
                </a:lnTo>
                <a:lnTo>
                  <a:pt x="581692" y="88172"/>
                </a:lnTo>
                <a:lnTo>
                  <a:pt x="581561" y="88485"/>
                </a:lnTo>
                <a:lnTo>
                  <a:pt x="581441" y="88798"/>
                </a:lnTo>
                <a:lnTo>
                  <a:pt x="581333" y="89112"/>
                </a:lnTo>
                <a:lnTo>
                  <a:pt x="581236" y="89425"/>
                </a:lnTo>
                <a:lnTo>
                  <a:pt x="581151" y="89738"/>
                </a:lnTo>
                <a:lnTo>
                  <a:pt x="581077" y="90051"/>
                </a:lnTo>
                <a:lnTo>
                  <a:pt x="581014" y="90364"/>
                </a:lnTo>
                <a:lnTo>
                  <a:pt x="580963" y="90678"/>
                </a:lnTo>
                <a:lnTo>
                  <a:pt x="580923" y="90991"/>
                </a:lnTo>
                <a:lnTo>
                  <a:pt x="580894" y="91304"/>
                </a:lnTo>
                <a:lnTo>
                  <a:pt x="580877" y="91617"/>
                </a:lnTo>
                <a:lnTo>
                  <a:pt x="580872" y="91930"/>
                </a:lnTo>
                <a:lnTo>
                  <a:pt x="580875" y="92142"/>
                </a:lnTo>
                <a:lnTo>
                  <a:pt x="580884" y="92356"/>
                </a:lnTo>
                <a:lnTo>
                  <a:pt x="580900" y="92571"/>
                </a:lnTo>
                <a:lnTo>
                  <a:pt x="580923" y="92788"/>
                </a:lnTo>
                <a:lnTo>
                  <a:pt x="580952" y="93006"/>
                </a:lnTo>
                <a:lnTo>
                  <a:pt x="580987" y="93226"/>
                </a:lnTo>
                <a:lnTo>
                  <a:pt x="581028" y="93447"/>
                </a:lnTo>
                <a:lnTo>
                  <a:pt x="581076" y="93670"/>
                </a:lnTo>
                <a:lnTo>
                  <a:pt x="581131" y="93894"/>
                </a:lnTo>
                <a:lnTo>
                  <a:pt x="581191" y="94120"/>
                </a:lnTo>
                <a:lnTo>
                  <a:pt x="581258" y="94348"/>
                </a:lnTo>
                <a:lnTo>
                  <a:pt x="581332" y="94577"/>
                </a:lnTo>
                <a:lnTo>
                  <a:pt x="581412" y="94808"/>
                </a:lnTo>
                <a:lnTo>
                  <a:pt x="581498" y="95040"/>
                </a:lnTo>
                <a:lnTo>
                  <a:pt x="581591" y="95274"/>
                </a:lnTo>
                <a:lnTo>
                  <a:pt x="581690" y="95509"/>
                </a:lnTo>
                <a:lnTo>
                  <a:pt x="581795" y="95746"/>
                </a:lnTo>
                <a:lnTo>
                  <a:pt x="581907" y="95985"/>
                </a:lnTo>
                <a:lnTo>
                  <a:pt x="582025" y="96225"/>
                </a:lnTo>
                <a:lnTo>
                  <a:pt x="582150" y="96467"/>
                </a:lnTo>
                <a:lnTo>
                  <a:pt x="582281" y="96710"/>
                </a:lnTo>
                <a:lnTo>
                  <a:pt x="582418" y="96955"/>
                </a:lnTo>
                <a:lnTo>
                  <a:pt x="582562" y="97201"/>
                </a:lnTo>
                <a:lnTo>
                  <a:pt x="582712" y="97449"/>
                </a:lnTo>
                <a:lnTo>
                  <a:pt x="582870" y="97696"/>
                </a:lnTo>
                <a:lnTo>
                  <a:pt x="583037" y="97941"/>
                </a:lnTo>
                <a:lnTo>
                  <a:pt x="583213" y="98183"/>
                </a:lnTo>
                <a:lnTo>
                  <a:pt x="583397" y="98422"/>
                </a:lnTo>
                <a:lnTo>
                  <a:pt x="583591" y="98658"/>
                </a:lnTo>
                <a:lnTo>
                  <a:pt x="583793" y="98892"/>
                </a:lnTo>
                <a:lnTo>
                  <a:pt x="584004" y="99123"/>
                </a:lnTo>
                <a:lnTo>
                  <a:pt x="584224" y="99351"/>
                </a:lnTo>
                <a:lnTo>
                  <a:pt x="584453" y="99577"/>
                </a:lnTo>
                <a:lnTo>
                  <a:pt x="584691" y="99800"/>
                </a:lnTo>
                <a:lnTo>
                  <a:pt x="584938" y="100020"/>
                </a:lnTo>
                <a:lnTo>
                  <a:pt x="585193" y="100237"/>
                </a:lnTo>
                <a:lnTo>
                  <a:pt x="585458" y="100452"/>
                </a:lnTo>
                <a:lnTo>
                  <a:pt x="585731" y="100664"/>
                </a:lnTo>
                <a:lnTo>
                  <a:pt x="586014" y="100874"/>
                </a:lnTo>
                <a:lnTo>
                  <a:pt x="586305" y="101080"/>
                </a:lnTo>
                <a:lnTo>
                  <a:pt x="586605" y="101285"/>
                </a:lnTo>
                <a:lnTo>
                  <a:pt x="586914" y="101486"/>
                </a:lnTo>
                <a:lnTo>
                  <a:pt x="587232" y="101685"/>
                </a:lnTo>
                <a:lnTo>
                  <a:pt x="587559" y="101880"/>
                </a:lnTo>
                <a:lnTo>
                  <a:pt x="587895" y="102074"/>
                </a:lnTo>
                <a:lnTo>
                  <a:pt x="588239" y="102264"/>
                </a:lnTo>
                <a:lnTo>
                  <a:pt x="588593" y="102452"/>
                </a:lnTo>
                <a:lnTo>
                  <a:pt x="588955" y="102637"/>
                </a:lnTo>
                <a:lnTo>
                  <a:pt x="589328" y="102818"/>
                </a:lnTo>
                <a:lnTo>
                  <a:pt x="589712" y="102992"/>
                </a:lnTo>
                <a:lnTo>
                  <a:pt x="590108" y="103160"/>
                </a:lnTo>
                <a:lnTo>
                  <a:pt x="590319" y="103243"/>
                </a:lnTo>
                <a:lnTo>
                  <a:pt x="589968" y="103397"/>
                </a:lnTo>
                <a:lnTo>
                  <a:pt x="589253" y="103733"/>
                </a:lnTo>
                <a:lnTo>
                  <a:pt x="588559" y="104081"/>
                </a:lnTo>
                <a:lnTo>
                  <a:pt x="587888" y="104439"/>
                </a:lnTo>
                <a:lnTo>
                  <a:pt x="587239" y="104809"/>
                </a:lnTo>
                <a:lnTo>
                  <a:pt x="586612" y="105189"/>
                </a:lnTo>
                <a:lnTo>
                  <a:pt x="586007" y="105581"/>
                </a:lnTo>
                <a:lnTo>
                  <a:pt x="585424" y="105984"/>
                </a:lnTo>
                <a:lnTo>
                  <a:pt x="584863" y="106398"/>
                </a:lnTo>
                <a:lnTo>
                  <a:pt x="584324" y="106824"/>
                </a:lnTo>
                <a:lnTo>
                  <a:pt x="583807" y="107260"/>
                </a:lnTo>
                <a:lnTo>
                  <a:pt x="583313" y="107708"/>
                </a:lnTo>
                <a:lnTo>
                  <a:pt x="582839" y="108164"/>
                </a:lnTo>
                <a:lnTo>
                  <a:pt x="582386" y="108625"/>
                </a:lnTo>
                <a:lnTo>
                  <a:pt x="581953" y="109092"/>
                </a:lnTo>
                <a:lnTo>
                  <a:pt x="581540" y="109564"/>
                </a:lnTo>
                <a:lnTo>
                  <a:pt x="581147" y="110042"/>
                </a:lnTo>
                <a:lnTo>
                  <a:pt x="580774" y="110525"/>
                </a:lnTo>
                <a:lnTo>
                  <a:pt x="580422" y="111014"/>
                </a:lnTo>
                <a:lnTo>
                  <a:pt x="580089" y="111508"/>
                </a:lnTo>
                <a:lnTo>
                  <a:pt x="579777" y="112007"/>
                </a:lnTo>
                <a:lnTo>
                  <a:pt x="579485" y="112512"/>
                </a:lnTo>
                <a:lnTo>
                  <a:pt x="579213" y="113023"/>
                </a:lnTo>
                <a:lnTo>
                  <a:pt x="578961" y="113538"/>
                </a:lnTo>
                <a:lnTo>
                  <a:pt x="578729" y="114060"/>
                </a:lnTo>
                <a:lnTo>
                  <a:pt x="578518" y="114586"/>
                </a:lnTo>
                <a:lnTo>
                  <a:pt x="578326" y="115118"/>
                </a:lnTo>
                <a:lnTo>
                  <a:pt x="578155" y="115656"/>
                </a:lnTo>
                <a:lnTo>
                  <a:pt x="578004" y="116199"/>
                </a:lnTo>
                <a:lnTo>
                  <a:pt x="577873" y="116748"/>
                </a:lnTo>
                <a:lnTo>
                  <a:pt x="577762" y="117301"/>
                </a:lnTo>
                <a:lnTo>
                  <a:pt x="577671" y="117861"/>
                </a:lnTo>
                <a:lnTo>
                  <a:pt x="577601" y="118426"/>
                </a:lnTo>
                <a:lnTo>
                  <a:pt x="577551" y="118996"/>
                </a:lnTo>
                <a:lnTo>
                  <a:pt x="577520" y="119571"/>
                </a:lnTo>
                <a:lnTo>
                  <a:pt x="577510" y="120153"/>
                </a:lnTo>
                <a:lnTo>
                  <a:pt x="577516" y="120632"/>
                </a:lnTo>
                <a:lnTo>
                  <a:pt x="577533" y="121108"/>
                </a:lnTo>
                <a:lnTo>
                  <a:pt x="577561" y="121582"/>
                </a:lnTo>
                <a:lnTo>
                  <a:pt x="577600" y="122053"/>
                </a:lnTo>
                <a:lnTo>
                  <a:pt x="577651" y="122521"/>
                </a:lnTo>
                <a:lnTo>
                  <a:pt x="577713" y="122986"/>
                </a:lnTo>
                <a:lnTo>
                  <a:pt x="577786" y="123448"/>
                </a:lnTo>
                <a:lnTo>
                  <a:pt x="577870" y="123907"/>
                </a:lnTo>
                <a:lnTo>
                  <a:pt x="577966" y="124363"/>
                </a:lnTo>
                <a:lnTo>
                  <a:pt x="578073" y="124817"/>
                </a:lnTo>
                <a:lnTo>
                  <a:pt x="578191" y="125267"/>
                </a:lnTo>
                <a:lnTo>
                  <a:pt x="578321" y="125715"/>
                </a:lnTo>
                <a:lnTo>
                  <a:pt x="578461" y="126160"/>
                </a:lnTo>
                <a:lnTo>
                  <a:pt x="578613" y="126602"/>
                </a:lnTo>
                <a:lnTo>
                  <a:pt x="578776" y="127041"/>
                </a:lnTo>
                <a:lnTo>
                  <a:pt x="578951" y="127478"/>
                </a:lnTo>
                <a:lnTo>
                  <a:pt x="579137" y="127911"/>
                </a:lnTo>
                <a:lnTo>
                  <a:pt x="579334" y="128341"/>
                </a:lnTo>
                <a:lnTo>
                  <a:pt x="579542" y="128769"/>
                </a:lnTo>
                <a:lnTo>
                  <a:pt x="579761" y="129194"/>
                </a:lnTo>
                <a:lnTo>
                  <a:pt x="579992" y="129616"/>
                </a:lnTo>
                <a:lnTo>
                  <a:pt x="580234" y="130035"/>
                </a:lnTo>
                <a:lnTo>
                  <a:pt x="580487" y="130451"/>
                </a:lnTo>
                <a:lnTo>
                  <a:pt x="580752" y="130865"/>
                </a:lnTo>
                <a:lnTo>
                  <a:pt x="581029" y="131273"/>
                </a:lnTo>
                <a:lnTo>
                  <a:pt x="581320" y="131675"/>
                </a:lnTo>
                <a:lnTo>
                  <a:pt x="581625" y="132070"/>
                </a:lnTo>
                <a:lnTo>
                  <a:pt x="581944" y="132458"/>
                </a:lnTo>
                <a:lnTo>
                  <a:pt x="582278" y="132839"/>
                </a:lnTo>
                <a:lnTo>
                  <a:pt x="582625" y="133214"/>
                </a:lnTo>
                <a:lnTo>
                  <a:pt x="582986" y="133581"/>
                </a:lnTo>
                <a:lnTo>
                  <a:pt x="583362" y="133942"/>
                </a:lnTo>
                <a:lnTo>
                  <a:pt x="583751" y="134295"/>
                </a:lnTo>
                <a:lnTo>
                  <a:pt x="584154" y="134642"/>
                </a:lnTo>
                <a:lnTo>
                  <a:pt x="584572" y="134982"/>
                </a:lnTo>
                <a:lnTo>
                  <a:pt x="585003" y="135315"/>
                </a:lnTo>
                <a:lnTo>
                  <a:pt x="585449" y="135642"/>
                </a:lnTo>
                <a:lnTo>
                  <a:pt x="585909" y="135961"/>
                </a:lnTo>
                <a:lnTo>
                  <a:pt x="586382" y="136273"/>
                </a:lnTo>
                <a:lnTo>
                  <a:pt x="586870" y="136579"/>
                </a:lnTo>
                <a:lnTo>
                  <a:pt x="587371" y="136878"/>
                </a:lnTo>
                <a:lnTo>
                  <a:pt x="587887" y="137170"/>
                </a:lnTo>
                <a:lnTo>
                  <a:pt x="588417" y="137455"/>
                </a:lnTo>
                <a:lnTo>
                  <a:pt x="588961" y="137733"/>
                </a:lnTo>
                <a:lnTo>
                  <a:pt x="589518" y="138004"/>
                </a:lnTo>
                <a:lnTo>
                  <a:pt x="590090" y="138269"/>
                </a:lnTo>
                <a:lnTo>
                  <a:pt x="590676" y="138526"/>
                </a:lnTo>
                <a:lnTo>
                  <a:pt x="591276" y="138777"/>
                </a:lnTo>
                <a:lnTo>
                  <a:pt x="591891" y="139019"/>
                </a:lnTo>
                <a:lnTo>
                  <a:pt x="592523" y="139251"/>
                </a:lnTo>
                <a:lnTo>
                  <a:pt x="593172" y="139472"/>
                </a:lnTo>
                <a:lnTo>
                  <a:pt x="593837" y="139684"/>
                </a:lnTo>
                <a:lnTo>
                  <a:pt x="594519" y="139885"/>
                </a:lnTo>
                <a:lnTo>
                  <a:pt x="595218" y="140075"/>
                </a:lnTo>
                <a:lnTo>
                  <a:pt x="595933" y="140256"/>
                </a:lnTo>
                <a:lnTo>
                  <a:pt x="596665" y="140426"/>
                </a:lnTo>
                <a:lnTo>
                  <a:pt x="597414" y="140585"/>
                </a:lnTo>
                <a:lnTo>
                  <a:pt x="598179" y="140735"/>
                </a:lnTo>
                <a:lnTo>
                  <a:pt x="598961" y="140874"/>
                </a:lnTo>
                <a:lnTo>
                  <a:pt x="599760" y="141002"/>
                </a:lnTo>
                <a:lnTo>
                  <a:pt x="600575" y="141121"/>
                </a:lnTo>
                <a:lnTo>
                  <a:pt x="601407" y="141229"/>
                </a:lnTo>
                <a:lnTo>
                  <a:pt x="602256" y="141327"/>
                </a:lnTo>
                <a:lnTo>
                  <a:pt x="603121" y="141415"/>
                </a:lnTo>
                <a:lnTo>
                  <a:pt x="604003" y="141492"/>
                </a:lnTo>
                <a:lnTo>
                  <a:pt x="604902" y="141559"/>
                </a:lnTo>
                <a:lnTo>
                  <a:pt x="605817" y="141615"/>
                </a:lnTo>
                <a:lnTo>
                  <a:pt x="606749" y="141662"/>
                </a:lnTo>
                <a:lnTo>
                  <a:pt x="607698" y="141698"/>
                </a:lnTo>
                <a:lnTo>
                  <a:pt x="608663" y="141724"/>
                </a:lnTo>
                <a:lnTo>
                  <a:pt x="609645" y="141739"/>
                </a:lnTo>
                <a:lnTo>
                  <a:pt x="610644" y="141744"/>
                </a:lnTo>
                <a:lnTo>
                  <a:pt x="612090" y="141732"/>
                </a:lnTo>
                <a:lnTo>
                  <a:pt x="613507" y="141696"/>
                </a:lnTo>
                <a:lnTo>
                  <a:pt x="614895" y="141635"/>
                </a:lnTo>
                <a:lnTo>
                  <a:pt x="616253" y="141551"/>
                </a:lnTo>
                <a:lnTo>
                  <a:pt x="617582" y="141442"/>
                </a:lnTo>
                <a:lnTo>
                  <a:pt x="618882" y="141309"/>
                </a:lnTo>
                <a:lnTo>
                  <a:pt x="620153" y="141152"/>
                </a:lnTo>
                <a:lnTo>
                  <a:pt x="621395" y="140971"/>
                </a:lnTo>
                <a:lnTo>
                  <a:pt x="622608" y="140765"/>
                </a:lnTo>
                <a:lnTo>
                  <a:pt x="623791" y="140535"/>
                </a:lnTo>
                <a:lnTo>
                  <a:pt x="624945" y="140281"/>
                </a:lnTo>
                <a:lnTo>
                  <a:pt x="626070" y="140003"/>
                </a:lnTo>
                <a:lnTo>
                  <a:pt x="627166" y="139701"/>
                </a:lnTo>
                <a:lnTo>
                  <a:pt x="628233" y="139375"/>
                </a:lnTo>
                <a:lnTo>
                  <a:pt x="629271" y="139024"/>
                </a:lnTo>
                <a:lnTo>
                  <a:pt x="630279" y="138649"/>
                </a:lnTo>
                <a:lnTo>
                  <a:pt x="631258" y="138250"/>
                </a:lnTo>
                <a:lnTo>
                  <a:pt x="632208" y="137827"/>
                </a:lnTo>
                <a:lnTo>
                  <a:pt x="633129" y="137380"/>
                </a:lnTo>
                <a:lnTo>
                  <a:pt x="634020" y="136908"/>
                </a:lnTo>
                <a:lnTo>
                  <a:pt x="634883" y="136413"/>
                </a:lnTo>
                <a:lnTo>
                  <a:pt x="635716" y="135893"/>
                </a:lnTo>
                <a:lnTo>
                  <a:pt x="636520" y="135349"/>
                </a:lnTo>
                <a:lnTo>
                  <a:pt x="637295" y="134781"/>
                </a:lnTo>
                <a:lnTo>
                  <a:pt x="638040" y="134194"/>
                </a:lnTo>
                <a:lnTo>
                  <a:pt x="638752" y="133593"/>
                </a:lnTo>
                <a:lnTo>
                  <a:pt x="639433" y="132979"/>
                </a:lnTo>
                <a:lnTo>
                  <a:pt x="640083" y="132351"/>
                </a:lnTo>
                <a:lnTo>
                  <a:pt x="640701" y="131709"/>
                </a:lnTo>
                <a:lnTo>
                  <a:pt x="641287" y="131054"/>
                </a:lnTo>
                <a:lnTo>
                  <a:pt x="641841" y="130386"/>
                </a:lnTo>
                <a:lnTo>
                  <a:pt x="642364" y="129703"/>
                </a:lnTo>
                <a:lnTo>
                  <a:pt x="642855" y="129007"/>
                </a:lnTo>
                <a:lnTo>
                  <a:pt x="643314" y="128298"/>
                </a:lnTo>
                <a:lnTo>
                  <a:pt x="643742" y="127575"/>
                </a:lnTo>
                <a:lnTo>
                  <a:pt x="644138" y="126838"/>
                </a:lnTo>
                <a:lnTo>
                  <a:pt x="644502" y="126088"/>
                </a:lnTo>
                <a:lnTo>
                  <a:pt x="644835" y="125324"/>
                </a:lnTo>
                <a:lnTo>
                  <a:pt x="645136" y="124547"/>
                </a:lnTo>
                <a:lnTo>
                  <a:pt x="645405" y="123756"/>
                </a:lnTo>
                <a:lnTo>
                  <a:pt x="645643" y="122951"/>
                </a:lnTo>
                <a:lnTo>
                  <a:pt x="645849" y="122133"/>
                </a:lnTo>
                <a:lnTo>
                  <a:pt x="646023" y="121301"/>
                </a:lnTo>
                <a:lnTo>
                  <a:pt x="646165" y="120455"/>
                </a:lnTo>
                <a:lnTo>
                  <a:pt x="646276" y="119596"/>
                </a:lnTo>
                <a:lnTo>
                  <a:pt x="646355" y="118724"/>
                </a:lnTo>
                <a:lnTo>
                  <a:pt x="646403" y="117837"/>
                </a:lnTo>
                <a:lnTo>
                  <a:pt x="646419" y="116938"/>
                </a:lnTo>
                <a:lnTo>
                  <a:pt x="646405" y="116034"/>
                </a:lnTo>
                <a:lnTo>
                  <a:pt x="646365" y="115151"/>
                </a:lnTo>
                <a:lnTo>
                  <a:pt x="646297" y="114287"/>
                </a:lnTo>
                <a:lnTo>
                  <a:pt x="646202" y="113443"/>
                </a:lnTo>
                <a:lnTo>
                  <a:pt x="646080" y="112619"/>
                </a:lnTo>
                <a:lnTo>
                  <a:pt x="645931" y="111815"/>
                </a:lnTo>
                <a:lnTo>
                  <a:pt x="645755" y="111031"/>
                </a:lnTo>
                <a:lnTo>
                  <a:pt x="645552" y="110267"/>
                </a:lnTo>
                <a:lnTo>
                  <a:pt x="645322" y="109523"/>
                </a:lnTo>
                <a:lnTo>
                  <a:pt x="645064" y="108799"/>
                </a:lnTo>
                <a:lnTo>
                  <a:pt x="644780" y="108094"/>
                </a:lnTo>
                <a:lnTo>
                  <a:pt x="644468" y="107409"/>
                </a:lnTo>
                <a:lnTo>
                  <a:pt x="644129" y="106745"/>
                </a:lnTo>
                <a:lnTo>
                  <a:pt x="643764" y="106100"/>
                </a:lnTo>
                <a:lnTo>
                  <a:pt x="643371" y="105475"/>
                </a:lnTo>
                <a:lnTo>
                  <a:pt x="642951" y="104870"/>
                </a:lnTo>
                <a:lnTo>
                  <a:pt x="642504" y="104284"/>
                </a:lnTo>
                <a:lnTo>
                  <a:pt x="642030" y="103719"/>
                </a:lnTo>
                <a:lnTo>
                  <a:pt x="641528" y="103173"/>
                </a:lnTo>
                <a:lnTo>
                  <a:pt x="641000" y="102648"/>
                </a:lnTo>
                <a:lnTo>
                  <a:pt x="640445" y="102142"/>
                </a:lnTo>
                <a:lnTo>
                  <a:pt x="639862" y="101656"/>
                </a:lnTo>
                <a:lnTo>
                  <a:pt x="639252" y="101190"/>
                </a:lnTo>
                <a:lnTo>
                  <a:pt x="638616" y="100744"/>
                </a:lnTo>
                <a:lnTo>
                  <a:pt x="637947" y="100317"/>
                </a:lnTo>
                <a:lnTo>
                  <a:pt x="637243" y="99909"/>
                </a:lnTo>
                <a:lnTo>
                  <a:pt x="636503" y="99518"/>
                </a:lnTo>
                <a:lnTo>
                  <a:pt x="635727" y="99145"/>
                </a:lnTo>
                <a:lnTo>
                  <a:pt x="634914" y="98791"/>
                </a:lnTo>
                <a:lnTo>
                  <a:pt x="634066" y="98455"/>
                </a:lnTo>
                <a:lnTo>
                  <a:pt x="633182" y="98137"/>
                </a:lnTo>
                <a:lnTo>
                  <a:pt x="632262" y="97837"/>
                </a:lnTo>
                <a:lnTo>
                  <a:pt x="631306" y="97555"/>
                </a:lnTo>
                <a:lnTo>
                  <a:pt x="630314" y="97292"/>
                </a:lnTo>
                <a:lnTo>
                  <a:pt x="629285" y="97047"/>
                </a:lnTo>
                <a:lnTo>
                  <a:pt x="628221" y="96819"/>
                </a:lnTo>
                <a:lnTo>
                  <a:pt x="627121" y="96610"/>
                </a:lnTo>
                <a:lnTo>
                  <a:pt x="625985" y="96420"/>
                </a:lnTo>
                <a:lnTo>
                  <a:pt x="624813" y="96247"/>
                </a:lnTo>
                <a:lnTo>
                  <a:pt x="623605" y="96093"/>
                </a:lnTo>
                <a:lnTo>
                  <a:pt x="622361" y="95956"/>
                </a:lnTo>
                <a:lnTo>
                  <a:pt x="621081" y="95838"/>
                </a:lnTo>
                <a:lnTo>
                  <a:pt x="619765" y="95738"/>
                </a:lnTo>
                <a:lnTo>
                  <a:pt x="618413" y="95656"/>
                </a:lnTo>
                <a:lnTo>
                  <a:pt x="617025" y="95593"/>
                </a:lnTo>
                <a:lnTo>
                  <a:pt x="615601" y="95547"/>
                </a:lnTo>
                <a:lnTo>
                  <a:pt x="614141" y="95520"/>
                </a:lnTo>
                <a:lnTo>
                  <a:pt x="612645" y="95511"/>
                </a:lnTo>
                <a:lnTo>
                  <a:pt x="608243" y="95511"/>
                </a:lnTo>
                <a:lnTo>
                  <a:pt x="607741" y="95503"/>
                </a:lnTo>
                <a:lnTo>
                  <a:pt x="607247" y="95493"/>
                </a:lnTo>
                <a:lnTo>
                  <a:pt x="606762" y="95481"/>
                </a:lnTo>
                <a:lnTo>
                  <a:pt x="606287" y="95466"/>
                </a:lnTo>
                <a:lnTo>
                  <a:pt x="605820" y="95450"/>
                </a:lnTo>
                <a:lnTo>
                  <a:pt x="605362" y="95431"/>
                </a:lnTo>
                <a:lnTo>
                  <a:pt x="604913" y="95409"/>
                </a:lnTo>
                <a:lnTo>
                  <a:pt x="604473" y="95386"/>
                </a:lnTo>
                <a:lnTo>
                  <a:pt x="604041" y="95360"/>
                </a:lnTo>
                <a:lnTo>
                  <a:pt x="603619" y="95332"/>
                </a:lnTo>
                <a:lnTo>
                  <a:pt x="603205" y="95302"/>
                </a:lnTo>
                <a:lnTo>
                  <a:pt x="602801" y="95269"/>
                </a:lnTo>
                <a:lnTo>
                  <a:pt x="602405" y="95235"/>
                </a:lnTo>
                <a:lnTo>
                  <a:pt x="602018" y="95198"/>
                </a:lnTo>
                <a:lnTo>
                  <a:pt x="601640" y="95159"/>
                </a:lnTo>
                <a:lnTo>
                  <a:pt x="601271" y="95117"/>
                </a:lnTo>
                <a:lnTo>
                  <a:pt x="600911" y="95073"/>
                </a:lnTo>
                <a:lnTo>
                  <a:pt x="600560" y="95028"/>
                </a:lnTo>
                <a:lnTo>
                  <a:pt x="600217" y="94979"/>
                </a:lnTo>
                <a:lnTo>
                  <a:pt x="599884" y="94929"/>
                </a:lnTo>
                <a:lnTo>
                  <a:pt x="599559" y="94876"/>
                </a:lnTo>
                <a:lnTo>
                  <a:pt x="599244" y="94821"/>
                </a:lnTo>
                <a:lnTo>
                  <a:pt x="598937" y="94764"/>
                </a:lnTo>
                <a:lnTo>
                  <a:pt x="598639" y="94705"/>
                </a:lnTo>
                <a:lnTo>
                  <a:pt x="598349" y="94643"/>
                </a:lnTo>
                <a:lnTo>
                  <a:pt x="598067" y="94580"/>
                </a:lnTo>
                <a:lnTo>
                  <a:pt x="597791" y="94515"/>
                </a:lnTo>
                <a:lnTo>
                  <a:pt x="597523" y="94448"/>
                </a:lnTo>
                <a:lnTo>
                  <a:pt x="597262" y="94380"/>
                </a:lnTo>
                <a:lnTo>
                  <a:pt x="597008" y="94309"/>
                </a:lnTo>
                <a:lnTo>
                  <a:pt x="596762" y="94237"/>
                </a:lnTo>
                <a:lnTo>
                  <a:pt x="596523" y="94163"/>
                </a:lnTo>
                <a:lnTo>
                  <a:pt x="596291" y="94087"/>
                </a:lnTo>
                <a:lnTo>
                  <a:pt x="596066" y="94009"/>
                </a:lnTo>
                <a:lnTo>
                  <a:pt x="595848" y="93929"/>
                </a:lnTo>
                <a:lnTo>
                  <a:pt x="595638" y="93848"/>
                </a:lnTo>
                <a:lnTo>
                  <a:pt x="595435" y="93765"/>
                </a:lnTo>
                <a:lnTo>
                  <a:pt x="595239" y="93680"/>
                </a:lnTo>
                <a:lnTo>
                  <a:pt x="595050" y="93593"/>
                </a:lnTo>
                <a:lnTo>
                  <a:pt x="594869" y="93504"/>
                </a:lnTo>
                <a:lnTo>
                  <a:pt x="594694" y="93414"/>
                </a:lnTo>
                <a:lnTo>
                  <a:pt x="594527" y="93321"/>
                </a:lnTo>
                <a:lnTo>
                  <a:pt x="594368" y="93227"/>
                </a:lnTo>
                <a:lnTo>
                  <a:pt x="594215" y="93131"/>
                </a:lnTo>
                <a:lnTo>
                  <a:pt x="594070" y="93033"/>
                </a:lnTo>
                <a:lnTo>
                  <a:pt x="593932" y="92934"/>
                </a:lnTo>
                <a:lnTo>
                  <a:pt x="593801" y="92832"/>
                </a:lnTo>
                <a:lnTo>
                  <a:pt x="593677" y="92729"/>
                </a:lnTo>
                <a:lnTo>
                  <a:pt x="593559" y="92625"/>
                </a:lnTo>
                <a:lnTo>
                  <a:pt x="593447" y="92519"/>
                </a:lnTo>
                <a:lnTo>
                  <a:pt x="593339" y="92412"/>
                </a:lnTo>
                <a:lnTo>
                  <a:pt x="593237" y="92305"/>
                </a:lnTo>
                <a:lnTo>
                  <a:pt x="593139" y="92196"/>
                </a:lnTo>
                <a:lnTo>
                  <a:pt x="593047" y="92087"/>
                </a:lnTo>
                <a:lnTo>
                  <a:pt x="592959" y="91976"/>
                </a:lnTo>
                <a:lnTo>
                  <a:pt x="592877" y="91865"/>
                </a:lnTo>
                <a:lnTo>
                  <a:pt x="592799" y="91752"/>
                </a:lnTo>
                <a:lnTo>
                  <a:pt x="592727" y="91639"/>
                </a:lnTo>
                <a:lnTo>
                  <a:pt x="592659" y="91524"/>
                </a:lnTo>
                <a:lnTo>
                  <a:pt x="592597" y="91409"/>
                </a:lnTo>
                <a:lnTo>
                  <a:pt x="592539" y="91293"/>
                </a:lnTo>
                <a:lnTo>
                  <a:pt x="592487" y="91175"/>
                </a:lnTo>
                <a:lnTo>
                  <a:pt x="592439" y="91057"/>
                </a:lnTo>
                <a:lnTo>
                  <a:pt x="592396" y="90937"/>
                </a:lnTo>
                <a:lnTo>
                  <a:pt x="592359" y="90817"/>
                </a:lnTo>
                <a:lnTo>
                  <a:pt x="592326" y="90696"/>
                </a:lnTo>
                <a:lnTo>
                  <a:pt x="592299" y="90574"/>
                </a:lnTo>
                <a:lnTo>
                  <a:pt x="592276" y="90450"/>
                </a:lnTo>
                <a:lnTo>
                  <a:pt x="592259" y="90326"/>
                </a:lnTo>
                <a:lnTo>
                  <a:pt x="592246" y="90201"/>
                </a:lnTo>
                <a:lnTo>
                  <a:pt x="592239" y="90075"/>
                </a:lnTo>
                <a:lnTo>
                  <a:pt x="592236" y="89947"/>
                </a:lnTo>
                <a:lnTo>
                  <a:pt x="592241" y="89766"/>
                </a:lnTo>
                <a:lnTo>
                  <a:pt x="592253" y="89586"/>
                </a:lnTo>
                <a:lnTo>
                  <a:pt x="592274" y="89406"/>
                </a:lnTo>
                <a:lnTo>
                  <a:pt x="592303" y="89226"/>
                </a:lnTo>
                <a:lnTo>
                  <a:pt x="592341" y="89048"/>
                </a:lnTo>
                <a:lnTo>
                  <a:pt x="592386" y="88869"/>
                </a:lnTo>
                <a:lnTo>
                  <a:pt x="592441" y="88692"/>
                </a:lnTo>
                <a:lnTo>
                  <a:pt x="592503" y="88514"/>
                </a:lnTo>
                <a:lnTo>
                  <a:pt x="592574" y="88338"/>
                </a:lnTo>
                <a:lnTo>
                  <a:pt x="592653" y="88162"/>
                </a:lnTo>
                <a:lnTo>
                  <a:pt x="592741" y="87986"/>
                </a:lnTo>
                <a:lnTo>
                  <a:pt x="592837" y="87811"/>
                </a:lnTo>
                <a:lnTo>
                  <a:pt x="592941" y="87637"/>
                </a:lnTo>
                <a:lnTo>
                  <a:pt x="593053" y="87463"/>
                </a:lnTo>
                <a:lnTo>
                  <a:pt x="593174" y="87290"/>
                </a:lnTo>
                <a:lnTo>
                  <a:pt x="593304" y="87117"/>
                </a:lnTo>
                <a:lnTo>
                  <a:pt x="593441" y="86945"/>
                </a:lnTo>
                <a:lnTo>
                  <a:pt x="593587" y="86774"/>
                </a:lnTo>
                <a:lnTo>
                  <a:pt x="593741" y="86603"/>
                </a:lnTo>
                <a:lnTo>
                  <a:pt x="593904" y="86432"/>
                </a:lnTo>
                <a:lnTo>
                  <a:pt x="594075" y="86262"/>
                </a:lnTo>
                <a:lnTo>
                  <a:pt x="594254" y="86093"/>
                </a:lnTo>
                <a:lnTo>
                  <a:pt x="594441" y="85924"/>
                </a:lnTo>
                <a:lnTo>
                  <a:pt x="594637" y="85756"/>
                </a:lnTo>
                <a:lnTo>
                  <a:pt x="594841" y="85589"/>
                </a:lnTo>
                <a:lnTo>
                  <a:pt x="595051" y="85427"/>
                </a:lnTo>
                <a:lnTo>
                  <a:pt x="595269" y="85268"/>
                </a:lnTo>
                <a:lnTo>
                  <a:pt x="595493" y="85112"/>
                </a:lnTo>
                <a:lnTo>
                  <a:pt x="595725" y="84960"/>
                </a:lnTo>
                <a:lnTo>
                  <a:pt x="595963" y="84812"/>
                </a:lnTo>
                <a:lnTo>
                  <a:pt x="596208" y="84668"/>
                </a:lnTo>
                <a:lnTo>
                  <a:pt x="596460" y="84527"/>
                </a:lnTo>
                <a:lnTo>
                  <a:pt x="596720" y="84390"/>
                </a:lnTo>
                <a:lnTo>
                  <a:pt x="596986" y="84256"/>
                </a:lnTo>
                <a:lnTo>
                  <a:pt x="597259" y="84127"/>
                </a:lnTo>
                <a:lnTo>
                  <a:pt x="597539" y="84000"/>
                </a:lnTo>
                <a:lnTo>
                  <a:pt x="597826" y="83878"/>
                </a:lnTo>
                <a:lnTo>
                  <a:pt x="598119" y="83759"/>
                </a:lnTo>
                <a:lnTo>
                  <a:pt x="598420" y="83644"/>
                </a:lnTo>
                <a:lnTo>
                  <a:pt x="598728" y="83532"/>
                </a:lnTo>
                <a:lnTo>
                  <a:pt x="599043" y="83424"/>
                </a:lnTo>
                <a:lnTo>
                  <a:pt x="599141" y="83392"/>
                </a:lnTo>
                <a:lnTo>
                  <a:pt x="599353" y="83462"/>
                </a:lnTo>
                <a:lnTo>
                  <a:pt x="599979" y="83652"/>
                </a:lnTo>
                <a:lnTo>
                  <a:pt x="600615" y="83829"/>
                </a:lnTo>
                <a:lnTo>
                  <a:pt x="601260" y="83992"/>
                </a:lnTo>
                <a:lnTo>
                  <a:pt x="601915" y="84143"/>
                </a:lnTo>
                <a:lnTo>
                  <a:pt x="602580" y="84280"/>
                </a:lnTo>
                <a:lnTo>
                  <a:pt x="603255" y="84404"/>
                </a:lnTo>
                <a:lnTo>
                  <a:pt x="603939" y="84516"/>
                </a:lnTo>
                <a:lnTo>
                  <a:pt x="604633" y="84614"/>
                </a:lnTo>
                <a:lnTo>
                  <a:pt x="605337" y="84699"/>
                </a:lnTo>
                <a:lnTo>
                  <a:pt x="606050" y="84771"/>
                </a:lnTo>
                <a:lnTo>
                  <a:pt x="606774" y="84830"/>
                </a:lnTo>
                <a:lnTo>
                  <a:pt x="607506" y="84875"/>
                </a:lnTo>
                <a:lnTo>
                  <a:pt x="608249" y="84908"/>
                </a:lnTo>
                <a:lnTo>
                  <a:pt x="609002" y="84928"/>
                </a:lnTo>
                <a:lnTo>
                  <a:pt x="609764" y="84934"/>
                </a:lnTo>
                <a:lnTo>
                  <a:pt x="610552" y="84928"/>
                </a:lnTo>
                <a:lnTo>
                  <a:pt x="611328" y="84909"/>
                </a:lnTo>
                <a:lnTo>
                  <a:pt x="612094" y="84876"/>
                </a:lnTo>
                <a:lnTo>
                  <a:pt x="612848" y="84831"/>
                </a:lnTo>
                <a:lnTo>
                  <a:pt x="613591" y="84773"/>
                </a:lnTo>
                <a:lnTo>
                  <a:pt x="614323" y="84702"/>
                </a:lnTo>
                <a:lnTo>
                  <a:pt x="615044" y="84617"/>
                </a:lnTo>
                <a:lnTo>
                  <a:pt x="615753" y="84520"/>
                </a:lnTo>
                <a:lnTo>
                  <a:pt x="616451" y="84410"/>
                </a:lnTo>
                <a:lnTo>
                  <a:pt x="617138" y="84288"/>
                </a:lnTo>
                <a:lnTo>
                  <a:pt x="617813" y="84152"/>
                </a:lnTo>
                <a:lnTo>
                  <a:pt x="618477" y="84003"/>
                </a:lnTo>
                <a:lnTo>
                  <a:pt x="619130" y="83841"/>
                </a:lnTo>
                <a:lnTo>
                  <a:pt x="619772" y="83667"/>
                </a:lnTo>
                <a:lnTo>
                  <a:pt x="620402" y="83479"/>
                </a:lnTo>
                <a:lnTo>
                  <a:pt x="621022" y="83278"/>
                </a:lnTo>
                <a:lnTo>
                  <a:pt x="621630" y="83065"/>
                </a:lnTo>
                <a:lnTo>
                  <a:pt x="622226" y="82839"/>
                </a:lnTo>
                <a:lnTo>
                  <a:pt x="622812" y="82599"/>
                </a:lnTo>
                <a:lnTo>
                  <a:pt x="623386" y="82347"/>
                </a:lnTo>
                <a:lnTo>
                  <a:pt x="623949" y="82082"/>
                </a:lnTo>
                <a:lnTo>
                  <a:pt x="624501" y="81804"/>
                </a:lnTo>
                <a:lnTo>
                  <a:pt x="625041" y="81513"/>
                </a:lnTo>
                <a:lnTo>
                  <a:pt x="625570" y="81208"/>
                </a:lnTo>
                <a:lnTo>
                  <a:pt x="626088" y="80894"/>
                </a:lnTo>
                <a:lnTo>
                  <a:pt x="626596" y="80570"/>
                </a:lnTo>
                <a:lnTo>
                  <a:pt x="627093" y="80238"/>
                </a:lnTo>
                <a:lnTo>
                  <a:pt x="627579" y="79897"/>
                </a:lnTo>
                <a:lnTo>
                  <a:pt x="628054" y="79548"/>
                </a:lnTo>
                <a:lnTo>
                  <a:pt x="628519" y="79191"/>
                </a:lnTo>
                <a:lnTo>
                  <a:pt x="628973" y="78825"/>
                </a:lnTo>
                <a:lnTo>
                  <a:pt x="629416" y="78450"/>
                </a:lnTo>
                <a:lnTo>
                  <a:pt x="629849" y="78067"/>
                </a:lnTo>
                <a:lnTo>
                  <a:pt x="630271" y="77675"/>
                </a:lnTo>
                <a:lnTo>
                  <a:pt x="630682" y="77275"/>
                </a:lnTo>
                <a:lnTo>
                  <a:pt x="631083" y="76866"/>
                </a:lnTo>
                <a:lnTo>
                  <a:pt x="631472" y="76449"/>
                </a:lnTo>
                <a:lnTo>
                  <a:pt x="631851" y="76023"/>
                </a:lnTo>
                <a:lnTo>
                  <a:pt x="632220" y="75588"/>
                </a:lnTo>
                <a:lnTo>
                  <a:pt x="632578" y="75146"/>
                </a:lnTo>
                <a:lnTo>
                  <a:pt x="632925" y="74694"/>
                </a:lnTo>
                <a:lnTo>
                  <a:pt x="633261" y="74234"/>
                </a:lnTo>
                <a:lnTo>
                  <a:pt x="633587" y="73766"/>
                </a:lnTo>
                <a:lnTo>
                  <a:pt x="633901" y="73289"/>
                </a:lnTo>
                <a:lnTo>
                  <a:pt x="634206" y="72803"/>
                </a:lnTo>
                <a:lnTo>
                  <a:pt x="634499" y="72309"/>
                </a:lnTo>
                <a:lnTo>
                  <a:pt x="634782" y="71806"/>
                </a:lnTo>
                <a:lnTo>
                  <a:pt x="635054" y="71295"/>
                </a:lnTo>
                <a:lnTo>
                  <a:pt x="635315" y="70778"/>
                </a:lnTo>
                <a:lnTo>
                  <a:pt x="635565" y="70256"/>
                </a:lnTo>
                <a:lnTo>
                  <a:pt x="635804" y="69730"/>
                </a:lnTo>
                <a:lnTo>
                  <a:pt x="636032" y="69200"/>
                </a:lnTo>
                <a:lnTo>
                  <a:pt x="636249" y="68666"/>
                </a:lnTo>
                <a:lnTo>
                  <a:pt x="636455" y="68127"/>
                </a:lnTo>
                <a:lnTo>
                  <a:pt x="636649" y="67585"/>
                </a:lnTo>
                <a:lnTo>
                  <a:pt x="636833" y="67039"/>
                </a:lnTo>
                <a:lnTo>
                  <a:pt x="637005" y="66488"/>
                </a:lnTo>
                <a:lnTo>
                  <a:pt x="637166" y="65933"/>
                </a:lnTo>
                <a:lnTo>
                  <a:pt x="637316" y="65374"/>
                </a:lnTo>
                <a:lnTo>
                  <a:pt x="637455" y="64811"/>
                </a:lnTo>
                <a:lnTo>
                  <a:pt x="637583" y="64244"/>
                </a:lnTo>
                <a:lnTo>
                  <a:pt x="637700" y="63673"/>
                </a:lnTo>
                <a:lnTo>
                  <a:pt x="637805" y="63098"/>
                </a:lnTo>
                <a:lnTo>
                  <a:pt x="637900" y="62518"/>
                </a:lnTo>
                <a:lnTo>
                  <a:pt x="637983" y="61934"/>
                </a:lnTo>
                <a:lnTo>
                  <a:pt x="638055" y="61347"/>
                </a:lnTo>
                <a:lnTo>
                  <a:pt x="638117" y="60755"/>
                </a:lnTo>
                <a:lnTo>
                  <a:pt x="638167" y="60159"/>
                </a:lnTo>
                <a:lnTo>
                  <a:pt x="638205" y="59559"/>
                </a:lnTo>
                <a:lnTo>
                  <a:pt x="638233" y="58955"/>
                </a:lnTo>
                <a:lnTo>
                  <a:pt x="638250" y="58346"/>
                </a:lnTo>
                <a:lnTo>
                  <a:pt x="638255" y="57734"/>
                </a:lnTo>
                <a:lnTo>
                  <a:pt x="638250" y="57101"/>
                </a:lnTo>
                <a:lnTo>
                  <a:pt x="638234" y="56474"/>
                </a:lnTo>
                <a:lnTo>
                  <a:pt x="638206" y="55851"/>
                </a:lnTo>
                <a:lnTo>
                  <a:pt x="638168" y="55233"/>
                </a:lnTo>
                <a:lnTo>
                  <a:pt x="638118" y="54620"/>
                </a:lnTo>
                <a:lnTo>
                  <a:pt x="638058" y="54011"/>
                </a:lnTo>
                <a:lnTo>
                  <a:pt x="637987" y="53408"/>
                </a:lnTo>
                <a:lnTo>
                  <a:pt x="637904" y="52809"/>
                </a:lnTo>
                <a:lnTo>
                  <a:pt x="637811" y="52215"/>
                </a:lnTo>
                <a:lnTo>
                  <a:pt x="637707" y="51626"/>
                </a:lnTo>
                <a:lnTo>
                  <a:pt x="637591" y="51042"/>
                </a:lnTo>
                <a:lnTo>
                  <a:pt x="637465" y="50463"/>
                </a:lnTo>
                <a:lnTo>
                  <a:pt x="637328" y="49889"/>
                </a:lnTo>
                <a:lnTo>
                  <a:pt x="637180" y="49319"/>
                </a:lnTo>
                <a:lnTo>
                  <a:pt x="637021" y="48754"/>
                </a:lnTo>
                <a:lnTo>
                  <a:pt x="636850" y="48194"/>
                </a:lnTo>
                <a:lnTo>
                  <a:pt x="636669" y="47639"/>
                </a:lnTo>
                <a:lnTo>
                  <a:pt x="636477" y="47089"/>
                </a:lnTo>
                <a:lnTo>
                  <a:pt x="636274" y="46544"/>
                </a:lnTo>
                <a:lnTo>
                  <a:pt x="636060" y="46003"/>
                </a:lnTo>
                <a:lnTo>
                  <a:pt x="635835" y="45467"/>
                </a:lnTo>
                <a:lnTo>
                  <a:pt x="635599" y="44937"/>
                </a:lnTo>
                <a:lnTo>
                  <a:pt x="635352" y="44411"/>
                </a:lnTo>
                <a:lnTo>
                  <a:pt x="635094" y="43889"/>
                </a:lnTo>
                <a:lnTo>
                  <a:pt x="634825" y="43375"/>
                </a:lnTo>
                <a:lnTo>
                  <a:pt x="634546" y="42869"/>
                </a:lnTo>
                <a:lnTo>
                  <a:pt x="634255" y="42372"/>
                </a:lnTo>
                <a:lnTo>
                  <a:pt x="633954" y="41884"/>
                </a:lnTo>
                <a:lnTo>
                  <a:pt x="633641" y="41405"/>
                </a:lnTo>
                <a:lnTo>
                  <a:pt x="633318" y="40935"/>
                </a:lnTo>
                <a:lnTo>
                  <a:pt x="632985" y="40473"/>
                </a:lnTo>
                <a:lnTo>
                  <a:pt x="632640" y="40020"/>
                </a:lnTo>
                <a:lnTo>
                  <a:pt x="632284" y="39576"/>
                </a:lnTo>
                <a:lnTo>
                  <a:pt x="631918" y="39141"/>
                </a:lnTo>
                <a:lnTo>
                  <a:pt x="631541" y="38715"/>
                </a:lnTo>
                <a:lnTo>
                  <a:pt x="631153" y="38297"/>
                </a:lnTo>
                <a:lnTo>
                  <a:pt x="630754" y="37889"/>
                </a:lnTo>
                <a:lnTo>
                  <a:pt x="630373" y="37518"/>
                </a:lnTo>
                <a:lnTo>
                  <a:pt x="630454" y="37409"/>
                </a:lnTo>
                <a:lnTo>
                  <a:pt x="630718" y="37076"/>
                </a:lnTo>
                <a:lnTo>
                  <a:pt x="630987" y="36756"/>
                </a:lnTo>
                <a:lnTo>
                  <a:pt x="631262" y="36447"/>
                </a:lnTo>
                <a:close/>
                <a:moveTo>
                  <a:pt x="607275" y="75604"/>
                </a:moveTo>
                <a:lnTo>
                  <a:pt x="606777" y="75518"/>
                </a:lnTo>
                <a:lnTo>
                  <a:pt x="606285" y="75416"/>
                </a:lnTo>
                <a:lnTo>
                  <a:pt x="605798" y="75298"/>
                </a:lnTo>
                <a:lnTo>
                  <a:pt x="605316" y="75165"/>
                </a:lnTo>
                <a:lnTo>
                  <a:pt x="604839" y="75016"/>
                </a:lnTo>
                <a:lnTo>
                  <a:pt x="604367" y="74852"/>
                </a:lnTo>
                <a:lnTo>
                  <a:pt x="603901" y="74671"/>
                </a:lnTo>
                <a:lnTo>
                  <a:pt x="603440" y="74475"/>
                </a:lnTo>
                <a:lnTo>
                  <a:pt x="602985" y="74264"/>
                </a:lnTo>
                <a:lnTo>
                  <a:pt x="602534" y="74036"/>
                </a:lnTo>
                <a:lnTo>
                  <a:pt x="602089" y="73793"/>
                </a:lnTo>
                <a:lnTo>
                  <a:pt x="601650" y="73535"/>
                </a:lnTo>
                <a:lnTo>
                  <a:pt x="601215" y="73260"/>
                </a:lnTo>
                <a:lnTo>
                  <a:pt x="600786" y="72970"/>
                </a:lnTo>
                <a:lnTo>
                  <a:pt x="600362" y="72665"/>
                </a:lnTo>
                <a:lnTo>
                  <a:pt x="599943" y="72343"/>
                </a:lnTo>
                <a:lnTo>
                  <a:pt x="599530" y="72006"/>
                </a:lnTo>
                <a:lnTo>
                  <a:pt x="599122" y="71654"/>
                </a:lnTo>
                <a:lnTo>
                  <a:pt x="598719" y="71285"/>
                </a:lnTo>
                <a:lnTo>
                  <a:pt x="598327" y="70901"/>
                </a:lnTo>
                <a:lnTo>
                  <a:pt x="597952" y="70500"/>
                </a:lnTo>
                <a:lnTo>
                  <a:pt x="597594" y="70084"/>
                </a:lnTo>
                <a:lnTo>
                  <a:pt x="597252" y="69652"/>
                </a:lnTo>
                <a:lnTo>
                  <a:pt x="596927" y="69204"/>
                </a:lnTo>
                <a:lnTo>
                  <a:pt x="596618" y="68739"/>
                </a:lnTo>
                <a:lnTo>
                  <a:pt x="596326" y="68259"/>
                </a:lnTo>
                <a:lnTo>
                  <a:pt x="596051" y="67763"/>
                </a:lnTo>
                <a:lnTo>
                  <a:pt x="595793" y="67251"/>
                </a:lnTo>
                <a:lnTo>
                  <a:pt x="595551" y="66723"/>
                </a:lnTo>
                <a:lnTo>
                  <a:pt x="595326" y="66179"/>
                </a:lnTo>
                <a:lnTo>
                  <a:pt x="595118" y="65619"/>
                </a:lnTo>
                <a:lnTo>
                  <a:pt x="594926" y="65043"/>
                </a:lnTo>
                <a:lnTo>
                  <a:pt x="594751" y="64451"/>
                </a:lnTo>
                <a:lnTo>
                  <a:pt x="594592" y="63843"/>
                </a:lnTo>
                <a:lnTo>
                  <a:pt x="594451" y="63219"/>
                </a:lnTo>
                <a:lnTo>
                  <a:pt x="594326" y="62579"/>
                </a:lnTo>
                <a:lnTo>
                  <a:pt x="594217" y="61924"/>
                </a:lnTo>
                <a:lnTo>
                  <a:pt x="594126" y="61252"/>
                </a:lnTo>
                <a:lnTo>
                  <a:pt x="594050" y="60564"/>
                </a:lnTo>
                <a:lnTo>
                  <a:pt x="593992" y="59860"/>
                </a:lnTo>
                <a:lnTo>
                  <a:pt x="593950" y="59141"/>
                </a:lnTo>
                <a:lnTo>
                  <a:pt x="593925" y="58405"/>
                </a:lnTo>
                <a:lnTo>
                  <a:pt x="593917" y="57654"/>
                </a:lnTo>
                <a:lnTo>
                  <a:pt x="593925" y="56909"/>
                </a:lnTo>
                <a:lnTo>
                  <a:pt x="593948" y="56179"/>
                </a:lnTo>
                <a:lnTo>
                  <a:pt x="593987" y="55464"/>
                </a:lnTo>
                <a:lnTo>
                  <a:pt x="594042" y="54765"/>
                </a:lnTo>
                <a:lnTo>
                  <a:pt x="594112" y="54081"/>
                </a:lnTo>
                <a:lnTo>
                  <a:pt x="594197" y="53412"/>
                </a:lnTo>
                <a:lnTo>
                  <a:pt x="594298" y="52759"/>
                </a:lnTo>
                <a:lnTo>
                  <a:pt x="594415" y="52121"/>
                </a:lnTo>
                <a:lnTo>
                  <a:pt x="594547" y="51497"/>
                </a:lnTo>
                <a:lnTo>
                  <a:pt x="594695" y="50890"/>
                </a:lnTo>
                <a:lnTo>
                  <a:pt x="594859" y="50297"/>
                </a:lnTo>
                <a:lnTo>
                  <a:pt x="595038" y="49720"/>
                </a:lnTo>
                <a:lnTo>
                  <a:pt x="595232" y="49158"/>
                </a:lnTo>
                <a:lnTo>
                  <a:pt x="595442" y="48611"/>
                </a:lnTo>
                <a:lnTo>
                  <a:pt x="595668" y="48080"/>
                </a:lnTo>
                <a:lnTo>
                  <a:pt x="595909" y="47563"/>
                </a:lnTo>
                <a:lnTo>
                  <a:pt x="596166" y="47062"/>
                </a:lnTo>
                <a:lnTo>
                  <a:pt x="596438" y="46577"/>
                </a:lnTo>
                <a:lnTo>
                  <a:pt x="596726" y="46106"/>
                </a:lnTo>
                <a:lnTo>
                  <a:pt x="597030" y="45651"/>
                </a:lnTo>
                <a:lnTo>
                  <a:pt x="597349" y="45211"/>
                </a:lnTo>
                <a:lnTo>
                  <a:pt x="597683" y="44786"/>
                </a:lnTo>
                <a:lnTo>
                  <a:pt x="598033" y="44376"/>
                </a:lnTo>
                <a:lnTo>
                  <a:pt x="598399" y="43982"/>
                </a:lnTo>
                <a:lnTo>
                  <a:pt x="598777" y="43603"/>
                </a:lnTo>
                <a:lnTo>
                  <a:pt x="599164" y="43241"/>
                </a:lnTo>
                <a:lnTo>
                  <a:pt x="599561" y="42895"/>
                </a:lnTo>
                <a:lnTo>
                  <a:pt x="599966" y="42564"/>
                </a:lnTo>
                <a:lnTo>
                  <a:pt x="600381" y="42250"/>
                </a:lnTo>
                <a:lnTo>
                  <a:pt x="600805" y="41952"/>
                </a:lnTo>
                <a:lnTo>
                  <a:pt x="601238" y="41670"/>
                </a:lnTo>
                <a:lnTo>
                  <a:pt x="601680" y="41404"/>
                </a:lnTo>
                <a:lnTo>
                  <a:pt x="602132" y="41155"/>
                </a:lnTo>
                <a:lnTo>
                  <a:pt x="602592" y="40921"/>
                </a:lnTo>
                <a:lnTo>
                  <a:pt x="603062" y="40704"/>
                </a:lnTo>
                <a:lnTo>
                  <a:pt x="603541" y="40502"/>
                </a:lnTo>
                <a:lnTo>
                  <a:pt x="604029" y="40317"/>
                </a:lnTo>
                <a:lnTo>
                  <a:pt x="604526" y="40148"/>
                </a:lnTo>
                <a:lnTo>
                  <a:pt x="605033" y="39995"/>
                </a:lnTo>
                <a:lnTo>
                  <a:pt x="605549" y="39858"/>
                </a:lnTo>
                <a:lnTo>
                  <a:pt x="606073" y="39737"/>
                </a:lnTo>
                <a:lnTo>
                  <a:pt x="606607" y="39632"/>
                </a:lnTo>
                <a:lnTo>
                  <a:pt x="607151" y="39544"/>
                </a:lnTo>
                <a:lnTo>
                  <a:pt x="607703" y="39471"/>
                </a:lnTo>
                <a:lnTo>
                  <a:pt x="608264" y="39415"/>
                </a:lnTo>
                <a:lnTo>
                  <a:pt x="608835" y="39374"/>
                </a:lnTo>
                <a:lnTo>
                  <a:pt x="609415" y="39350"/>
                </a:lnTo>
                <a:lnTo>
                  <a:pt x="610004" y="39342"/>
                </a:lnTo>
                <a:lnTo>
                  <a:pt x="610592" y="39350"/>
                </a:lnTo>
                <a:lnTo>
                  <a:pt x="611171" y="39374"/>
                </a:lnTo>
                <a:lnTo>
                  <a:pt x="611740" y="39413"/>
                </a:lnTo>
                <a:lnTo>
                  <a:pt x="612299" y="39468"/>
                </a:lnTo>
                <a:lnTo>
                  <a:pt x="612848" y="39538"/>
                </a:lnTo>
                <a:lnTo>
                  <a:pt x="613388" y="39625"/>
                </a:lnTo>
                <a:lnTo>
                  <a:pt x="613917" y="39727"/>
                </a:lnTo>
                <a:lnTo>
                  <a:pt x="614437" y="39844"/>
                </a:lnTo>
                <a:lnTo>
                  <a:pt x="614946" y="39977"/>
                </a:lnTo>
                <a:lnTo>
                  <a:pt x="615446" y="40126"/>
                </a:lnTo>
                <a:lnTo>
                  <a:pt x="615936" y="40291"/>
                </a:lnTo>
                <a:lnTo>
                  <a:pt x="616416" y="40472"/>
                </a:lnTo>
                <a:lnTo>
                  <a:pt x="616887" y="40668"/>
                </a:lnTo>
                <a:lnTo>
                  <a:pt x="617347" y="40879"/>
                </a:lnTo>
                <a:lnTo>
                  <a:pt x="617798" y="41107"/>
                </a:lnTo>
                <a:lnTo>
                  <a:pt x="618238" y="41350"/>
                </a:lnTo>
                <a:lnTo>
                  <a:pt x="618669" y="41609"/>
                </a:lnTo>
                <a:lnTo>
                  <a:pt x="619090" y="41883"/>
                </a:lnTo>
                <a:lnTo>
                  <a:pt x="619501" y="42173"/>
                </a:lnTo>
                <a:lnTo>
                  <a:pt x="619902" y="42479"/>
                </a:lnTo>
                <a:lnTo>
                  <a:pt x="620294" y="42801"/>
                </a:lnTo>
                <a:lnTo>
                  <a:pt x="620675" y="43138"/>
                </a:lnTo>
                <a:lnTo>
                  <a:pt x="621047" y="43491"/>
                </a:lnTo>
                <a:lnTo>
                  <a:pt x="621408" y="43859"/>
                </a:lnTo>
                <a:lnTo>
                  <a:pt x="621758" y="44244"/>
                </a:lnTo>
                <a:lnTo>
                  <a:pt x="622092" y="44645"/>
                </a:lnTo>
                <a:lnTo>
                  <a:pt x="622412" y="45064"/>
                </a:lnTo>
                <a:lnTo>
                  <a:pt x="622717" y="45499"/>
                </a:lnTo>
                <a:lnTo>
                  <a:pt x="623007" y="45951"/>
                </a:lnTo>
                <a:lnTo>
                  <a:pt x="623282" y="46420"/>
                </a:lnTo>
                <a:lnTo>
                  <a:pt x="623542" y="46905"/>
                </a:lnTo>
                <a:lnTo>
                  <a:pt x="623787" y="47408"/>
                </a:lnTo>
                <a:lnTo>
                  <a:pt x="624018" y="47927"/>
                </a:lnTo>
                <a:lnTo>
                  <a:pt x="624233" y="48463"/>
                </a:lnTo>
                <a:lnTo>
                  <a:pt x="624434" y="49016"/>
                </a:lnTo>
                <a:lnTo>
                  <a:pt x="624620" y="49586"/>
                </a:lnTo>
                <a:lnTo>
                  <a:pt x="624791" y="50173"/>
                </a:lnTo>
                <a:lnTo>
                  <a:pt x="624947" y="50776"/>
                </a:lnTo>
                <a:lnTo>
                  <a:pt x="625088" y="51396"/>
                </a:lnTo>
                <a:lnTo>
                  <a:pt x="625215" y="52033"/>
                </a:lnTo>
                <a:lnTo>
                  <a:pt x="625326" y="52687"/>
                </a:lnTo>
                <a:lnTo>
                  <a:pt x="625423" y="53358"/>
                </a:lnTo>
                <a:lnTo>
                  <a:pt x="625504" y="54046"/>
                </a:lnTo>
                <a:lnTo>
                  <a:pt x="625571" y="54750"/>
                </a:lnTo>
                <a:lnTo>
                  <a:pt x="625623" y="55472"/>
                </a:lnTo>
                <a:lnTo>
                  <a:pt x="625661" y="56210"/>
                </a:lnTo>
                <a:lnTo>
                  <a:pt x="625683" y="56965"/>
                </a:lnTo>
                <a:lnTo>
                  <a:pt x="625690" y="57736"/>
                </a:lnTo>
                <a:lnTo>
                  <a:pt x="625683" y="58474"/>
                </a:lnTo>
                <a:lnTo>
                  <a:pt x="625660" y="59197"/>
                </a:lnTo>
                <a:lnTo>
                  <a:pt x="625621" y="59905"/>
                </a:lnTo>
                <a:lnTo>
                  <a:pt x="625568" y="60597"/>
                </a:lnTo>
                <a:lnTo>
                  <a:pt x="625499" y="61275"/>
                </a:lnTo>
                <a:lnTo>
                  <a:pt x="625415" y="61936"/>
                </a:lnTo>
                <a:lnTo>
                  <a:pt x="625316" y="62583"/>
                </a:lnTo>
                <a:lnTo>
                  <a:pt x="625201" y="63214"/>
                </a:lnTo>
                <a:lnTo>
                  <a:pt x="625071" y="63831"/>
                </a:lnTo>
                <a:lnTo>
                  <a:pt x="624926" y="64431"/>
                </a:lnTo>
                <a:lnTo>
                  <a:pt x="624766" y="65017"/>
                </a:lnTo>
                <a:lnTo>
                  <a:pt x="624590" y="65588"/>
                </a:lnTo>
                <a:lnTo>
                  <a:pt x="624399" y="66143"/>
                </a:lnTo>
                <a:lnTo>
                  <a:pt x="624192" y="66683"/>
                </a:lnTo>
                <a:lnTo>
                  <a:pt x="623971" y="67207"/>
                </a:lnTo>
                <a:lnTo>
                  <a:pt x="623734" y="67717"/>
                </a:lnTo>
                <a:lnTo>
                  <a:pt x="623482" y="68211"/>
                </a:lnTo>
                <a:lnTo>
                  <a:pt x="623214" y="68690"/>
                </a:lnTo>
                <a:lnTo>
                  <a:pt x="622931" y="69153"/>
                </a:lnTo>
                <a:lnTo>
                  <a:pt x="622633" y="69602"/>
                </a:lnTo>
                <a:lnTo>
                  <a:pt x="622320" y="70035"/>
                </a:lnTo>
                <a:lnTo>
                  <a:pt x="621992" y="70453"/>
                </a:lnTo>
                <a:lnTo>
                  <a:pt x="621648" y="70855"/>
                </a:lnTo>
                <a:lnTo>
                  <a:pt x="621288" y="71243"/>
                </a:lnTo>
                <a:lnTo>
                  <a:pt x="620917" y="71615"/>
                </a:lnTo>
                <a:lnTo>
                  <a:pt x="620536" y="71971"/>
                </a:lnTo>
                <a:lnTo>
                  <a:pt x="620147" y="72311"/>
                </a:lnTo>
                <a:lnTo>
                  <a:pt x="619748" y="72635"/>
                </a:lnTo>
                <a:lnTo>
                  <a:pt x="619340" y="72944"/>
                </a:lnTo>
                <a:lnTo>
                  <a:pt x="618922" y="73236"/>
                </a:lnTo>
                <a:lnTo>
                  <a:pt x="618496" y="73513"/>
                </a:lnTo>
                <a:lnTo>
                  <a:pt x="618060" y="73774"/>
                </a:lnTo>
                <a:lnTo>
                  <a:pt x="617616" y="74020"/>
                </a:lnTo>
                <a:lnTo>
                  <a:pt x="617162" y="74249"/>
                </a:lnTo>
                <a:lnTo>
                  <a:pt x="616699" y="74463"/>
                </a:lnTo>
                <a:lnTo>
                  <a:pt x="616226" y="74661"/>
                </a:lnTo>
                <a:lnTo>
                  <a:pt x="615745" y="74843"/>
                </a:lnTo>
                <a:lnTo>
                  <a:pt x="615254" y="75009"/>
                </a:lnTo>
                <a:lnTo>
                  <a:pt x="614754" y="75159"/>
                </a:lnTo>
                <a:lnTo>
                  <a:pt x="614246" y="75294"/>
                </a:lnTo>
                <a:lnTo>
                  <a:pt x="613727" y="75412"/>
                </a:lnTo>
                <a:lnTo>
                  <a:pt x="613200" y="75515"/>
                </a:lnTo>
                <a:lnTo>
                  <a:pt x="612664" y="75602"/>
                </a:lnTo>
                <a:lnTo>
                  <a:pt x="612118" y="75673"/>
                </a:lnTo>
                <a:lnTo>
                  <a:pt x="611563" y="75729"/>
                </a:lnTo>
                <a:lnTo>
                  <a:pt x="610999" y="75768"/>
                </a:lnTo>
                <a:lnTo>
                  <a:pt x="610426" y="75792"/>
                </a:lnTo>
                <a:lnTo>
                  <a:pt x="609844" y="75800"/>
                </a:lnTo>
                <a:lnTo>
                  <a:pt x="609319" y="75792"/>
                </a:lnTo>
                <a:lnTo>
                  <a:pt x="608800" y="75769"/>
                </a:lnTo>
                <a:lnTo>
                  <a:pt x="608287" y="75729"/>
                </a:lnTo>
                <a:lnTo>
                  <a:pt x="607778" y="75675"/>
                </a:lnTo>
                <a:lnTo>
                  <a:pt x="607275" y="75604"/>
                </a:lnTo>
                <a:close/>
                <a:moveTo>
                  <a:pt x="606060" y="131885"/>
                </a:moveTo>
                <a:lnTo>
                  <a:pt x="605272" y="131813"/>
                </a:lnTo>
                <a:lnTo>
                  <a:pt x="604506" y="131728"/>
                </a:lnTo>
                <a:lnTo>
                  <a:pt x="603761" y="131630"/>
                </a:lnTo>
                <a:lnTo>
                  <a:pt x="603038" y="131519"/>
                </a:lnTo>
                <a:lnTo>
                  <a:pt x="602337" y="131394"/>
                </a:lnTo>
                <a:lnTo>
                  <a:pt x="601658" y="131257"/>
                </a:lnTo>
                <a:lnTo>
                  <a:pt x="601000" y="131106"/>
                </a:lnTo>
                <a:lnTo>
                  <a:pt x="600364" y="130943"/>
                </a:lnTo>
                <a:lnTo>
                  <a:pt x="599750" y="130766"/>
                </a:lnTo>
                <a:lnTo>
                  <a:pt x="599157" y="130576"/>
                </a:lnTo>
                <a:lnTo>
                  <a:pt x="598586" y="130373"/>
                </a:lnTo>
                <a:lnTo>
                  <a:pt x="598036" y="130157"/>
                </a:lnTo>
                <a:lnTo>
                  <a:pt x="597509" y="129928"/>
                </a:lnTo>
                <a:lnTo>
                  <a:pt x="597003" y="129686"/>
                </a:lnTo>
                <a:lnTo>
                  <a:pt x="596518" y="129430"/>
                </a:lnTo>
                <a:lnTo>
                  <a:pt x="596055" y="129162"/>
                </a:lnTo>
                <a:lnTo>
                  <a:pt x="595614" y="128880"/>
                </a:lnTo>
                <a:lnTo>
                  <a:pt x="595195" y="128586"/>
                </a:lnTo>
                <a:lnTo>
                  <a:pt x="594797" y="128278"/>
                </a:lnTo>
                <a:lnTo>
                  <a:pt x="594419" y="127962"/>
                </a:lnTo>
                <a:lnTo>
                  <a:pt x="594056" y="127641"/>
                </a:lnTo>
                <a:lnTo>
                  <a:pt x="593710" y="127316"/>
                </a:lnTo>
                <a:lnTo>
                  <a:pt x="593379" y="126988"/>
                </a:lnTo>
                <a:lnTo>
                  <a:pt x="593065" y="126655"/>
                </a:lnTo>
                <a:lnTo>
                  <a:pt x="592767" y="126317"/>
                </a:lnTo>
                <a:lnTo>
                  <a:pt x="592485" y="125976"/>
                </a:lnTo>
                <a:lnTo>
                  <a:pt x="592219" y="125630"/>
                </a:lnTo>
                <a:lnTo>
                  <a:pt x="591969" y="125281"/>
                </a:lnTo>
                <a:lnTo>
                  <a:pt x="591735" y="124927"/>
                </a:lnTo>
                <a:lnTo>
                  <a:pt x="591517" y="124569"/>
                </a:lnTo>
                <a:lnTo>
                  <a:pt x="591316" y="124207"/>
                </a:lnTo>
                <a:lnTo>
                  <a:pt x="591131" y="123840"/>
                </a:lnTo>
                <a:lnTo>
                  <a:pt x="590961" y="123470"/>
                </a:lnTo>
                <a:lnTo>
                  <a:pt x="590808" y="123095"/>
                </a:lnTo>
                <a:lnTo>
                  <a:pt x="590671" y="122716"/>
                </a:lnTo>
                <a:lnTo>
                  <a:pt x="590550" y="122333"/>
                </a:lnTo>
                <a:lnTo>
                  <a:pt x="590446" y="121945"/>
                </a:lnTo>
                <a:lnTo>
                  <a:pt x="590357" y="121554"/>
                </a:lnTo>
                <a:lnTo>
                  <a:pt x="590284" y="121158"/>
                </a:lnTo>
                <a:lnTo>
                  <a:pt x="590228" y="120759"/>
                </a:lnTo>
                <a:lnTo>
                  <a:pt x="590188" y="120355"/>
                </a:lnTo>
                <a:lnTo>
                  <a:pt x="590164" y="119946"/>
                </a:lnTo>
                <a:lnTo>
                  <a:pt x="590156" y="119534"/>
                </a:lnTo>
                <a:lnTo>
                  <a:pt x="590160" y="119163"/>
                </a:lnTo>
                <a:lnTo>
                  <a:pt x="590175" y="118796"/>
                </a:lnTo>
                <a:lnTo>
                  <a:pt x="590200" y="118432"/>
                </a:lnTo>
                <a:lnTo>
                  <a:pt x="590234" y="118072"/>
                </a:lnTo>
                <a:lnTo>
                  <a:pt x="590279" y="117716"/>
                </a:lnTo>
                <a:lnTo>
                  <a:pt x="590333" y="117364"/>
                </a:lnTo>
                <a:lnTo>
                  <a:pt x="590397" y="117016"/>
                </a:lnTo>
                <a:lnTo>
                  <a:pt x="590471" y="116671"/>
                </a:lnTo>
                <a:lnTo>
                  <a:pt x="590555" y="116330"/>
                </a:lnTo>
                <a:lnTo>
                  <a:pt x="590649" y="115992"/>
                </a:lnTo>
                <a:lnTo>
                  <a:pt x="590752" y="115659"/>
                </a:lnTo>
                <a:lnTo>
                  <a:pt x="590866" y="115329"/>
                </a:lnTo>
                <a:lnTo>
                  <a:pt x="590989" y="115003"/>
                </a:lnTo>
                <a:lnTo>
                  <a:pt x="591122" y="114680"/>
                </a:lnTo>
                <a:lnTo>
                  <a:pt x="591265" y="114361"/>
                </a:lnTo>
                <a:lnTo>
                  <a:pt x="591418" y="114047"/>
                </a:lnTo>
                <a:lnTo>
                  <a:pt x="591581" y="113735"/>
                </a:lnTo>
                <a:lnTo>
                  <a:pt x="591754" y="113428"/>
                </a:lnTo>
                <a:lnTo>
                  <a:pt x="591936" y="113124"/>
                </a:lnTo>
                <a:lnTo>
                  <a:pt x="592129" y="112824"/>
                </a:lnTo>
                <a:lnTo>
                  <a:pt x="592331" y="112528"/>
                </a:lnTo>
                <a:lnTo>
                  <a:pt x="592543" y="112235"/>
                </a:lnTo>
                <a:lnTo>
                  <a:pt x="592765" y="111947"/>
                </a:lnTo>
                <a:lnTo>
                  <a:pt x="592997" y="111662"/>
                </a:lnTo>
                <a:lnTo>
                  <a:pt x="593238" y="111382"/>
                </a:lnTo>
                <a:lnTo>
                  <a:pt x="593489" y="111109"/>
                </a:lnTo>
                <a:lnTo>
                  <a:pt x="593749" y="110843"/>
                </a:lnTo>
                <a:lnTo>
                  <a:pt x="594018" y="110584"/>
                </a:lnTo>
                <a:lnTo>
                  <a:pt x="594297" y="110332"/>
                </a:lnTo>
                <a:lnTo>
                  <a:pt x="594585" y="110087"/>
                </a:lnTo>
                <a:lnTo>
                  <a:pt x="594882" y="109849"/>
                </a:lnTo>
                <a:lnTo>
                  <a:pt x="595189" y="109617"/>
                </a:lnTo>
                <a:lnTo>
                  <a:pt x="595505" y="109393"/>
                </a:lnTo>
                <a:lnTo>
                  <a:pt x="595830" y="109175"/>
                </a:lnTo>
                <a:lnTo>
                  <a:pt x="596164" y="108965"/>
                </a:lnTo>
                <a:lnTo>
                  <a:pt x="596508" y="108761"/>
                </a:lnTo>
                <a:lnTo>
                  <a:pt x="596861" y="108564"/>
                </a:lnTo>
                <a:lnTo>
                  <a:pt x="597224" y="108374"/>
                </a:lnTo>
                <a:lnTo>
                  <a:pt x="597596" y="108191"/>
                </a:lnTo>
                <a:lnTo>
                  <a:pt x="597977" y="108015"/>
                </a:lnTo>
                <a:lnTo>
                  <a:pt x="598367" y="107846"/>
                </a:lnTo>
                <a:lnTo>
                  <a:pt x="598767" y="107683"/>
                </a:lnTo>
                <a:lnTo>
                  <a:pt x="599176" y="107528"/>
                </a:lnTo>
                <a:lnTo>
                  <a:pt x="599594" y="107379"/>
                </a:lnTo>
                <a:lnTo>
                  <a:pt x="600022" y="107238"/>
                </a:lnTo>
                <a:lnTo>
                  <a:pt x="600458" y="107103"/>
                </a:lnTo>
                <a:lnTo>
                  <a:pt x="600905" y="106975"/>
                </a:lnTo>
                <a:lnTo>
                  <a:pt x="601360" y="106854"/>
                </a:lnTo>
                <a:lnTo>
                  <a:pt x="612165" y="106854"/>
                </a:lnTo>
                <a:lnTo>
                  <a:pt x="612878" y="106857"/>
                </a:lnTo>
                <a:lnTo>
                  <a:pt x="613577" y="106864"/>
                </a:lnTo>
                <a:lnTo>
                  <a:pt x="614263" y="106876"/>
                </a:lnTo>
                <a:lnTo>
                  <a:pt x="614935" y="106893"/>
                </a:lnTo>
                <a:lnTo>
                  <a:pt x="615592" y="106915"/>
                </a:lnTo>
                <a:lnTo>
                  <a:pt x="616236" y="106942"/>
                </a:lnTo>
                <a:lnTo>
                  <a:pt x="616866" y="106974"/>
                </a:lnTo>
                <a:lnTo>
                  <a:pt x="617482" y="107011"/>
                </a:lnTo>
                <a:lnTo>
                  <a:pt x="618085" y="107052"/>
                </a:lnTo>
                <a:lnTo>
                  <a:pt x="618673" y="107099"/>
                </a:lnTo>
                <a:lnTo>
                  <a:pt x="619247" y="107150"/>
                </a:lnTo>
                <a:lnTo>
                  <a:pt x="619808" y="107206"/>
                </a:lnTo>
                <a:lnTo>
                  <a:pt x="620354" y="107268"/>
                </a:lnTo>
                <a:lnTo>
                  <a:pt x="620887" y="107334"/>
                </a:lnTo>
                <a:lnTo>
                  <a:pt x="621406" y="107405"/>
                </a:lnTo>
                <a:lnTo>
                  <a:pt x="621911" y="107481"/>
                </a:lnTo>
                <a:lnTo>
                  <a:pt x="622402" y="107561"/>
                </a:lnTo>
                <a:lnTo>
                  <a:pt x="622879" y="107647"/>
                </a:lnTo>
                <a:lnTo>
                  <a:pt x="623342" y="107738"/>
                </a:lnTo>
                <a:lnTo>
                  <a:pt x="623792" y="107833"/>
                </a:lnTo>
                <a:lnTo>
                  <a:pt x="624227" y="107933"/>
                </a:lnTo>
                <a:lnTo>
                  <a:pt x="624649" y="108039"/>
                </a:lnTo>
                <a:lnTo>
                  <a:pt x="625056" y="108149"/>
                </a:lnTo>
                <a:lnTo>
                  <a:pt x="625450" y="108264"/>
                </a:lnTo>
                <a:lnTo>
                  <a:pt x="625832" y="108383"/>
                </a:lnTo>
                <a:lnTo>
                  <a:pt x="626204" y="108506"/>
                </a:lnTo>
                <a:lnTo>
                  <a:pt x="626566" y="108633"/>
                </a:lnTo>
                <a:lnTo>
                  <a:pt x="626917" y="108764"/>
                </a:lnTo>
                <a:lnTo>
                  <a:pt x="627259" y="108899"/>
                </a:lnTo>
                <a:lnTo>
                  <a:pt x="627591" y="109037"/>
                </a:lnTo>
                <a:lnTo>
                  <a:pt x="627913" y="109180"/>
                </a:lnTo>
                <a:lnTo>
                  <a:pt x="628225" y="109326"/>
                </a:lnTo>
                <a:lnTo>
                  <a:pt x="628526" y="109477"/>
                </a:lnTo>
                <a:lnTo>
                  <a:pt x="628818" y="109631"/>
                </a:lnTo>
                <a:lnTo>
                  <a:pt x="629100" y="109789"/>
                </a:lnTo>
                <a:lnTo>
                  <a:pt x="629372" y="109951"/>
                </a:lnTo>
                <a:lnTo>
                  <a:pt x="629634" y="110117"/>
                </a:lnTo>
                <a:lnTo>
                  <a:pt x="629885" y="110286"/>
                </a:lnTo>
                <a:lnTo>
                  <a:pt x="630127" y="110460"/>
                </a:lnTo>
                <a:lnTo>
                  <a:pt x="630359" y="110638"/>
                </a:lnTo>
                <a:lnTo>
                  <a:pt x="630581" y="110819"/>
                </a:lnTo>
                <a:lnTo>
                  <a:pt x="630792" y="111004"/>
                </a:lnTo>
                <a:lnTo>
                  <a:pt x="630994" y="111193"/>
                </a:lnTo>
                <a:lnTo>
                  <a:pt x="631186" y="111386"/>
                </a:lnTo>
                <a:lnTo>
                  <a:pt x="631368" y="111583"/>
                </a:lnTo>
                <a:lnTo>
                  <a:pt x="631539" y="111784"/>
                </a:lnTo>
                <a:lnTo>
                  <a:pt x="631701" y="111989"/>
                </a:lnTo>
                <a:lnTo>
                  <a:pt x="631853" y="112198"/>
                </a:lnTo>
                <a:lnTo>
                  <a:pt x="631996" y="112410"/>
                </a:lnTo>
                <a:lnTo>
                  <a:pt x="632134" y="112626"/>
                </a:lnTo>
                <a:lnTo>
                  <a:pt x="632265" y="112845"/>
                </a:lnTo>
                <a:lnTo>
                  <a:pt x="632391" y="113067"/>
                </a:lnTo>
                <a:lnTo>
                  <a:pt x="632510" y="113293"/>
                </a:lnTo>
                <a:lnTo>
                  <a:pt x="632623" y="113522"/>
                </a:lnTo>
                <a:lnTo>
                  <a:pt x="632730" y="113754"/>
                </a:lnTo>
                <a:lnTo>
                  <a:pt x="632831" y="113990"/>
                </a:lnTo>
                <a:lnTo>
                  <a:pt x="632926" y="114228"/>
                </a:lnTo>
                <a:lnTo>
                  <a:pt x="633014" y="114471"/>
                </a:lnTo>
                <a:lnTo>
                  <a:pt x="633097" y="114716"/>
                </a:lnTo>
                <a:lnTo>
                  <a:pt x="633173" y="114965"/>
                </a:lnTo>
                <a:lnTo>
                  <a:pt x="633244" y="115217"/>
                </a:lnTo>
                <a:lnTo>
                  <a:pt x="633308" y="115473"/>
                </a:lnTo>
                <a:lnTo>
                  <a:pt x="633366" y="115731"/>
                </a:lnTo>
                <a:lnTo>
                  <a:pt x="633418" y="115994"/>
                </a:lnTo>
                <a:lnTo>
                  <a:pt x="633464" y="116259"/>
                </a:lnTo>
                <a:lnTo>
                  <a:pt x="633504" y="116528"/>
                </a:lnTo>
                <a:lnTo>
                  <a:pt x="633537" y="116800"/>
                </a:lnTo>
                <a:lnTo>
                  <a:pt x="633565" y="117075"/>
                </a:lnTo>
                <a:lnTo>
                  <a:pt x="633586" y="117354"/>
                </a:lnTo>
                <a:lnTo>
                  <a:pt x="633601" y="117636"/>
                </a:lnTo>
                <a:lnTo>
                  <a:pt x="633610" y="117921"/>
                </a:lnTo>
                <a:lnTo>
                  <a:pt x="633614" y="118210"/>
                </a:lnTo>
                <a:lnTo>
                  <a:pt x="633604" y="118697"/>
                </a:lnTo>
                <a:lnTo>
                  <a:pt x="633577" y="119177"/>
                </a:lnTo>
                <a:lnTo>
                  <a:pt x="633530" y="119651"/>
                </a:lnTo>
                <a:lnTo>
                  <a:pt x="633466" y="120118"/>
                </a:lnTo>
                <a:lnTo>
                  <a:pt x="633383" y="120579"/>
                </a:lnTo>
                <a:lnTo>
                  <a:pt x="633281" y="121032"/>
                </a:lnTo>
                <a:lnTo>
                  <a:pt x="633161" y="121480"/>
                </a:lnTo>
                <a:lnTo>
                  <a:pt x="633022" y="121920"/>
                </a:lnTo>
                <a:lnTo>
                  <a:pt x="632865" y="122354"/>
                </a:lnTo>
                <a:lnTo>
                  <a:pt x="632690" y="122782"/>
                </a:lnTo>
                <a:lnTo>
                  <a:pt x="632496" y="123203"/>
                </a:lnTo>
                <a:lnTo>
                  <a:pt x="632283" y="123617"/>
                </a:lnTo>
                <a:lnTo>
                  <a:pt x="632052" y="124024"/>
                </a:lnTo>
                <a:lnTo>
                  <a:pt x="631803" y="124425"/>
                </a:lnTo>
                <a:lnTo>
                  <a:pt x="631535" y="124820"/>
                </a:lnTo>
                <a:lnTo>
                  <a:pt x="631248" y="125207"/>
                </a:lnTo>
                <a:lnTo>
                  <a:pt x="630943" y="125588"/>
                </a:lnTo>
                <a:lnTo>
                  <a:pt x="630620" y="125963"/>
                </a:lnTo>
                <a:lnTo>
                  <a:pt x="630278" y="126331"/>
                </a:lnTo>
                <a:lnTo>
                  <a:pt x="629918" y="126692"/>
                </a:lnTo>
                <a:lnTo>
                  <a:pt x="629539" y="127046"/>
                </a:lnTo>
                <a:lnTo>
                  <a:pt x="629141" y="127394"/>
                </a:lnTo>
                <a:lnTo>
                  <a:pt x="628726" y="127735"/>
                </a:lnTo>
                <a:lnTo>
                  <a:pt x="628291" y="128070"/>
                </a:lnTo>
                <a:lnTo>
                  <a:pt x="627835" y="128395"/>
                </a:lnTo>
                <a:lnTo>
                  <a:pt x="627353" y="128706"/>
                </a:lnTo>
                <a:lnTo>
                  <a:pt x="626846" y="129003"/>
                </a:lnTo>
                <a:lnTo>
                  <a:pt x="626314" y="129286"/>
                </a:lnTo>
                <a:lnTo>
                  <a:pt x="625756" y="129555"/>
                </a:lnTo>
                <a:lnTo>
                  <a:pt x="625173" y="129811"/>
                </a:lnTo>
                <a:lnTo>
                  <a:pt x="624564" y="130053"/>
                </a:lnTo>
                <a:lnTo>
                  <a:pt x="623930" y="130281"/>
                </a:lnTo>
                <a:lnTo>
                  <a:pt x="623270" y="130495"/>
                </a:lnTo>
                <a:lnTo>
                  <a:pt x="622585" y="130695"/>
                </a:lnTo>
                <a:lnTo>
                  <a:pt x="621874" y="130882"/>
                </a:lnTo>
                <a:lnTo>
                  <a:pt x="621138" y="131054"/>
                </a:lnTo>
                <a:lnTo>
                  <a:pt x="620377" y="131213"/>
                </a:lnTo>
                <a:lnTo>
                  <a:pt x="619590" y="131358"/>
                </a:lnTo>
                <a:lnTo>
                  <a:pt x="618778" y="131489"/>
                </a:lnTo>
                <a:lnTo>
                  <a:pt x="617940" y="131607"/>
                </a:lnTo>
                <a:lnTo>
                  <a:pt x="617077" y="131710"/>
                </a:lnTo>
                <a:lnTo>
                  <a:pt x="616189" y="131800"/>
                </a:lnTo>
                <a:lnTo>
                  <a:pt x="615275" y="131876"/>
                </a:lnTo>
                <a:lnTo>
                  <a:pt x="614336" y="131938"/>
                </a:lnTo>
                <a:lnTo>
                  <a:pt x="613371" y="131987"/>
                </a:lnTo>
                <a:lnTo>
                  <a:pt x="612381" y="132021"/>
                </a:lnTo>
                <a:lnTo>
                  <a:pt x="611365" y="132042"/>
                </a:lnTo>
                <a:lnTo>
                  <a:pt x="610324" y="132049"/>
                </a:lnTo>
                <a:lnTo>
                  <a:pt x="609428" y="132042"/>
                </a:lnTo>
                <a:lnTo>
                  <a:pt x="608553" y="132023"/>
                </a:lnTo>
                <a:lnTo>
                  <a:pt x="607700" y="131990"/>
                </a:lnTo>
                <a:lnTo>
                  <a:pt x="606869" y="131944"/>
                </a:lnTo>
                <a:lnTo>
                  <a:pt x="606060" y="131885"/>
                </a:lnTo>
                <a:close/>
                <a:moveTo>
                  <a:pt x="523600" y="52249"/>
                </a:moveTo>
                <a:lnTo>
                  <a:pt x="523899" y="51859"/>
                </a:lnTo>
                <a:lnTo>
                  <a:pt x="524206" y="51471"/>
                </a:lnTo>
                <a:lnTo>
                  <a:pt x="524521" y="51085"/>
                </a:lnTo>
                <a:lnTo>
                  <a:pt x="524843" y="50701"/>
                </a:lnTo>
                <a:lnTo>
                  <a:pt x="525173" y="50320"/>
                </a:lnTo>
                <a:lnTo>
                  <a:pt x="525510" y="49941"/>
                </a:lnTo>
                <a:lnTo>
                  <a:pt x="525855" y="49564"/>
                </a:lnTo>
                <a:lnTo>
                  <a:pt x="526208" y="49189"/>
                </a:lnTo>
                <a:lnTo>
                  <a:pt x="526568" y="48816"/>
                </a:lnTo>
                <a:lnTo>
                  <a:pt x="526936" y="48446"/>
                </a:lnTo>
                <a:lnTo>
                  <a:pt x="527312" y="48078"/>
                </a:lnTo>
                <a:lnTo>
                  <a:pt x="527695" y="47712"/>
                </a:lnTo>
                <a:lnTo>
                  <a:pt x="528086" y="47348"/>
                </a:lnTo>
                <a:lnTo>
                  <a:pt x="528485" y="46987"/>
                </a:lnTo>
                <a:lnTo>
                  <a:pt x="528891" y="46628"/>
                </a:lnTo>
                <a:lnTo>
                  <a:pt x="529305" y="46271"/>
                </a:lnTo>
                <a:lnTo>
                  <a:pt x="529726" y="45916"/>
                </a:lnTo>
                <a:lnTo>
                  <a:pt x="530155" y="45563"/>
                </a:lnTo>
                <a:lnTo>
                  <a:pt x="530592" y="45213"/>
                </a:lnTo>
                <a:lnTo>
                  <a:pt x="531036" y="44865"/>
                </a:lnTo>
                <a:lnTo>
                  <a:pt x="531489" y="44519"/>
                </a:lnTo>
                <a:lnTo>
                  <a:pt x="531948" y="44175"/>
                </a:lnTo>
                <a:lnTo>
                  <a:pt x="532416" y="43839"/>
                </a:lnTo>
                <a:lnTo>
                  <a:pt x="532893" y="43518"/>
                </a:lnTo>
                <a:lnTo>
                  <a:pt x="533378" y="43211"/>
                </a:lnTo>
                <a:lnTo>
                  <a:pt x="533872" y="42919"/>
                </a:lnTo>
                <a:lnTo>
                  <a:pt x="534375" y="42640"/>
                </a:lnTo>
                <a:lnTo>
                  <a:pt x="534887" y="42376"/>
                </a:lnTo>
                <a:lnTo>
                  <a:pt x="535407" y="42126"/>
                </a:lnTo>
                <a:lnTo>
                  <a:pt x="535937" y="41891"/>
                </a:lnTo>
                <a:lnTo>
                  <a:pt x="536474" y="41669"/>
                </a:lnTo>
                <a:lnTo>
                  <a:pt x="537021" y="41462"/>
                </a:lnTo>
                <a:lnTo>
                  <a:pt x="537577" y="41270"/>
                </a:lnTo>
                <a:lnTo>
                  <a:pt x="538141" y="41091"/>
                </a:lnTo>
                <a:lnTo>
                  <a:pt x="538714" y="40927"/>
                </a:lnTo>
                <a:lnTo>
                  <a:pt x="539295" y="40777"/>
                </a:lnTo>
                <a:lnTo>
                  <a:pt x="539886" y="40642"/>
                </a:lnTo>
                <a:lnTo>
                  <a:pt x="540485" y="40520"/>
                </a:lnTo>
                <a:lnTo>
                  <a:pt x="541093" y="40413"/>
                </a:lnTo>
                <a:lnTo>
                  <a:pt x="541710" y="40320"/>
                </a:lnTo>
                <a:lnTo>
                  <a:pt x="542335" y="40242"/>
                </a:lnTo>
                <a:lnTo>
                  <a:pt x="542969" y="40178"/>
                </a:lnTo>
                <a:lnTo>
                  <a:pt x="543612" y="40128"/>
                </a:lnTo>
                <a:lnTo>
                  <a:pt x="544264" y="40092"/>
                </a:lnTo>
                <a:lnTo>
                  <a:pt x="544925" y="40071"/>
                </a:lnTo>
                <a:lnTo>
                  <a:pt x="545594" y="40063"/>
                </a:lnTo>
                <a:lnTo>
                  <a:pt x="546030" y="40068"/>
                </a:lnTo>
                <a:lnTo>
                  <a:pt x="546457" y="40081"/>
                </a:lnTo>
                <a:lnTo>
                  <a:pt x="546876" y="40104"/>
                </a:lnTo>
                <a:lnTo>
                  <a:pt x="547287" y="40135"/>
                </a:lnTo>
                <a:lnTo>
                  <a:pt x="547689" y="40176"/>
                </a:lnTo>
                <a:lnTo>
                  <a:pt x="548082" y="40225"/>
                </a:lnTo>
                <a:lnTo>
                  <a:pt x="548467" y="40283"/>
                </a:lnTo>
                <a:lnTo>
                  <a:pt x="548844" y="40351"/>
                </a:lnTo>
                <a:lnTo>
                  <a:pt x="549212" y="40427"/>
                </a:lnTo>
                <a:lnTo>
                  <a:pt x="549572" y="40512"/>
                </a:lnTo>
                <a:lnTo>
                  <a:pt x="549923" y="40607"/>
                </a:lnTo>
                <a:lnTo>
                  <a:pt x="550266" y="40710"/>
                </a:lnTo>
                <a:lnTo>
                  <a:pt x="550600" y="40822"/>
                </a:lnTo>
                <a:lnTo>
                  <a:pt x="550926" y="40944"/>
                </a:lnTo>
                <a:lnTo>
                  <a:pt x="551243" y="41074"/>
                </a:lnTo>
                <a:lnTo>
                  <a:pt x="551552" y="41213"/>
                </a:lnTo>
                <a:lnTo>
                  <a:pt x="551852" y="41361"/>
                </a:lnTo>
                <a:lnTo>
                  <a:pt x="552144" y="41518"/>
                </a:lnTo>
                <a:lnTo>
                  <a:pt x="552427" y="41684"/>
                </a:lnTo>
                <a:lnTo>
                  <a:pt x="552702" y="41860"/>
                </a:lnTo>
                <a:lnTo>
                  <a:pt x="552969" y="42044"/>
                </a:lnTo>
                <a:lnTo>
                  <a:pt x="553227" y="42237"/>
                </a:lnTo>
                <a:lnTo>
                  <a:pt x="553476" y="42439"/>
                </a:lnTo>
                <a:lnTo>
                  <a:pt x="553717" y="42650"/>
                </a:lnTo>
                <a:lnTo>
                  <a:pt x="553951" y="42869"/>
                </a:lnTo>
                <a:lnTo>
                  <a:pt x="554179" y="43095"/>
                </a:lnTo>
                <a:lnTo>
                  <a:pt x="554400" y="43327"/>
                </a:lnTo>
                <a:lnTo>
                  <a:pt x="554615" y="43567"/>
                </a:lnTo>
                <a:lnTo>
                  <a:pt x="554825" y="43813"/>
                </a:lnTo>
                <a:lnTo>
                  <a:pt x="555028" y="44067"/>
                </a:lnTo>
                <a:lnTo>
                  <a:pt x="555225" y="44327"/>
                </a:lnTo>
                <a:lnTo>
                  <a:pt x="555416" y="44594"/>
                </a:lnTo>
                <a:lnTo>
                  <a:pt x="555601" y="44869"/>
                </a:lnTo>
                <a:lnTo>
                  <a:pt x="555779" y="45150"/>
                </a:lnTo>
                <a:lnTo>
                  <a:pt x="555952" y="45438"/>
                </a:lnTo>
                <a:lnTo>
                  <a:pt x="556118" y="45733"/>
                </a:lnTo>
                <a:lnTo>
                  <a:pt x="556279" y="46035"/>
                </a:lnTo>
                <a:lnTo>
                  <a:pt x="556433" y="46344"/>
                </a:lnTo>
                <a:lnTo>
                  <a:pt x="556581" y="46660"/>
                </a:lnTo>
                <a:lnTo>
                  <a:pt x="556723" y="46982"/>
                </a:lnTo>
                <a:lnTo>
                  <a:pt x="556859" y="47312"/>
                </a:lnTo>
                <a:lnTo>
                  <a:pt x="556989" y="47649"/>
                </a:lnTo>
                <a:lnTo>
                  <a:pt x="557112" y="47992"/>
                </a:lnTo>
                <a:lnTo>
                  <a:pt x="557230" y="48343"/>
                </a:lnTo>
                <a:lnTo>
                  <a:pt x="557341" y="48700"/>
                </a:lnTo>
                <a:lnTo>
                  <a:pt x="557447" y="49064"/>
                </a:lnTo>
                <a:lnTo>
                  <a:pt x="557546" y="49436"/>
                </a:lnTo>
                <a:lnTo>
                  <a:pt x="557639" y="49814"/>
                </a:lnTo>
                <a:lnTo>
                  <a:pt x="557727" y="50197"/>
                </a:lnTo>
                <a:lnTo>
                  <a:pt x="557811" y="50586"/>
                </a:lnTo>
                <a:lnTo>
                  <a:pt x="557892" y="50978"/>
                </a:lnTo>
                <a:lnTo>
                  <a:pt x="557969" y="51375"/>
                </a:lnTo>
                <a:lnTo>
                  <a:pt x="558042" y="51776"/>
                </a:lnTo>
                <a:lnTo>
                  <a:pt x="558112" y="52182"/>
                </a:lnTo>
                <a:lnTo>
                  <a:pt x="558177" y="52592"/>
                </a:lnTo>
                <a:lnTo>
                  <a:pt x="558239" y="53007"/>
                </a:lnTo>
                <a:lnTo>
                  <a:pt x="558297" y="53426"/>
                </a:lnTo>
                <a:lnTo>
                  <a:pt x="558352" y="53849"/>
                </a:lnTo>
                <a:lnTo>
                  <a:pt x="558402" y="54277"/>
                </a:lnTo>
                <a:lnTo>
                  <a:pt x="558449" y="54710"/>
                </a:lnTo>
                <a:lnTo>
                  <a:pt x="558492" y="55146"/>
                </a:lnTo>
                <a:lnTo>
                  <a:pt x="558532" y="55588"/>
                </a:lnTo>
                <a:lnTo>
                  <a:pt x="558567" y="56033"/>
                </a:lnTo>
                <a:lnTo>
                  <a:pt x="558599" y="56483"/>
                </a:lnTo>
                <a:lnTo>
                  <a:pt x="558627" y="56938"/>
                </a:lnTo>
                <a:lnTo>
                  <a:pt x="558652" y="57397"/>
                </a:lnTo>
                <a:lnTo>
                  <a:pt x="558672" y="57860"/>
                </a:lnTo>
                <a:lnTo>
                  <a:pt x="558689" y="58328"/>
                </a:lnTo>
                <a:lnTo>
                  <a:pt x="558702" y="58800"/>
                </a:lnTo>
                <a:lnTo>
                  <a:pt x="558712" y="59276"/>
                </a:lnTo>
                <a:lnTo>
                  <a:pt x="558717" y="59757"/>
                </a:lnTo>
                <a:lnTo>
                  <a:pt x="558719" y="60243"/>
                </a:lnTo>
                <a:lnTo>
                  <a:pt x="558719" y="111536"/>
                </a:lnTo>
                <a:lnTo>
                  <a:pt x="572005" y="111536"/>
                </a:lnTo>
                <a:lnTo>
                  <a:pt x="572005" y="58708"/>
                </a:lnTo>
                <a:lnTo>
                  <a:pt x="571995" y="57534"/>
                </a:lnTo>
                <a:lnTo>
                  <a:pt x="571968" y="56383"/>
                </a:lnTo>
                <a:lnTo>
                  <a:pt x="571921" y="55254"/>
                </a:lnTo>
                <a:lnTo>
                  <a:pt x="571856" y="54147"/>
                </a:lnTo>
                <a:lnTo>
                  <a:pt x="571772" y="53062"/>
                </a:lnTo>
                <a:lnTo>
                  <a:pt x="571670" y="52000"/>
                </a:lnTo>
                <a:lnTo>
                  <a:pt x="571549" y="50960"/>
                </a:lnTo>
                <a:lnTo>
                  <a:pt x="571409" y="49942"/>
                </a:lnTo>
                <a:lnTo>
                  <a:pt x="571251" y="48946"/>
                </a:lnTo>
                <a:lnTo>
                  <a:pt x="571074" y="47972"/>
                </a:lnTo>
                <a:lnTo>
                  <a:pt x="570878" y="47020"/>
                </a:lnTo>
                <a:lnTo>
                  <a:pt x="570664" y="46091"/>
                </a:lnTo>
                <a:lnTo>
                  <a:pt x="570432" y="45184"/>
                </a:lnTo>
                <a:lnTo>
                  <a:pt x="570180" y="44299"/>
                </a:lnTo>
                <a:lnTo>
                  <a:pt x="569910" y="43436"/>
                </a:lnTo>
                <a:lnTo>
                  <a:pt x="569622" y="42596"/>
                </a:lnTo>
                <a:lnTo>
                  <a:pt x="569314" y="41777"/>
                </a:lnTo>
                <a:lnTo>
                  <a:pt x="568989" y="40981"/>
                </a:lnTo>
                <a:lnTo>
                  <a:pt x="568644" y="40207"/>
                </a:lnTo>
                <a:lnTo>
                  <a:pt x="568281" y="39456"/>
                </a:lnTo>
                <a:lnTo>
                  <a:pt x="567899" y="38726"/>
                </a:lnTo>
                <a:lnTo>
                  <a:pt x="567499" y="38019"/>
                </a:lnTo>
                <a:lnTo>
                  <a:pt x="567080" y="37333"/>
                </a:lnTo>
                <a:lnTo>
                  <a:pt x="566643" y="36671"/>
                </a:lnTo>
                <a:lnTo>
                  <a:pt x="566183" y="36032"/>
                </a:lnTo>
                <a:lnTo>
                  <a:pt x="565699" y="35421"/>
                </a:lnTo>
                <a:lnTo>
                  <a:pt x="565191" y="34837"/>
                </a:lnTo>
                <a:lnTo>
                  <a:pt x="564657" y="34280"/>
                </a:lnTo>
                <a:lnTo>
                  <a:pt x="564099" y="33750"/>
                </a:lnTo>
                <a:lnTo>
                  <a:pt x="563516" y="33247"/>
                </a:lnTo>
                <a:lnTo>
                  <a:pt x="562909" y="32772"/>
                </a:lnTo>
                <a:lnTo>
                  <a:pt x="562276" y="32323"/>
                </a:lnTo>
                <a:lnTo>
                  <a:pt x="561619" y="31902"/>
                </a:lnTo>
                <a:lnTo>
                  <a:pt x="560937" y="31508"/>
                </a:lnTo>
                <a:lnTo>
                  <a:pt x="560231" y="31141"/>
                </a:lnTo>
                <a:lnTo>
                  <a:pt x="559500" y="30802"/>
                </a:lnTo>
                <a:lnTo>
                  <a:pt x="558744" y="30489"/>
                </a:lnTo>
                <a:lnTo>
                  <a:pt x="557963" y="30204"/>
                </a:lnTo>
                <a:lnTo>
                  <a:pt x="557157" y="29946"/>
                </a:lnTo>
                <a:lnTo>
                  <a:pt x="556327" y="29715"/>
                </a:lnTo>
                <a:lnTo>
                  <a:pt x="555472" y="29511"/>
                </a:lnTo>
                <a:lnTo>
                  <a:pt x="554593" y="29335"/>
                </a:lnTo>
                <a:lnTo>
                  <a:pt x="553688" y="29185"/>
                </a:lnTo>
                <a:lnTo>
                  <a:pt x="552759" y="29063"/>
                </a:lnTo>
                <a:lnTo>
                  <a:pt x="551805" y="28968"/>
                </a:lnTo>
                <a:lnTo>
                  <a:pt x="550827" y="28900"/>
                </a:lnTo>
                <a:lnTo>
                  <a:pt x="549823" y="28859"/>
                </a:lnTo>
                <a:lnTo>
                  <a:pt x="548795" y="28846"/>
                </a:lnTo>
                <a:lnTo>
                  <a:pt x="548000" y="28853"/>
                </a:lnTo>
                <a:lnTo>
                  <a:pt x="547217" y="28874"/>
                </a:lnTo>
                <a:lnTo>
                  <a:pt x="546444" y="28909"/>
                </a:lnTo>
                <a:lnTo>
                  <a:pt x="545683" y="28958"/>
                </a:lnTo>
                <a:lnTo>
                  <a:pt x="544932" y="29021"/>
                </a:lnTo>
                <a:lnTo>
                  <a:pt x="544193" y="29099"/>
                </a:lnTo>
                <a:lnTo>
                  <a:pt x="543465" y="29190"/>
                </a:lnTo>
                <a:lnTo>
                  <a:pt x="542748" y="29295"/>
                </a:lnTo>
                <a:lnTo>
                  <a:pt x="542042" y="29415"/>
                </a:lnTo>
                <a:lnTo>
                  <a:pt x="541348" y="29548"/>
                </a:lnTo>
                <a:lnTo>
                  <a:pt x="540664" y="29696"/>
                </a:lnTo>
                <a:lnTo>
                  <a:pt x="539992" y="29857"/>
                </a:lnTo>
                <a:lnTo>
                  <a:pt x="539330" y="30033"/>
                </a:lnTo>
                <a:lnTo>
                  <a:pt x="538680" y="30223"/>
                </a:lnTo>
                <a:lnTo>
                  <a:pt x="538041" y="30426"/>
                </a:lnTo>
                <a:lnTo>
                  <a:pt x="537413" y="30644"/>
                </a:lnTo>
                <a:lnTo>
                  <a:pt x="536796" y="30876"/>
                </a:lnTo>
                <a:lnTo>
                  <a:pt x="536190" y="31122"/>
                </a:lnTo>
                <a:lnTo>
                  <a:pt x="535595" y="31382"/>
                </a:lnTo>
                <a:lnTo>
                  <a:pt x="535012" y="31656"/>
                </a:lnTo>
                <a:lnTo>
                  <a:pt x="534439" y="31944"/>
                </a:lnTo>
                <a:lnTo>
                  <a:pt x="533878" y="32246"/>
                </a:lnTo>
                <a:lnTo>
                  <a:pt x="533328" y="32562"/>
                </a:lnTo>
                <a:lnTo>
                  <a:pt x="532789" y="32892"/>
                </a:lnTo>
                <a:lnTo>
                  <a:pt x="532260" y="33230"/>
                </a:lnTo>
                <a:lnTo>
                  <a:pt x="531742" y="33571"/>
                </a:lnTo>
                <a:lnTo>
                  <a:pt x="531234" y="33913"/>
                </a:lnTo>
                <a:lnTo>
                  <a:pt x="530737" y="34258"/>
                </a:lnTo>
                <a:lnTo>
                  <a:pt x="530249" y="34604"/>
                </a:lnTo>
                <a:lnTo>
                  <a:pt x="529772" y="34953"/>
                </a:lnTo>
                <a:lnTo>
                  <a:pt x="529306" y="35304"/>
                </a:lnTo>
                <a:lnTo>
                  <a:pt x="528849" y="35656"/>
                </a:lnTo>
                <a:lnTo>
                  <a:pt x="528403" y="36011"/>
                </a:lnTo>
                <a:lnTo>
                  <a:pt x="527967" y="36368"/>
                </a:lnTo>
                <a:lnTo>
                  <a:pt x="527542" y="36727"/>
                </a:lnTo>
                <a:lnTo>
                  <a:pt x="527126" y="37089"/>
                </a:lnTo>
                <a:lnTo>
                  <a:pt x="526721" y="37452"/>
                </a:lnTo>
                <a:lnTo>
                  <a:pt x="526326" y="37817"/>
                </a:lnTo>
                <a:lnTo>
                  <a:pt x="525942" y="38185"/>
                </a:lnTo>
                <a:lnTo>
                  <a:pt x="525568" y="38554"/>
                </a:lnTo>
                <a:lnTo>
                  <a:pt x="525204" y="38926"/>
                </a:lnTo>
                <a:lnTo>
                  <a:pt x="524850" y="39300"/>
                </a:lnTo>
                <a:lnTo>
                  <a:pt x="524507" y="39675"/>
                </a:lnTo>
                <a:lnTo>
                  <a:pt x="524174" y="40053"/>
                </a:lnTo>
                <a:lnTo>
                  <a:pt x="523851" y="40433"/>
                </a:lnTo>
                <a:lnTo>
                  <a:pt x="523539" y="40815"/>
                </a:lnTo>
                <a:lnTo>
                  <a:pt x="523236" y="41200"/>
                </a:lnTo>
                <a:lnTo>
                  <a:pt x="522944" y="41586"/>
                </a:lnTo>
                <a:lnTo>
                  <a:pt x="522624" y="30288"/>
                </a:lnTo>
                <a:lnTo>
                  <a:pt x="509659" y="30288"/>
                </a:lnTo>
                <a:lnTo>
                  <a:pt x="509659" y="111536"/>
                </a:lnTo>
                <a:lnTo>
                  <a:pt x="523025" y="111536"/>
                </a:lnTo>
                <a:lnTo>
                  <a:pt x="523025" y="53036"/>
                </a:lnTo>
                <a:lnTo>
                  <a:pt x="523308" y="52642"/>
                </a:lnTo>
                <a:lnTo>
                  <a:pt x="523600" y="522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0F94B5-71F9-453B-8753-F02A3587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6619" y="2007311"/>
            <a:ext cx="1491950" cy="277294"/>
          </a:xfrm>
          <a:custGeom xmlns:a="http://schemas.openxmlformats.org/drawingml/2006/main">
            <a:pathLst>
              <a:path w="1491950" h="277294">
                <a:moveTo>
                  <a:pt x="0" y="0"/>
                </a:moveTo>
                <a:lnTo>
                  <a:pt x="1491950" y="0"/>
                </a:lnTo>
                <a:lnTo>
                  <a:pt x="1491950" y="277294"/>
                </a:lnTo>
                <a:lnTo>
                  <a:pt x="0" y="2772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6B5770-485B-4A82-8F6F-91F9D875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6619" y="2007311"/>
            <a:ext cx="1491949" cy="277296"/>
          </a:xfrm>
          <a:custGeom xmlns:a="http://schemas.openxmlformats.org/drawingml/2006/main">
            <a:pathLst>
              <a:path w="1491949" h="277296" fill="none">
                <a:moveTo>
                  <a:pt x="0" y="0"/>
                </a:moveTo>
                <a:lnTo>
                  <a:pt x="1491949" y="0"/>
                </a:lnTo>
                <a:lnTo>
                  <a:pt x="1491949" y="277296"/>
                </a:lnTo>
                <a:lnTo>
                  <a:pt x="0" y="27729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639" cap="flat">
            <a:solidFill>
              <a:srgbClr val="FFFFFF"/>
            </a:solidFill>
            <a:miter/>
          </a:ln>
        </p:spPr>
      </p:sp>
      <p:sp>
        <p:nvSpPr>
          <p:cNvPr id="35" name="Text GenerationPhase">
            <a:extLst xmlns:a="http://schemas.openxmlformats.org/drawingml/2006/main">
              <a:ext uri="{FF2B5EF4-FFF2-40B4-BE49-F238E27FC236}">
                <a16:creationId xmlns:a16="http://schemas.microsoft.com/office/drawing/2014/main" id="{8A5893F4-9104-413D-BA9F-BAAF4319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2109" y="2099437"/>
            <a:ext cx="1223812" cy="112979"/>
          </a:xfrm>
          <a:custGeom xmlns:a="http://schemas.openxmlformats.org/drawingml/2006/main">
            <a:pathLst>
              <a:path w="1223812" h="112979">
                <a:moveTo>
                  <a:pt x="49861" y="112979"/>
                </a:moveTo>
                <a:cubicBezTo>
                  <a:pt x="39030" y="112979"/>
                  <a:pt x="29906" y="110655"/>
                  <a:pt x="22489" y="106008"/>
                </a:cubicBezTo>
                <a:cubicBezTo>
                  <a:pt x="15073" y="101360"/>
                  <a:pt x="9471" y="94883"/>
                  <a:pt x="5682" y="86577"/>
                </a:cubicBezTo>
                <a:cubicBezTo>
                  <a:pt x="1894" y="78270"/>
                  <a:pt x="0" y="68642"/>
                  <a:pt x="0" y="57691"/>
                </a:cubicBezTo>
                <a:cubicBezTo>
                  <a:pt x="0" y="46687"/>
                  <a:pt x="1894" y="37019"/>
                  <a:pt x="5682" y="28685"/>
                </a:cubicBezTo>
                <a:cubicBezTo>
                  <a:pt x="9471" y="20352"/>
                  <a:pt x="15073" y="13862"/>
                  <a:pt x="22489" y="9215"/>
                </a:cubicBezTo>
                <a:cubicBezTo>
                  <a:pt x="29906" y="4567"/>
                  <a:pt x="39030" y="2244"/>
                  <a:pt x="49861" y="2244"/>
                </a:cubicBezTo>
                <a:cubicBezTo>
                  <a:pt x="55143" y="2244"/>
                  <a:pt x="60238" y="2951"/>
                  <a:pt x="65147" y="4367"/>
                </a:cubicBezTo>
                <a:cubicBezTo>
                  <a:pt x="70056" y="5782"/>
                  <a:pt x="74498" y="7919"/>
                  <a:pt x="78473" y="10777"/>
                </a:cubicBezTo>
                <a:cubicBezTo>
                  <a:pt x="82447" y="13635"/>
                  <a:pt x="85702" y="17227"/>
                  <a:pt x="88237" y="21554"/>
                </a:cubicBezTo>
                <a:cubicBezTo>
                  <a:pt x="90771" y="25881"/>
                  <a:pt x="92332" y="30982"/>
                  <a:pt x="92918" y="36858"/>
                </a:cubicBezTo>
                <a:lnTo>
                  <a:pt x="78352" y="36858"/>
                </a:lnTo>
                <a:cubicBezTo>
                  <a:pt x="77872" y="32745"/>
                  <a:pt x="76432" y="28966"/>
                  <a:pt x="74031" y="25520"/>
                </a:cubicBezTo>
                <a:cubicBezTo>
                  <a:pt x="71630" y="22075"/>
                  <a:pt x="68388" y="19297"/>
                  <a:pt x="64307" y="17187"/>
                </a:cubicBezTo>
                <a:cubicBezTo>
                  <a:pt x="60225" y="15077"/>
                  <a:pt x="55356" y="14022"/>
                  <a:pt x="49701" y="14022"/>
                </a:cubicBezTo>
                <a:cubicBezTo>
                  <a:pt x="41430" y="14022"/>
                  <a:pt x="34721" y="15985"/>
                  <a:pt x="29572" y="19912"/>
                </a:cubicBezTo>
                <a:cubicBezTo>
                  <a:pt x="24423" y="23838"/>
                  <a:pt x="20635" y="29086"/>
                  <a:pt x="18208" y="35656"/>
                </a:cubicBezTo>
                <a:cubicBezTo>
                  <a:pt x="15780" y="42227"/>
                  <a:pt x="14566" y="49572"/>
                  <a:pt x="14566" y="57691"/>
                </a:cubicBezTo>
                <a:cubicBezTo>
                  <a:pt x="14566" y="65757"/>
                  <a:pt x="15780" y="73062"/>
                  <a:pt x="18208" y="79606"/>
                </a:cubicBezTo>
                <a:cubicBezTo>
                  <a:pt x="20635" y="86150"/>
                  <a:pt x="24437" y="91345"/>
                  <a:pt x="29612" y="95191"/>
                </a:cubicBezTo>
                <a:cubicBezTo>
                  <a:pt x="34788" y="99037"/>
                  <a:pt x="41537" y="100960"/>
                  <a:pt x="49861" y="100960"/>
                </a:cubicBezTo>
                <a:cubicBezTo>
                  <a:pt x="57010" y="100960"/>
                  <a:pt x="62879" y="99611"/>
                  <a:pt x="67468" y="96913"/>
                </a:cubicBezTo>
                <a:cubicBezTo>
                  <a:pt x="72057" y="94216"/>
                  <a:pt x="75485" y="90450"/>
                  <a:pt x="77752" y="85615"/>
                </a:cubicBezTo>
                <a:cubicBezTo>
                  <a:pt x="80020" y="80781"/>
                  <a:pt x="81207" y="75212"/>
                  <a:pt x="81314" y="68909"/>
                </a:cubicBezTo>
                <a:lnTo>
                  <a:pt x="51461" y="68909"/>
                </a:lnTo>
                <a:lnTo>
                  <a:pt x="51461" y="56970"/>
                </a:lnTo>
                <a:lnTo>
                  <a:pt x="95319" y="56970"/>
                </a:lnTo>
                <a:lnTo>
                  <a:pt x="95319" y="65383"/>
                </a:lnTo>
                <a:cubicBezTo>
                  <a:pt x="95319" y="74732"/>
                  <a:pt x="93625" y="82985"/>
                  <a:pt x="90237" y="90143"/>
                </a:cubicBezTo>
                <a:cubicBezTo>
                  <a:pt x="86849" y="97301"/>
                  <a:pt x="81794" y="102896"/>
                  <a:pt x="75071" y="106929"/>
                </a:cubicBezTo>
                <a:cubicBezTo>
                  <a:pt x="68348" y="110962"/>
                  <a:pt x="59945" y="112979"/>
                  <a:pt x="49861" y="112979"/>
                </a:cubicBezTo>
                <a:close/>
                <a:moveTo>
                  <a:pt x="151458" y="112979"/>
                </a:moveTo>
                <a:cubicBezTo>
                  <a:pt x="143348" y="112979"/>
                  <a:pt x="136652" y="111131"/>
                  <a:pt x="131370" y="107435"/>
                </a:cubicBezTo>
                <a:cubicBezTo>
                  <a:pt x="126087" y="103737"/>
                  <a:pt x="122153" y="98706"/>
                  <a:pt x="119565" y="92341"/>
                </a:cubicBezTo>
                <a:cubicBezTo>
                  <a:pt x="116977" y="85976"/>
                  <a:pt x="115683" y="78819"/>
                  <a:pt x="115683" y="70870"/>
                </a:cubicBezTo>
                <a:cubicBezTo>
                  <a:pt x="115683" y="62588"/>
                  <a:pt x="116937" y="55292"/>
                  <a:pt x="119445" y="48982"/>
                </a:cubicBezTo>
                <a:cubicBezTo>
                  <a:pt x="121952" y="42673"/>
                  <a:pt x="125754" y="37739"/>
                  <a:pt x="130849" y="34182"/>
                </a:cubicBezTo>
                <a:cubicBezTo>
                  <a:pt x="135945" y="30624"/>
                  <a:pt x="142334" y="28846"/>
                  <a:pt x="150017" y="28846"/>
                </a:cubicBezTo>
                <a:cubicBezTo>
                  <a:pt x="160315" y="28846"/>
                  <a:pt x="168372" y="32184"/>
                  <a:pt x="174187" y="38861"/>
                </a:cubicBezTo>
                <a:cubicBezTo>
                  <a:pt x="180003" y="45537"/>
                  <a:pt x="182911" y="55134"/>
                  <a:pt x="182911" y="67652"/>
                </a:cubicBezTo>
                <a:cubicBezTo>
                  <a:pt x="182911" y="68487"/>
                  <a:pt x="182898" y="69474"/>
                  <a:pt x="182871" y="70614"/>
                </a:cubicBezTo>
                <a:cubicBezTo>
                  <a:pt x="182844" y="71754"/>
                  <a:pt x="182778" y="72575"/>
                  <a:pt x="182671" y="73076"/>
                </a:cubicBezTo>
                <a:lnTo>
                  <a:pt x="129129" y="73076"/>
                </a:lnTo>
                <a:cubicBezTo>
                  <a:pt x="129182" y="78426"/>
                  <a:pt x="129956" y="83339"/>
                  <a:pt x="131450" y="87816"/>
                </a:cubicBezTo>
                <a:cubicBezTo>
                  <a:pt x="132944" y="92294"/>
                  <a:pt x="135331" y="95884"/>
                  <a:pt x="138613" y="98588"/>
                </a:cubicBezTo>
                <a:cubicBezTo>
                  <a:pt x="141894" y="101291"/>
                  <a:pt x="146176" y="102642"/>
                  <a:pt x="151458" y="102642"/>
                </a:cubicBezTo>
                <a:cubicBezTo>
                  <a:pt x="157167" y="102642"/>
                  <a:pt x="161609" y="101149"/>
                  <a:pt x="164783" y="98163"/>
                </a:cubicBezTo>
                <a:cubicBezTo>
                  <a:pt x="167958" y="95176"/>
                  <a:pt x="169626" y="90868"/>
                  <a:pt x="169786" y="85237"/>
                </a:cubicBezTo>
                <a:lnTo>
                  <a:pt x="182991" y="85237"/>
                </a:lnTo>
                <a:cubicBezTo>
                  <a:pt x="182831" y="90958"/>
                  <a:pt x="181457" y="95888"/>
                  <a:pt x="178869" y="100026"/>
                </a:cubicBezTo>
                <a:cubicBezTo>
                  <a:pt x="176282" y="104162"/>
                  <a:pt x="172667" y="107356"/>
                  <a:pt x="168025" y="109606"/>
                </a:cubicBezTo>
                <a:cubicBezTo>
                  <a:pt x="163383" y="111854"/>
                  <a:pt x="157861" y="112979"/>
                  <a:pt x="151458" y="112979"/>
                </a:cubicBezTo>
                <a:moveTo>
                  <a:pt x="129209" y="63300"/>
                </a:moveTo>
                <a:lnTo>
                  <a:pt x="169706" y="63300"/>
                </a:lnTo>
                <a:cubicBezTo>
                  <a:pt x="169545" y="55464"/>
                  <a:pt x="167758" y="49472"/>
                  <a:pt x="164343" y="45324"/>
                </a:cubicBezTo>
                <a:cubicBezTo>
                  <a:pt x="160929" y="41176"/>
                  <a:pt x="156153" y="39102"/>
                  <a:pt x="150017" y="39102"/>
                </a:cubicBezTo>
                <a:cubicBezTo>
                  <a:pt x="143775" y="39102"/>
                  <a:pt x="138906" y="41162"/>
                  <a:pt x="135411" y="45282"/>
                </a:cubicBezTo>
                <a:cubicBezTo>
                  <a:pt x="131917" y="49401"/>
                  <a:pt x="129849" y="55408"/>
                  <a:pt x="129209" y="63300"/>
                </a:cubicBezTo>
                <a:close/>
                <a:moveTo>
                  <a:pt x="206021" y="111536"/>
                </a:moveTo>
                <a:lnTo>
                  <a:pt x="206021" y="30288"/>
                </a:lnTo>
                <a:lnTo>
                  <a:pt x="218986" y="30288"/>
                </a:lnTo>
                <a:lnTo>
                  <a:pt x="219306" y="41586"/>
                </a:lnTo>
                <a:cubicBezTo>
                  <a:pt x="221600" y="38488"/>
                  <a:pt x="224882" y="35590"/>
                  <a:pt x="229150" y="32892"/>
                </a:cubicBezTo>
                <a:cubicBezTo>
                  <a:pt x="233419" y="30194"/>
                  <a:pt x="238754" y="28846"/>
                  <a:pt x="245157" y="28846"/>
                </a:cubicBezTo>
                <a:cubicBezTo>
                  <a:pt x="253480" y="28846"/>
                  <a:pt x="259429" y="31454"/>
                  <a:pt x="263004" y="36671"/>
                </a:cubicBezTo>
                <a:cubicBezTo>
                  <a:pt x="266579" y="41885"/>
                  <a:pt x="268367" y="49231"/>
                  <a:pt x="268367" y="58708"/>
                </a:cubicBezTo>
                <a:lnTo>
                  <a:pt x="268367" y="111536"/>
                </a:lnTo>
                <a:lnTo>
                  <a:pt x="255081" y="111536"/>
                </a:lnTo>
                <a:lnTo>
                  <a:pt x="255081" y="60243"/>
                </a:lnTo>
                <a:cubicBezTo>
                  <a:pt x="255081" y="56342"/>
                  <a:pt x="254721" y="52865"/>
                  <a:pt x="254001" y="49814"/>
                </a:cubicBezTo>
                <a:cubicBezTo>
                  <a:pt x="253280" y="46761"/>
                  <a:pt x="251973" y="44373"/>
                  <a:pt x="250079" y="42650"/>
                </a:cubicBezTo>
                <a:cubicBezTo>
                  <a:pt x="248185" y="40926"/>
                  <a:pt x="245477" y="40063"/>
                  <a:pt x="241956" y="40063"/>
                </a:cubicBezTo>
                <a:cubicBezTo>
                  <a:pt x="236567" y="40063"/>
                  <a:pt x="232018" y="41434"/>
                  <a:pt x="228310" y="44175"/>
                </a:cubicBezTo>
                <a:cubicBezTo>
                  <a:pt x="224602" y="46916"/>
                  <a:pt x="221627" y="49870"/>
                  <a:pt x="219386" y="53036"/>
                </a:cubicBezTo>
                <a:lnTo>
                  <a:pt x="219386" y="111536"/>
                </a:lnTo>
                <a:lnTo>
                  <a:pt x="206021" y="111536"/>
                </a:lnTo>
                <a:close/>
                <a:moveTo>
                  <a:pt x="324610" y="112979"/>
                </a:moveTo>
                <a:cubicBezTo>
                  <a:pt x="316500" y="112979"/>
                  <a:pt x="309804" y="111131"/>
                  <a:pt x="304522" y="107435"/>
                </a:cubicBezTo>
                <a:cubicBezTo>
                  <a:pt x="299240" y="103737"/>
                  <a:pt x="295305" y="98706"/>
                  <a:pt x="292717" y="92341"/>
                </a:cubicBezTo>
                <a:cubicBezTo>
                  <a:pt x="290130" y="85976"/>
                  <a:pt x="288836" y="78819"/>
                  <a:pt x="288836" y="70870"/>
                </a:cubicBezTo>
                <a:cubicBezTo>
                  <a:pt x="288836" y="62588"/>
                  <a:pt x="290090" y="55292"/>
                  <a:pt x="292597" y="48982"/>
                </a:cubicBezTo>
                <a:cubicBezTo>
                  <a:pt x="295105" y="42673"/>
                  <a:pt x="298906" y="37739"/>
                  <a:pt x="304002" y="34182"/>
                </a:cubicBezTo>
                <a:cubicBezTo>
                  <a:pt x="309097" y="30624"/>
                  <a:pt x="315487" y="28846"/>
                  <a:pt x="323170" y="28846"/>
                </a:cubicBezTo>
                <a:cubicBezTo>
                  <a:pt x="333467" y="28846"/>
                  <a:pt x="341524" y="32184"/>
                  <a:pt x="347340" y="38861"/>
                </a:cubicBezTo>
                <a:cubicBezTo>
                  <a:pt x="353156" y="45537"/>
                  <a:pt x="356064" y="55134"/>
                  <a:pt x="356064" y="67652"/>
                </a:cubicBezTo>
                <a:cubicBezTo>
                  <a:pt x="356064" y="68487"/>
                  <a:pt x="356050" y="69474"/>
                  <a:pt x="356023" y="70614"/>
                </a:cubicBezTo>
                <a:cubicBezTo>
                  <a:pt x="355997" y="71754"/>
                  <a:pt x="355930" y="72575"/>
                  <a:pt x="355823" y="73076"/>
                </a:cubicBezTo>
                <a:lnTo>
                  <a:pt x="302281" y="73076"/>
                </a:lnTo>
                <a:cubicBezTo>
                  <a:pt x="302335" y="78426"/>
                  <a:pt x="303108" y="83339"/>
                  <a:pt x="304602" y="87816"/>
                </a:cubicBezTo>
                <a:cubicBezTo>
                  <a:pt x="306096" y="92294"/>
                  <a:pt x="308484" y="95884"/>
                  <a:pt x="311765" y="98588"/>
                </a:cubicBezTo>
                <a:cubicBezTo>
                  <a:pt x="315047" y="101291"/>
                  <a:pt x="319328" y="102642"/>
                  <a:pt x="324610" y="102642"/>
                </a:cubicBezTo>
                <a:cubicBezTo>
                  <a:pt x="330320" y="102642"/>
                  <a:pt x="334761" y="101149"/>
                  <a:pt x="337936" y="98163"/>
                </a:cubicBezTo>
                <a:cubicBezTo>
                  <a:pt x="341111" y="95176"/>
                  <a:pt x="342778" y="90868"/>
                  <a:pt x="342938" y="85237"/>
                </a:cubicBezTo>
                <a:lnTo>
                  <a:pt x="356144" y="85237"/>
                </a:lnTo>
                <a:cubicBezTo>
                  <a:pt x="355983" y="90958"/>
                  <a:pt x="354610" y="95888"/>
                  <a:pt x="352022" y="100026"/>
                </a:cubicBezTo>
                <a:cubicBezTo>
                  <a:pt x="349434" y="104162"/>
                  <a:pt x="345819" y="107356"/>
                  <a:pt x="341177" y="109606"/>
                </a:cubicBezTo>
                <a:cubicBezTo>
                  <a:pt x="336535" y="111854"/>
                  <a:pt x="331013" y="112979"/>
                  <a:pt x="324610" y="112979"/>
                </a:cubicBezTo>
                <a:moveTo>
                  <a:pt x="302361" y="63300"/>
                </a:moveTo>
                <a:lnTo>
                  <a:pt x="342858" y="63300"/>
                </a:lnTo>
                <a:cubicBezTo>
                  <a:pt x="342698" y="55464"/>
                  <a:pt x="340911" y="49472"/>
                  <a:pt x="337496" y="45324"/>
                </a:cubicBezTo>
                <a:cubicBezTo>
                  <a:pt x="334081" y="41176"/>
                  <a:pt x="329306" y="39102"/>
                  <a:pt x="323170" y="39102"/>
                </a:cubicBezTo>
                <a:cubicBezTo>
                  <a:pt x="316927" y="39102"/>
                  <a:pt x="312059" y="41162"/>
                  <a:pt x="308564" y="45282"/>
                </a:cubicBezTo>
                <a:cubicBezTo>
                  <a:pt x="305069" y="49401"/>
                  <a:pt x="303002" y="55408"/>
                  <a:pt x="302361" y="63300"/>
                </a:cubicBezTo>
                <a:close/>
                <a:moveTo>
                  <a:pt x="379173" y="111536"/>
                </a:moveTo>
                <a:lnTo>
                  <a:pt x="379173" y="30288"/>
                </a:lnTo>
                <a:lnTo>
                  <a:pt x="391738" y="30288"/>
                </a:lnTo>
                <a:lnTo>
                  <a:pt x="392219" y="43028"/>
                </a:lnTo>
                <a:cubicBezTo>
                  <a:pt x="394460" y="39022"/>
                  <a:pt x="397527" y="35656"/>
                  <a:pt x="401422" y="32932"/>
                </a:cubicBezTo>
                <a:cubicBezTo>
                  <a:pt x="405317" y="30208"/>
                  <a:pt x="410359" y="28846"/>
                  <a:pt x="416549" y="28846"/>
                </a:cubicBezTo>
                <a:lnTo>
                  <a:pt x="418149" y="28846"/>
                </a:lnTo>
                <a:lnTo>
                  <a:pt x="418149" y="41105"/>
                </a:lnTo>
                <a:lnTo>
                  <a:pt x="416309" y="41105"/>
                </a:lnTo>
                <a:cubicBezTo>
                  <a:pt x="412414" y="41105"/>
                  <a:pt x="408999" y="41641"/>
                  <a:pt x="406064" y="42713"/>
                </a:cubicBezTo>
                <a:cubicBezTo>
                  <a:pt x="403130" y="43783"/>
                  <a:pt x="400582" y="45262"/>
                  <a:pt x="398421" y="47152"/>
                </a:cubicBezTo>
                <a:cubicBezTo>
                  <a:pt x="396260" y="49040"/>
                  <a:pt x="394299" y="51224"/>
                  <a:pt x="392539" y="53702"/>
                </a:cubicBezTo>
                <a:lnTo>
                  <a:pt x="392539" y="111536"/>
                </a:lnTo>
                <a:lnTo>
                  <a:pt x="379173" y="111536"/>
                </a:lnTo>
                <a:close/>
                <a:moveTo>
                  <a:pt x="452504" y="112979"/>
                </a:moveTo>
                <a:cubicBezTo>
                  <a:pt x="448289" y="112979"/>
                  <a:pt x="444447" y="112123"/>
                  <a:pt x="440979" y="110412"/>
                </a:cubicBezTo>
                <a:cubicBezTo>
                  <a:pt x="437511" y="108699"/>
                  <a:pt x="434736" y="106132"/>
                  <a:pt x="432655" y="102710"/>
                </a:cubicBezTo>
                <a:cubicBezTo>
                  <a:pt x="430575" y="99286"/>
                  <a:pt x="429534" y="95035"/>
                  <a:pt x="429534" y="89955"/>
                </a:cubicBezTo>
                <a:cubicBezTo>
                  <a:pt x="429534" y="82668"/>
                  <a:pt x="431602" y="77148"/>
                  <a:pt x="435737" y="73394"/>
                </a:cubicBezTo>
                <a:cubicBezTo>
                  <a:pt x="439872" y="69639"/>
                  <a:pt x="445727" y="67099"/>
                  <a:pt x="453304" y="65774"/>
                </a:cubicBezTo>
                <a:cubicBezTo>
                  <a:pt x="460880" y="64449"/>
                  <a:pt x="469737" y="63731"/>
                  <a:pt x="479875" y="63621"/>
                </a:cubicBezTo>
                <a:lnTo>
                  <a:pt x="479875" y="57518"/>
                </a:lnTo>
                <a:cubicBezTo>
                  <a:pt x="479875" y="50356"/>
                  <a:pt x="478354" y="45442"/>
                  <a:pt x="475313" y="42778"/>
                </a:cubicBezTo>
                <a:cubicBezTo>
                  <a:pt x="472272" y="40113"/>
                  <a:pt x="468457" y="38781"/>
                  <a:pt x="463868" y="38781"/>
                </a:cubicBezTo>
                <a:cubicBezTo>
                  <a:pt x="458853" y="38781"/>
                  <a:pt x="454638" y="40189"/>
                  <a:pt x="451223" y="43006"/>
                </a:cubicBezTo>
                <a:cubicBezTo>
                  <a:pt x="447808" y="45822"/>
                  <a:pt x="446101" y="50330"/>
                  <a:pt x="446101" y="56529"/>
                </a:cubicBezTo>
                <a:lnTo>
                  <a:pt x="433136" y="56529"/>
                </a:lnTo>
                <a:cubicBezTo>
                  <a:pt x="433136" y="49969"/>
                  <a:pt x="434456" y="44646"/>
                  <a:pt x="437097" y="40562"/>
                </a:cubicBezTo>
                <a:cubicBezTo>
                  <a:pt x="439738" y="36475"/>
                  <a:pt x="443380" y="33501"/>
                  <a:pt x="448022" y="31640"/>
                </a:cubicBezTo>
                <a:cubicBezTo>
                  <a:pt x="452664" y="29777"/>
                  <a:pt x="457946" y="28846"/>
                  <a:pt x="463868" y="28846"/>
                </a:cubicBezTo>
                <a:cubicBezTo>
                  <a:pt x="467603" y="28846"/>
                  <a:pt x="471205" y="29235"/>
                  <a:pt x="474673" y="30015"/>
                </a:cubicBezTo>
                <a:cubicBezTo>
                  <a:pt x="478141" y="30793"/>
                  <a:pt x="481262" y="32211"/>
                  <a:pt x="484037" y="34269"/>
                </a:cubicBezTo>
                <a:cubicBezTo>
                  <a:pt x="486811" y="36327"/>
                  <a:pt x="488999" y="39206"/>
                  <a:pt x="490599" y="42905"/>
                </a:cubicBezTo>
                <a:cubicBezTo>
                  <a:pt x="492200" y="46605"/>
                  <a:pt x="493000" y="51375"/>
                  <a:pt x="493000" y="57216"/>
                </a:cubicBezTo>
                <a:lnTo>
                  <a:pt x="493000" y="111536"/>
                </a:lnTo>
                <a:lnTo>
                  <a:pt x="480675" y="111536"/>
                </a:lnTo>
                <a:lnTo>
                  <a:pt x="480195" y="100158"/>
                </a:lnTo>
                <a:cubicBezTo>
                  <a:pt x="476780" y="104111"/>
                  <a:pt x="472805" y="107236"/>
                  <a:pt x="468270" y="109533"/>
                </a:cubicBezTo>
                <a:cubicBezTo>
                  <a:pt x="463735" y="111830"/>
                  <a:pt x="458479" y="112979"/>
                  <a:pt x="452504" y="112979"/>
                </a:cubicBezTo>
                <a:moveTo>
                  <a:pt x="456025" y="102723"/>
                </a:moveTo>
                <a:cubicBezTo>
                  <a:pt x="461094" y="102723"/>
                  <a:pt x="465629" y="101469"/>
                  <a:pt x="469631" y="98962"/>
                </a:cubicBezTo>
                <a:cubicBezTo>
                  <a:pt x="473632" y="96454"/>
                  <a:pt x="477020" y="93172"/>
                  <a:pt x="479795" y="89113"/>
                </a:cubicBezTo>
                <a:lnTo>
                  <a:pt x="479795" y="71954"/>
                </a:lnTo>
                <a:cubicBezTo>
                  <a:pt x="466616" y="72122"/>
                  <a:pt x="457172" y="73546"/>
                  <a:pt x="451463" y="76223"/>
                </a:cubicBezTo>
                <a:cubicBezTo>
                  <a:pt x="445754" y="78899"/>
                  <a:pt x="442900" y="83308"/>
                  <a:pt x="442900" y="89452"/>
                </a:cubicBezTo>
                <a:cubicBezTo>
                  <a:pt x="442900" y="93510"/>
                  <a:pt x="443993" y="96736"/>
                  <a:pt x="446181" y="99132"/>
                </a:cubicBezTo>
                <a:cubicBezTo>
                  <a:pt x="448369" y="101526"/>
                  <a:pt x="451650" y="102723"/>
                  <a:pt x="456025" y="102723"/>
                </a:cubicBezTo>
                <a:close/>
                <a:moveTo>
                  <a:pt x="544056" y="111536"/>
                </a:moveTo>
                <a:cubicBezTo>
                  <a:pt x="537814" y="111536"/>
                  <a:pt x="532999" y="110487"/>
                  <a:pt x="529610" y="108389"/>
                </a:cubicBezTo>
                <a:cubicBezTo>
                  <a:pt x="526222" y="106291"/>
                  <a:pt x="523901" y="103268"/>
                  <a:pt x="522648" y="99322"/>
                </a:cubicBezTo>
                <a:cubicBezTo>
                  <a:pt x="521394" y="95376"/>
                  <a:pt x="520767" y="90633"/>
                  <a:pt x="520767" y="85092"/>
                </a:cubicBezTo>
                <a:lnTo>
                  <a:pt x="520767" y="41105"/>
                </a:lnTo>
                <a:lnTo>
                  <a:pt x="507801" y="41105"/>
                </a:lnTo>
                <a:lnTo>
                  <a:pt x="507801" y="30288"/>
                </a:lnTo>
                <a:lnTo>
                  <a:pt x="520767" y="30288"/>
                </a:lnTo>
                <a:lnTo>
                  <a:pt x="520767" y="12420"/>
                </a:lnTo>
                <a:lnTo>
                  <a:pt x="534132" y="12420"/>
                </a:lnTo>
                <a:lnTo>
                  <a:pt x="534132" y="30288"/>
                </a:lnTo>
                <a:lnTo>
                  <a:pt x="553420" y="30288"/>
                </a:lnTo>
                <a:lnTo>
                  <a:pt x="553420" y="41105"/>
                </a:lnTo>
                <a:lnTo>
                  <a:pt x="534132" y="41105"/>
                </a:lnTo>
                <a:lnTo>
                  <a:pt x="534132" y="84804"/>
                </a:lnTo>
                <a:cubicBezTo>
                  <a:pt x="534132" y="89941"/>
                  <a:pt x="534759" y="93864"/>
                  <a:pt x="536013" y="96575"/>
                </a:cubicBezTo>
                <a:cubicBezTo>
                  <a:pt x="537267" y="99285"/>
                  <a:pt x="540242" y="100639"/>
                  <a:pt x="544937" y="100639"/>
                </a:cubicBezTo>
                <a:lnTo>
                  <a:pt x="553420" y="100639"/>
                </a:lnTo>
                <a:lnTo>
                  <a:pt x="553420" y="111536"/>
                </a:lnTo>
                <a:lnTo>
                  <a:pt x="544056" y="111536"/>
                </a:lnTo>
                <a:close/>
                <a:moveTo>
                  <a:pt x="568421" y="111536"/>
                </a:moveTo>
                <a:lnTo>
                  <a:pt x="568421" y="30288"/>
                </a:lnTo>
                <a:lnTo>
                  <a:pt x="581787" y="30288"/>
                </a:lnTo>
                <a:lnTo>
                  <a:pt x="581787" y="111536"/>
                </a:lnTo>
                <a:lnTo>
                  <a:pt x="568421" y="111536"/>
                </a:lnTo>
                <a:moveTo>
                  <a:pt x="575144" y="15545"/>
                </a:moveTo>
                <a:cubicBezTo>
                  <a:pt x="572583" y="15545"/>
                  <a:pt x="570555" y="14810"/>
                  <a:pt x="569061" y="13341"/>
                </a:cubicBezTo>
                <a:cubicBezTo>
                  <a:pt x="567567" y="11872"/>
                  <a:pt x="566820" y="10016"/>
                  <a:pt x="566820" y="7772"/>
                </a:cubicBezTo>
                <a:cubicBezTo>
                  <a:pt x="566820" y="5529"/>
                  <a:pt x="567567" y="3672"/>
                  <a:pt x="569061" y="2203"/>
                </a:cubicBezTo>
                <a:cubicBezTo>
                  <a:pt x="570555" y="734"/>
                  <a:pt x="572583" y="0"/>
                  <a:pt x="575144" y="0"/>
                </a:cubicBezTo>
                <a:cubicBezTo>
                  <a:pt x="577652" y="0"/>
                  <a:pt x="579679" y="734"/>
                  <a:pt x="581226" y="2203"/>
                </a:cubicBezTo>
                <a:cubicBezTo>
                  <a:pt x="582774" y="3672"/>
                  <a:pt x="583547" y="5529"/>
                  <a:pt x="583547" y="7772"/>
                </a:cubicBezTo>
                <a:cubicBezTo>
                  <a:pt x="583547" y="10016"/>
                  <a:pt x="582774" y="11872"/>
                  <a:pt x="581226" y="13341"/>
                </a:cubicBezTo>
                <a:cubicBezTo>
                  <a:pt x="579679" y="14810"/>
                  <a:pt x="577652" y="15545"/>
                  <a:pt x="575144" y="15545"/>
                </a:cubicBezTo>
                <a:close/>
                <a:moveTo>
                  <a:pt x="634503" y="112979"/>
                </a:moveTo>
                <a:cubicBezTo>
                  <a:pt x="627193" y="112979"/>
                  <a:pt x="620951" y="111309"/>
                  <a:pt x="615775" y="107971"/>
                </a:cubicBezTo>
                <a:cubicBezTo>
                  <a:pt x="610600" y="104632"/>
                  <a:pt x="606638" y="99833"/>
                  <a:pt x="603891" y="93573"/>
                </a:cubicBezTo>
                <a:cubicBezTo>
                  <a:pt x="601143" y="87313"/>
                  <a:pt x="599769" y="79843"/>
                  <a:pt x="599769" y="71163"/>
                </a:cubicBezTo>
                <a:cubicBezTo>
                  <a:pt x="599769" y="62370"/>
                  <a:pt x="601143" y="54817"/>
                  <a:pt x="603891" y="48502"/>
                </a:cubicBezTo>
                <a:cubicBezTo>
                  <a:pt x="606638" y="42187"/>
                  <a:pt x="610600" y="37332"/>
                  <a:pt x="615775" y="33939"/>
                </a:cubicBezTo>
                <a:cubicBezTo>
                  <a:pt x="620951" y="30543"/>
                  <a:pt x="627193" y="28846"/>
                  <a:pt x="634503" y="28846"/>
                </a:cubicBezTo>
                <a:cubicBezTo>
                  <a:pt x="641973" y="28846"/>
                  <a:pt x="648376" y="30543"/>
                  <a:pt x="653711" y="33939"/>
                </a:cubicBezTo>
                <a:cubicBezTo>
                  <a:pt x="659047" y="37332"/>
                  <a:pt x="663128" y="42187"/>
                  <a:pt x="665956" y="48502"/>
                </a:cubicBezTo>
                <a:cubicBezTo>
                  <a:pt x="668784" y="54817"/>
                  <a:pt x="670198" y="62370"/>
                  <a:pt x="670198" y="71163"/>
                </a:cubicBezTo>
                <a:cubicBezTo>
                  <a:pt x="670198" y="79843"/>
                  <a:pt x="668784" y="87313"/>
                  <a:pt x="665956" y="93573"/>
                </a:cubicBezTo>
                <a:cubicBezTo>
                  <a:pt x="663128" y="99833"/>
                  <a:pt x="659047" y="104632"/>
                  <a:pt x="653711" y="107971"/>
                </a:cubicBezTo>
                <a:cubicBezTo>
                  <a:pt x="648376" y="111309"/>
                  <a:pt x="641973" y="112979"/>
                  <a:pt x="634503" y="112979"/>
                </a:cubicBezTo>
                <a:moveTo>
                  <a:pt x="634503" y="102402"/>
                </a:moveTo>
                <a:cubicBezTo>
                  <a:pt x="639892" y="102402"/>
                  <a:pt x="644174" y="101047"/>
                  <a:pt x="647349" y="98338"/>
                </a:cubicBezTo>
                <a:cubicBezTo>
                  <a:pt x="650523" y="95629"/>
                  <a:pt x="652817" y="91932"/>
                  <a:pt x="654231" y="87248"/>
                </a:cubicBezTo>
                <a:cubicBezTo>
                  <a:pt x="655645" y="82562"/>
                  <a:pt x="656352" y="77200"/>
                  <a:pt x="656352" y="71160"/>
                </a:cubicBezTo>
                <a:cubicBezTo>
                  <a:pt x="656352" y="65121"/>
                  <a:pt x="655645" y="59730"/>
                  <a:pt x="654231" y="54989"/>
                </a:cubicBezTo>
                <a:cubicBezTo>
                  <a:pt x="652817" y="50247"/>
                  <a:pt x="650523" y="46507"/>
                  <a:pt x="647349" y="43769"/>
                </a:cubicBezTo>
                <a:cubicBezTo>
                  <a:pt x="644174" y="41032"/>
                  <a:pt x="639892" y="39663"/>
                  <a:pt x="634503" y="39663"/>
                </a:cubicBezTo>
                <a:cubicBezTo>
                  <a:pt x="629434" y="39663"/>
                  <a:pt x="625353" y="41032"/>
                  <a:pt x="622258" y="43769"/>
                </a:cubicBezTo>
                <a:cubicBezTo>
                  <a:pt x="619164" y="46507"/>
                  <a:pt x="616936" y="50247"/>
                  <a:pt x="615575" y="54989"/>
                </a:cubicBezTo>
                <a:cubicBezTo>
                  <a:pt x="614215" y="59730"/>
                  <a:pt x="613535" y="65149"/>
                  <a:pt x="613535" y="71245"/>
                </a:cubicBezTo>
                <a:cubicBezTo>
                  <a:pt x="613535" y="77228"/>
                  <a:pt x="614215" y="82562"/>
                  <a:pt x="615575" y="87248"/>
                </a:cubicBezTo>
                <a:cubicBezTo>
                  <a:pt x="616936" y="91932"/>
                  <a:pt x="619164" y="95629"/>
                  <a:pt x="622258" y="98338"/>
                </a:cubicBezTo>
                <a:cubicBezTo>
                  <a:pt x="625353" y="101047"/>
                  <a:pt x="629434" y="102402"/>
                  <a:pt x="634503" y="102402"/>
                </a:cubicBezTo>
                <a:close/>
                <a:moveTo>
                  <a:pt x="692729" y="111536"/>
                </a:moveTo>
                <a:lnTo>
                  <a:pt x="692729" y="30288"/>
                </a:lnTo>
                <a:lnTo>
                  <a:pt x="705695" y="30288"/>
                </a:lnTo>
                <a:lnTo>
                  <a:pt x="706015" y="41586"/>
                </a:lnTo>
                <a:cubicBezTo>
                  <a:pt x="708309" y="38488"/>
                  <a:pt x="711590" y="35590"/>
                  <a:pt x="715859" y="32892"/>
                </a:cubicBezTo>
                <a:cubicBezTo>
                  <a:pt x="720127" y="30194"/>
                  <a:pt x="725463" y="28846"/>
                  <a:pt x="731865" y="28846"/>
                </a:cubicBezTo>
                <a:cubicBezTo>
                  <a:pt x="740189" y="28846"/>
                  <a:pt x="746138" y="31454"/>
                  <a:pt x="749713" y="36671"/>
                </a:cubicBezTo>
                <a:cubicBezTo>
                  <a:pt x="753288" y="41885"/>
                  <a:pt x="755075" y="49231"/>
                  <a:pt x="755075" y="58708"/>
                </a:cubicBezTo>
                <a:lnTo>
                  <a:pt x="755075" y="111536"/>
                </a:lnTo>
                <a:lnTo>
                  <a:pt x="741790" y="111536"/>
                </a:lnTo>
                <a:lnTo>
                  <a:pt x="741790" y="60243"/>
                </a:lnTo>
                <a:cubicBezTo>
                  <a:pt x="741790" y="56342"/>
                  <a:pt x="741429" y="52865"/>
                  <a:pt x="740709" y="49814"/>
                </a:cubicBezTo>
                <a:cubicBezTo>
                  <a:pt x="739989" y="46761"/>
                  <a:pt x="738682" y="44373"/>
                  <a:pt x="736787" y="42650"/>
                </a:cubicBezTo>
                <a:cubicBezTo>
                  <a:pt x="734893" y="40926"/>
                  <a:pt x="732186" y="40063"/>
                  <a:pt x="728664" y="40063"/>
                </a:cubicBezTo>
                <a:cubicBezTo>
                  <a:pt x="723275" y="40063"/>
                  <a:pt x="718727" y="41434"/>
                  <a:pt x="715018" y="44175"/>
                </a:cubicBezTo>
                <a:cubicBezTo>
                  <a:pt x="711310" y="46916"/>
                  <a:pt x="708336" y="49870"/>
                  <a:pt x="706095" y="53036"/>
                </a:cubicBezTo>
                <a:lnTo>
                  <a:pt x="706095" y="111536"/>
                </a:lnTo>
                <a:lnTo>
                  <a:pt x="692729" y="111536"/>
                </a:lnTo>
                <a:close/>
                <a:moveTo>
                  <a:pt x="813023" y="111536"/>
                </a:moveTo>
                <a:lnTo>
                  <a:pt x="813023" y="3686"/>
                </a:lnTo>
                <a:lnTo>
                  <a:pt x="851919" y="3686"/>
                </a:lnTo>
                <a:cubicBezTo>
                  <a:pt x="858589" y="3686"/>
                  <a:pt x="864578" y="4953"/>
                  <a:pt x="869887" y="7487"/>
                </a:cubicBezTo>
                <a:cubicBezTo>
                  <a:pt x="875195" y="10021"/>
                  <a:pt x="879397" y="13756"/>
                  <a:pt x="882492" y="18692"/>
                </a:cubicBezTo>
                <a:cubicBezTo>
                  <a:pt x="885586" y="23627"/>
                  <a:pt x="887134" y="29669"/>
                  <a:pt x="887134" y="36818"/>
                </a:cubicBezTo>
                <a:cubicBezTo>
                  <a:pt x="887134" y="43808"/>
                  <a:pt x="885586" y="49677"/>
                  <a:pt x="882492" y="54426"/>
                </a:cubicBezTo>
                <a:cubicBezTo>
                  <a:pt x="879397" y="59174"/>
                  <a:pt x="875195" y="62774"/>
                  <a:pt x="869887" y="65228"/>
                </a:cubicBezTo>
                <a:cubicBezTo>
                  <a:pt x="864578" y="67682"/>
                  <a:pt x="858589" y="68909"/>
                  <a:pt x="851919" y="68909"/>
                </a:cubicBezTo>
                <a:lnTo>
                  <a:pt x="827429" y="68909"/>
                </a:lnTo>
                <a:lnTo>
                  <a:pt x="827429" y="111536"/>
                </a:lnTo>
                <a:lnTo>
                  <a:pt x="813023" y="111536"/>
                </a:lnTo>
                <a:moveTo>
                  <a:pt x="827429" y="56970"/>
                </a:moveTo>
                <a:lnTo>
                  <a:pt x="850799" y="56970"/>
                </a:lnTo>
                <a:cubicBezTo>
                  <a:pt x="857255" y="56970"/>
                  <a:pt x="862510" y="55304"/>
                  <a:pt x="866565" y="51972"/>
                </a:cubicBezTo>
                <a:cubicBezTo>
                  <a:pt x="870620" y="48640"/>
                  <a:pt x="872648" y="43589"/>
                  <a:pt x="872648" y="36818"/>
                </a:cubicBezTo>
                <a:cubicBezTo>
                  <a:pt x="872648" y="29567"/>
                  <a:pt x="870620" y="24208"/>
                  <a:pt x="866565" y="20743"/>
                </a:cubicBezTo>
                <a:cubicBezTo>
                  <a:pt x="862510" y="17277"/>
                  <a:pt x="857255" y="15545"/>
                  <a:pt x="850799" y="15545"/>
                </a:cubicBezTo>
                <a:lnTo>
                  <a:pt x="827429" y="15545"/>
                </a:lnTo>
                <a:lnTo>
                  <a:pt x="827429" y="56970"/>
                </a:lnTo>
                <a:close/>
                <a:moveTo>
                  <a:pt x="908815" y="111536"/>
                </a:moveTo>
                <a:lnTo>
                  <a:pt x="908815" y="3686"/>
                </a:lnTo>
                <a:lnTo>
                  <a:pt x="922100" y="3686"/>
                </a:lnTo>
                <a:lnTo>
                  <a:pt x="922100" y="41586"/>
                </a:lnTo>
                <a:cubicBezTo>
                  <a:pt x="924448" y="38488"/>
                  <a:pt x="927742" y="35590"/>
                  <a:pt x="931984" y="32892"/>
                </a:cubicBezTo>
                <a:cubicBezTo>
                  <a:pt x="936226" y="30194"/>
                  <a:pt x="941628" y="28846"/>
                  <a:pt x="948191" y="28846"/>
                </a:cubicBezTo>
                <a:cubicBezTo>
                  <a:pt x="956354" y="28846"/>
                  <a:pt x="962223" y="31440"/>
                  <a:pt x="965798" y="36628"/>
                </a:cubicBezTo>
                <a:cubicBezTo>
                  <a:pt x="969373" y="41814"/>
                  <a:pt x="971160" y="49174"/>
                  <a:pt x="971160" y="58708"/>
                </a:cubicBezTo>
                <a:lnTo>
                  <a:pt x="971160" y="111536"/>
                </a:lnTo>
                <a:lnTo>
                  <a:pt x="957875" y="111536"/>
                </a:lnTo>
                <a:lnTo>
                  <a:pt x="957875" y="60243"/>
                </a:lnTo>
                <a:cubicBezTo>
                  <a:pt x="957875" y="56342"/>
                  <a:pt x="957528" y="52865"/>
                  <a:pt x="956834" y="49814"/>
                </a:cubicBezTo>
                <a:cubicBezTo>
                  <a:pt x="956141" y="46761"/>
                  <a:pt x="954874" y="44373"/>
                  <a:pt x="953033" y="42650"/>
                </a:cubicBezTo>
                <a:cubicBezTo>
                  <a:pt x="951192" y="40926"/>
                  <a:pt x="948484" y="40063"/>
                  <a:pt x="944909" y="40063"/>
                </a:cubicBezTo>
                <a:cubicBezTo>
                  <a:pt x="939467" y="40063"/>
                  <a:pt x="934879" y="41434"/>
                  <a:pt x="931144" y="44175"/>
                </a:cubicBezTo>
                <a:cubicBezTo>
                  <a:pt x="927409" y="46916"/>
                  <a:pt x="924421" y="49870"/>
                  <a:pt x="922180" y="53036"/>
                </a:cubicBezTo>
                <a:lnTo>
                  <a:pt x="922180" y="111536"/>
                </a:lnTo>
                <a:lnTo>
                  <a:pt x="908815" y="111536"/>
                </a:lnTo>
                <a:close/>
                <a:moveTo>
                  <a:pt x="1014517" y="112979"/>
                </a:moveTo>
                <a:cubicBezTo>
                  <a:pt x="1010302" y="112979"/>
                  <a:pt x="1006460" y="112123"/>
                  <a:pt x="1002992" y="110412"/>
                </a:cubicBezTo>
                <a:cubicBezTo>
                  <a:pt x="999524" y="108699"/>
                  <a:pt x="996749" y="106132"/>
                  <a:pt x="994668" y="102710"/>
                </a:cubicBezTo>
                <a:cubicBezTo>
                  <a:pt x="992588" y="99286"/>
                  <a:pt x="991547" y="95035"/>
                  <a:pt x="991547" y="89955"/>
                </a:cubicBezTo>
                <a:cubicBezTo>
                  <a:pt x="991547" y="82668"/>
                  <a:pt x="993615" y="77148"/>
                  <a:pt x="997750" y="73394"/>
                </a:cubicBezTo>
                <a:cubicBezTo>
                  <a:pt x="1001885" y="69639"/>
                  <a:pt x="1007741" y="67099"/>
                  <a:pt x="1015317" y="65774"/>
                </a:cubicBezTo>
                <a:cubicBezTo>
                  <a:pt x="1022894" y="64449"/>
                  <a:pt x="1031751" y="63731"/>
                  <a:pt x="1041888" y="63621"/>
                </a:cubicBezTo>
                <a:lnTo>
                  <a:pt x="1041888" y="57518"/>
                </a:lnTo>
                <a:cubicBezTo>
                  <a:pt x="1041888" y="50356"/>
                  <a:pt x="1040367" y="45442"/>
                  <a:pt x="1037326" y="42778"/>
                </a:cubicBezTo>
                <a:cubicBezTo>
                  <a:pt x="1034285" y="40113"/>
                  <a:pt x="1030470" y="38781"/>
                  <a:pt x="1025881" y="38781"/>
                </a:cubicBezTo>
                <a:cubicBezTo>
                  <a:pt x="1020866" y="38781"/>
                  <a:pt x="1016651" y="40189"/>
                  <a:pt x="1013236" y="43006"/>
                </a:cubicBezTo>
                <a:cubicBezTo>
                  <a:pt x="1009821" y="45822"/>
                  <a:pt x="1008114" y="50330"/>
                  <a:pt x="1008114" y="56529"/>
                </a:cubicBezTo>
                <a:lnTo>
                  <a:pt x="995149" y="56529"/>
                </a:lnTo>
                <a:cubicBezTo>
                  <a:pt x="995149" y="49969"/>
                  <a:pt x="996469" y="44646"/>
                  <a:pt x="999110" y="40562"/>
                </a:cubicBezTo>
                <a:cubicBezTo>
                  <a:pt x="1001751" y="36475"/>
                  <a:pt x="1005393" y="33501"/>
                  <a:pt x="1010035" y="31640"/>
                </a:cubicBezTo>
                <a:cubicBezTo>
                  <a:pt x="1014677" y="29777"/>
                  <a:pt x="1019959" y="28846"/>
                  <a:pt x="1025881" y="28846"/>
                </a:cubicBezTo>
                <a:cubicBezTo>
                  <a:pt x="1029616" y="28846"/>
                  <a:pt x="1033218" y="29235"/>
                  <a:pt x="1036686" y="30015"/>
                </a:cubicBezTo>
                <a:cubicBezTo>
                  <a:pt x="1040154" y="30793"/>
                  <a:pt x="1043275" y="32211"/>
                  <a:pt x="1046050" y="34269"/>
                </a:cubicBezTo>
                <a:cubicBezTo>
                  <a:pt x="1048824" y="36327"/>
                  <a:pt x="1051012" y="39206"/>
                  <a:pt x="1052612" y="42905"/>
                </a:cubicBezTo>
                <a:cubicBezTo>
                  <a:pt x="1054213" y="46605"/>
                  <a:pt x="1055013" y="51375"/>
                  <a:pt x="1055013" y="57216"/>
                </a:cubicBezTo>
                <a:lnTo>
                  <a:pt x="1055013" y="111536"/>
                </a:lnTo>
                <a:lnTo>
                  <a:pt x="1042688" y="111536"/>
                </a:lnTo>
                <a:lnTo>
                  <a:pt x="1042208" y="100158"/>
                </a:lnTo>
                <a:cubicBezTo>
                  <a:pt x="1038793" y="104111"/>
                  <a:pt x="1034818" y="107236"/>
                  <a:pt x="1030283" y="109533"/>
                </a:cubicBezTo>
                <a:cubicBezTo>
                  <a:pt x="1025748" y="111830"/>
                  <a:pt x="1020493" y="112979"/>
                  <a:pt x="1014517" y="112979"/>
                </a:cubicBezTo>
                <a:moveTo>
                  <a:pt x="1018038" y="102723"/>
                </a:moveTo>
                <a:cubicBezTo>
                  <a:pt x="1023107" y="102723"/>
                  <a:pt x="1027642" y="101469"/>
                  <a:pt x="1031644" y="98962"/>
                </a:cubicBezTo>
                <a:cubicBezTo>
                  <a:pt x="1035645" y="96454"/>
                  <a:pt x="1039034" y="93172"/>
                  <a:pt x="1041808" y="89113"/>
                </a:cubicBezTo>
                <a:lnTo>
                  <a:pt x="1041808" y="71954"/>
                </a:lnTo>
                <a:cubicBezTo>
                  <a:pt x="1028629" y="72122"/>
                  <a:pt x="1019185" y="73546"/>
                  <a:pt x="1013476" y="76223"/>
                </a:cubicBezTo>
                <a:cubicBezTo>
                  <a:pt x="1007767" y="78899"/>
                  <a:pt x="1004913" y="83308"/>
                  <a:pt x="1004913" y="89452"/>
                </a:cubicBezTo>
                <a:cubicBezTo>
                  <a:pt x="1004913" y="93510"/>
                  <a:pt x="1006007" y="96736"/>
                  <a:pt x="1008194" y="99132"/>
                </a:cubicBezTo>
                <a:cubicBezTo>
                  <a:pt x="1010382" y="101526"/>
                  <a:pt x="1013663" y="102723"/>
                  <a:pt x="1018038" y="102723"/>
                </a:cubicBezTo>
                <a:close/>
                <a:moveTo>
                  <a:pt x="1107192" y="112979"/>
                </a:moveTo>
                <a:cubicBezTo>
                  <a:pt x="1102763" y="112979"/>
                  <a:pt x="1098588" y="112488"/>
                  <a:pt x="1094667" y="111506"/>
                </a:cubicBezTo>
                <a:cubicBezTo>
                  <a:pt x="1090745" y="110525"/>
                  <a:pt x="1087290" y="108941"/>
                  <a:pt x="1084302" y="106754"/>
                </a:cubicBezTo>
                <a:cubicBezTo>
                  <a:pt x="1081314" y="104565"/>
                  <a:pt x="1078980" y="101733"/>
                  <a:pt x="1077299" y="98255"/>
                </a:cubicBezTo>
                <a:cubicBezTo>
                  <a:pt x="1075619" y="94778"/>
                  <a:pt x="1074778" y="90543"/>
                  <a:pt x="1074778" y="85550"/>
                </a:cubicBezTo>
                <a:lnTo>
                  <a:pt x="1087664" y="85550"/>
                </a:lnTo>
                <a:cubicBezTo>
                  <a:pt x="1087664" y="92016"/>
                  <a:pt x="1089558" y="96548"/>
                  <a:pt x="1093346" y="99147"/>
                </a:cubicBezTo>
                <a:cubicBezTo>
                  <a:pt x="1097134" y="101744"/>
                  <a:pt x="1101856" y="103043"/>
                  <a:pt x="1107512" y="103043"/>
                </a:cubicBezTo>
                <a:cubicBezTo>
                  <a:pt x="1112581" y="103043"/>
                  <a:pt x="1116756" y="102009"/>
                  <a:pt x="1120037" y="99941"/>
                </a:cubicBezTo>
                <a:cubicBezTo>
                  <a:pt x="1123318" y="97872"/>
                  <a:pt x="1124959" y="94478"/>
                  <a:pt x="1124959" y="89757"/>
                </a:cubicBezTo>
                <a:cubicBezTo>
                  <a:pt x="1124959" y="85719"/>
                  <a:pt x="1123478" y="82747"/>
                  <a:pt x="1120517" y="80840"/>
                </a:cubicBezTo>
                <a:cubicBezTo>
                  <a:pt x="1117556" y="78932"/>
                  <a:pt x="1112314" y="76997"/>
                  <a:pt x="1104791" y="75034"/>
                </a:cubicBezTo>
                <a:cubicBezTo>
                  <a:pt x="1098708" y="73520"/>
                  <a:pt x="1093613" y="71767"/>
                  <a:pt x="1089504" y="69775"/>
                </a:cubicBezTo>
                <a:cubicBezTo>
                  <a:pt x="1085396" y="67784"/>
                  <a:pt x="1082301" y="65260"/>
                  <a:pt x="1080221" y="62203"/>
                </a:cubicBezTo>
                <a:cubicBezTo>
                  <a:pt x="1078140" y="59147"/>
                  <a:pt x="1077099" y="55291"/>
                  <a:pt x="1077099" y="50635"/>
                </a:cubicBezTo>
                <a:cubicBezTo>
                  <a:pt x="1077099" y="47046"/>
                  <a:pt x="1077833" y="43892"/>
                  <a:pt x="1079300" y="41173"/>
                </a:cubicBezTo>
                <a:cubicBezTo>
                  <a:pt x="1080767" y="38452"/>
                  <a:pt x="1082822" y="36180"/>
                  <a:pt x="1085463" y="34357"/>
                </a:cubicBezTo>
                <a:cubicBezTo>
                  <a:pt x="1088104" y="32534"/>
                  <a:pt x="1091198" y="31160"/>
                  <a:pt x="1094747" y="30235"/>
                </a:cubicBezTo>
                <a:cubicBezTo>
                  <a:pt x="1098295" y="29309"/>
                  <a:pt x="1102150" y="28846"/>
                  <a:pt x="1106311" y="28846"/>
                </a:cubicBezTo>
                <a:cubicBezTo>
                  <a:pt x="1110420" y="28846"/>
                  <a:pt x="1114275" y="29351"/>
                  <a:pt x="1117876" y="30361"/>
                </a:cubicBezTo>
                <a:cubicBezTo>
                  <a:pt x="1121478" y="31370"/>
                  <a:pt x="1124666" y="32927"/>
                  <a:pt x="1127440" y="35030"/>
                </a:cubicBezTo>
                <a:cubicBezTo>
                  <a:pt x="1130215" y="37134"/>
                  <a:pt x="1132389" y="39854"/>
                  <a:pt x="1133963" y="43191"/>
                </a:cubicBezTo>
                <a:cubicBezTo>
                  <a:pt x="1135537" y="46528"/>
                  <a:pt x="1136324" y="50496"/>
                  <a:pt x="1136324" y="55095"/>
                </a:cubicBezTo>
                <a:lnTo>
                  <a:pt x="1123358" y="55095"/>
                </a:lnTo>
                <a:cubicBezTo>
                  <a:pt x="1123358" y="49247"/>
                  <a:pt x="1121718" y="45093"/>
                  <a:pt x="1118436" y="42632"/>
                </a:cubicBezTo>
                <a:cubicBezTo>
                  <a:pt x="1115155" y="40172"/>
                  <a:pt x="1111113" y="38942"/>
                  <a:pt x="1106311" y="38942"/>
                </a:cubicBezTo>
                <a:cubicBezTo>
                  <a:pt x="1101509" y="38942"/>
                  <a:pt x="1097614" y="39852"/>
                  <a:pt x="1094626" y="41673"/>
                </a:cubicBezTo>
                <a:cubicBezTo>
                  <a:pt x="1091639" y="43493"/>
                  <a:pt x="1090145" y="46340"/>
                  <a:pt x="1090145" y="50214"/>
                </a:cubicBezTo>
                <a:cubicBezTo>
                  <a:pt x="1090145" y="52401"/>
                  <a:pt x="1090812" y="54253"/>
                  <a:pt x="1092145" y="55768"/>
                </a:cubicBezTo>
                <a:cubicBezTo>
                  <a:pt x="1093479" y="57282"/>
                  <a:pt x="1095720" y="58643"/>
                  <a:pt x="1098868" y="59850"/>
                </a:cubicBezTo>
                <a:cubicBezTo>
                  <a:pt x="1102016" y="61055"/>
                  <a:pt x="1106231" y="62330"/>
                  <a:pt x="1111513" y="63676"/>
                </a:cubicBezTo>
                <a:cubicBezTo>
                  <a:pt x="1117383" y="65135"/>
                  <a:pt x="1122278" y="66874"/>
                  <a:pt x="1126200" y="68894"/>
                </a:cubicBezTo>
                <a:cubicBezTo>
                  <a:pt x="1130121" y="70912"/>
                  <a:pt x="1133082" y="73520"/>
                  <a:pt x="1135083" y="76719"/>
                </a:cubicBezTo>
                <a:cubicBezTo>
                  <a:pt x="1137084" y="79916"/>
                  <a:pt x="1138084" y="84038"/>
                  <a:pt x="1138084" y="89086"/>
                </a:cubicBezTo>
                <a:cubicBezTo>
                  <a:pt x="1138084" y="93236"/>
                  <a:pt x="1137311" y="96826"/>
                  <a:pt x="1135764" y="99855"/>
                </a:cubicBezTo>
                <a:cubicBezTo>
                  <a:pt x="1134216" y="102884"/>
                  <a:pt x="1132042" y="105365"/>
                  <a:pt x="1129241" y="107300"/>
                </a:cubicBezTo>
                <a:cubicBezTo>
                  <a:pt x="1126440" y="109234"/>
                  <a:pt x="1123158" y="110664"/>
                  <a:pt x="1119397" y="111589"/>
                </a:cubicBezTo>
                <a:cubicBezTo>
                  <a:pt x="1115635" y="112516"/>
                  <a:pt x="1111567" y="112979"/>
                  <a:pt x="1107192" y="112979"/>
                </a:cubicBezTo>
                <a:close/>
                <a:moveTo>
                  <a:pt x="1192279" y="112979"/>
                </a:moveTo>
                <a:cubicBezTo>
                  <a:pt x="1184169" y="112979"/>
                  <a:pt x="1177473" y="111131"/>
                  <a:pt x="1172190" y="107435"/>
                </a:cubicBezTo>
                <a:cubicBezTo>
                  <a:pt x="1166908" y="103737"/>
                  <a:pt x="1162973" y="98706"/>
                  <a:pt x="1160385" y="92341"/>
                </a:cubicBezTo>
                <a:cubicBezTo>
                  <a:pt x="1157798" y="85976"/>
                  <a:pt x="1156504" y="78819"/>
                  <a:pt x="1156504" y="70870"/>
                </a:cubicBezTo>
                <a:cubicBezTo>
                  <a:pt x="1156504" y="62588"/>
                  <a:pt x="1157758" y="55292"/>
                  <a:pt x="1160265" y="48982"/>
                </a:cubicBezTo>
                <a:cubicBezTo>
                  <a:pt x="1162773" y="42673"/>
                  <a:pt x="1166575" y="37739"/>
                  <a:pt x="1171670" y="34182"/>
                </a:cubicBezTo>
                <a:cubicBezTo>
                  <a:pt x="1176766" y="30624"/>
                  <a:pt x="1183155" y="28846"/>
                  <a:pt x="1190838" y="28846"/>
                </a:cubicBezTo>
                <a:cubicBezTo>
                  <a:pt x="1201136" y="28846"/>
                  <a:pt x="1209192" y="32184"/>
                  <a:pt x="1215008" y="38861"/>
                </a:cubicBezTo>
                <a:cubicBezTo>
                  <a:pt x="1220824" y="45537"/>
                  <a:pt x="1223732" y="55134"/>
                  <a:pt x="1223732" y="67652"/>
                </a:cubicBezTo>
                <a:cubicBezTo>
                  <a:pt x="1223732" y="68487"/>
                  <a:pt x="1223718" y="69474"/>
                  <a:pt x="1223692" y="70614"/>
                </a:cubicBezTo>
                <a:cubicBezTo>
                  <a:pt x="1223665" y="71754"/>
                  <a:pt x="1223598" y="72575"/>
                  <a:pt x="1223492" y="73076"/>
                </a:cubicBezTo>
                <a:lnTo>
                  <a:pt x="1169949" y="73076"/>
                </a:lnTo>
                <a:cubicBezTo>
                  <a:pt x="1170003" y="78426"/>
                  <a:pt x="1170776" y="83339"/>
                  <a:pt x="1172270" y="87816"/>
                </a:cubicBezTo>
                <a:cubicBezTo>
                  <a:pt x="1173764" y="92294"/>
                  <a:pt x="1176152" y="95884"/>
                  <a:pt x="1179433" y="98588"/>
                </a:cubicBezTo>
                <a:cubicBezTo>
                  <a:pt x="1182715" y="101291"/>
                  <a:pt x="1186996" y="102642"/>
                  <a:pt x="1192279" y="102642"/>
                </a:cubicBezTo>
                <a:cubicBezTo>
                  <a:pt x="1197988" y="102642"/>
                  <a:pt x="1202430" y="101149"/>
                  <a:pt x="1205604" y="98163"/>
                </a:cubicBezTo>
                <a:cubicBezTo>
                  <a:pt x="1208779" y="95176"/>
                  <a:pt x="1210446" y="90868"/>
                  <a:pt x="1210606" y="85237"/>
                </a:cubicBezTo>
                <a:lnTo>
                  <a:pt x="1223812" y="85237"/>
                </a:lnTo>
                <a:cubicBezTo>
                  <a:pt x="1223652" y="90958"/>
                  <a:pt x="1222278" y="95888"/>
                  <a:pt x="1219690" y="100026"/>
                </a:cubicBezTo>
                <a:cubicBezTo>
                  <a:pt x="1217102" y="104162"/>
                  <a:pt x="1213487" y="107356"/>
                  <a:pt x="1208845" y="109606"/>
                </a:cubicBezTo>
                <a:cubicBezTo>
                  <a:pt x="1204204" y="111854"/>
                  <a:pt x="1198681" y="112979"/>
                  <a:pt x="1192279" y="112979"/>
                </a:cubicBezTo>
                <a:moveTo>
                  <a:pt x="1170029" y="63300"/>
                </a:moveTo>
                <a:lnTo>
                  <a:pt x="1210526" y="63300"/>
                </a:lnTo>
                <a:cubicBezTo>
                  <a:pt x="1210366" y="55464"/>
                  <a:pt x="1208579" y="49472"/>
                  <a:pt x="1205164" y="45324"/>
                </a:cubicBezTo>
                <a:cubicBezTo>
                  <a:pt x="1201749" y="41176"/>
                  <a:pt x="1196974" y="39102"/>
                  <a:pt x="1190838" y="39102"/>
                </a:cubicBezTo>
                <a:cubicBezTo>
                  <a:pt x="1184595" y="39102"/>
                  <a:pt x="1179727" y="41162"/>
                  <a:pt x="1176232" y="45282"/>
                </a:cubicBezTo>
                <a:cubicBezTo>
                  <a:pt x="1172737" y="49401"/>
                  <a:pt x="1170670" y="55408"/>
                  <a:pt x="1170029" y="63300"/>
                </a:cubicBez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BE641F-FF42-40D4-B007-1217E556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1022" y="2006408"/>
            <a:ext cx="2048873" cy="1104340"/>
          </a:xfrm>
          <a:custGeom xmlns:a="http://schemas.openxmlformats.org/drawingml/2006/main">
            <a:pathLst>
              <a:path w="2048873" h="1104340" fill="none">
                <a:moveTo>
                  <a:pt x="0" y="0"/>
                </a:moveTo>
                <a:lnTo>
                  <a:pt x="2048873" y="0"/>
                </a:lnTo>
                <a:lnTo>
                  <a:pt x="2048873" y="1104340"/>
                </a:lnTo>
                <a:lnTo>
                  <a:pt x="0" y="110434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639" cap="flat">
            <a:solidFill>
              <a:srgbClr val="000000"/>
            </a:solidFill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EDE9CF-05AB-4C24-BFC1-6612E494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473" y="1951208"/>
            <a:ext cx="841954" cy="584627"/>
          </a:xfrm>
          <a:custGeom xmlns:a="http://schemas.openxmlformats.org/drawingml/2006/main">
            <a:pathLst>
              <a:path w="841954" h="584627">
                <a:moveTo>
                  <a:pt x="95774" y="13506"/>
                </a:moveTo>
                <a:lnTo>
                  <a:pt x="0" y="0"/>
                </a:lnTo>
                <a:lnTo>
                  <a:pt x="46673" y="84811"/>
                </a:lnTo>
                <a:lnTo>
                  <a:pt x="66621" y="55843"/>
                </a:lnTo>
                <a:lnTo>
                  <a:pt x="832748" y="584627"/>
                </a:lnTo>
                <a:lnTo>
                  <a:pt x="841954" y="571257"/>
                </a:lnTo>
                <a:lnTo>
                  <a:pt x="75827" y="42474"/>
                </a:lnTo>
                <a:lnTo>
                  <a:pt x="95774" y="135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09FCB5-DB6F-4256-BD8B-2C72603B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0206" y="724415"/>
            <a:ext cx="885381" cy="682319"/>
          </a:xfrm>
          <a:custGeom xmlns:a="http://schemas.openxmlformats.org/drawingml/2006/main">
            <a:pathLst>
              <a:path w="885381" h="682319">
                <a:moveTo>
                  <a:pt x="843052" y="87065"/>
                </a:moveTo>
                <a:lnTo>
                  <a:pt x="885381" y="0"/>
                </a:lnTo>
                <a:lnTo>
                  <a:pt x="790413" y="18333"/>
                </a:lnTo>
                <a:lnTo>
                  <a:pt x="811799" y="46257"/>
                </a:lnTo>
                <a:lnTo>
                  <a:pt x="0" y="669433"/>
                </a:lnTo>
                <a:lnTo>
                  <a:pt x="9870" y="682319"/>
                </a:lnTo>
                <a:lnTo>
                  <a:pt x="821667" y="59142"/>
                </a:lnTo>
                <a:lnTo>
                  <a:pt x="843052" y="870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0AE546-4018-46CC-902D-1FD8A575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120" y="1949212"/>
            <a:ext cx="845915" cy="594101"/>
          </a:xfrm>
          <a:custGeom xmlns:a="http://schemas.openxmlformats.org/drawingml/2006/main">
            <a:pathLst>
              <a:path w="845915" h="594101">
                <a:moveTo>
                  <a:pt x="845915" y="13320"/>
                </a:moveTo>
                <a:lnTo>
                  <a:pt x="836635" y="0"/>
                </a:lnTo>
                <a:lnTo>
                  <a:pt x="66315" y="537896"/>
                </a:lnTo>
                <a:lnTo>
                  <a:pt x="46211" y="509038"/>
                </a:lnTo>
                <a:lnTo>
                  <a:pt x="0" y="594101"/>
                </a:lnTo>
                <a:lnTo>
                  <a:pt x="95698" y="580073"/>
                </a:lnTo>
                <a:lnTo>
                  <a:pt x="75594" y="551215"/>
                </a:lnTo>
                <a:lnTo>
                  <a:pt x="845915" y="133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�">
            <a:extLst xmlns:a="http://schemas.openxmlformats.org/drawingml/2006/main">
              <a:ext uri="{FF2B5EF4-FFF2-40B4-BE49-F238E27FC236}">
                <a16:creationId xmlns:a16="http://schemas.microsoft.com/office/drawing/2014/main" id="{F95F308C-37B4-4ADB-82B7-3E942D87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480" y="675840"/>
            <a:ext cx="197415" cy="197646"/>
          </a:xfrm>
          <a:custGeom xmlns:a="http://schemas.openxmlformats.org/drawingml/2006/main">
            <a:pathLst>
              <a:path w="197415" h="197646">
                <a:moveTo>
                  <a:pt x="0" y="98823"/>
                </a:moveTo>
                <a:cubicBezTo>
                  <a:pt x="0" y="71491"/>
                  <a:pt x="9626" y="48187"/>
                  <a:pt x="28879" y="28912"/>
                </a:cubicBezTo>
                <a:cubicBezTo>
                  <a:pt x="48131" y="9637"/>
                  <a:pt x="71407" y="0"/>
                  <a:pt x="98708" y="0"/>
                </a:cubicBezTo>
                <a:cubicBezTo>
                  <a:pt x="126008" y="0"/>
                  <a:pt x="149284" y="9637"/>
                  <a:pt x="168536" y="28912"/>
                </a:cubicBezTo>
                <a:cubicBezTo>
                  <a:pt x="187789" y="48187"/>
                  <a:pt x="197415" y="71491"/>
                  <a:pt x="197415" y="98823"/>
                </a:cubicBezTo>
                <a:cubicBezTo>
                  <a:pt x="197415" y="126155"/>
                  <a:pt x="187789" y="149459"/>
                  <a:pt x="168536" y="168734"/>
                </a:cubicBezTo>
                <a:cubicBezTo>
                  <a:pt x="149284" y="188009"/>
                  <a:pt x="126008" y="197646"/>
                  <a:pt x="98708" y="197646"/>
                </a:cubicBezTo>
                <a:cubicBezTo>
                  <a:pt x="71407" y="197646"/>
                  <a:pt x="48131" y="188009"/>
                  <a:pt x="28879" y="168734"/>
                </a:cubicBezTo>
                <a:cubicBezTo>
                  <a:pt x="9626" y="149459"/>
                  <a:pt x="0" y="126155"/>
                  <a:pt x="0" y="98823"/>
                </a:cubicBezTo>
                <a:moveTo>
                  <a:pt x="13205" y="98890"/>
                </a:moveTo>
                <a:cubicBezTo>
                  <a:pt x="13205" y="122516"/>
                  <a:pt x="21542" y="142656"/>
                  <a:pt x="38216" y="159310"/>
                </a:cubicBezTo>
                <a:cubicBezTo>
                  <a:pt x="54889" y="175964"/>
                  <a:pt x="75053" y="184292"/>
                  <a:pt x="98708" y="184292"/>
                </a:cubicBezTo>
                <a:cubicBezTo>
                  <a:pt x="122362" y="184292"/>
                  <a:pt x="142548" y="175964"/>
                  <a:pt x="159266" y="159310"/>
                </a:cubicBezTo>
                <a:cubicBezTo>
                  <a:pt x="175984" y="142656"/>
                  <a:pt x="184343" y="122516"/>
                  <a:pt x="184343" y="98890"/>
                </a:cubicBezTo>
                <a:cubicBezTo>
                  <a:pt x="184343" y="75264"/>
                  <a:pt x="175984" y="55101"/>
                  <a:pt x="159266" y="38402"/>
                </a:cubicBezTo>
                <a:cubicBezTo>
                  <a:pt x="142548" y="21704"/>
                  <a:pt x="122362" y="13354"/>
                  <a:pt x="98708" y="13354"/>
                </a:cubicBezTo>
                <a:cubicBezTo>
                  <a:pt x="75053" y="13354"/>
                  <a:pt x="54889" y="21704"/>
                  <a:pt x="38216" y="38402"/>
                </a:cubicBezTo>
                <a:cubicBezTo>
                  <a:pt x="21542" y="55101"/>
                  <a:pt x="13205" y="75264"/>
                  <a:pt x="13205" y="98890"/>
                </a:cubicBezTo>
                <a:moveTo>
                  <a:pt x="92172" y="161322"/>
                </a:moveTo>
                <a:lnTo>
                  <a:pt x="92172" y="49679"/>
                </a:lnTo>
                <a:lnTo>
                  <a:pt x="72430" y="49679"/>
                </a:lnTo>
                <a:lnTo>
                  <a:pt x="72430" y="39262"/>
                </a:lnTo>
                <a:lnTo>
                  <a:pt x="108712" y="36057"/>
                </a:lnTo>
                <a:lnTo>
                  <a:pt x="108712" y="161322"/>
                </a:lnTo>
                <a:lnTo>
                  <a:pt x="92172" y="1613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�">
            <a:extLst xmlns:a="http://schemas.openxmlformats.org/drawingml/2006/main">
              <a:ext uri="{FF2B5EF4-FFF2-40B4-BE49-F238E27FC236}">
                <a16:creationId xmlns:a16="http://schemas.microsoft.com/office/drawing/2014/main" id="{68BBA259-6F4C-4B18-AE75-E66AE1FC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3845" y="1383920"/>
            <a:ext cx="197415" cy="197646"/>
          </a:xfrm>
          <a:custGeom xmlns:a="http://schemas.openxmlformats.org/drawingml/2006/main">
            <a:pathLst>
              <a:path w="197415" h="197646">
                <a:moveTo>
                  <a:pt x="0" y="98823"/>
                </a:moveTo>
                <a:cubicBezTo>
                  <a:pt x="0" y="71491"/>
                  <a:pt x="9626" y="48187"/>
                  <a:pt x="28879" y="28912"/>
                </a:cubicBezTo>
                <a:cubicBezTo>
                  <a:pt x="48131" y="9637"/>
                  <a:pt x="71407" y="0"/>
                  <a:pt x="98708" y="0"/>
                </a:cubicBezTo>
                <a:cubicBezTo>
                  <a:pt x="126008" y="0"/>
                  <a:pt x="149284" y="9637"/>
                  <a:pt x="168536" y="28912"/>
                </a:cubicBezTo>
                <a:cubicBezTo>
                  <a:pt x="187789" y="48187"/>
                  <a:pt x="197415" y="71491"/>
                  <a:pt x="197415" y="98823"/>
                </a:cubicBezTo>
                <a:cubicBezTo>
                  <a:pt x="197415" y="126155"/>
                  <a:pt x="187789" y="149459"/>
                  <a:pt x="168536" y="168734"/>
                </a:cubicBezTo>
                <a:cubicBezTo>
                  <a:pt x="149284" y="188009"/>
                  <a:pt x="126008" y="197646"/>
                  <a:pt x="98708" y="197646"/>
                </a:cubicBezTo>
                <a:cubicBezTo>
                  <a:pt x="71407" y="197646"/>
                  <a:pt x="48131" y="188009"/>
                  <a:pt x="28879" y="168734"/>
                </a:cubicBezTo>
                <a:cubicBezTo>
                  <a:pt x="9626" y="149459"/>
                  <a:pt x="0" y="126155"/>
                  <a:pt x="0" y="98823"/>
                </a:cubicBezTo>
                <a:moveTo>
                  <a:pt x="13205" y="98890"/>
                </a:moveTo>
                <a:cubicBezTo>
                  <a:pt x="13205" y="122516"/>
                  <a:pt x="21542" y="142656"/>
                  <a:pt x="38216" y="159310"/>
                </a:cubicBezTo>
                <a:cubicBezTo>
                  <a:pt x="54889" y="175964"/>
                  <a:pt x="75053" y="184292"/>
                  <a:pt x="98708" y="184292"/>
                </a:cubicBezTo>
                <a:cubicBezTo>
                  <a:pt x="122362" y="184292"/>
                  <a:pt x="142548" y="175964"/>
                  <a:pt x="159266" y="159310"/>
                </a:cubicBezTo>
                <a:cubicBezTo>
                  <a:pt x="175984" y="142656"/>
                  <a:pt x="184343" y="122516"/>
                  <a:pt x="184343" y="98890"/>
                </a:cubicBezTo>
                <a:cubicBezTo>
                  <a:pt x="184343" y="75264"/>
                  <a:pt x="175984" y="55101"/>
                  <a:pt x="159266" y="38402"/>
                </a:cubicBezTo>
                <a:cubicBezTo>
                  <a:pt x="142548" y="21704"/>
                  <a:pt x="122362" y="13354"/>
                  <a:pt x="98708" y="13354"/>
                </a:cubicBezTo>
                <a:cubicBezTo>
                  <a:pt x="75053" y="13354"/>
                  <a:pt x="54889" y="21704"/>
                  <a:pt x="38216" y="38402"/>
                </a:cubicBezTo>
                <a:cubicBezTo>
                  <a:pt x="21542" y="55101"/>
                  <a:pt x="13205" y="75264"/>
                  <a:pt x="13205" y="98890"/>
                </a:cubicBezTo>
                <a:moveTo>
                  <a:pt x="62559" y="159452"/>
                </a:moveTo>
                <a:lnTo>
                  <a:pt x="62559" y="144963"/>
                </a:lnTo>
                <a:cubicBezTo>
                  <a:pt x="67272" y="133798"/>
                  <a:pt x="77010" y="121613"/>
                  <a:pt x="91771" y="108409"/>
                </a:cubicBezTo>
                <a:lnTo>
                  <a:pt x="101242" y="99770"/>
                </a:lnTo>
                <a:cubicBezTo>
                  <a:pt x="113425" y="88870"/>
                  <a:pt x="119516" y="77969"/>
                  <a:pt x="119516" y="67069"/>
                </a:cubicBezTo>
                <a:cubicBezTo>
                  <a:pt x="119516" y="59626"/>
                  <a:pt x="117560" y="54066"/>
                  <a:pt x="113647" y="50388"/>
                </a:cubicBezTo>
                <a:cubicBezTo>
                  <a:pt x="109734" y="46710"/>
                  <a:pt x="103865" y="44871"/>
                  <a:pt x="96040" y="44871"/>
                </a:cubicBezTo>
                <a:cubicBezTo>
                  <a:pt x="87592" y="44871"/>
                  <a:pt x="77454" y="48254"/>
                  <a:pt x="65627" y="55020"/>
                </a:cubicBezTo>
                <a:lnTo>
                  <a:pt x="65627" y="40330"/>
                </a:lnTo>
                <a:cubicBezTo>
                  <a:pt x="76654" y="34989"/>
                  <a:pt x="87636" y="32318"/>
                  <a:pt x="98574" y="32318"/>
                </a:cubicBezTo>
                <a:cubicBezTo>
                  <a:pt x="110223" y="32318"/>
                  <a:pt x="119561" y="35460"/>
                  <a:pt x="126586" y="41745"/>
                </a:cubicBezTo>
                <a:cubicBezTo>
                  <a:pt x="133611" y="48027"/>
                  <a:pt x="137123" y="56302"/>
                  <a:pt x="137123" y="66568"/>
                </a:cubicBezTo>
                <a:cubicBezTo>
                  <a:pt x="137123" y="74002"/>
                  <a:pt x="135345" y="80573"/>
                  <a:pt x="131788" y="86282"/>
                </a:cubicBezTo>
                <a:cubicBezTo>
                  <a:pt x="128231" y="91991"/>
                  <a:pt x="121606" y="98961"/>
                  <a:pt x="111913" y="107190"/>
                </a:cubicBezTo>
                <a:lnTo>
                  <a:pt x="105510" y="112637"/>
                </a:lnTo>
                <a:cubicBezTo>
                  <a:pt x="92349" y="123877"/>
                  <a:pt x="84702" y="134585"/>
                  <a:pt x="82568" y="144762"/>
                </a:cubicBezTo>
                <a:lnTo>
                  <a:pt x="136590" y="144762"/>
                </a:lnTo>
                <a:lnTo>
                  <a:pt x="136590" y="159452"/>
                </a:lnTo>
                <a:lnTo>
                  <a:pt x="62559" y="1594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Answer">
            <a:extLst xmlns:a="http://schemas.openxmlformats.org/drawingml/2006/main">
              <a:ext uri="{FF2B5EF4-FFF2-40B4-BE49-F238E27FC236}">
                <a16:creationId xmlns:a16="http://schemas.microsoft.com/office/drawing/2014/main" id="{35ED2866-A939-4BFF-9A21-6D87A2DE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846" y="2339151"/>
            <a:ext cx="528476" cy="109293"/>
          </a:xfrm>
          <a:custGeom xmlns:a="http://schemas.openxmlformats.org/drawingml/2006/main">
            <a:pathLst>
              <a:path w="528476" h="109293">
                <a:moveTo>
                  <a:pt x="0" y="107851"/>
                </a:moveTo>
                <a:lnTo>
                  <a:pt x="40337" y="0"/>
                </a:lnTo>
                <a:lnTo>
                  <a:pt x="55463" y="0"/>
                </a:lnTo>
                <a:lnTo>
                  <a:pt x="95400" y="107851"/>
                </a:lnTo>
                <a:lnTo>
                  <a:pt x="80433" y="107851"/>
                </a:lnTo>
                <a:lnTo>
                  <a:pt x="70269" y="77563"/>
                </a:lnTo>
                <a:lnTo>
                  <a:pt x="25451" y="77563"/>
                </a:lnTo>
                <a:lnTo>
                  <a:pt x="14806" y="107851"/>
                </a:lnTo>
                <a:lnTo>
                  <a:pt x="0" y="107851"/>
                </a:lnTo>
                <a:moveTo>
                  <a:pt x="29372" y="65464"/>
                </a:moveTo>
                <a:lnTo>
                  <a:pt x="66027" y="65464"/>
                </a:lnTo>
                <a:lnTo>
                  <a:pt x="47860" y="14343"/>
                </a:lnTo>
                <a:lnTo>
                  <a:pt x="29372" y="65464"/>
                </a:lnTo>
                <a:close/>
                <a:moveTo>
                  <a:pt x="110741" y="107851"/>
                </a:moveTo>
                <a:lnTo>
                  <a:pt x="110741" y="26602"/>
                </a:lnTo>
                <a:lnTo>
                  <a:pt x="123706" y="26602"/>
                </a:lnTo>
                <a:lnTo>
                  <a:pt x="124026" y="37900"/>
                </a:lnTo>
                <a:cubicBezTo>
                  <a:pt x="126321" y="34802"/>
                  <a:pt x="129602" y="31904"/>
                  <a:pt x="133871" y="29206"/>
                </a:cubicBezTo>
                <a:cubicBezTo>
                  <a:pt x="138139" y="26509"/>
                  <a:pt x="143475" y="25160"/>
                  <a:pt x="149877" y="25160"/>
                </a:cubicBezTo>
                <a:cubicBezTo>
                  <a:pt x="158201" y="25160"/>
                  <a:pt x="164150" y="27768"/>
                  <a:pt x="167725" y="32985"/>
                </a:cubicBezTo>
                <a:cubicBezTo>
                  <a:pt x="171299" y="38200"/>
                  <a:pt x="173087" y="45545"/>
                  <a:pt x="173087" y="55022"/>
                </a:cubicBezTo>
                <a:lnTo>
                  <a:pt x="173087" y="107851"/>
                </a:lnTo>
                <a:lnTo>
                  <a:pt x="159801" y="107851"/>
                </a:lnTo>
                <a:lnTo>
                  <a:pt x="159801" y="56557"/>
                </a:lnTo>
                <a:cubicBezTo>
                  <a:pt x="159801" y="52656"/>
                  <a:pt x="159441" y="49179"/>
                  <a:pt x="158721" y="46128"/>
                </a:cubicBezTo>
                <a:cubicBezTo>
                  <a:pt x="158001" y="43075"/>
                  <a:pt x="156693" y="40687"/>
                  <a:pt x="154799" y="38964"/>
                </a:cubicBezTo>
                <a:cubicBezTo>
                  <a:pt x="152905" y="37240"/>
                  <a:pt x="150197" y="36378"/>
                  <a:pt x="146676" y="36378"/>
                </a:cubicBezTo>
                <a:cubicBezTo>
                  <a:pt x="141287" y="36378"/>
                  <a:pt x="136738" y="37748"/>
                  <a:pt x="133030" y="40489"/>
                </a:cubicBezTo>
                <a:cubicBezTo>
                  <a:pt x="129322" y="43230"/>
                  <a:pt x="126347" y="46184"/>
                  <a:pt x="124106" y="49351"/>
                </a:cubicBezTo>
                <a:lnTo>
                  <a:pt x="124106" y="107851"/>
                </a:lnTo>
                <a:lnTo>
                  <a:pt x="110741" y="107851"/>
                </a:lnTo>
                <a:close/>
                <a:moveTo>
                  <a:pt x="225329" y="109293"/>
                </a:moveTo>
                <a:cubicBezTo>
                  <a:pt x="220900" y="109293"/>
                  <a:pt x="216725" y="108802"/>
                  <a:pt x="212804" y="107821"/>
                </a:cubicBezTo>
                <a:cubicBezTo>
                  <a:pt x="208882" y="106839"/>
                  <a:pt x="205427" y="105255"/>
                  <a:pt x="202439" y="103068"/>
                </a:cubicBezTo>
                <a:cubicBezTo>
                  <a:pt x="199451" y="100880"/>
                  <a:pt x="197117" y="98047"/>
                  <a:pt x="195436" y="94570"/>
                </a:cubicBezTo>
                <a:cubicBezTo>
                  <a:pt x="193756" y="91092"/>
                  <a:pt x="192915" y="86857"/>
                  <a:pt x="192915" y="81865"/>
                </a:cubicBezTo>
                <a:lnTo>
                  <a:pt x="205801" y="81865"/>
                </a:lnTo>
                <a:cubicBezTo>
                  <a:pt x="205801" y="88330"/>
                  <a:pt x="207695" y="92862"/>
                  <a:pt x="211483" y="95461"/>
                </a:cubicBezTo>
                <a:cubicBezTo>
                  <a:pt x="215271" y="98058"/>
                  <a:pt x="219993" y="99357"/>
                  <a:pt x="225649" y="99357"/>
                </a:cubicBezTo>
                <a:cubicBezTo>
                  <a:pt x="230718" y="99357"/>
                  <a:pt x="234893" y="98323"/>
                  <a:pt x="238174" y="96255"/>
                </a:cubicBezTo>
                <a:cubicBezTo>
                  <a:pt x="241455" y="94187"/>
                  <a:pt x="243096" y="90792"/>
                  <a:pt x="243096" y="86071"/>
                </a:cubicBezTo>
                <a:cubicBezTo>
                  <a:pt x="243096" y="82033"/>
                  <a:pt x="241616" y="79061"/>
                  <a:pt x="238654" y="77155"/>
                </a:cubicBezTo>
                <a:cubicBezTo>
                  <a:pt x="235693" y="75247"/>
                  <a:pt x="230451" y="73311"/>
                  <a:pt x="222928" y="71348"/>
                </a:cubicBezTo>
                <a:cubicBezTo>
                  <a:pt x="216845" y="69834"/>
                  <a:pt x="211750" y="68081"/>
                  <a:pt x="207641" y="66090"/>
                </a:cubicBezTo>
                <a:cubicBezTo>
                  <a:pt x="203533" y="64098"/>
                  <a:pt x="200438" y="61574"/>
                  <a:pt x="198358" y="58518"/>
                </a:cubicBezTo>
                <a:cubicBezTo>
                  <a:pt x="196277" y="55461"/>
                  <a:pt x="195236" y="51605"/>
                  <a:pt x="195236" y="46949"/>
                </a:cubicBezTo>
                <a:cubicBezTo>
                  <a:pt x="195236" y="43360"/>
                  <a:pt x="195970" y="40206"/>
                  <a:pt x="197437" y="37487"/>
                </a:cubicBezTo>
                <a:cubicBezTo>
                  <a:pt x="198905" y="34766"/>
                  <a:pt x="200959" y="32494"/>
                  <a:pt x="203600" y="30671"/>
                </a:cubicBezTo>
                <a:cubicBezTo>
                  <a:pt x="206241" y="28848"/>
                  <a:pt x="209336" y="27474"/>
                  <a:pt x="212884" y="26550"/>
                </a:cubicBezTo>
                <a:cubicBezTo>
                  <a:pt x="216432" y="25623"/>
                  <a:pt x="220287" y="25160"/>
                  <a:pt x="224448" y="25160"/>
                </a:cubicBezTo>
                <a:cubicBezTo>
                  <a:pt x="228557" y="25160"/>
                  <a:pt x="232412" y="25665"/>
                  <a:pt x="236013" y="26675"/>
                </a:cubicBezTo>
                <a:cubicBezTo>
                  <a:pt x="239615" y="27685"/>
                  <a:pt x="242803" y="29241"/>
                  <a:pt x="245577" y="31345"/>
                </a:cubicBezTo>
                <a:cubicBezTo>
                  <a:pt x="248352" y="33448"/>
                  <a:pt x="250526" y="36168"/>
                  <a:pt x="252100" y="39505"/>
                </a:cubicBezTo>
                <a:cubicBezTo>
                  <a:pt x="253674" y="42842"/>
                  <a:pt x="254461" y="46810"/>
                  <a:pt x="254461" y="51409"/>
                </a:cubicBezTo>
                <a:lnTo>
                  <a:pt x="241495" y="51409"/>
                </a:lnTo>
                <a:cubicBezTo>
                  <a:pt x="241495" y="45561"/>
                  <a:pt x="239855" y="41407"/>
                  <a:pt x="236573" y="38947"/>
                </a:cubicBezTo>
                <a:cubicBezTo>
                  <a:pt x="233292" y="36486"/>
                  <a:pt x="229250" y="35256"/>
                  <a:pt x="224448" y="35256"/>
                </a:cubicBezTo>
                <a:cubicBezTo>
                  <a:pt x="219646" y="35256"/>
                  <a:pt x="215751" y="36166"/>
                  <a:pt x="212764" y="37988"/>
                </a:cubicBezTo>
                <a:cubicBezTo>
                  <a:pt x="209776" y="39807"/>
                  <a:pt x="208282" y="42654"/>
                  <a:pt x="208282" y="46529"/>
                </a:cubicBezTo>
                <a:cubicBezTo>
                  <a:pt x="208282" y="48715"/>
                  <a:pt x="208949" y="50567"/>
                  <a:pt x="210283" y="52082"/>
                </a:cubicBezTo>
                <a:cubicBezTo>
                  <a:pt x="211616" y="53596"/>
                  <a:pt x="213857" y="54957"/>
                  <a:pt x="217005" y="56164"/>
                </a:cubicBezTo>
                <a:cubicBezTo>
                  <a:pt x="220153" y="57369"/>
                  <a:pt x="224368" y="58644"/>
                  <a:pt x="229651" y="59990"/>
                </a:cubicBezTo>
                <a:cubicBezTo>
                  <a:pt x="235520" y="61449"/>
                  <a:pt x="240415" y="63188"/>
                  <a:pt x="244337" y="65208"/>
                </a:cubicBezTo>
                <a:cubicBezTo>
                  <a:pt x="248258" y="67226"/>
                  <a:pt x="251220" y="69835"/>
                  <a:pt x="253220" y="73033"/>
                </a:cubicBezTo>
                <a:cubicBezTo>
                  <a:pt x="255221" y="76230"/>
                  <a:pt x="256222" y="80352"/>
                  <a:pt x="256222" y="85400"/>
                </a:cubicBezTo>
                <a:cubicBezTo>
                  <a:pt x="256222" y="89550"/>
                  <a:pt x="255448" y="93140"/>
                  <a:pt x="253901" y="96170"/>
                </a:cubicBezTo>
                <a:cubicBezTo>
                  <a:pt x="252353" y="99198"/>
                  <a:pt x="250179" y="101679"/>
                  <a:pt x="247378" y="103614"/>
                </a:cubicBezTo>
                <a:cubicBezTo>
                  <a:pt x="244577" y="105549"/>
                  <a:pt x="241295" y="106978"/>
                  <a:pt x="237534" y="107903"/>
                </a:cubicBezTo>
                <a:cubicBezTo>
                  <a:pt x="233772" y="108830"/>
                  <a:pt x="229704" y="109293"/>
                  <a:pt x="225329" y="109293"/>
                </a:cubicBezTo>
                <a:close/>
                <a:moveTo>
                  <a:pt x="293371" y="107851"/>
                </a:moveTo>
                <a:lnTo>
                  <a:pt x="268400" y="26602"/>
                </a:lnTo>
                <a:lnTo>
                  <a:pt x="282326" y="26602"/>
                </a:lnTo>
                <a:lnTo>
                  <a:pt x="300814" y="92168"/>
                </a:lnTo>
                <a:lnTo>
                  <a:pt x="319541" y="26602"/>
                </a:lnTo>
                <a:lnTo>
                  <a:pt x="334348" y="26602"/>
                </a:lnTo>
                <a:lnTo>
                  <a:pt x="353315" y="92086"/>
                </a:lnTo>
                <a:lnTo>
                  <a:pt x="371643" y="26602"/>
                </a:lnTo>
                <a:lnTo>
                  <a:pt x="384769" y="26602"/>
                </a:lnTo>
                <a:lnTo>
                  <a:pt x="359878" y="107851"/>
                </a:lnTo>
                <a:lnTo>
                  <a:pt x="345712" y="107851"/>
                </a:lnTo>
                <a:lnTo>
                  <a:pt x="326664" y="41701"/>
                </a:lnTo>
                <a:lnTo>
                  <a:pt x="307537" y="107851"/>
                </a:lnTo>
                <a:lnTo>
                  <a:pt x="293371" y="107851"/>
                </a:lnTo>
                <a:close/>
                <a:moveTo>
                  <a:pt x="434936" y="109293"/>
                </a:moveTo>
                <a:cubicBezTo>
                  <a:pt x="426826" y="109293"/>
                  <a:pt x="420130" y="107445"/>
                  <a:pt x="414848" y="103749"/>
                </a:cubicBezTo>
                <a:cubicBezTo>
                  <a:pt x="409566" y="100052"/>
                  <a:pt x="405631" y="95020"/>
                  <a:pt x="403043" y="88655"/>
                </a:cubicBezTo>
                <a:cubicBezTo>
                  <a:pt x="400455" y="82290"/>
                  <a:pt x="399162" y="75133"/>
                  <a:pt x="399162" y="67184"/>
                </a:cubicBezTo>
                <a:cubicBezTo>
                  <a:pt x="399162" y="58902"/>
                  <a:pt x="400415" y="51607"/>
                  <a:pt x="402923" y="45297"/>
                </a:cubicBezTo>
                <a:cubicBezTo>
                  <a:pt x="405431" y="38987"/>
                  <a:pt x="409232" y="34053"/>
                  <a:pt x="414328" y="30496"/>
                </a:cubicBezTo>
                <a:cubicBezTo>
                  <a:pt x="419423" y="26938"/>
                  <a:pt x="425813" y="25160"/>
                  <a:pt x="433496" y="25160"/>
                </a:cubicBezTo>
                <a:cubicBezTo>
                  <a:pt x="443793" y="25160"/>
                  <a:pt x="451850" y="28498"/>
                  <a:pt x="457666" y="35176"/>
                </a:cubicBezTo>
                <a:cubicBezTo>
                  <a:pt x="463482" y="41851"/>
                  <a:pt x="466389" y="51448"/>
                  <a:pt x="466389" y="63966"/>
                </a:cubicBezTo>
                <a:cubicBezTo>
                  <a:pt x="466389" y="64801"/>
                  <a:pt x="466376" y="65788"/>
                  <a:pt x="466349" y="66928"/>
                </a:cubicBezTo>
                <a:cubicBezTo>
                  <a:pt x="466323" y="68069"/>
                  <a:pt x="466256" y="68889"/>
                  <a:pt x="466149" y="69390"/>
                </a:cubicBezTo>
                <a:lnTo>
                  <a:pt x="412607" y="69390"/>
                </a:lnTo>
                <a:cubicBezTo>
                  <a:pt x="412661" y="74740"/>
                  <a:pt x="413434" y="79654"/>
                  <a:pt x="414928" y="84131"/>
                </a:cubicBezTo>
                <a:cubicBezTo>
                  <a:pt x="416422" y="88608"/>
                  <a:pt x="418810" y="92198"/>
                  <a:pt x="422091" y="94903"/>
                </a:cubicBezTo>
                <a:cubicBezTo>
                  <a:pt x="425372" y="97605"/>
                  <a:pt x="429654" y="98957"/>
                  <a:pt x="434936" y="98957"/>
                </a:cubicBezTo>
                <a:cubicBezTo>
                  <a:pt x="440645" y="98957"/>
                  <a:pt x="445087" y="97463"/>
                  <a:pt x="448262" y="94477"/>
                </a:cubicBezTo>
                <a:cubicBezTo>
                  <a:pt x="451437" y="91491"/>
                  <a:pt x="453104" y="87182"/>
                  <a:pt x="453264" y="81552"/>
                </a:cubicBezTo>
                <a:lnTo>
                  <a:pt x="466470" y="81552"/>
                </a:lnTo>
                <a:cubicBezTo>
                  <a:pt x="466309" y="87272"/>
                  <a:pt x="464936" y="92202"/>
                  <a:pt x="462348" y="96340"/>
                </a:cubicBezTo>
                <a:cubicBezTo>
                  <a:pt x="459760" y="100476"/>
                  <a:pt x="456145" y="103670"/>
                  <a:pt x="451503" y="105920"/>
                </a:cubicBezTo>
                <a:cubicBezTo>
                  <a:pt x="446861" y="108169"/>
                  <a:pt x="441339" y="109293"/>
                  <a:pt x="434936" y="109293"/>
                </a:cubicBezTo>
                <a:moveTo>
                  <a:pt x="412687" y="59614"/>
                </a:moveTo>
                <a:lnTo>
                  <a:pt x="453184" y="59614"/>
                </a:lnTo>
                <a:cubicBezTo>
                  <a:pt x="453024" y="51779"/>
                  <a:pt x="451237" y="45787"/>
                  <a:pt x="447822" y="41638"/>
                </a:cubicBezTo>
                <a:cubicBezTo>
                  <a:pt x="444407" y="37490"/>
                  <a:pt x="439632" y="35416"/>
                  <a:pt x="433496" y="35416"/>
                </a:cubicBezTo>
                <a:cubicBezTo>
                  <a:pt x="427253" y="35416"/>
                  <a:pt x="422385" y="37476"/>
                  <a:pt x="418890" y="41596"/>
                </a:cubicBezTo>
                <a:cubicBezTo>
                  <a:pt x="415395" y="45716"/>
                  <a:pt x="413327" y="51722"/>
                  <a:pt x="412687" y="59614"/>
                </a:cubicBezTo>
                <a:close/>
                <a:moveTo>
                  <a:pt x="489499" y="107851"/>
                </a:moveTo>
                <a:lnTo>
                  <a:pt x="489499" y="26602"/>
                </a:lnTo>
                <a:lnTo>
                  <a:pt x="502065" y="26602"/>
                </a:lnTo>
                <a:lnTo>
                  <a:pt x="502545" y="39342"/>
                </a:lnTo>
                <a:cubicBezTo>
                  <a:pt x="504786" y="35336"/>
                  <a:pt x="507854" y="31971"/>
                  <a:pt x="511749" y="29246"/>
                </a:cubicBezTo>
                <a:cubicBezTo>
                  <a:pt x="515644" y="26522"/>
                  <a:pt x="520686" y="25160"/>
                  <a:pt x="526875" y="25160"/>
                </a:cubicBezTo>
                <a:lnTo>
                  <a:pt x="528476" y="25160"/>
                </a:lnTo>
                <a:lnTo>
                  <a:pt x="528476" y="37419"/>
                </a:lnTo>
                <a:lnTo>
                  <a:pt x="526635" y="37419"/>
                </a:lnTo>
                <a:cubicBezTo>
                  <a:pt x="522740" y="37419"/>
                  <a:pt x="519325" y="37955"/>
                  <a:pt x="516391" y="39027"/>
                </a:cubicBezTo>
                <a:cubicBezTo>
                  <a:pt x="513456" y="40097"/>
                  <a:pt x="510908" y="41577"/>
                  <a:pt x="508747" y="43466"/>
                </a:cubicBezTo>
                <a:cubicBezTo>
                  <a:pt x="506587" y="45354"/>
                  <a:pt x="504626" y="47538"/>
                  <a:pt x="502865" y="50017"/>
                </a:cubicBezTo>
                <a:lnTo>
                  <a:pt x="502865" y="107851"/>
                </a:lnTo>
                <a:lnTo>
                  <a:pt x="489499" y="1078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C41DD2-E838-494D-97C4-698FB9BF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989" y="1227902"/>
            <a:ext cx="894421" cy="313662"/>
          </a:xfrm>
          <a:custGeom xmlns:a="http://schemas.openxmlformats.org/drawingml/2006/main">
            <a:pathLst>
              <a:path w="894421" h="313662">
                <a:moveTo>
                  <a:pt x="5035" y="0"/>
                </a:moveTo>
                <a:lnTo>
                  <a:pt x="0" y="15437"/>
                </a:lnTo>
                <a:lnTo>
                  <a:pt x="809671" y="280217"/>
                </a:lnTo>
                <a:lnTo>
                  <a:pt x="798759" y="313662"/>
                </a:lnTo>
                <a:lnTo>
                  <a:pt x="894421" y="299389"/>
                </a:lnTo>
                <a:lnTo>
                  <a:pt x="825621" y="231334"/>
                </a:lnTo>
                <a:lnTo>
                  <a:pt x="814708" y="264780"/>
                </a:lnTo>
                <a:lnTo>
                  <a:pt x="503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51209e301b47ff"/>
          <a:stretch xmlns:a="http://schemas.openxmlformats.org/drawingml/2006/main"/>
        </p:blipFill>
        <p:spPr>
          <a:xfrm xmlns:a="http://schemas.openxmlformats.org/drawingml/2006/main">
            <a:off x="255414" y="1522562"/>
            <a:ext cx="360597" cy="354041"/>
          </a:xfrm>
          <a:prstGeom xmlns:a="http://schemas.openxmlformats.org/drawingml/2006/main" prst="rect">
            <a:avLst/>
          </a:prstGeom>
        </p:spPr>
      </p:pic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957D29-D7A4-44A9-9682-CAD33BEA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30" y="1519423"/>
            <a:ext cx="216317" cy="277040"/>
          </a:xfrm>
          <a:custGeom xmlns:a="http://schemas.openxmlformats.org/drawingml/2006/main">
            <a:pathLst>
              <a:path w="216317" h="277040">
                <a:moveTo>
                  <a:pt x="0" y="0"/>
                </a:moveTo>
                <a:lnTo>
                  <a:pt x="216317" y="0"/>
                </a:lnTo>
                <a:lnTo>
                  <a:pt x="216317" y="277040"/>
                </a:lnTo>
                <a:lnTo>
                  <a:pt x="0" y="2770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59F365-3133-438E-A1A0-1E458B0F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30" y="1519423"/>
            <a:ext cx="216317" cy="277040"/>
          </a:xfrm>
          <a:custGeom xmlns:a="http://schemas.openxmlformats.org/drawingml/2006/main">
            <a:pathLst>
              <a:path w="216317" h="277040" fill="none">
                <a:moveTo>
                  <a:pt x="0" y="0"/>
                </a:moveTo>
                <a:lnTo>
                  <a:pt x="216317" y="0"/>
                </a:lnTo>
                <a:lnTo>
                  <a:pt x="216317" y="277040"/>
                </a:lnTo>
                <a:lnTo>
                  <a:pt x="0" y="27704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639" cap="flat">
            <a:solidFill>
              <a:srgbClr val="FFFFFF"/>
            </a:solidFill>
            <a:miter/>
          </a:ln>
        </p:spPr>
      </p:sp>
      <p:pic>
        <p:nvPicPr>
          <p:cNvPr id="1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86d1c9a82a42c8"/>
          <a:stretch xmlns:a="http://schemas.openxmlformats.org/drawingml/2006/main"/>
        </p:blipFill>
        <p:spPr>
          <a:xfrm xmlns:a="http://schemas.openxmlformats.org/drawingml/2006/main">
            <a:off x="301308" y="1470111"/>
            <a:ext cx="360597" cy="360597"/>
          </a:xfrm>
          <a:prstGeom xmlns:a="http://schemas.openxmlformats.org/drawingml/2006/main" prst="rect">
            <a:avLst/>
          </a:prstGeom>
        </p:spPr>
      </p:pic>
      <p:sp>
        <p:nvSpPr>
          <p:cNvPr id="48" name="Text Document">
            <a:extLst xmlns:a="http://schemas.openxmlformats.org/drawingml/2006/main">
              <a:ext uri="{FF2B5EF4-FFF2-40B4-BE49-F238E27FC236}">
                <a16:creationId xmlns:a16="http://schemas.microsoft.com/office/drawing/2014/main" id="{517D7C02-7226-416A-867D-0D0E0EE2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42" y="1545837"/>
            <a:ext cx="637897" cy="109293"/>
          </a:xfrm>
          <a:custGeom xmlns:a="http://schemas.openxmlformats.org/drawingml/2006/main">
            <a:pathLst>
              <a:path w="637897" h="109293">
                <a:moveTo>
                  <a:pt x="37354" y="107807"/>
                </a:moveTo>
                <a:lnTo>
                  <a:pt x="38718" y="107752"/>
                </a:lnTo>
                <a:lnTo>
                  <a:pt x="40064" y="107675"/>
                </a:lnTo>
                <a:lnTo>
                  <a:pt x="41393" y="107576"/>
                </a:lnTo>
                <a:lnTo>
                  <a:pt x="42705" y="107455"/>
                </a:lnTo>
                <a:lnTo>
                  <a:pt x="44000" y="107312"/>
                </a:lnTo>
                <a:lnTo>
                  <a:pt x="45277" y="107147"/>
                </a:lnTo>
                <a:lnTo>
                  <a:pt x="46536" y="106960"/>
                </a:lnTo>
                <a:lnTo>
                  <a:pt x="47778" y="106752"/>
                </a:lnTo>
                <a:lnTo>
                  <a:pt x="49003" y="106521"/>
                </a:lnTo>
                <a:lnTo>
                  <a:pt x="50211" y="106268"/>
                </a:lnTo>
                <a:lnTo>
                  <a:pt x="51401" y="105993"/>
                </a:lnTo>
                <a:lnTo>
                  <a:pt x="52574" y="105697"/>
                </a:lnTo>
                <a:lnTo>
                  <a:pt x="53729" y="105378"/>
                </a:lnTo>
                <a:lnTo>
                  <a:pt x="54867" y="105037"/>
                </a:lnTo>
                <a:lnTo>
                  <a:pt x="55988" y="104675"/>
                </a:lnTo>
                <a:lnTo>
                  <a:pt x="57091" y="104290"/>
                </a:lnTo>
                <a:lnTo>
                  <a:pt x="58177" y="103883"/>
                </a:lnTo>
                <a:lnTo>
                  <a:pt x="59246" y="103455"/>
                </a:lnTo>
                <a:lnTo>
                  <a:pt x="60297" y="103004"/>
                </a:lnTo>
                <a:lnTo>
                  <a:pt x="61331" y="102532"/>
                </a:lnTo>
                <a:lnTo>
                  <a:pt x="62347" y="102037"/>
                </a:lnTo>
                <a:lnTo>
                  <a:pt x="63346" y="101521"/>
                </a:lnTo>
                <a:lnTo>
                  <a:pt x="64327" y="100983"/>
                </a:lnTo>
                <a:lnTo>
                  <a:pt x="65288" y="100426"/>
                </a:lnTo>
                <a:lnTo>
                  <a:pt x="66231" y="99848"/>
                </a:lnTo>
                <a:lnTo>
                  <a:pt x="67153" y="99250"/>
                </a:lnTo>
                <a:lnTo>
                  <a:pt x="68057" y="98633"/>
                </a:lnTo>
                <a:lnTo>
                  <a:pt x="68941" y="97995"/>
                </a:lnTo>
                <a:lnTo>
                  <a:pt x="69806" y="97337"/>
                </a:lnTo>
                <a:lnTo>
                  <a:pt x="70651" y="96660"/>
                </a:lnTo>
                <a:lnTo>
                  <a:pt x="71478" y="95962"/>
                </a:lnTo>
                <a:lnTo>
                  <a:pt x="72285" y="95244"/>
                </a:lnTo>
                <a:lnTo>
                  <a:pt x="73072" y="94506"/>
                </a:lnTo>
                <a:lnTo>
                  <a:pt x="73841" y="93748"/>
                </a:lnTo>
                <a:lnTo>
                  <a:pt x="74590" y="92970"/>
                </a:lnTo>
                <a:lnTo>
                  <a:pt x="75319" y="92172"/>
                </a:lnTo>
                <a:lnTo>
                  <a:pt x="76030" y="91355"/>
                </a:lnTo>
                <a:lnTo>
                  <a:pt x="76721" y="90517"/>
                </a:lnTo>
                <a:lnTo>
                  <a:pt x="77392" y="89659"/>
                </a:lnTo>
                <a:lnTo>
                  <a:pt x="78045" y="88780"/>
                </a:lnTo>
                <a:lnTo>
                  <a:pt x="78678" y="87882"/>
                </a:lnTo>
                <a:lnTo>
                  <a:pt x="79292" y="86964"/>
                </a:lnTo>
                <a:lnTo>
                  <a:pt x="79886" y="86026"/>
                </a:lnTo>
                <a:lnTo>
                  <a:pt x="80461" y="85068"/>
                </a:lnTo>
                <a:lnTo>
                  <a:pt x="81017" y="84090"/>
                </a:lnTo>
                <a:lnTo>
                  <a:pt x="81554" y="83091"/>
                </a:lnTo>
                <a:lnTo>
                  <a:pt x="82070" y="82075"/>
                </a:lnTo>
                <a:lnTo>
                  <a:pt x="82564" y="81040"/>
                </a:lnTo>
                <a:lnTo>
                  <a:pt x="83036" y="79989"/>
                </a:lnTo>
                <a:lnTo>
                  <a:pt x="83486" y="78920"/>
                </a:lnTo>
                <a:lnTo>
                  <a:pt x="83914" y="77835"/>
                </a:lnTo>
                <a:lnTo>
                  <a:pt x="84320" y="76731"/>
                </a:lnTo>
                <a:lnTo>
                  <a:pt x="84704" y="75611"/>
                </a:lnTo>
                <a:lnTo>
                  <a:pt x="85066" y="74473"/>
                </a:lnTo>
                <a:lnTo>
                  <a:pt x="85407" y="73319"/>
                </a:lnTo>
                <a:lnTo>
                  <a:pt x="85725" y="72146"/>
                </a:lnTo>
                <a:lnTo>
                  <a:pt x="86021" y="70957"/>
                </a:lnTo>
                <a:lnTo>
                  <a:pt x="86296" y="69750"/>
                </a:lnTo>
                <a:lnTo>
                  <a:pt x="86548" y="68526"/>
                </a:lnTo>
                <a:lnTo>
                  <a:pt x="86779" y="67285"/>
                </a:lnTo>
                <a:lnTo>
                  <a:pt x="86987" y="66027"/>
                </a:lnTo>
                <a:lnTo>
                  <a:pt x="87174" y="64751"/>
                </a:lnTo>
                <a:lnTo>
                  <a:pt x="87339" y="63458"/>
                </a:lnTo>
                <a:lnTo>
                  <a:pt x="87481" y="62148"/>
                </a:lnTo>
                <a:lnTo>
                  <a:pt x="87602" y="60821"/>
                </a:lnTo>
                <a:lnTo>
                  <a:pt x="87701" y="59476"/>
                </a:lnTo>
                <a:lnTo>
                  <a:pt x="87778" y="58114"/>
                </a:lnTo>
                <a:lnTo>
                  <a:pt x="87833" y="56735"/>
                </a:lnTo>
                <a:lnTo>
                  <a:pt x="87865" y="55339"/>
                </a:lnTo>
                <a:lnTo>
                  <a:pt x="87876" y="53925"/>
                </a:lnTo>
                <a:lnTo>
                  <a:pt x="87866" y="52518"/>
                </a:lnTo>
                <a:lnTo>
                  <a:pt x="87833" y="51128"/>
                </a:lnTo>
                <a:lnTo>
                  <a:pt x="87778" y="49755"/>
                </a:lnTo>
                <a:lnTo>
                  <a:pt x="87702" y="48399"/>
                </a:lnTo>
                <a:lnTo>
                  <a:pt x="87604" y="47060"/>
                </a:lnTo>
                <a:lnTo>
                  <a:pt x="87484" y="45737"/>
                </a:lnTo>
                <a:lnTo>
                  <a:pt x="87342" y="44432"/>
                </a:lnTo>
                <a:lnTo>
                  <a:pt x="87178" y="43144"/>
                </a:lnTo>
                <a:lnTo>
                  <a:pt x="86993" y="41873"/>
                </a:lnTo>
                <a:lnTo>
                  <a:pt x="86786" y="40618"/>
                </a:lnTo>
                <a:lnTo>
                  <a:pt x="86557" y="39381"/>
                </a:lnTo>
                <a:lnTo>
                  <a:pt x="86306" y="38160"/>
                </a:lnTo>
                <a:lnTo>
                  <a:pt x="86033" y="36957"/>
                </a:lnTo>
                <a:lnTo>
                  <a:pt x="85739" y="35770"/>
                </a:lnTo>
                <a:lnTo>
                  <a:pt x="85422" y="34601"/>
                </a:lnTo>
                <a:lnTo>
                  <a:pt x="85084" y="33448"/>
                </a:lnTo>
                <a:lnTo>
                  <a:pt x="84724" y="32313"/>
                </a:lnTo>
                <a:lnTo>
                  <a:pt x="84342" y="31194"/>
                </a:lnTo>
                <a:lnTo>
                  <a:pt x="83939" y="30093"/>
                </a:lnTo>
                <a:lnTo>
                  <a:pt x="83513" y="29008"/>
                </a:lnTo>
                <a:lnTo>
                  <a:pt x="83066" y="27940"/>
                </a:lnTo>
                <a:lnTo>
                  <a:pt x="82597" y="26890"/>
                </a:lnTo>
                <a:lnTo>
                  <a:pt x="82106" y="25856"/>
                </a:lnTo>
                <a:lnTo>
                  <a:pt x="81594" y="24839"/>
                </a:lnTo>
                <a:lnTo>
                  <a:pt x="81060" y="23841"/>
                </a:lnTo>
                <a:lnTo>
                  <a:pt x="80508" y="22863"/>
                </a:lnTo>
                <a:lnTo>
                  <a:pt x="79935" y="21904"/>
                </a:lnTo>
                <a:lnTo>
                  <a:pt x="79343" y="20965"/>
                </a:lnTo>
                <a:lnTo>
                  <a:pt x="78731" y="20047"/>
                </a:lnTo>
                <a:lnTo>
                  <a:pt x="78100" y="19148"/>
                </a:lnTo>
                <a:lnTo>
                  <a:pt x="77449" y="18269"/>
                </a:lnTo>
                <a:lnTo>
                  <a:pt x="76778" y="17410"/>
                </a:lnTo>
                <a:lnTo>
                  <a:pt x="76088" y="16571"/>
                </a:lnTo>
                <a:lnTo>
                  <a:pt x="75379" y="15751"/>
                </a:lnTo>
                <a:lnTo>
                  <a:pt x="74649" y="14952"/>
                </a:lnTo>
                <a:lnTo>
                  <a:pt x="73901" y="14172"/>
                </a:lnTo>
                <a:lnTo>
                  <a:pt x="73132" y="13413"/>
                </a:lnTo>
                <a:lnTo>
                  <a:pt x="72344" y="12673"/>
                </a:lnTo>
                <a:lnTo>
                  <a:pt x="71537" y="11953"/>
                </a:lnTo>
                <a:lnTo>
                  <a:pt x="70709" y="11253"/>
                </a:lnTo>
                <a:lnTo>
                  <a:pt x="69862" y="10573"/>
                </a:lnTo>
                <a:lnTo>
                  <a:pt x="68996" y="9913"/>
                </a:lnTo>
                <a:lnTo>
                  <a:pt x="68110" y="9273"/>
                </a:lnTo>
                <a:lnTo>
                  <a:pt x="67205" y="8653"/>
                </a:lnTo>
                <a:lnTo>
                  <a:pt x="66279" y="8052"/>
                </a:lnTo>
                <a:lnTo>
                  <a:pt x="65335" y="7472"/>
                </a:lnTo>
                <a:lnTo>
                  <a:pt x="64370" y="6911"/>
                </a:lnTo>
                <a:lnTo>
                  <a:pt x="63386" y="6370"/>
                </a:lnTo>
                <a:lnTo>
                  <a:pt x="62384" y="5850"/>
                </a:lnTo>
                <a:lnTo>
                  <a:pt x="61364" y="5353"/>
                </a:lnTo>
                <a:lnTo>
                  <a:pt x="60327" y="4877"/>
                </a:lnTo>
                <a:lnTo>
                  <a:pt x="59273" y="4424"/>
                </a:lnTo>
                <a:lnTo>
                  <a:pt x="58202" y="3992"/>
                </a:lnTo>
                <a:lnTo>
                  <a:pt x="57114" y="3583"/>
                </a:lnTo>
                <a:lnTo>
                  <a:pt x="56008" y="3196"/>
                </a:lnTo>
                <a:lnTo>
                  <a:pt x="54885" y="2831"/>
                </a:lnTo>
                <a:lnTo>
                  <a:pt x="53745" y="2488"/>
                </a:lnTo>
                <a:lnTo>
                  <a:pt x="52587" y="2168"/>
                </a:lnTo>
                <a:lnTo>
                  <a:pt x="51413" y="1869"/>
                </a:lnTo>
                <a:lnTo>
                  <a:pt x="50221" y="1593"/>
                </a:lnTo>
                <a:lnTo>
                  <a:pt x="49012" y="1338"/>
                </a:lnTo>
                <a:lnTo>
                  <a:pt x="47785" y="1106"/>
                </a:lnTo>
                <a:lnTo>
                  <a:pt x="46542" y="896"/>
                </a:lnTo>
                <a:lnTo>
                  <a:pt x="45281" y="708"/>
                </a:lnTo>
                <a:lnTo>
                  <a:pt x="44003" y="542"/>
                </a:lnTo>
                <a:lnTo>
                  <a:pt x="42708" y="398"/>
                </a:lnTo>
                <a:lnTo>
                  <a:pt x="41395" y="276"/>
                </a:lnTo>
                <a:lnTo>
                  <a:pt x="40065" y="177"/>
                </a:lnTo>
                <a:lnTo>
                  <a:pt x="38719" y="100"/>
                </a:lnTo>
                <a:lnTo>
                  <a:pt x="37354" y="44"/>
                </a:lnTo>
                <a:lnTo>
                  <a:pt x="35973" y="11"/>
                </a:lnTo>
                <a:lnTo>
                  <a:pt x="34574" y="0"/>
                </a:lnTo>
                <a:lnTo>
                  <a:pt x="0" y="0"/>
                </a:lnTo>
                <a:lnTo>
                  <a:pt x="0" y="107851"/>
                </a:lnTo>
                <a:lnTo>
                  <a:pt x="34574" y="107851"/>
                </a:lnTo>
                <a:lnTo>
                  <a:pt x="35973" y="107840"/>
                </a:lnTo>
                <a:lnTo>
                  <a:pt x="37354" y="107807"/>
                </a:lnTo>
                <a:close/>
                <a:moveTo>
                  <a:pt x="32525" y="12107"/>
                </a:moveTo>
                <a:lnTo>
                  <a:pt x="33661" y="12131"/>
                </a:lnTo>
                <a:lnTo>
                  <a:pt x="34781" y="12171"/>
                </a:lnTo>
                <a:lnTo>
                  <a:pt x="35885" y="12226"/>
                </a:lnTo>
                <a:lnTo>
                  <a:pt x="36972" y="12297"/>
                </a:lnTo>
                <a:lnTo>
                  <a:pt x="38043" y="12385"/>
                </a:lnTo>
                <a:lnTo>
                  <a:pt x="39098" y="12488"/>
                </a:lnTo>
                <a:lnTo>
                  <a:pt x="40137" y="12607"/>
                </a:lnTo>
                <a:lnTo>
                  <a:pt x="41159" y="12741"/>
                </a:lnTo>
                <a:lnTo>
                  <a:pt x="42165" y="12892"/>
                </a:lnTo>
                <a:lnTo>
                  <a:pt x="43155" y="13059"/>
                </a:lnTo>
                <a:lnTo>
                  <a:pt x="44128" y="13241"/>
                </a:lnTo>
                <a:lnTo>
                  <a:pt x="45086" y="13439"/>
                </a:lnTo>
                <a:lnTo>
                  <a:pt x="46027" y="13653"/>
                </a:lnTo>
                <a:lnTo>
                  <a:pt x="46951" y="13883"/>
                </a:lnTo>
                <a:lnTo>
                  <a:pt x="47860" y="14129"/>
                </a:lnTo>
                <a:lnTo>
                  <a:pt x="48752" y="14391"/>
                </a:lnTo>
                <a:lnTo>
                  <a:pt x="49628" y="14668"/>
                </a:lnTo>
                <a:lnTo>
                  <a:pt x="50488" y="14962"/>
                </a:lnTo>
                <a:lnTo>
                  <a:pt x="51331" y="15271"/>
                </a:lnTo>
                <a:lnTo>
                  <a:pt x="52158" y="15596"/>
                </a:lnTo>
                <a:lnTo>
                  <a:pt x="52969" y="15937"/>
                </a:lnTo>
                <a:lnTo>
                  <a:pt x="53764" y="16294"/>
                </a:lnTo>
                <a:lnTo>
                  <a:pt x="54543" y="16666"/>
                </a:lnTo>
                <a:lnTo>
                  <a:pt x="55305" y="17055"/>
                </a:lnTo>
                <a:lnTo>
                  <a:pt x="56051" y="17460"/>
                </a:lnTo>
                <a:lnTo>
                  <a:pt x="56782" y="17881"/>
                </a:lnTo>
                <a:lnTo>
                  <a:pt x="57496" y="18319"/>
                </a:lnTo>
                <a:lnTo>
                  <a:pt x="58194" y="18773"/>
                </a:lnTo>
                <a:lnTo>
                  <a:pt x="58877" y="19243"/>
                </a:lnTo>
                <a:lnTo>
                  <a:pt x="59543" y="19729"/>
                </a:lnTo>
                <a:lnTo>
                  <a:pt x="60194" y="20232"/>
                </a:lnTo>
                <a:lnTo>
                  <a:pt x="60828" y="20751"/>
                </a:lnTo>
                <a:lnTo>
                  <a:pt x="61447" y="21286"/>
                </a:lnTo>
                <a:lnTo>
                  <a:pt x="62049" y="21838"/>
                </a:lnTo>
                <a:lnTo>
                  <a:pt x="62636" y="22405"/>
                </a:lnTo>
                <a:lnTo>
                  <a:pt x="63207" y="22989"/>
                </a:lnTo>
                <a:lnTo>
                  <a:pt x="63761" y="23590"/>
                </a:lnTo>
                <a:lnTo>
                  <a:pt x="64300" y="24206"/>
                </a:lnTo>
                <a:lnTo>
                  <a:pt x="64822" y="24839"/>
                </a:lnTo>
                <a:lnTo>
                  <a:pt x="65329" y="25488"/>
                </a:lnTo>
                <a:lnTo>
                  <a:pt x="65820" y="26154"/>
                </a:lnTo>
                <a:lnTo>
                  <a:pt x="66294" y="26836"/>
                </a:lnTo>
                <a:lnTo>
                  <a:pt x="66753" y="27534"/>
                </a:lnTo>
                <a:lnTo>
                  <a:pt x="67196" y="28248"/>
                </a:lnTo>
                <a:lnTo>
                  <a:pt x="67623" y="28978"/>
                </a:lnTo>
                <a:lnTo>
                  <a:pt x="68034" y="29725"/>
                </a:lnTo>
                <a:lnTo>
                  <a:pt x="68428" y="30488"/>
                </a:lnTo>
                <a:lnTo>
                  <a:pt x="68807" y="31268"/>
                </a:lnTo>
                <a:lnTo>
                  <a:pt x="69170" y="32064"/>
                </a:lnTo>
                <a:lnTo>
                  <a:pt x="69516" y="32878"/>
                </a:lnTo>
                <a:lnTo>
                  <a:pt x="69847" y="33708"/>
                </a:lnTo>
                <a:lnTo>
                  <a:pt x="70161" y="34555"/>
                </a:lnTo>
                <a:lnTo>
                  <a:pt x="70459" y="35419"/>
                </a:lnTo>
                <a:lnTo>
                  <a:pt x="70741" y="36299"/>
                </a:lnTo>
                <a:lnTo>
                  <a:pt x="71007" y="37197"/>
                </a:lnTo>
                <a:lnTo>
                  <a:pt x="71257" y="38111"/>
                </a:lnTo>
                <a:lnTo>
                  <a:pt x="71491" y="39042"/>
                </a:lnTo>
                <a:lnTo>
                  <a:pt x="71708" y="39990"/>
                </a:lnTo>
                <a:lnTo>
                  <a:pt x="71910" y="40955"/>
                </a:lnTo>
                <a:lnTo>
                  <a:pt x="72095" y="41936"/>
                </a:lnTo>
                <a:lnTo>
                  <a:pt x="72264" y="42935"/>
                </a:lnTo>
                <a:lnTo>
                  <a:pt x="72418" y="43950"/>
                </a:lnTo>
                <a:lnTo>
                  <a:pt x="72555" y="44982"/>
                </a:lnTo>
                <a:lnTo>
                  <a:pt x="72675" y="46031"/>
                </a:lnTo>
                <a:lnTo>
                  <a:pt x="72780" y="47097"/>
                </a:lnTo>
                <a:lnTo>
                  <a:pt x="72869" y="48180"/>
                </a:lnTo>
                <a:lnTo>
                  <a:pt x="72941" y="49279"/>
                </a:lnTo>
                <a:lnTo>
                  <a:pt x="72998" y="50395"/>
                </a:lnTo>
                <a:lnTo>
                  <a:pt x="73038" y="51528"/>
                </a:lnTo>
                <a:lnTo>
                  <a:pt x="73062" y="52678"/>
                </a:lnTo>
                <a:lnTo>
                  <a:pt x="73070" y="53845"/>
                </a:lnTo>
                <a:lnTo>
                  <a:pt x="73062" y="55019"/>
                </a:lnTo>
                <a:lnTo>
                  <a:pt x="73039" y="56175"/>
                </a:lnTo>
                <a:lnTo>
                  <a:pt x="72999" y="57315"/>
                </a:lnTo>
                <a:lnTo>
                  <a:pt x="72944" y="58438"/>
                </a:lnTo>
                <a:lnTo>
                  <a:pt x="72872" y="59544"/>
                </a:lnTo>
                <a:lnTo>
                  <a:pt x="72785" y="60633"/>
                </a:lnTo>
                <a:lnTo>
                  <a:pt x="72682" y="61706"/>
                </a:lnTo>
                <a:lnTo>
                  <a:pt x="72563" y="62762"/>
                </a:lnTo>
                <a:lnTo>
                  <a:pt x="72429" y="63800"/>
                </a:lnTo>
                <a:lnTo>
                  <a:pt x="72278" y="64822"/>
                </a:lnTo>
                <a:lnTo>
                  <a:pt x="72112" y="65827"/>
                </a:lnTo>
                <a:lnTo>
                  <a:pt x="71930" y="66816"/>
                </a:lnTo>
                <a:lnTo>
                  <a:pt x="71732" y="67787"/>
                </a:lnTo>
                <a:lnTo>
                  <a:pt x="71518" y="68742"/>
                </a:lnTo>
                <a:lnTo>
                  <a:pt x="71288" y="69680"/>
                </a:lnTo>
                <a:lnTo>
                  <a:pt x="71043" y="70601"/>
                </a:lnTo>
                <a:lnTo>
                  <a:pt x="70781" y="71505"/>
                </a:lnTo>
                <a:lnTo>
                  <a:pt x="70504" y="72392"/>
                </a:lnTo>
                <a:lnTo>
                  <a:pt x="70211" y="73263"/>
                </a:lnTo>
                <a:lnTo>
                  <a:pt x="69902" y="74116"/>
                </a:lnTo>
                <a:lnTo>
                  <a:pt x="69578" y="74953"/>
                </a:lnTo>
                <a:lnTo>
                  <a:pt x="69237" y="75773"/>
                </a:lnTo>
                <a:lnTo>
                  <a:pt x="68881" y="76576"/>
                </a:lnTo>
                <a:lnTo>
                  <a:pt x="68508" y="77362"/>
                </a:lnTo>
                <a:lnTo>
                  <a:pt x="68120" y="78132"/>
                </a:lnTo>
                <a:lnTo>
                  <a:pt x="67716" y="78885"/>
                </a:lnTo>
                <a:lnTo>
                  <a:pt x="67295" y="79621"/>
                </a:lnTo>
                <a:lnTo>
                  <a:pt x="66859" y="80340"/>
                </a:lnTo>
                <a:lnTo>
                  <a:pt x="66406" y="81043"/>
                </a:lnTo>
                <a:lnTo>
                  <a:pt x="65937" y="81729"/>
                </a:lnTo>
                <a:lnTo>
                  <a:pt x="65452" y="82399"/>
                </a:lnTo>
                <a:lnTo>
                  <a:pt x="64951" y="83051"/>
                </a:lnTo>
                <a:lnTo>
                  <a:pt x="64434" y="83687"/>
                </a:lnTo>
                <a:lnTo>
                  <a:pt x="63901" y="84307"/>
                </a:lnTo>
                <a:lnTo>
                  <a:pt x="63352" y="84909"/>
                </a:lnTo>
                <a:lnTo>
                  <a:pt x="62786" y="85495"/>
                </a:lnTo>
                <a:lnTo>
                  <a:pt x="62204" y="86065"/>
                </a:lnTo>
                <a:lnTo>
                  <a:pt x="61607" y="86617"/>
                </a:lnTo>
                <a:lnTo>
                  <a:pt x="60993" y="87153"/>
                </a:lnTo>
                <a:lnTo>
                  <a:pt x="60363" y="87672"/>
                </a:lnTo>
                <a:lnTo>
                  <a:pt x="59717" y="88175"/>
                </a:lnTo>
                <a:lnTo>
                  <a:pt x="59054" y="88660"/>
                </a:lnTo>
                <a:lnTo>
                  <a:pt x="58376" y="89129"/>
                </a:lnTo>
                <a:lnTo>
                  <a:pt x="57682" y="89582"/>
                </a:lnTo>
                <a:lnTo>
                  <a:pt x="56971" y="90017"/>
                </a:lnTo>
                <a:lnTo>
                  <a:pt x="56244" y="90436"/>
                </a:lnTo>
                <a:lnTo>
                  <a:pt x="55502" y="90839"/>
                </a:lnTo>
                <a:lnTo>
                  <a:pt x="54743" y="91224"/>
                </a:lnTo>
                <a:lnTo>
                  <a:pt x="53967" y="91594"/>
                </a:lnTo>
                <a:lnTo>
                  <a:pt x="53174" y="91947"/>
                </a:lnTo>
                <a:lnTo>
                  <a:pt x="52364" y="92285"/>
                </a:lnTo>
                <a:lnTo>
                  <a:pt x="51537" y="92608"/>
                </a:lnTo>
                <a:lnTo>
                  <a:pt x="50692" y="92914"/>
                </a:lnTo>
                <a:lnTo>
                  <a:pt x="49831" y="93205"/>
                </a:lnTo>
                <a:lnTo>
                  <a:pt x="48952" y="93480"/>
                </a:lnTo>
                <a:lnTo>
                  <a:pt x="48055" y="93739"/>
                </a:lnTo>
                <a:lnTo>
                  <a:pt x="47142" y="93983"/>
                </a:lnTo>
                <a:lnTo>
                  <a:pt x="46211" y="94211"/>
                </a:lnTo>
                <a:lnTo>
                  <a:pt x="45263" y="94423"/>
                </a:lnTo>
                <a:lnTo>
                  <a:pt x="44298" y="94620"/>
                </a:lnTo>
                <a:lnTo>
                  <a:pt x="43316" y="94800"/>
                </a:lnTo>
                <a:lnTo>
                  <a:pt x="42316" y="94966"/>
                </a:lnTo>
                <a:lnTo>
                  <a:pt x="41300" y="95115"/>
                </a:lnTo>
                <a:lnTo>
                  <a:pt x="40266" y="95248"/>
                </a:lnTo>
                <a:lnTo>
                  <a:pt x="39214" y="95366"/>
                </a:lnTo>
                <a:lnTo>
                  <a:pt x="38146" y="95469"/>
                </a:lnTo>
                <a:lnTo>
                  <a:pt x="37060" y="95555"/>
                </a:lnTo>
                <a:lnTo>
                  <a:pt x="35957" y="95626"/>
                </a:lnTo>
                <a:lnTo>
                  <a:pt x="34837" y="95681"/>
                </a:lnTo>
                <a:lnTo>
                  <a:pt x="33700" y="95720"/>
                </a:lnTo>
                <a:lnTo>
                  <a:pt x="32545" y="95744"/>
                </a:lnTo>
                <a:lnTo>
                  <a:pt x="31373" y="95751"/>
                </a:lnTo>
                <a:lnTo>
                  <a:pt x="14406" y="95751"/>
                </a:lnTo>
                <a:lnTo>
                  <a:pt x="14406" y="12099"/>
                </a:lnTo>
                <a:lnTo>
                  <a:pt x="31373" y="12099"/>
                </a:lnTo>
                <a:lnTo>
                  <a:pt x="32525" y="12107"/>
                </a:lnTo>
                <a:close/>
                <a:moveTo>
                  <a:pt x="629414" y="96953"/>
                </a:moveTo>
                <a:lnTo>
                  <a:pt x="628836" y="96946"/>
                </a:lnTo>
                <a:lnTo>
                  <a:pt x="628276" y="96925"/>
                </a:lnTo>
                <a:lnTo>
                  <a:pt x="627734" y="96890"/>
                </a:lnTo>
                <a:lnTo>
                  <a:pt x="627209" y="96841"/>
                </a:lnTo>
                <a:lnTo>
                  <a:pt x="626703" y="96777"/>
                </a:lnTo>
                <a:lnTo>
                  <a:pt x="626215" y="96699"/>
                </a:lnTo>
                <a:lnTo>
                  <a:pt x="625744" y="96608"/>
                </a:lnTo>
                <a:lnTo>
                  <a:pt x="625292" y="96502"/>
                </a:lnTo>
                <a:lnTo>
                  <a:pt x="624857" y="96382"/>
                </a:lnTo>
                <a:lnTo>
                  <a:pt x="624441" y="96248"/>
                </a:lnTo>
                <a:lnTo>
                  <a:pt x="624042" y="96100"/>
                </a:lnTo>
                <a:lnTo>
                  <a:pt x="623661" y="95937"/>
                </a:lnTo>
                <a:lnTo>
                  <a:pt x="623298" y="95761"/>
                </a:lnTo>
                <a:lnTo>
                  <a:pt x="622953" y="95571"/>
                </a:lnTo>
                <a:lnTo>
                  <a:pt x="622626" y="95366"/>
                </a:lnTo>
                <a:lnTo>
                  <a:pt x="622317" y="95147"/>
                </a:lnTo>
                <a:lnTo>
                  <a:pt x="622026" y="94914"/>
                </a:lnTo>
                <a:lnTo>
                  <a:pt x="621753" y="94667"/>
                </a:lnTo>
                <a:lnTo>
                  <a:pt x="621498" y="94406"/>
                </a:lnTo>
                <a:lnTo>
                  <a:pt x="621260" y="94131"/>
                </a:lnTo>
                <a:lnTo>
                  <a:pt x="621041" y="93842"/>
                </a:lnTo>
                <a:lnTo>
                  <a:pt x="620839" y="93539"/>
                </a:lnTo>
                <a:lnTo>
                  <a:pt x="620656" y="93221"/>
                </a:lnTo>
                <a:lnTo>
                  <a:pt x="620490" y="92889"/>
                </a:lnTo>
                <a:lnTo>
                  <a:pt x="620336" y="92544"/>
                </a:lnTo>
                <a:lnTo>
                  <a:pt x="620190" y="92186"/>
                </a:lnTo>
                <a:lnTo>
                  <a:pt x="620049" y="91816"/>
                </a:lnTo>
                <a:lnTo>
                  <a:pt x="619915" y="91433"/>
                </a:lnTo>
                <a:lnTo>
                  <a:pt x="619788" y="91037"/>
                </a:lnTo>
                <a:lnTo>
                  <a:pt x="619667" y="90629"/>
                </a:lnTo>
                <a:lnTo>
                  <a:pt x="619553" y="90208"/>
                </a:lnTo>
                <a:lnTo>
                  <a:pt x="619445" y="89774"/>
                </a:lnTo>
                <a:lnTo>
                  <a:pt x="619344" y="89328"/>
                </a:lnTo>
                <a:lnTo>
                  <a:pt x="619249" y="88869"/>
                </a:lnTo>
                <a:lnTo>
                  <a:pt x="619161" y="88398"/>
                </a:lnTo>
                <a:lnTo>
                  <a:pt x="619079" y="87913"/>
                </a:lnTo>
                <a:lnTo>
                  <a:pt x="619004" y="87417"/>
                </a:lnTo>
                <a:lnTo>
                  <a:pt x="618936" y="86907"/>
                </a:lnTo>
                <a:lnTo>
                  <a:pt x="618874" y="86385"/>
                </a:lnTo>
                <a:lnTo>
                  <a:pt x="618818" y="85851"/>
                </a:lnTo>
                <a:lnTo>
                  <a:pt x="618769" y="85303"/>
                </a:lnTo>
                <a:lnTo>
                  <a:pt x="618727" y="84743"/>
                </a:lnTo>
                <a:lnTo>
                  <a:pt x="618691" y="84171"/>
                </a:lnTo>
                <a:lnTo>
                  <a:pt x="618661" y="83586"/>
                </a:lnTo>
                <a:lnTo>
                  <a:pt x="618639" y="82988"/>
                </a:lnTo>
                <a:lnTo>
                  <a:pt x="618622" y="82377"/>
                </a:lnTo>
                <a:lnTo>
                  <a:pt x="618612" y="81754"/>
                </a:lnTo>
                <a:lnTo>
                  <a:pt x="618609" y="81118"/>
                </a:lnTo>
                <a:lnTo>
                  <a:pt x="618609" y="37419"/>
                </a:lnTo>
                <a:lnTo>
                  <a:pt x="637897" y="37419"/>
                </a:lnTo>
                <a:lnTo>
                  <a:pt x="637897" y="26602"/>
                </a:lnTo>
                <a:lnTo>
                  <a:pt x="618609" y="26602"/>
                </a:lnTo>
                <a:lnTo>
                  <a:pt x="618609" y="8734"/>
                </a:lnTo>
                <a:lnTo>
                  <a:pt x="605244" y="8734"/>
                </a:lnTo>
                <a:lnTo>
                  <a:pt x="605244" y="26602"/>
                </a:lnTo>
                <a:lnTo>
                  <a:pt x="592278" y="26602"/>
                </a:lnTo>
                <a:lnTo>
                  <a:pt x="592278" y="37419"/>
                </a:lnTo>
                <a:lnTo>
                  <a:pt x="605244" y="37419"/>
                </a:lnTo>
                <a:lnTo>
                  <a:pt x="605244" y="81406"/>
                </a:lnTo>
                <a:lnTo>
                  <a:pt x="605247" y="82095"/>
                </a:lnTo>
                <a:lnTo>
                  <a:pt x="605257" y="82775"/>
                </a:lnTo>
                <a:lnTo>
                  <a:pt x="605273" y="83447"/>
                </a:lnTo>
                <a:lnTo>
                  <a:pt x="605296" y="84110"/>
                </a:lnTo>
                <a:lnTo>
                  <a:pt x="605325" y="84765"/>
                </a:lnTo>
                <a:lnTo>
                  <a:pt x="605361" y="85412"/>
                </a:lnTo>
                <a:lnTo>
                  <a:pt x="605404" y="86051"/>
                </a:lnTo>
                <a:lnTo>
                  <a:pt x="605453" y="86681"/>
                </a:lnTo>
                <a:lnTo>
                  <a:pt x="605508" y="87303"/>
                </a:lnTo>
                <a:lnTo>
                  <a:pt x="605570" y="87917"/>
                </a:lnTo>
                <a:lnTo>
                  <a:pt x="605639" y="88522"/>
                </a:lnTo>
                <a:lnTo>
                  <a:pt x="605714" y="89119"/>
                </a:lnTo>
                <a:lnTo>
                  <a:pt x="605795" y="89708"/>
                </a:lnTo>
                <a:lnTo>
                  <a:pt x="605884" y="90288"/>
                </a:lnTo>
                <a:lnTo>
                  <a:pt x="605978" y="90861"/>
                </a:lnTo>
                <a:lnTo>
                  <a:pt x="606080" y="91424"/>
                </a:lnTo>
                <a:lnTo>
                  <a:pt x="606187" y="91980"/>
                </a:lnTo>
                <a:lnTo>
                  <a:pt x="606302" y="92527"/>
                </a:lnTo>
                <a:lnTo>
                  <a:pt x="606422" y="93066"/>
                </a:lnTo>
                <a:lnTo>
                  <a:pt x="606550" y="93597"/>
                </a:lnTo>
                <a:lnTo>
                  <a:pt x="606684" y="94119"/>
                </a:lnTo>
                <a:lnTo>
                  <a:pt x="606824" y="94633"/>
                </a:lnTo>
                <a:lnTo>
                  <a:pt x="606971" y="95139"/>
                </a:lnTo>
                <a:lnTo>
                  <a:pt x="607124" y="95636"/>
                </a:lnTo>
                <a:lnTo>
                  <a:pt x="607287" y="96125"/>
                </a:lnTo>
                <a:lnTo>
                  <a:pt x="607460" y="96604"/>
                </a:lnTo>
                <a:lnTo>
                  <a:pt x="607645" y="97073"/>
                </a:lnTo>
                <a:lnTo>
                  <a:pt x="607840" y="97532"/>
                </a:lnTo>
                <a:lnTo>
                  <a:pt x="608047" y="97982"/>
                </a:lnTo>
                <a:lnTo>
                  <a:pt x="608265" y="98423"/>
                </a:lnTo>
                <a:lnTo>
                  <a:pt x="608494" y="98853"/>
                </a:lnTo>
                <a:lnTo>
                  <a:pt x="608734" y="99275"/>
                </a:lnTo>
                <a:lnTo>
                  <a:pt x="608985" y="99686"/>
                </a:lnTo>
                <a:lnTo>
                  <a:pt x="609247" y="100088"/>
                </a:lnTo>
                <a:lnTo>
                  <a:pt x="609521" y="100480"/>
                </a:lnTo>
                <a:lnTo>
                  <a:pt x="609806" y="100863"/>
                </a:lnTo>
                <a:lnTo>
                  <a:pt x="610101" y="101236"/>
                </a:lnTo>
                <a:lnTo>
                  <a:pt x="610408" y="101599"/>
                </a:lnTo>
                <a:lnTo>
                  <a:pt x="610726" y="101953"/>
                </a:lnTo>
                <a:lnTo>
                  <a:pt x="611055" y="102297"/>
                </a:lnTo>
                <a:lnTo>
                  <a:pt x="611395" y="102631"/>
                </a:lnTo>
                <a:lnTo>
                  <a:pt x="611746" y="102956"/>
                </a:lnTo>
                <a:lnTo>
                  <a:pt x="612109" y="103271"/>
                </a:lnTo>
                <a:lnTo>
                  <a:pt x="612482" y="103577"/>
                </a:lnTo>
                <a:lnTo>
                  <a:pt x="612867" y="103873"/>
                </a:lnTo>
                <a:lnTo>
                  <a:pt x="613262" y="104159"/>
                </a:lnTo>
                <a:lnTo>
                  <a:pt x="613669" y="104436"/>
                </a:lnTo>
                <a:lnTo>
                  <a:pt x="614087" y="104703"/>
                </a:lnTo>
                <a:lnTo>
                  <a:pt x="614518" y="104960"/>
                </a:lnTo>
                <a:lnTo>
                  <a:pt x="614964" y="105206"/>
                </a:lnTo>
                <a:lnTo>
                  <a:pt x="615425" y="105441"/>
                </a:lnTo>
                <a:lnTo>
                  <a:pt x="615900" y="105665"/>
                </a:lnTo>
                <a:lnTo>
                  <a:pt x="616391" y="105878"/>
                </a:lnTo>
                <a:lnTo>
                  <a:pt x="616896" y="106080"/>
                </a:lnTo>
                <a:lnTo>
                  <a:pt x="617416" y="106271"/>
                </a:lnTo>
                <a:lnTo>
                  <a:pt x="617951" y="106452"/>
                </a:lnTo>
                <a:lnTo>
                  <a:pt x="618501" y="106621"/>
                </a:lnTo>
                <a:lnTo>
                  <a:pt x="619066" y="106780"/>
                </a:lnTo>
                <a:lnTo>
                  <a:pt x="619645" y="106927"/>
                </a:lnTo>
                <a:lnTo>
                  <a:pt x="620240" y="107064"/>
                </a:lnTo>
                <a:lnTo>
                  <a:pt x="620849" y="107189"/>
                </a:lnTo>
                <a:lnTo>
                  <a:pt x="621473" y="107304"/>
                </a:lnTo>
                <a:lnTo>
                  <a:pt x="622112" y="107408"/>
                </a:lnTo>
                <a:lnTo>
                  <a:pt x="622766" y="107501"/>
                </a:lnTo>
                <a:lnTo>
                  <a:pt x="623435" y="107583"/>
                </a:lnTo>
                <a:lnTo>
                  <a:pt x="624119" y="107654"/>
                </a:lnTo>
                <a:lnTo>
                  <a:pt x="624817" y="107714"/>
                </a:lnTo>
                <a:lnTo>
                  <a:pt x="625531" y="107763"/>
                </a:lnTo>
                <a:lnTo>
                  <a:pt x="626259" y="107801"/>
                </a:lnTo>
                <a:lnTo>
                  <a:pt x="627002" y="107829"/>
                </a:lnTo>
                <a:lnTo>
                  <a:pt x="627760" y="107845"/>
                </a:lnTo>
                <a:lnTo>
                  <a:pt x="628533" y="107851"/>
                </a:lnTo>
                <a:lnTo>
                  <a:pt x="637897" y="107851"/>
                </a:lnTo>
                <a:lnTo>
                  <a:pt x="637897" y="96953"/>
                </a:lnTo>
                <a:lnTo>
                  <a:pt x="629414" y="96953"/>
                </a:lnTo>
                <a:close/>
                <a:moveTo>
                  <a:pt x="387313" y="37405"/>
                </a:moveTo>
                <a:lnTo>
                  <a:pt x="386958" y="36629"/>
                </a:lnTo>
                <a:lnTo>
                  <a:pt x="386584" y="35874"/>
                </a:lnTo>
                <a:lnTo>
                  <a:pt x="386191" y="35140"/>
                </a:lnTo>
                <a:lnTo>
                  <a:pt x="385779" y="34428"/>
                </a:lnTo>
                <a:lnTo>
                  <a:pt x="385347" y="33737"/>
                </a:lnTo>
                <a:lnTo>
                  <a:pt x="384897" y="33067"/>
                </a:lnTo>
                <a:lnTo>
                  <a:pt x="384424" y="32422"/>
                </a:lnTo>
                <a:lnTo>
                  <a:pt x="383926" y="31804"/>
                </a:lnTo>
                <a:lnTo>
                  <a:pt x="383402" y="31214"/>
                </a:lnTo>
                <a:lnTo>
                  <a:pt x="382854" y="30651"/>
                </a:lnTo>
                <a:lnTo>
                  <a:pt x="382280" y="30116"/>
                </a:lnTo>
                <a:lnTo>
                  <a:pt x="381680" y="29608"/>
                </a:lnTo>
                <a:lnTo>
                  <a:pt x="381056" y="29127"/>
                </a:lnTo>
                <a:lnTo>
                  <a:pt x="380406" y="28674"/>
                </a:lnTo>
                <a:lnTo>
                  <a:pt x="379731" y="28249"/>
                </a:lnTo>
                <a:lnTo>
                  <a:pt x="379030" y="27851"/>
                </a:lnTo>
                <a:lnTo>
                  <a:pt x="378305" y="27480"/>
                </a:lnTo>
                <a:lnTo>
                  <a:pt x="377554" y="27137"/>
                </a:lnTo>
                <a:lnTo>
                  <a:pt x="376777" y="26821"/>
                </a:lnTo>
                <a:lnTo>
                  <a:pt x="375976" y="26533"/>
                </a:lnTo>
                <a:lnTo>
                  <a:pt x="375149" y="26272"/>
                </a:lnTo>
                <a:lnTo>
                  <a:pt x="374297" y="26038"/>
                </a:lnTo>
                <a:lnTo>
                  <a:pt x="373419" y="25832"/>
                </a:lnTo>
                <a:lnTo>
                  <a:pt x="372517" y="25654"/>
                </a:lnTo>
                <a:lnTo>
                  <a:pt x="371589" y="25503"/>
                </a:lnTo>
                <a:lnTo>
                  <a:pt x="370635" y="25379"/>
                </a:lnTo>
                <a:lnTo>
                  <a:pt x="369657" y="25283"/>
                </a:lnTo>
                <a:lnTo>
                  <a:pt x="368653" y="25215"/>
                </a:lnTo>
                <a:lnTo>
                  <a:pt x="367624" y="25174"/>
                </a:lnTo>
                <a:lnTo>
                  <a:pt x="366569" y="25160"/>
                </a:lnTo>
                <a:lnTo>
                  <a:pt x="365807" y="25167"/>
                </a:lnTo>
                <a:lnTo>
                  <a:pt x="365056" y="25188"/>
                </a:lnTo>
                <a:lnTo>
                  <a:pt x="364316" y="25223"/>
                </a:lnTo>
                <a:lnTo>
                  <a:pt x="363586" y="25272"/>
                </a:lnTo>
                <a:lnTo>
                  <a:pt x="362866" y="25335"/>
                </a:lnTo>
                <a:lnTo>
                  <a:pt x="362157" y="25413"/>
                </a:lnTo>
                <a:lnTo>
                  <a:pt x="361459" y="25504"/>
                </a:lnTo>
                <a:lnTo>
                  <a:pt x="360771" y="25609"/>
                </a:lnTo>
                <a:lnTo>
                  <a:pt x="360094" y="25729"/>
                </a:lnTo>
                <a:lnTo>
                  <a:pt x="359427" y="25862"/>
                </a:lnTo>
                <a:lnTo>
                  <a:pt x="358771" y="26010"/>
                </a:lnTo>
                <a:lnTo>
                  <a:pt x="358126" y="26171"/>
                </a:lnTo>
                <a:lnTo>
                  <a:pt x="357491" y="26347"/>
                </a:lnTo>
                <a:lnTo>
                  <a:pt x="356866" y="26537"/>
                </a:lnTo>
                <a:lnTo>
                  <a:pt x="356252" y="26740"/>
                </a:lnTo>
                <a:lnTo>
                  <a:pt x="355649" y="26958"/>
                </a:lnTo>
                <a:lnTo>
                  <a:pt x="355056" y="27190"/>
                </a:lnTo>
                <a:lnTo>
                  <a:pt x="354474" y="27436"/>
                </a:lnTo>
                <a:lnTo>
                  <a:pt x="353902" y="27696"/>
                </a:lnTo>
                <a:lnTo>
                  <a:pt x="353341" y="27970"/>
                </a:lnTo>
                <a:lnTo>
                  <a:pt x="352791" y="28258"/>
                </a:lnTo>
                <a:lnTo>
                  <a:pt x="352251" y="28560"/>
                </a:lnTo>
                <a:lnTo>
                  <a:pt x="351722" y="28876"/>
                </a:lnTo>
                <a:lnTo>
                  <a:pt x="351203" y="29206"/>
                </a:lnTo>
                <a:lnTo>
                  <a:pt x="350694" y="29544"/>
                </a:lnTo>
                <a:lnTo>
                  <a:pt x="350195" y="29885"/>
                </a:lnTo>
                <a:lnTo>
                  <a:pt x="349706" y="30227"/>
                </a:lnTo>
                <a:lnTo>
                  <a:pt x="349226" y="30572"/>
                </a:lnTo>
                <a:lnTo>
                  <a:pt x="348757" y="30918"/>
                </a:lnTo>
                <a:lnTo>
                  <a:pt x="348297" y="31267"/>
                </a:lnTo>
                <a:lnTo>
                  <a:pt x="347846" y="31618"/>
                </a:lnTo>
                <a:lnTo>
                  <a:pt x="347406" y="31971"/>
                </a:lnTo>
                <a:lnTo>
                  <a:pt x="346975" y="32326"/>
                </a:lnTo>
                <a:lnTo>
                  <a:pt x="346554" y="32683"/>
                </a:lnTo>
                <a:lnTo>
                  <a:pt x="346142" y="33042"/>
                </a:lnTo>
                <a:lnTo>
                  <a:pt x="345741" y="33403"/>
                </a:lnTo>
                <a:lnTo>
                  <a:pt x="345349" y="33766"/>
                </a:lnTo>
                <a:lnTo>
                  <a:pt x="344966" y="34132"/>
                </a:lnTo>
                <a:lnTo>
                  <a:pt x="344594" y="34499"/>
                </a:lnTo>
                <a:lnTo>
                  <a:pt x="344231" y="34869"/>
                </a:lnTo>
                <a:lnTo>
                  <a:pt x="343878" y="35240"/>
                </a:lnTo>
                <a:lnTo>
                  <a:pt x="343535" y="35614"/>
                </a:lnTo>
                <a:lnTo>
                  <a:pt x="343201" y="35990"/>
                </a:lnTo>
                <a:lnTo>
                  <a:pt x="342877" y="36368"/>
                </a:lnTo>
                <a:lnTo>
                  <a:pt x="342563" y="36748"/>
                </a:lnTo>
                <a:lnTo>
                  <a:pt x="342259" y="37130"/>
                </a:lnTo>
                <a:lnTo>
                  <a:pt x="341964" y="37514"/>
                </a:lnTo>
                <a:lnTo>
                  <a:pt x="341679" y="37900"/>
                </a:lnTo>
                <a:lnTo>
                  <a:pt x="341359" y="26602"/>
                </a:lnTo>
                <a:lnTo>
                  <a:pt x="328393" y="26602"/>
                </a:lnTo>
                <a:lnTo>
                  <a:pt x="328393" y="107851"/>
                </a:lnTo>
                <a:lnTo>
                  <a:pt x="341759" y="107851"/>
                </a:lnTo>
                <a:lnTo>
                  <a:pt x="341759" y="49351"/>
                </a:lnTo>
                <a:lnTo>
                  <a:pt x="342043" y="48956"/>
                </a:lnTo>
                <a:lnTo>
                  <a:pt x="342333" y="48563"/>
                </a:lnTo>
                <a:lnTo>
                  <a:pt x="342631" y="48173"/>
                </a:lnTo>
                <a:lnTo>
                  <a:pt x="342936" y="47785"/>
                </a:lnTo>
                <a:lnTo>
                  <a:pt x="343248" y="47399"/>
                </a:lnTo>
                <a:lnTo>
                  <a:pt x="343567" y="47015"/>
                </a:lnTo>
                <a:lnTo>
                  <a:pt x="343893" y="46634"/>
                </a:lnTo>
                <a:lnTo>
                  <a:pt x="344227" y="46255"/>
                </a:lnTo>
                <a:lnTo>
                  <a:pt x="344567" y="45878"/>
                </a:lnTo>
                <a:lnTo>
                  <a:pt x="344914" y="45503"/>
                </a:lnTo>
                <a:lnTo>
                  <a:pt x="345269" y="45131"/>
                </a:lnTo>
                <a:lnTo>
                  <a:pt x="345630" y="44760"/>
                </a:lnTo>
                <a:lnTo>
                  <a:pt x="345999" y="44392"/>
                </a:lnTo>
                <a:lnTo>
                  <a:pt x="346375" y="44026"/>
                </a:lnTo>
                <a:lnTo>
                  <a:pt x="346758" y="43662"/>
                </a:lnTo>
                <a:lnTo>
                  <a:pt x="347148" y="43301"/>
                </a:lnTo>
                <a:lnTo>
                  <a:pt x="347545" y="42942"/>
                </a:lnTo>
                <a:lnTo>
                  <a:pt x="347949" y="42585"/>
                </a:lnTo>
                <a:lnTo>
                  <a:pt x="348360" y="42230"/>
                </a:lnTo>
                <a:lnTo>
                  <a:pt x="348778" y="41877"/>
                </a:lnTo>
                <a:lnTo>
                  <a:pt x="349204" y="41527"/>
                </a:lnTo>
                <a:lnTo>
                  <a:pt x="349636" y="41179"/>
                </a:lnTo>
                <a:lnTo>
                  <a:pt x="350076" y="40833"/>
                </a:lnTo>
                <a:lnTo>
                  <a:pt x="350522" y="40489"/>
                </a:lnTo>
                <a:lnTo>
                  <a:pt x="350977" y="40154"/>
                </a:lnTo>
                <a:lnTo>
                  <a:pt x="351439" y="39832"/>
                </a:lnTo>
                <a:lnTo>
                  <a:pt x="351909" y="39525"/>
                </a:lnTo>
                <a:lnTo>
                  <a:pt x="352387" y="39233"/>
                </a:lnTo>
                <a:lnTo>
                  <a:pt x="352872" y="38954"/>
                </a:lnTo>
                <a:lnTo>
                  <a:pt x="353366" y="38690"/>
                </a:lnTo>
                <a:lnTo>
                  <a:pt x="353868" y="38440"/>
                </a:lnTo>
                <a:lnTo>
                  <a:pt x="354377" y="38205"/>
                </a:lnTo>
                <a:lnTo>
                  <a:pt x="354895" y="37984"/>
                </a:lnTo>
                <a:lnTo>
                  <a:pt x="355420" y="37777"/>
                </a:lnTo>
                <a:lnTo>
                  <a:pt x="355954" y="37584"/>
                </a:lnTo>
                <a:lnTo>
                  <a:pt x="356495" y="37405"/>
                </a:lnTo>
                <a:lnTo>
                  <a:pt x="357044" y="37241"/>
                </a:lnTo>
                <a:lnTo>
                  <a:pt x="357601" y="37091"/>
                </a:lnTo>
                <a:lnTo>
                  <a:pt x="358166" y="36956"/>
                </a:lnTo>
                <a:lnTo>
                  <a:pt x="358739" y="36834"/>
                </a:lnTo>
                <a:lnTo>
                  <a:pt x="359320" y="36727"/>
                </a:lnTo>
                <a:lnTo>
                  <a:pt x="359909" y="36635"/>
                </a:lnTo>
                <a:lnTo>
                  <a:pt x="360506" y="36556"/>
                </a:lnTo>
                <a:lnTo>
                  <a:pt x="361110" y="36492"/>
                </a:lnTo>
                <a:lnTo>
                  <a:pt x="361723" y="36442"/>
                </a:lnTo>
                <a:lnTo>
                  <a:pt x="362343" y="36406"/>
                </a:lnTo>
                <a:lnTo>
                  <a:pt x="362972" y="36385"/>
                </a:lnTo>
                <a:lnTo>
                  <a:pt x="363608" y="36378"/>
                </a:lnTo>
                <a:lnTo>
                  <a:pt x="364070" y="36382"/>
                </a:lnTo>
                <a:lnTo>
                  <a:pt x="364523" y="36396"/>
                </a:lnTo>
                <a:lnTo>
                  <a:pt x="364967" y="36418"/>
                </a:lnTo>
                <a:lnTo>
                  <a:pt x="365401" y="36449"/>
                </a:lnTo>
                <a:lnTo>
                  <a:pt x="365826" y="36490"/>
                </a:lnTo>
                <a:lnTo>
                  <a:pt x="366242" y="36539"/>
                </a:lnTo>
                <a:lnTo>
                  <a:pt x="366648" y="36598"/>
                </a:lnTo>
                <a:lnTo>
                  <a:pt x="367045" y="36665"/>
                </a:lnTo>
                <a:lnTo>
                  <a:pt x="367433" y="36741"/>
                </a:lnTo>
                <a:lnTo>
                  <a:pt x="367811" y="36827"/>
                </a:lnTo>
                <a:lnTo>
                  <a:pt x="368180" y="36921"/>
                </a:lnTo>
                <a:lnTo>
                  <a:pt x="368540" y="37024"/>
                </a:lnTo>
                <a:lnTo>
                  <a:pt x="368890" y="37136"/>
                </a:lnTo>
                <a:lnTo>
                  <a:pt x="369232" y="37258"/>
                </a:lnTo>
                <a:lnTo>
                  <a:pt x="369564" y="37388"/>
                </a:lnTo>
                <a:lnTo>
                  <a:pt x="369886" y="37527"/>
                </a:lnTo>
                <a:lnTo>
                  <a:pt x="370199" y="37675"/>
                </a:lnTo>
                <a:lnTo>
                  <a:pt x="370503" y="37833"/>
                </a:lnTo>
                <a:lnTo>
                  <a:pt x="370798" y="37999"/>
                </a:lnTo>
                <a:lnTo>
                  <a:pt x="371083" y="38174"/>
                </a:lnTo>
                <a:lnTo>
                  <a:pt x="371359" y="38358"/>
                </a:lnTo>
                <a:lnTo>
                  <a:pt x="371626" y="38551"/>
                </a:lnTo>
                <a:lnTo>
                  <a:pt x="371883" y="38753"/>
                </a:lnTo>
                <a:lnTo>
                  <a:pt x="372131" y="38964"/>
                </a:lnTo>
                <a:lnTo>
                  <a:pt x="372372" y="39183"/>
                </a:lnTo>
                <a:lnTo>
                  <a:pt x="372605" y="39409"/>
                </a:lnTo>
                <a:lnTo>
                  <a:pt x="372832" y="39641"/>
                </a:lnTo>
                <a:lnTo>
                  <a:pt x="373053" y="39881"/>
                </a:lnTo>
                <a:lnTo>
                  <a:pt x="373267" y="40127"/>
                </a:lnTo>
                <a:lnTo>
                  <a:pt x="373474" y="40381"/>
                </a:lnTo>
                <a:lnTo>
                  <a:pt x="373675" y="40641"/>
                </a:lnTo>
                <a:lnTo>
                  <a:pt x="373870" y="40909"/>
                </a:lnTo>
                <a:lnTo>
                  <a:pt x="374058" y="41183"/>
                </a:lnTo>
                <a:lnTo>
                  <a:pt x="374239" y="41464"/>
                </a:lnTo>
                <a:lnTo>
                  <a:pt x="374414" y="41752"/>
                </a:lnTo>
                <a:lnTo>
                  <a:pt x="374582" y="42047"/>
                </a:lnTo>
                <a:lnTo>
                  <a:pt x="374744" y="42349"/>
                </a:lnTo>
                <a:lnTo>
                  <a:pt x="374900" y="42658"/>
                </a:lnTo>
                <a:lnTo>
                  <a:pt x="375048" y="42974"/>
                </a:lnTo>
                <a:lnTo>
                  <a:pt x="375190" y="43297"/>
                </a:lnTo>
                <a:lnTo>
                  <a:pt x="375326" y="43626"/>
                </a:lnTo>
                <a:lnTo>
                  <a:pt x="375455" y="43963"/>
                </a:lnTo>
                <a:lnTo>
                  <a:pt x="375578" y="44306"/>
                </a:lnTo>
                <a:lnTo>
                  <a:pt x="375694" y="44657"/>
                </a:lnTo>
                <a:lnTo>
                  <a:pt x="375804" y="45014"/>
                </a:lnTo>
                <a:lnTo>
                  <a:pt x="375907" y="45379"/>
                </a:lnTo>
                <a:lnTo>
                  <a:pt x="376003" y="45750"/>
                </a:lnTo>
                <a:lnTo>
                  <a:pt x="376093" y="46128"/>
                </a:lnTo>
                <a:lnTo>
                  <a:pt x="376178" y="46512"/>
                </a:lnTo>
                <a:lnTo>
                  <a:pt x="376259" y="46900"/>
                </a:lnTo>
                <a:lnTo>
                  <a:pt x="376337" y="47292"/>
                </a:lnTo>
                <a:lnTo>
                  <a:pt x="376411" y="47689"/>
                </a:lnTo>
                <a:lnTo>
                  <a:pt x="376481" y="48090"/>
                </a:lnTo>
                <a:lnTo>
                  <a:pt x="376548" y="48496"/>
                </a:lnTo>
                <a:lnTo>
                  <a:pt x="376611" y="48906"/>
                </a:lnTo>
                <a:lnTo>
                  <a:pt x="376671" y="49321"/>
                </a:lnTo>
                <a:lnTo>
                  <a:pt x="376727" y="49740"/>
                </a:lnTo>
                <a:lnTo>
                  <a:pt x="376779" y="50164"/>
                </a:lnTo>
                <a:lnTo>
                  <a:pt x="376828" y="50592"/>
                </a:lnTo>
                <a:lnTo>
                  <a:pt x="376873" y="51024"/>
                </a:lnTo>
                <a:lnTo>
                  <a:pt x="376915" y="51461"/>
                </a:lnTo>
                <a:lnTo>
                  <a:pt x="376953" y="51902"/>
                </a:lnTo>
                <a:lnTo>
                  <a:pt x="376987" y="52347"/>
                </a:lnTo>
                <a:lnTo>
                  <a:pt x="377018" y="52797"/>
                </a:lnTo>
                <a:lnTo>
                  <a:pt x="377045" y="53252"/>
                </a:lnTo>
                <a:lnTo>
                  <a:pt x="377068" y="53711"/>
                </a:lnTo>
                <a:lnTo>
                  <a:pt x="377088" y="54174"/>
                </a:lnTo>
                <a:lnTo>
                  <a:pt x="377105" y="54642"/>
                </a:lnTo>
                <a:lnTo>
                  <a:pt x="377117" y="55114"/>
                </a:lnTo>
                <a:lnTo>
                  <a:pt x="377126" y="55591"/>
                </a:lnTo>
                <a:lnTo>
                  <a:pt x="377132" y="56072"/>
                </a:lnTo>
                <a:lnTo>
                  <a:pt x="377134" y="56557"/>
                </a:lnTo>
                <a:lnTo>
                  <a:pt x="377134" y="107851"/>
                </a:lnTo>
                <a:lnTo>
                  <a:pt x="390419" y="107851"/>
                </a:lnTo>
                <a:lnTo>
                  <a:pt x="390419" y="55022"/>
                </a:lnTo>
                <a:lnTo>
                  <a:pt x="390409" y="53862"/>
                </a:lnTo>
                <a:lnTo>
                  <a:pt x="390381" y="52723"/>
                </a:lnTo>
                <a:lnTo>
                  <a:pt x="390333" y="51606"/>
                </a:lnTo>
                <a:lnTo>
                  <a:pt x="390266" y="50510"/>
                </a:lnTo>
                <a:lnTo>
                  <a:pt x="390179" y="49436"/>
                </a:lnTo>
                <a:lnTo>
                  <a:pt x="390084" y="48484"/>
                </a:lnTo>
                <a:lnTo>
                  <a:pt x="390099" y="48557"/>
                </a:lnTo>
                <a:lnTo>
                  <a:pt x="390376" y="48184"/>
                </a:lnTo>
                <a:lnTo>
                  <a:pt x="390661" y="47813"/>
                </a:lnTo>
                <a:lnTo>
                  <a:pt x="390954" y="47445"/>
                </a:lnTo>
                <a:lnTo>
                  <a:pt x="391255" y="47079"/>
                </a:lnTo>
                <a:lnTo>
                  <a:pt x="391563" y="46715"/>
                </a:lnTo>
                <a:lnTo>
                  <a:pt x="391880" y="46353"/>
                </a:lnTo>
                <a:lnTo>
                  <a:pt x="392204" y="45994"/>
                </a:lnTo>
                <a:lnTo>
                  <a:pt x="392535" y="45637"/>
                </a:lnTo>
                <a:lnTo>
                  <a:pt x="392875" y="45282"/>
                </a:lnTo>
                <a:lnTo>
                  <a:pt x="393222" y="44929"/>
                </a:lnTo>
                <a:lnTo>
                  <a:pt x="393578" y="44578"/>
                </a:lnTo>
                <a:lnTo>
                  <a:pt x="393940" y="44230"/>
                </a:lnTo>
                <a:lnTo>
                  <a:pt x="394311" y="43884"/>
                </a:lnTo>
                <a:lnTo>
                  <a:pt x="394690" y="43540"/>
                </a:lnTo>
                <a:lnTo>
                  <a:pt x="395076" y="43198"/>
                </a:lnTo>
                <a:lnTo>
                  <a:pt x="395470" y="42859"/>
                </a:lnTo>
                <a:lnTo>
                  <a:pt x="395872" y="42522"/>
                </a:lnTo>
                <a:lnTo>
                  <a:pt x="396281" y="42187"/>
                </a:lnTo>
                <a:lnTo>
                  <a:pt x="396699" y="41854"/>
                </a:lnTo>
                <a:lnTo>
                  <a:pt x="397124" y="41523"/>
                </a:lnTo>
                <a:lnTo>
                  <a:pt x="397557" y="41195"/>
                </a:lnTo>
                <a:lnTo>
                  <a:pt x="397998" y="40869"/>
                </a:lnTo>
                <a:lnTo>
                  <a:pt x="398446" y="40545"/>
                </a:lnTo>
                <a:lnTo>
                  <a:pt x="398903" y="40224"/>
                </a:lnTo>
                <a:lnTo>
                  <a:pt x="399366" y="39910"/>
                </a:lnTo>
                <a:lnTo>
                  <a:pt x="399838" y="39609"/>
                </a:lnTo>
                <a:lnTo>
                  <a:pt x="400317" y="39322"/>
                </a:lnTo>
                <a:lnTo>
                  <a:pt x="400803" y="39048"/>
                </a:lnTo>
                <a:lnTo>
                  <a:pt x="401297" y="38788"/>
                </a:lnTo>
                <a:lnTo>
                  <a:pt x="401799" y="38541"/>
                </a:lnTo>
                <a:lnTo>
                  <a:pt x="402308" y="38307"/>
                </a:lnTo>
                <a:lnTo>
                  <a:pt x="402824" y="38087"/>
                </a:lnTo>
                <a:lnTo>
                  <a:pt x="403348" y="37880"/>
                </a:lnTo>
                <a:lnTo>
                  <a:pt x="403880" y="37686"/>
                </a:lnTo>
                <a:lnTo>
                  <a:pt x="404419" y="37506"/>
                </a:lnTo>
                <a:lnTo>
                  <a:pt x="404965" y="37339"/>
                </a:lnTo>
                <a:lnTo>
                  <a:pt x="405519" y="37186"/>
                </a:lnTo>
                <a:lnTo>
                  <a:pt x="406081" y="37045"/>
                </a:lnTo>
                <a:lnTo>
                  <a:pt x="406649" y="36918"/>
                </a:lnTo>
                <a:lnTo>
                  <a:pt x="407226" y="36805"/>
                </a:lnTo>
                <a:lnTo>
                  <a:pt x="407810" y="36705"/>
                </a:lnTo>
                <a:lnTo>
                  <a:pt x="408401" y="36618"/>
                </a:lnTo>
                <a:lnTo>
                  <a:pt x="409000" y="36544"/>
                </a:lnTo>
                <a:lnTo>
                  <a:pt x="409607" y="36484"/>
                </a:lnTo>
                <a:lnTo>
                  <a:pt x="410221" y="36438"/>
                </a:lnTo>
                <a:lnTo>
                  <a:pt x="410842" y="36404"/>
                </a:lnTo>
                <a:lnTo>
                  <a:pt x="411471" y="36384"/>
                </a:lnTo>
                <a:lnTo>
                  <a:pt x="412108" y="36378"/>
                </a:lnTo>
                <a:lnTo>
                  <a:pt x="412564" y="36382"/>
                </a:lnTo>
                <a:lnTo>
                  <a:pt x="413010" y="36396"/>
                </a:lnTo>
                <a:lnTo>
                  <a:pt x="413447" y="36418"/>
                </a:lnTo>
                <a:lnTo>
                  <a:pt x="413875" y="36449"/>
                </a:lnTo>
                <a:lnTo>
                  <a:pt x="414294" y="36490"/>
                </a:lnTo>
                <a:lnTo>
                  <a:pt x="414704" y="36539"/>
                </a:lnTo>
                <a:lnTo>
                  <a:pt x="415105" y="36598"/>
                </a:lnTo>
                <a:lnTo>
                  <a:pt x="415496" y="36665"/>
                </a:lnTo>
                <a:lnTo>
                  <a:pt x="415878" y="36741"/>
                </a:lnTo>
                <a:lnTo>
                  <a:pt x="416251" y="36827"/>
                </a:lnTo>
                <a:lnTo>
                  <a:pt x="416615" y="36921"/>
                </a:lnTo>
                <a:lnTo>
                  <a:pt x="416970" y="37024"/>
                </a:lnTo>
                <a:lnTo>
                  <a:pt x="417316" y="37136"/>
                </a:lnTo>
                <a:lnTo>
                  <a:pt x="417652" y="37258"/>
                </a:lnTo>
                <a:lnTo>
                  <a:pt x="417979" y="37388"/>
                </a:lnTo>
                <a:lnTo>
                  <a:pt x="418297" y="37527"/>
                </a:lnTo>
                <a:lnTo>
                  <a:pt x="418606" y="37675"/>
                </a:lnTo>
                <a:lnTo>
                  <a:pt x="418906" y="37833"/>
                </a:lnTo>
                <a:lnTo>
                  <a:pt x="419196" y="37999"/>
                </a:lnTo>
                <a:lnTo>
                  <a:pt x="419478" y="38174"/>
                </a:lnTo>
                <a:lnTo>
                  <a:pt x="419750" y="38358"/>
                </a:lnTo>
                <a:lnTo>
                  <a:pt x="420013" y="38551"/>
                </a:lnTo>
                <a:lnTo>
                  <a:pt x="420267" y="38753"/>
                </a:lnTo>
                <a:lnTo>
                  <a:pt x="420511" y="38964"/>
                </a:lnTo>
                <a:lnTo>
                  <a:pt x="420748" y="39183"/>
                </a:lnTo>
                <a:lnTo>
                  <a:pt x="420979" y="39409"/>
                </a:lnTo>
                <a:lnTo>
                  <a:pt x="421204" y="39641"/>
                </a:lnTo>
                <a:lnTo>
                  <a:pt x="421422" y="39881"/>
                </a:lnTo>
                <a:lnTo>
                  <a:pt x="421634" y="40127"/>
                </a:lnTo>
                <a:lnTo>
                  <a:pt x="421840" y="40381"/>
                </a:lnTo>
                <a:lnTo>
                  <a:pt x="422039" y="40641"/>
                </a:lnTo>
                <a:lnTo>
                  <a:pt x="422232" y="40909"/>
                </a:lnTo>
                <a:lnTo>
                  <a:pt x="422419" y="41183"/>
                </a:lnTo>
                <a:lnTo>
                  <a:pt x="422600" y="41464"/>
                </a:lnTo>
                <a:lnTo>
                  <a:pt x="422774" y="41752"/>
                </a:lnTo>
                <a:lnTo>
                  <a:pt x="422942" y="42047"/>
                </a:lnTo>
                <a:lnTo>
                  <a:pt x="423104" y="42349"/>
                </a:lnTo>
                <a:lnTo>
                  <a:pt x="423260" y="42658"/>
                </a:lnTo>
                <a:lnTo>
                  <a:pt x="423410" y="42974"/>
                </a:lnTo>
                <a:lnTo>
                  <a:pt x="423553" y="43297"/>
                </a:lnTo>
                <a:lnTo>
                  <a:pt x="423690" y="43626"/>
                </a:lnTo>
                <a:lnTo>
                  <a:pt x="423820" y="43963"/>
                </a:lnTo>
                <a:lnTo>
                  <a:pt x="423945" y="44306"/>
                </a:lnTo>
                <a:lnTo>
                  <a:pt x="424063" y="44657"/>
                </a:lnTo>
                <a:lnTo>
                  <a:pt x="424175" y="45014"/>
                </a:lnTo>
                <a:lnTo>
                  <a:pt x="424281" y="45379"/>
                </a:lnTo>
                <a:lnTo>
                  <a:pt x="424380" y="45750"/>
                </a:lnTo>
                <a:lnTo>
                  <a:pt x="424473" y="46128"/>
                </a:lnTo>
                <a:lnTo>
                  <a:pt x="424561" y="46512"/>
                </a:lnTo>
                <a:lnTo>
                  <a:pt x="424646" y="46900"/>
                </a:lnTo>
                <a:lnTo>
                  <a:pt x="424726" y="47292"/>
                </a:lnTo>
                <a:lnTo>
                  <a:pt x="424803" y="47689"/>
                </a:lnTo>
                <a:lnTo>
                  <a:pt x="424876" y="48090"/>
                </a:lnTo>
                <a:lnTo>
                  <a:pt x="424946" y="48496"/>
                </a:lnTo>
                <a:lnTo>
                  <a:pt x="425011" y="48906"/>
                </a:lnTo>
                <a:lnTo>
                  <a:pt x="425073" y="49321"/>
                </a:lnTo>
                <a:lnTo>
                  <a:pt x="425132" y="49740"/>
                </a:lnTo>
                <a:lnTo>
                  <a:pt x="425186" y="50164"/>
                </a:lnTo>
                <a:lnTo>
                  <a:pt x="425237" y="50592"/>
                </a:lnTo>
                <a:lnTo>
                  <a:pt x="425283" y="51024"/>
                </a:lnTo>
                <a:lnTo>
                  <a:pt x="425327" y="51461"/>
                </a:lnTo>
                <a:lnTo>
                  <a:pt x="425366" y="51902"/>
                </a:lnTo>
                <a:lnTo>
                  <a:pt x="425402" y="52347"/>
                </a:lnTo>
                <a:lnTo>
                  <a:pt x="425434" y="52797"/>
                </a:lnTo>
                <a:lnTo>
                  <a:pt x="425462" y="53252"/>
                </a:lnTo>
                <a:lnTo>
                  <a:pt x="425486" y="53711"/>
                </a:lnTo>
                <a:lnTo>
                  <a:pt x="425507" y="54174"/>
                </a:lnTo>
                <a:lnTo>
                  <a:pt x="425524" y="54642"/>
                </a:lnTo>
                <a:lnTo>
                  <a:pt x="425537" y="55114"/>
                </a:lnTo>
                <a:lnTo>
                  <a:pt x="425546" y="55591"/>
                </a:lnTo>
                <a:lnTo>
                  <a:pt x="425552" y="56072"/>
                </a:lnTo>
                <a:lnTo>
                  <a:pt x="425554" y="56557"/>
                </a:lnTo>
                <a:lnTo>
                  <a:pt x="425554" y="107851"/>
                </a:lnTo>
                <a:lnTo>
                  <a:pt x="438919" y="107851"/>
                </a:lnTo>
                <a:lnTo>
                  <a:pt x="438919" y="55022"/>
                </a:lnTo>
                <a:lnTo>
                  <a:pt x="438909" y="53862"/>
                </a:lnTo>
                <a:lnTo>
                  <a:pt x="438880" y="52723"/>
                </a:lnTo>
                <a:lnTo>
                  <a:pt x="438832" y="51606"/>
                </a:lnTo>
                <a:lnTo>
                  <a:pt x="438763" y="50510"/>
                </a:lnTo>
                <a:lnTo>
                  <a:pt x="438676" y="49436"/>
                </a:lnTo>
                <a:lnTo>
                  <a:pt x="438569" y="48382"/>
                </a:lnTo>
                <a:lnTo>
                  <a:pt x="438443" y="47350"/>
                </a:lnTo>
                <a:lnTo>
                  <a:pt x="438297" y="46339"/>
                </a:lnTo>
                <a:lnTo>
                  <a:pt x="438131" y="45350"/>
                </a:lnTo>
                <a:lnTo>
                  <a:pt x="437946" y="44382"/>
                </a:lnTo>
                <a:lnTo>
                  <a:pt x="437742" y="43435"/>
                </a:lnTo>
                <a:lnTo>
                  <a:pt x="437519" y="42510"/>
                </a:lnTo>
                <a:lnTo>
                  <a:pt x="437275" y="41606"/>
                </a:lnTo>
                <a:lnTo>
                  <a:pt x="437013" y="40723"/>
                </a:lnTo>
                <a:lnTo>
                  <a:pt x="436731" y="39861"/>
                </a:lnTo>
                <a:lnTo>
                  <a:pt x="436429" y="39021"/>
                </a:lnTo>
                <a:lnTo>
                  <a:pt x="436108" y="38202"/>
                </a:lnTo>
                <a:lnTo>
                  <a:pt x="435768" y="37405"/>
                </a:lnTo>
                <a:lnTo>
                  <a:pt x="435408" y="36629"/>
                </a:lnTo>
                <a:lnTo>
                  <a:pt x="435029" y="35874"/>
                </a:lnTo>
                <a:lnTo>
                  <a:pt x="434630" y="35140"/>
                </a:lnTo>
                <a:lnTo>
                  <a:pt x="434212" y="34428"/>
                </a:lnTo>
                <a:lnTo>
                  <a:pt x="433774" y="33737"/>
                </a:lnTo>
                <a:lnTo>
                  <a:pt x="433317" y="33067"/>
                </a:lnTo>
                <a:lnTo>
                  <a:pt x="432838" y="32422"/>
                </a:lnTo>
                <a:lnTo>
                  <a:pt x="432335" y="31804"/>
                </a:lnTo>
                <a:lnTo>
                  <a:pt x="431807" y="31214"/>
                </a:lnTo>
                <a:lnTo>
                  <a:pt x="431256" y="30651"/>
                </a:lnTo>
                <a:lnTo>
                  <a:pt x="430680" y="30116"/>
                </a:lnTo>
                <a:lnTo>
                  <a:pt x="430080" y="29608"/>
                </a:lnTo>
                <a:lnTo>
                  <a:pt x="429456" y="29127"/>
                </a:lnTo>
                <a:lnTo>
                  <a:pt x="428808" y="28674"/>
                </a:lnTo>
                <a:lnTo>
                  <a:pt x="428136" y="28249"/>
                </a:lnTo>
                <a:lnTo>
                  <a:pt x="427439" y="27851"/>
                </a:lnTo>
                <a:lnTo>
                  <a:pt x="426719" y="27480"/>
                </a:lnTo>
                <a:lnTo>
                  <a:pt x="425974" y="27137"/>
                </a:lnTo>
                <a:lnTo>
                  <a:pt x="425205" y="26821"/>
                </a:lnTo>
                <a:lnTo>
                  <a:pt x="424411" y="26533"/>
                </a:lnTo>
                <a:lnTo>
                  <a:pt x="423594" y="26272"/>
                </a:lnTo>
                <a:lnTo>
                  <a:pt x="422752" y="26038"/>
                </a:lnTo>
                <a:lnTo>
                  <a:pt x="421887" y="25832"/>
                </a:lnTo>
                <a:lnTo>
                  <a:pt x="420997" y="25654"/>
                </a:lnTo>
                <a:lnTo>
                  <a:pt x="420083" y="25503"/>
                </a:lnTo>
                <a:lnTo>
                  <a:pt x="419144" y="25379"/>
                </a:lnTo>
                <a:lnTo>
                  <a:pt x="418182" y="25283"/>
                </a:lnTo>
                <a:lnTo>
                  <a:pt x="417195" y="25215"/>
                </a:lnTo>
                <a:lnTo>
                  <a:pt x="416184" y="25174"/>
                </a:lnTo>
                <a:lnTo>
                  <a:pt x="415149" y="25160"/>
                </a:lnTo>
                <a:lnTo>
                  <a:pt x="414374" y="25167"/>
                </a:lnTo>
                <a:lnTo>
                  <a:pt x="413608" y="25189"/>
                </a:lnTo>
                <a:lnTo>
                  <a:pt x="412851" y="25226"/>
                </a:lnTo>
                <a:lnTo>
                  <a:pt x="412104" y="25278"/>
                </a:lnTo>
                <a:lnTo>
                  <a:pt x="411366" y="25344"/>
                </a:lnTo>
                <a:lnTo>
                  <a:pt x="410637" y="25425"/>
                </a:lnTo>
                <a:lnTo>
                  <a:pt x="409918" y="25521"/>
                </a:lnTo>
                <a:lnTo>
                  <a:pt x="409209" y="25632"/>
                </a:lnTo>
                <a:lnTo>
                  <a:pt x="408509" y="25757"/>
                </a:lnTo>
                <a:lnTo>
                  <a:pt x="407818" y="25897"/>
                </a:lnTo>
                <a:lnTo>
                  <a:pt x="407137" y="26052"/>
                </a:lnTo>
                <a:lnTo>
                  <a:pt x="406466" y="26221"/>
                </a:lnTo>
                <a:lnTo>
                  <a:pt x="405803" y="26406"/>
                </a:lnTo>
                <a:lnTo>
                  <a:pt x="405151" y="26605"/>
                </a:lnTo>
                <a:lnTo>
                  <a:pt x="404507" y="26819"/>
                </a:lnTo>
                <a:lnTo>
                  <a:pt x="403873" y="27047"/>
                </a:lnTo>
                <a:lnTo>
                  <a:pt x="403249" y="27291"/>
                </a:lnTo>
                <a:lnTo>
                  <a:pt x="402634" y="27549"/>
                </a:lnTo>
                <a:lnTo>
                  <a:pt x="402029" y="27821"/>
                </a:lnTo>
                <a:lnTo>
                  <a:pt x="401432" y="28109"/>
                </a:lnTo>
                <a:lnTo>
                  <a:pt x="400846" y="28411"/>
                </a:lnTo>
                <a:lnTo>
                  <a:pt x="400269" y="28728"/>
                </a:lnTo>
                <a:lnTo>
                  <a:pt x="399701" y="29060"/>
                </a:lnTo>
                <a:lnTo>
                  <a:pt x="399143" y="29407"/>
                </a:lnTo>
                <a:lnTo>
                  <a:pt x="398593" y="29762"/>
                </a:lnTo>
                <a:lnTo>
                  <a:pt x="398051" y="30120"/>
                </a:lnTo>
                <a:lnTo>
                  <a:pt x="397517" y="30481"/>
                </a:lnTo>
                <a:lnTo>
                  <a:pt x="396991" y="30844"/>
                </a:lnTo>
                <a:lnTo>
                  <a:pt x="396472" y="31211"/>
                </a:lnTo>
                <a:lnTo>
                  <a:pt x="395961" y="31580"/>
                </a:lnTo>
                <a:lnTo>
                  <a:pt x="395458" y="31952"/>
                </a:lnTo>
                <a:lnTo>
                  <a:pt x="394963" y="32327"/>
                </a:lnTo>
                <a:lnTo>
                  <a:pt x="394476" y="32704"/>
                </a:lnTo>
                <a:lnTo>
                  <a:pt x="393996" y="33085"/>
                </a:lnTo>
                <a:lnTo>
                  <a:pt x="393524" y="33468"/>
                </a:lnTo>
                <a:lnTo>
                  <a:pt x="393060" y="33854"/>
                </a:lnTo>
                <a:lnTo>
                  <a:pt x="392604" y="34242"/>
                </a:lnTo>
                <a:lnTo>
                  <a:pt x="392155" y="34634"/>
                </a:lnTo>
                <a:lnTo>
                  <a:pt x="391715" y="35028"/>
                </a:lnTo>
                <a:lnTo>
                  <a:pt x="391282" y="35425"/>
                </a:lnTo>
                <a:lnTo>
                  <a:pt x="390856" y="35825"/>
                </a:lnTo>
                <a:lnTo>
                  <a:pt x="390439" y="36227"/>
                </a:lnTo>
                <a:lnTo>
                  <a:pt x="390029" y="36633"/>
                </a:lnTo>
                <a:lnTo>
                  <a:pt x="389628" y="37041"/>
                </a:lnTo>
                <a:lnTo>
                  <a:pt x="389234" y="37452"/>
                </a:lnTo>
                <a:lnTo>
                  <a:pt x="388847" y="37865"/>
                </a:lnTo>
                <a:lnTo>
                  <a:pt x="388469" y="38282"/>
                </a:lnTo>
                <a:lnTo>
                  <a:pt x="388098" y="38701"/>
                </a:lnTo>
                <a:lnTo>
                  <a:pt x="388455" y="40460"/>
                </a:lnTo>
                <a:lnTo>
                  <a:pt x="388262" y="39861"/>
                </a:lnTo>
                <a:lnTo>
                  <a:pt x="387965" y="39021"/>
                </a:lnTo>
                <a:lnTo>
                  <a:pt x="387648" y="38202"/>
                </a:lnTo>
                <a:lnTo>
                  <a:pt x="387313" y="37405"/>
                </a:lnTo>
                <a:close/>
                <a:moveTo>
                  <a:pt x="539453" y="48956"/>
                </a:moveTo>
                <a:lnTo>
                  <a:pt x="539745" y="48563"/>
                </a:lnTo>
                <a:lnTo>
                  <a:pt x="540044" y="48173"/>
                </a:lnTo>
                <a:lnTo>
                  <a:pt x="540351" y="47785"/>
                </a:lnTo>
                <a:lnTo>
                  <a:pt x="540666" y="47399"/>
                </a:lnTo>
                <a:lnTo>
                  <a:pt x="540988" y="47015"/>
                </a:lnTo>
                <a:lnTo>
                  <a:pt x="541318" y="46634"/>
                </a:lnTo>
                <a:lnTo>
                  <a:pt x="541655" y="46255"/>
                </a:lnTo>
                <a:lnTo>
                  <a:pt x="542000" y="45878"/>
                </a:lnTo>
                <a:lnTo>
                  <a:pt x="542353" y="45503"/>
                </a:lnTo>
                <a:lnTo>
                  <a:pt x="542713" y="45131"/>
                </a:lnTo>
                <a:lnTo>
                  <a:pt x="543081" y="44760"/>
                </a:lnTo>
                <a:lnTo>
                  <a:pt x="543457" y="44392"/>
                </a:lnTo>
                <a:lnTo>
                  <a:pt x="543840" y="44026"/>
                </a:lnTo>
                <a:lnTo>
                  <a:pt x="544231" y="43662"/>
                </a:lnTo>
                <a:lnTo>
                  <a:pt x="544630" y="43301"/>
                </a:lnTo>
                <a:lnTo>
                  <a:pt x="545036" y="42942"/>
                </a:lnTo>
                <a:lnTo>
                  <a:pt x="545450" y="42585"/>
                </a:lnTo>
                <a:lnTo>
                  <a:pt x="545871" y="42230"/>
                </a:lnTo>
                <a:lnTo>
                  <a:pt x="546300" y="41877"/>
                </a:lnTo>
                <a:lnTo>
                  <a:pt x="546737" y="41527"/>
                </a:lnTo>
                <a:lnTo>
                  <a:pt x="547181" y="41179"/>
                </a:lnTo>
                <a:lnTo>
                  <a:pt x="547633" y="40833"/>
                </a:lnTo>
                <a:lnTo>
                  <a:pt x="548093" y="40489"/>
                </a:lnTo>
                <a:lnTo>
                  <a:pt x="548561" y="40154"/>
                </a:lnTo>
                <a:lnTo>
                  <a:pt x="549038" y="39832"/>
                </a:lnTo>
                <a:lnTo>
                  <a:pt x="549523" y="39525"/>
                </a:lnTo>
                <a:lnTo>
                  <a:pt x="550017" y="39233"/>
                </a:lnTo>
                <a:lnTo>
                  <a:pt x="550520" y="38954"/>
                </a:lnTo>
                <a:lnTo>
                  <a:pt x="551032" y="38690"/>
                </a:lnTo>
                <a:lnTo>
                  <a:pt x="551552" y="38440"/>
                </a:lnTo>
                <a:lnTo>
                  <a:pt x="552081" y="38205"/>
                </a:lnTo>
                <a:lnTo>
                  <a:pt x="552619" y="37984"/>
                </a:lnTo>
                <a:lnTo>
                  <a:pt x="553166" y="37777"/>
                </a:lnTo>
                <a:lnTo>
                  <a:pt x="553722" y="37584"/>
                </a:lnTo>
                <a:lnTo>
                  <a:pt x="554286" y="37405"/>
                </a:lnTo>
                <a:lnTo>
                  <a:pt x="554859" y="37241"/>
                </a:lnTo>
                <a:lnTo>
                  <a:pt x="555440" y="37091"/>
                </a:lnTo>
                <a:lnTo>
                  <a:pt x="556031" y="36956"/>
                </a:lnTo>
                <a:lnTo>
                  <a:pt x="556630" y="36834"/>
                </a:lnTo>
                <a:lnTo>
                  <a:pt x="557238" y="36727"/>
                </a:lnTo>
                <a:lnTo>
                  <a:pt x="557855" y="36635"/>
                </a:lnTo>
                <a:lnTo>
                  <a:pt x="558480" y="36556"/>
                </a:lnTo>
                <a:lnTo>
                  <a:pt x="559114" y="36492"/>
                </a:lnTo>
                <a:lnTo>
                  <a:pt x="559757" y="36442"/>
                </a:lnTo>
                <a:lnTo>
                  <a:pt x="560409" y="36406"/>
                </a:lnTo>
                <a:lnTo>
                  <a:pt x="561070" y="36385"/>
                </a:lnTo>
                <a:lnTo>
                  <a:pt x="561739" y="36378"/>
                </a:lnTo>
                <a:lnTo>
                  <a:pt x="562175" y="36382"/>
                </a:lnTo>
                <a:lnTo>
                  <a:pt x="562602" y="36396"/>
                </a:lnTo>
                <a:lnTo>
                  <a:pt x="563021" y="36418"/>
                </a:lnTo>
                <a:lnTo>
                  <a:pt x="563432" y="36449"/>
                </a:lnTo>
                <a:lnTo>
                  <a:pt x="563834" y="36490"/>
                </a:lnTo>
                <a:lnTo>
                  <a:pt x="564227" y="36539"/>
                </a:lnTo>
                <a:lnTo>
                  <a:pt x="564612" y="36598"/>
                </a:lnTo>
                <a:lnTo>
                  <a:pt x="564989" y="36665"/>
                </a:lnTo>
                <a:lnTo>
                  <a:pt x="565357" y="36741"/>
                </a:lnTo>
                <a:lnTo>
                  <a:pt x="565717" y="36827"/>
                </a:lnTo>
                <a:lnTo>
                  <a:pt x="566068" y="36921"/>
                </a:lnTo>
                <a:lnTo>
                  <a:pt x="566411" y="37024"/>
                </a:lnTo>
                <a:lnTo>
                  <a:pt x="566745" y="37136"/>
                </a:lnTo>
                <a:lnTo>
                  <a:pt x="567071" y="37258"/>
                </a:lnTo>
                <a:lnTo>
                  <a:pt x="567388" y="37388"/>
                </a:lnTo>
                <a:lnTo>
                  <a:pt x="567697" y="37527"/>
                </a:lnTo>
                <a:lnTo>
                  <a:pt x="567997" y="37675"/>
                </a:lnTo>
                <a:lnTo>
                  <a:pt x="568289" y="37833"/>
                </a:lnTo>
                <a:lnTo>
                  <a:pt x="568572" y="37999"/>
                </a:lnTo>
                <a:lnTo>
                  <a:pt x="568847" y="38174"/>
                </a:lnTo>
                <a:lnTo>
                  <a:pt x="569114" y="38358"/>
                </a:lnTo>
                <a:lnTo>
                  <a:pt x="569372" y="38551"/>
                </a:lnTo>
                <a:lnTo>
                  <a:pt x="569621" y="38753"/>
                </a:lnTo>
                <a:lnTo>
                  <a:pt x="569862" y="38964"/>
                </a:lnTo>
                <a:lnTo>
                  <a:pt x="570096" y="39183"/>
                </a:lnTo>
                <a:lnTo>
                  <a:pt x="570323" y="39409"/>
                </a:lnTo>
                <a:lnTo>
                  <a:pt x="570545" y="39641"/>
                </a:lnTo>
                <a:lnTo>
                  <a:pt x="570760" y="39881"/>
                </a:lnTo>
                <a:lnTo>
                  <a:pt x="570970" y="40127"/>
                </a:lnTo>
                <a:lnTo>
                  <a:pt x="571173" y="40381"/>
                </a:lnTo>
                <a:lnTo>
                  <a:pt x="571370" y="40641"/>
                </a:lnTo>
                <a:lnTo>
                  <a:pt x="571561" y="40909"/>
                </a:lnTo>
                <a:lnTo>
                  <a:pt x="571745" y="41183"/>
                </a:lnTo>
                <a:lnTo>
                  <a:pt x="571924" y="41464"/>
                </a:lnTo>
                <a:lnTo>
                  <a:pt x="572097" y="41752"/>
                </a:lnTo>
                <a:lnTo>
                  <a:pt x="572263" y="42047"/>
                </a:lnTo>
                <a:lnTo>
                  <a:pt x="572424" y="42349"/>
                </a:lnTo>
                <a:lnTo>
                  <a:pt x="572578" y="42658"/>
                </a:lnTo>
                <a:lnTo>
                  <a:pt x="572726" y="42974"/>
                </a:lnTo>
                <a:lnTo>
                  <a:pt x="572868" y="43297"/>
                </a:lnTo>
                <a:lnTo>
                  <a:pt x="573004" y="43626"/>
                </a:lnTo>
                <a:lnTo>
                  <a:pt x="573134" y="43963"/>
                </a:lnTo>
                <a:lnTo>
                  <a:pt x="573257" y="44306"/>
                </a:lnTo>
                <a:lnTo>
                  <a:pt x="573375" y="44657"/>
                </a:lnTo>
                <a:lnTo>
                  <a:pt x="573486" y="45014"/>
                </a:lnTo>
                <a:lnTo>
                  <a:pt x="573592" y="45379"/>
                </a:lnTo>
                <a:lnTo>
                  <a:pt x="573691" y="45750"/>
                </a:lnTo>
                <a:lnTo>
                  <a:pt x="573784" y="46128"/>
                </a:lnTo>
                <a:lnTo>
                  <a:pt x="573872" y="46512"/>
                </a:lnTo>
                <a:lnTo>
                  <a:pt x="573956" y="46900"/>
                </a:lnTo>
                <a:lnTo>
                  <a:pt x="574037" y="47292"/>
                </a:lnTo>
                <a:lnTo>
                  <a:pt x="574114" y="47689"/>
                </a:lnTo>
                <a:lnTo>
                  <a:pt x="574187" y="48090"/>
                </a:lnTo>
                <a:lnTo>
                  <a:pt x="574257" y="48496"/>
                </a:lnTo>
                <a:lnTo>
                  <a:pt x="574322" y="48906"/>
                </a:lnTo>
                <a:lnTo>
                  <a:pt x="574384" y="49321"/>
                </a:lnTo>
                <a:lnTo>
                  <a:pt x="574442" y="49740"/>
                </a:lnTo>
                <a:lnTo>
                  <a:pt x="574497" y="50164"/>
                </a:lnTo>
                <a:lnTo>
                  <a:pt x="574547" y="50592"/>
                </a:lnTo>
                <a:lnTo>
                  <a:pt x="574594" y="51024"/>
                </a:lnTo>
                <a:lnTo>
                  <a:pt x="574637" y="51461"/>
                </a:lnTo>
                <a:lnTo>
                  <a:pt x="574677" y="51902"/>
                </a:lnTo>
                <a:lnTo>
                  <a:pt x="574712" y="52347"/>
                </a:lnTo>
                <a:lnTo>
                  <a:pt x="574744" y="52797"/>
                </a:lnTo>
                <a:lnTo>
                  <a:pt x="574772" y="53252"/>
                </a:lnTo>
                <a:lnTo>
                  <a:pt x="574797" y="53711"/>
                </a:lnTo>
                <a:lnTo>
                  <a:pt x="574817" y="54174"/>
                </a:lnTo>
                <a:lnTo>
                  <a:pt x="574834" y="54642"/>
                </a:lnTo>
                <a:lnTo>
                  <a:pt x="574847" y="55114"/>
                </a:lnTo>
                <a:lnTo>
                  <a:pt x="574857" y="55591"/>
                </a:lnTo>
                <a:lnTo>
                  <a:pt x="574862" y="56072"/>
                </a:lnTo>
                <a:lnTo>
                  <a:pt x="574864" y="56557"/>
                </a:lnTo>
                <a:lnTo>
                  <a:pt x="574864" y="107851"/>
                </a:lnTo>
                <a:lnTo>
                  <a:pt x="588150" y="107851"/>
                </a:lnTo>
                <a:lnTo>
                  <a:pt x="588150" y="55022"/>
                </a:lnTo>
                <a:lnTo>
                  <a:pt x="588140" y="53849"/>
                </a:lnTo>
                <a:lnTo>
                  <a:pt x="588113" y="52697"/>
                </a:lnTo>
                <a:lnTo>
                  <a:pt x="588066" y="51568"/>
                </a:lnTo>
                <a:lnTo>
                  <a:pt x="588001" y="50461"/>
                </a:lnTo>
                <a:lnTo>
                  <a:pt x="587917" y="49377"/>
                </a:lnTo>
                <a:lnTo>
                  <a:pt x="587815" y="48314"/>
                </a:lnTo>
                <a:lnTo>
                  <a:pt x="587694" y="47274"/>
                </a:lnTo>
                <a:lnTo>
                  <a:pt x="587554" y="46256"/>
                </a:lnTo>
                <a:lnTo>
                  <a:pt x="587396" y="45260"/>
                </a:lnTo>
                <a:lnTo>
                  <a:pt x="587219" y="44286"/>
                </a:lnTo>
                <a:lnTo>
                  <a:pt x="587023" y="43335"/>
                </a:lnTo>
                <a:lnTo>
                  <a:pt x="586809" y="42405"/>
                </a:lnTo>
                <a:lnTo>
                  <a:pt x="586576" y="41498"/>
                </a:lnTo>
                <a:lnTo>
                  <a:pt x="586325" y="40613"/>
                </a:lnTo>
                <a:lnTo>
                  <a:pt x="586055" y="39750"/>
                </a:lnTo>
                <a:lnTo>
                  <a:pt x="585767" y="38910"/>
                </a:lnTo>
                <a:lnTo>
                  <a:pt x="585459" y="38092"/>
                </a:lnTo>
                <a:lnTo>
                  <a:pt x="585134" y="37295"/>
                </a:lnTo>
                <a:lnTo>
                  <a:pt x="584789" y="36521"/>
                </a:lnTo>
                <a:lnTo>
                  <a:pt x="584426" y="35770"/>
                </a:lnTo>
                <a:lnTo>
                  <a:pt x="584044" y="35040"/>
                </a:lnTo>
                <a:lnTo>
                  <a:pt x="583644" y="34333"/>
                </a:lnTo>
                <a:lnTo>
                  <a:pt x="583225" y="33648"/>
                </a:lnTo>
                <a:lnTo>
                  <a:pt x="582788" y="32985"/>
                </a:lnTo>
                <a:lnTo>
                  <a:pt x="582328" y="32346"/>
                </a:lnTo>
                <a:lnTo>
                  <a:pt x="581844" y="31735"/>
                </a:lnTo>
                <a:lnTo>
                  <a:pt x="581336" y="31151"/>
                </a:lnTo>
                <a:lnTo>
                  <a:pt x="580802" y="30594"/>
                </a:lnTo>
                <a:lnTo>
                  <a:pt x="580244" y="30064"/>
                </a:lnTo>
                <a:lnTo>
                  <a:pt x="579661" y="29561"/>
                </a:lnTo>
                <a:lnTo>
                  <a:pt x="579054" y="29086"/>
                </a:lnTo>
                <a:lnTo>
                  <a:pt x="578421" y="28638"/>
                </a:lnTo>
                <a:lnTo>
                  <a:pt x="577764" y="28216"/>
                </a:lnTo>
                <a:lnTo>
                  <a:pt x="577082" y="27822"/>
                </a:lnTo>
                <a:lnTo>
                  <a:pt x="576376" y="27456"/>
                </a:lnTo>
                <a:lnTo>
                  <a:pt x="575645" y="27116"/>
                </a:lnTo>
                <a:lnTo>
                  <a:pt x="574889" y="26804"/>
                </a:lnTo>
                <a:lnTo>
                  <a:pt x="574108" y="26518"/>
                </a:lnTo>
                <a:lnTo>
                  <a:pt x="573302" y="26260"/>
                </a:lnTo>
                <a:lnTo>
                  <a:pt x="572472" y="26029"/>
                </a:lnTo>
                <a:lnTo>
                  <a:pt x="571617" y="25825"/>
                </a:lnTo>
                <a:lnTo>
                  <a:pt x="570738" y="25649"/>
                </a:lnTo>
                <a:lnTo>
                  <a:pt x="569833" y="25499"/>
                </a:lnTo>
                <a:lnTo>
                  <a:pt x="568904" y="25377"/>
                </a:lnTo>
                <a:lnTo>
                  <a:pt x="567950" y="25282"/>
                </a:lnTo>
                <a:lnTo>
                  <a:pt x="566972" y="25214"/>
                </a:lnTo>
                <a:lnTo>
                  <a:pt x="565968" y="25173"/>
                </a:lnTo>
                <a:lnTo>
                  <a:pt x="564940" y="25160"/>
                </a:lnTo>
                <a:lnTo>
                  <a:pt x="564145" y="25167"/>
                </a:lnTo>
                <a:lnTo>
                  <a:pt x="563362" y="25188"/>
                </a:lnTo>
                <a:lnTo>
                  <a:pt x="562589" y="25223"/>
                </a:lnTo>
                <a:lnTo>
                  <a:pt x="561828" y="25272"/>
                </a:lnTo>
                <a:lnTo>
                  <a:pt x="561077" y="25335"/>
                </a:lnTo>
                <a:lnTo>
                  <a:pt x="560338" y="25413"/>
                </a:lnTo>
                <a:lnTo>
                  <a:pt x="559610" y="25504"/>
                </a:lnTo>
                <a:lnTo>
                  <a:pt x="558893" y="25609"/>
                </a:lnTo>
                <a:lnTo>
                  <a:pt x="558187" y="25729"/>
                </a:lnTo>
                <a:lnTo>
                  <a:pt x="557493" y="25862"/>
                </a:lnTo>
                <a:lnTo>
                  <a:pt x="556809" y="26010"/>
                </a:lnTo>
                <a:lnTo>
                  <a:pt x="556137" y="26171"/>
                </a:lnTo>
                <a:lnTo>
                  <a:pt x="555475" y="26347"/>
                </a:lnTo>
                <a:lnTo>
                  <a:pt x="554825" y="26537"/>
                </a:lnTo>
                <a:lnTo>
                  <a:pt x="554186" y="26740"/>
                </a:lnTo>
                <a:lnTo>
                  <a:pt x="553558" y="26958"/>
                </a:lnTo>
                <a:lnTo>
                  <a:pt x="552941" y="27190"/>
                </a:lnTo>
                <a:lnTo>
                  <a:pt x="552335" y="27436"/>
                </a:lnTo>
                <a:lnTo>
                  <a:pt x="551740" y="27696"/>
                </a:lnTo>
                <a:lnTo>
                  <a:pt x="551157" y="27970"/>
                </a:lnTo>
                <a:lnTo>
                  <a:pt x="550584" y="28258"/>
                </a:lnTo>
                <a:lnTo>
                  <a:pt x="550023" y="28560"/>
                </a:lnTo>
                <a:lnTo>
                  <a:pt x="549473" y="28876"/>
                </a:lnTo>
                <a:lnTo>
                  <a:pt x="548934" y="29206"/>
                </a:lnTo>
                <a:lnTo>
                  <a:pt x="548405" y="29544"/>
                </a:lnTo>
                <a:lnTo>
                  <a:pt x="547887" y="29885"/>
                </a:lnTo>
                <a:lnTo>
                  <a:pt x="547379" y="30227"/>
                </a:lnTo>
                <a:lnTo>
                  <a:pt x="546882" y="30572"/>
                </a:lnTo>
                <a:lnTo>
                  <a:pt x="546394" y="30918"/>
                </a:lnTo>
                <a:lnTo>
                  <a:pt x="545917" y="31267"/>
                </a:lnTo>
                <a:lnTo>
                  <a:pt x="545451" y="31618"/>
                </a:lnTo>
                <a:lnTo>
                  <a:pt x="544994" y="31971"/>
                </a:lnTo>
                <a:lnTo>
                  <a:pt x="544548" y="32326"/>
                </a:lnTo>
                <a:lnTo>
                  <a:pt x="544112" y="32683"/>
                </a:lnTo>
                <a:lnTo>
                  <a:pt x="543686" y="33042"/>
                </a:lnTo>
                <a:lnTo>
                  <a:pt x="543271" y="33403"/>
                </a:lnTo>
                <a:lnTo>
                  <a:pt x="542866" y="33766"/>
                </a:lnTo>
                <a:lnTo>
                  <a:pt x="542471" y="34132"/>
                </a:lnTo>
                <a:lnTo>
                  <a:pt x="542087" y="34499"/>
                </a:lnTo>
                <a:lnTo>
                  <a:pt x="541713" y="34869"/>
                </a:lnTo>
                <a:lnTo>
                  <a:pt x="541349" y="35240"/>
                </a:lnTo>
                <a:lnTo>
                  <a:pt x="540995" y="35614"/>
                </a:lnTo>
                <a:lnTo>
                  <a:pt x="540652" y="35990"/>
                </a:lnTo>
                <a:lnTo>
                  <a:pt x="540319" y="36368"/>
                </a:lnTo>
                <a:lnTo>
                  <a:pt x="539996" y="36748"/>
                </a:lnTo>
                <a:lnTo>
                  <a:pt x="539684" y="37130"/>
                </a:lnTo>
                <a:lnTo>
                  <a:pt x="539381" y="37514"/>
                </a:lnTo>
                <a:lnTo>
                  <a:pt x="539089" y="37900"/>
                </a:lnTo>
                <a:lnTo>
                  <a:pt x="538769" y="26602"/>
                </a:lnTo>
                <a:lnTo>
                  <a:pt x="525804" y="26602"/>
                </a:lnTo>
                <a:lnTo>
                  <a:pt x="525804" y="107851"/>
                </a:lnTo>
                <a:lnTo>
                  <a:pt x="539169" y="107851"/>
                </a:lnTo>
                <a:lnTo>
                  <a:pt x="539169" y="49351"/>
                </a:lnTo>
                <a:lnTo>
                  <a:pt x="539453" y="48956"/>
                </a:lnTo>
                <a:close/>
                <a:moveTo>
                  <a:pt x="132220" y="109215"/>
                </a:moveTo>
                <a:lnTo>
                  <a:pt x="133115" y="109154"/>
                </a:lnTo>
                <a:lnTo>
                  <a:pt x="133998" y="109076"/>
                </a:lnTo>
                <a:lnTo>
                  <a:pt x="134871" y="108980"/>
                </a:lnTo>
                <a:lnTo>
                  <a:pt x="135732" y="108867"/>
                </a:lnTo>
                <a:lnTo>
                  <a:pt x="136583" y="108736"/>
                </a:lnTo>
                <a:lnTo>
                  <a:pt x="137422" y="108589"/>
                </a:lnTo>
                <a:lnTo>
                  <a:pt x="138250" y="108423"/>
                </a:lnTo>
                <a:lnTo>
                  <a:pt x="139067" y="108241"/>
                </a:lnTo>
                <a:lnTo>
                  <a:pt x="139873" y="108041"/>
                </a:lnTo>
                <a:lnTo>
                  <a:pt x="140668" y="107824"/>
                </a:lnTo>
                <a:lnTo>
                  <a:pt x="141452" y="107589"/>
                </a:lnTo>
                <a:lnTo>
                  <a:pt x="142224" y="107337"/>
                </a:lnTo>
                <a:lnTo>
                  <a:pt x="142986" y="107067"/>
                </a:lnTo>
                <a:lnTo>
                  <a:pt x="143736" y="106780"/>
                </a:lnTo>
                <a:lnTo>
                  <a:pt x="144475" y="106476"/>
                </a:lnTo>
                <a:lnTo>
                  <a:pt x="145203" y="106154"/>
                </a:lnTo>
                <a:lnTo>
                  <a:pt x="145920" y="105815"/>
                </a:lnTo>
                <a:lnTo>
                  <a:pt x="146626" y="105459"/>
                </a:lnTo>
                <a:lnTo>
                  <a:pt x="147321" y="105085"/>
                </a:lnTo>
                <a:lnTo>
                  <a:pt x="148004" y="104694"/>
                </a:lnTo>
                <a:lnTo>
                  <a:pt x="148677" y="104285"/>
                </a:lnTo>
                <a:lnTo>
                  <a:pt x="149337" y="103860"/>
                </a:lnTo>
                <a:lnTo>
                  <a:pt x="149985" y="103420"/>
                </a:lnTo>
                <a:lnTo>
                  <a:pt x="150619" y="102965"/>
                </a:lnTo>
                <a:lnTo>
                  <a:pt x="151240" y="102494"/>
                </a:lnTo>
                <a:lnTo>
                  <a:pt x="151848" y="102008"/>
                </a:lnTo>
                <a:lnTo>
                  <a:pt x="152443" y="101507"/>
                </a:lnTo>
                <a:lnTo>
                  <a:pt x="153025" y="100991"/>
                </a:lnTo>
                <a:lnTo>
                  <a:pt x="153594" y="100459"/>
                </a:lnTo>
                <a:lnTo>
                  <a:pt x="154150" y="99913"/>
                </a:lnTo>
                <a:lnTo>
                  <a:pt x="154693" y="99351"/>
                </a:lnTo>
                <a:lnTo>
                  <a:pt x="155223" y="98774"/>
                </a:lnTo>
                <a:lnTo>
                  <a:pt x="155740" y="98182"/>
                </a:lnTo>
                <a:lnTo>
                  <a:pt x="156243" y="97574"/>
                </a:lnTo>
                <a:lnTo>
                  <a:pt x="156734" y="96951"/>
                </a:lnTo>
                <a:lnTo>
                  <a:pt x="157212" y="96313"/>
                </a:lnTo>
                <a:lnTo>
                  <a:pt x="157676" y="95660"/>
                </a:lnTo>
                <a:lnTo>
                  <a:pt x="158127" y="94992"/>
                </a:lnTo>
                <a:lnTo>
                  <a:pt x="158566" y="94308"/>
                </a:lnTo>
                <a:lnTo>
                  <a:pt x="158991" y="93609"/>
                </a:lnTo>
                <a:lnTo>
                  <a:pt x="159403" y="92895"/>
                </a:lnTo>
                <a:lnTo>
                  <a:pt x="159803" y="92166"/>
                </a:lnTo>
                <a:lnTo>
                  <a:pt x="160189" y="91422"/>
                </a:lnTo>
                <a:lnTo>
                  <a:pt x="160562" y="90662"/>
                </a:lnTo>
                <a:lnTo>
                  <a:pt x="160922" y="89887"/>
                </a:lnTo>
                <a:lnTo>
                  <a:pt x="161268" y="89098"/>
                </a:lnTo>
                <a:lnTo>
                  <a:pt x="161599" y="88297"/>
                </a:lnTo>
                <a:lnTo>
                  <a:pt x="161916" y="87483"/>
                </a:lnTo>
                <a:lnTo>
                  <a:pt x="162218" y="86656"/>
                </a:lnTo>
                <a:lnTo>
                  <a:pt x="162505" y="85817"/>
                </a:lnTo>
                <a:lnTo>
                  <a:pt x="162778" y="84965"/>
                </a:lnTo>
                <a:lnTo>
                  <a:pt x="163035" y="84101"/>
                </a:lnTo>
                <a:lnTo>
                  <a:pt x="163278" y="83224"/>
                </a:lnTo>
                <a:lnTo>
                  <a:pt x="163507" y="82334"/>
                </a:lnTo>
                <a:lnTo>
                  <a:pt x="163720" y="81432"/>
                </a:lnTo>
                <a:lnTo>
                  <a:pt x="163919" y="80517"/>
                </a:lnTo>
                <a:lnTo>
                  <a:pt x="164103" y="79590"/>
                </a:lnTo>
                <a:lnTo>
                  <a:pt x="164273" y="78650"/>
                </a:lnTo>
                <a:lnTo>
                  <a:pt x="164427" y="77697"/>
                </a:lnTo>
                <a:lnTo>
                  <a:pt x="164567" y="76732"/>
                </a:lnTo>
                <a:lnTo>
                  <a:pt x="164692" y="75754"/>
                </a:lnTo>
                <a:lnTo>
                  <a:pt x="164803" y="74763"/>
                </a:lnTo>
                <a:lnTo>
                  <a:pt x="164898" y="73760"/>
                </a:lnTo>
                <a:lnTo>
                  <a:pt x="164979" y="72744"/>
                </a:lnTo>
                <a:lnTo>
                  <a:pt x="165046" y="71716"/>
                </a:lnTo>
                <a:lnTo>
                  <a:pt x="165097" y="70675"/>
                </a:lnTo>
                <a:lnTo>
                  <a:pt x="165134" y="69622"/>
                </a:lnTo>
                <a:lnTo>
                  <a:pt x="165156" y="68556"/>
                </a:lnTo>
                <a:lnTo>
                  <a:pt x="165164" y="67477"/>
                </a:lnTo>
                <a:lnTo>
                  <a:pt x="165156" y="66384"/>
                </a:lnTo>
                <a:lnTo>
                  <a:pt x="165134" y="65305"/>
                </a:lnTo>
                <a:lnTo>
                  <a:pt x="165097" y="64238"/>
                </a:lnTo>
                <a:lnTo>
                  <a:pt x="165046" y="63184"/>
                </a:lnTo>
                <a:lnTo>
                  <a:pt x="164979" y="62143"/>
                </a:lnTo>
                <a:lnTo>
                  <a:pt x="164898" y="61115"/>
                </a:lnTo>
                <a:lnTo>
                  <a:pt x="164803" y="60100"/>
                </a:lnTo>
                <a:lnTo>
                  <a:pt x="164692" y="59097"/>
                </a:lnTo>
                <a:lnTo>
                  <a:pt x="164567" y="58108"/>
                </a:lnTo>
                <a:lnTo>
                  <a:pt x="164427" y="57132"/>
                </a:lnTo>
                <a:lnTo>
                  <a:pt x="164273" y="56168"/>
                </a:lnTo>
                <a:lnTo>
                  <a:pt x="164103" y="55217"/>
                </a:lnTo>
                <a:lnTo>
                  <a:pt x="163919" y="54280"/>
                </a:lnTo>
                <a:lnTo>
                  <a:pt x="163720" y="53355"/>
                </a:lnTo>
                <a:lnTo>
                  <a:pt x="163507" y="52443"/>
                </a:lnTo>
                <a:lnTo>
                  <a:pt x="163278" y="51544"/>
                </a:lnTo>
                <a:lnTo>
                  <a:pt x="163035" y="50658"/>
                </a:lnTo>
                <a:lnTo>
                  <a:pt x="162778" y="49784"/>
                </a:lnTo>
                <a:lnTo>
                  <a:pt x="162505" y="48924"/>
                </a:lnTo>
                <a:lnTo>
                  <a:pt x="162218" y="48077"/>
                </a:lnTo>
                <a:lnTo>
                  <a:pt x="161916" y="47242"/>
                </a:lnTo>
                <a:lnTo>
                  <a:pt x="161599" y="46420"/>
                </a:lnTo>
                <a:lnTo>
                  <a:pt x="161268" y="45612"/>
                </a:lnTo>
                <a:lnTo>
                  <a:pt x="160922" y="44816"/>
                </a:lnTo>
                <a:lnTo>
                  <a:pt x="160562" y="44034"/>
                </a:lnTo>
                <a:lnTo>
                  <a:pt x="160189" y="43268"/>
                </a:lnTo>
                <a:lnTo>
                  <a:pt x="159803" y="42516"/>
                </a:lnTo>
                <a:lnTo>
                  <a:pt x="159403" y="41780"/>
                </a:lnTo>
                <a:lnTo>
                  <a:pt x="158991" y="41059"/>
                </a:lnTo>
                <a:lnTo>
                  <a:pt x="158566" y="40354"/>
                </a:lnTo>
                <a:lnTo>
                  <a:pt x="158127" y="39663"/>
                </a:lnTo>
                <a:lnTo>
                  <a:pt x="157676" y="38988"/>
                </a:lnTo>
                <a:lnTo>
                  <a:pt x="157212" y="38328"/>
                </a:lnTo>
                <a:lnTo>
                  <a:pt x="156734" y="37683"/>
                </a:lnTo>
                <a:lnTo>
                  <a:pt x="156243" y="37053"/>
                </a:lnTo>
                <a:lnTo>
                  <a:pt x="155740" y="36439"/>
                </a:lnTo>
                <a:lnTo>
                  <a:pt x="155223" y="35840"/>
                </a:lnTo>
                <a:lnTo>
                  <a:pt x="154693" y="35256"/>
                </a:lnTo>
                <a:lnTo>
                  <a:pt x="154150" y="34687"/>
                </a:lnTo>
                <a:lnTo>
                  <a:pt x="153594" y="34133"/>
                </a:lnTo>
                <a:lnTo>
                  <a:pt x="153025" y="33595"/>
                </a:lnTo>
                <a:lnTo>
                  <a:pt x="152443" y="33072"/>
                </a:lnTo>
                <a:lnTo>
                  <a:pt x="151848" y="32564"/>
                </a:lnTo>
                <a:lnTo>
                  <a:pt x="151240" y="32071"/>
                </a:lnTo>
                <a:lnTo>
                  <a:pt x="150619" y="31594"/>
                </a:lnTo>
                <a:lnTo>
                  <a:pt x="149985" y="31132"/>
                </a:lnTo>
                <a:lnTo>
                  <a:pt x="149337" y="30685"/>
                </a:lnTo>
                <a:lnTo>
                  <a:pt x="148677" y="30253"/>
                </a:lnTo>
                <a:lnTo>
                  <a:pt x="148004" y="29837"/>
                </a:lnTo>
                <a:lnTo>
                  <a:pt x="147321" y="29439"/>
                </a:lnTo>
                <a:lnTo>
                  <a:pt x="146626" y="29059"/>
                </a:lnTo>
                <a:lnTo>
                  <a:pt x="145920" y="28697"/>
                </a:lnTo>
                <a:lnTo>
                  <a:pt x="145203" y="28352"/>
                </a:lnTo>
                <a:lnTo>
                  <a:pt x="144475" y="28025"/>
                </a:lnTo>
                <a:lnTo>
                  <a:pt x="143736" y="27715"/>
                </a:lnTo>
                <a:lnTo>
                  <a:pt x="142986" y="27423"/>
                </a:lnTo>
                <a:lnTo>
                  <a:pt x="142224" y="27149"/>
                </a:lnTo>
                <a:lnTo>
                  <a:pt x="141452" y="26893"/>
                </a:lnTo>
                <a:lnTo>
                  <a:pt x="140668" y="26654"/>
                </a:lnTo>
                <a:lnTo>
                  <a:pt x="139873" y="26433"/>
                </a:lnTo>
                <a:lnTo>
                  <a:pt x="139067" y="26230"/>
                </a:lnTo>
                <a:lnTo>
                  <a:pt x="138250" y="26044"/>
                </a:lnTo>
                <a:lnTo>
                  <a:pt x="137422" y="25876"/>
                </a:lnTo>
                <a:lnTo>
                  <a:pt x="136583" y="25726"/>
                </a:lnTo>
                <a:lnTo>
                  <a:pt x="135732" y="25593"/>
                </a:lnTo>
                <a:lnTo>
                  <a:pt x="134871" y="25478"/>
                </a:lnTo>
                <a:lnTo>
                  <a:pt x="133998" y="25381"/>
                </a:lnTo>
                <a:lnTo>
                  <a:pt x="133115" y="25301"/>
                </a:lnTo>
                <a:lnTo>
                  <a:pt x="132220" y="25239"/>
                </a:lnTo>
                <a:lnTo>
                  <a:pt x="131314" y="25195"/>
                </a:lnTo>
                <a:lnTo>
                  <a:pt x="130397" y="25169"/>
                </a:lnTo>
                <a:lnTo>
                  <a:pt x="129469" y="25160"/>
                </a:lnTo>
                <a:lnTo>
                  <a:pt x="128561" y="25169"/>
                </a:lnTo>
                <a:lnTo>
                  <a:pt x="127664" y="25195"/>
                </a:lnTo>
                <a:lnTo>
                  <a:pt x="126778" y="25239"/>
                </a:lnTo>
                <a:lnTo>
                  <a:pt x="125903" y="25301"/>
                </a:lnTo>
                <a:lnTo>
                  <a:pt x="125039" y="25381"/>
                </a:lnTo>
                <a:lnTo>
                  <a:pt x="124187" y="25478"/>
                </a:lnTo>
                <a:lnTo>
                  <a:pt x="123345" y="25593"/>
                </a:lnTo>
                <a:lnTo>
                  <a:pt x="122515" y="25726"/>
                </a:lnTo>
                <a:lnTo>
                  <a:pt x="121696" y="25876"/>
                </a:lnTo>
                <a:lnTo>
                  <a:pt x="120887" y="26044"/>
                </a:lnTo>
                <a:lnTo>
                  <a:pt x="120090" y="26230"/>
                </a:lnTo>
                <a:lnTo>
                  <a:pt x="119305" y="26433"/>
                </a:lnTo>
                <a:lnTo>
                  <a:pt x="118530" y="26654"/>
                </a:lnTo>
                <a:lnTo>
                  <a:pt x="117766" y="26893"/>
                </a:lnTo>
                <a:lnTo>
                  <a:pt x="117014" y="27149"/>
                </a:lnTo>
                <a:lnTo>
                  <a:pt x="116272" y="27423"/>
                </a:lnTo>
                <a:lnTo>
                  <a:pt x="115542" y="27715"/>
                </a:lnTo>
                <a:lnTo>
                  <a:pt x="114823" y="28025"/>
                </a:lnTo>
                <a:lnTo>
                  <a:pt x="114115" y="28352"/>
                </a:lnTo>
                <a:lnTo>
                  <a:pt x="113418" y="28697"/>
                </a:lnTo>
                <a:lnTo>
                  <a:pt x="112732" y="29059"/>
                </a:lnTo>
                <a:lnTo>
                  <a:pt x="112057" y="29439"/>
                </a:lnTo>
                <a:lnTo>
                  <a:pt x="111394" y="29837"/>
                </a:lnTo>
                <a:lnTo>
                  <a:pt x="110741" y="30253"/>
                </a:lnTo>
                <a:lnTo>
                  <a:pt x="110100" y="30685"/>
                </a:lnTo>
                <a:lnTo>
                  <a:pt x="109472" y="31132"/>
                </a:lnTo>
                <a:lnTo>
                  <a:pt x="108857" y="31594"/>
                </a:lnTo>
                <a:lnTo>
                  <a:pt x="108254" y="32071"/>
                </a:lnTo>
                <a:lnTo>
                  <a:pt x="107664" y="32564"/>
                </a:lnTo>
                <a:lnTo>
                  <a:pt x="107087" y="33072"/>
                </a:lnTo>
                <a:lnTo>
                  <a:pt x="106522" y="33595"/>
                </a:lnTo>
                <a:lnTo>
                  <a:pt x="105970" y="34133"/>
                </a:lnTo>
                <a:lnTo>
                  <a:pt x="105431" y="34687"/>
                </a:lnTo>
                <a:lnTo>
                  <a:pt x="104904" y="35256"/>
                </a:lnTo>
                <a:lnTo>
                  <a:pt x="104390" y="35840"/>
                </a:lnTo>
                <a:lnTo>
                  <a:pt x="103888" y="36439"/>
                </a:lnTo>
                <a:lnTo>
                  <a:pt x="103399" y="37053"/>
                </a:lnTo>
                <a:lnTo>
                  <a:pt x="102923" y="37683"/>
                </a:lnTo>
                <a:lnTo>
                  <a:pt x="102459" y="38328"/>
                </a:lnTo>
                <a:lnTo>
                  <a:pt x="102009" y="38988"/>
                </a:lnTo>
                <a:lnTo>
                  <a:pt x="101570" y="39663"/>
                </a:lnTo>
                <a:lnTo>
                  <a:pt x="101145" y="40354"/>
                </a:lnTo>
                <a:lnTo>
                  <a:pt x="100732" y="41059"/>
                </a:lnTo>
                <a:lnTo>
                  <a:pt x="100331" y="41780"/>
                </a:lnTo>
                <a:lnTo>
                  <a:pt x="99943" y="42516"/>
                </a:lnTo>
                <a:lnTo>
                  <a:pt x="99568" y="43268"/>
                </a:lnTo>
                <a:lnTo>
                  <a:pt x="99206" y="44034"/>
                </a:lnTo>
                <a:lnTo>
                  <a:pt x="98856" y="44816"/>
                </a:lnTo>
                <a:lnTo>
                  <a:pt x="98520" y="45612"/>
                </a:lnTo>
                <a:lnTo>
                  <a:pt x="98198" y="46420"/>
                </a:lnTo>
                <a:lnTo>
                  <a:pt x="97890" y="47242"/>
                </a:lnTo>
                <a:lnTo>
                  <a:pt x="97597" y="48077"/>
                </a:lnTo>
                <a:lnTo>
                  <a:pt x="97318" y="48924"/>
                </a:lnTo>
                <a:lnTo>
                  <a:pt x="97053" y="49784"/>
                </a:lnTo>
                <a:lnTo>
                  <a:pt x="96802" y="50658"/>
                </a:lnTo>
                <a:lnTo>
                  <a:pt x="96566" y="51544"/>
                </a:lnTo>
                <a:lnTo>
                  <a:pt x="96344" y="52443"/>
                </a:lnTo>
                <a:lnTo>
                  <a:pt x="96137" y="53355"/>
                </a:lnTo>
                <a:lnTo>
                  <a:pt x="95944" y="54280"/>
                </a:lnTo>
                <a:lnTo>
                  <a:pt x="95765" y="55217"/>
                </a:lnTo>
                <a:lnTo>
                  <a:pt x="95600" y="56168"/>
                </a:lnTo>
                <a:lnTo>
                  <a:pt x="95450" y="57132"/>
                </a:lnTo>
                <a:lnTo>
                  <a:pt x="95314" y="58108"/>
                </a:lnTo>
                <a:lnTo>
                  <a:pt x="95192" y="59097"/>
                </a:lnTo>
                <a:lnTo>
                  <a:pt x="95085" y="60100"/>
                </a:lnTo>
                <a:lnTo>
                  <a:pt x="94992" y="61115"/>
                </a:lnTo>
                <a:lnTo>
                  <a:pt x="94913" y="62143"/>
                </a:lnTo>
                <a:lnTo>
                  <a:pt x="94849" y="63184"/>
                </a:lnTo>
                <a:lnTo>
                  <a:pt x="94799" y="64238"/>
                </a:lnTo>
                <a:lnTo>
                  <a:pt x="94763" y="65305"/>
                </a:lnTo>
                <a:lnTo>
                  <a:pt x="94742" y="66384"/>
                </a:lnTo>
                <a:lnTo>
                  <a:pt x="94734" y="67477"/>
                </a:lnTo>
                <a:lnTo>
                  <a:pt x="94742" y="68556"/>
                </a:lnTo>
                <a:lnTo>
                  <a:pt x="94763" y="69622"/>
                </a:lnTo>
                <a:lnTo>
                  <a:pt x="94799" y="70675"/>
                </a:lnTo>
                <a:lnTo>
                  <a:pt x="94849" y="71716"/>
                </a:lnTo>
                <a:lnTo>
                  <a:pt x="94913" y="72744"/>
                </a:lnTo>
                <a:lnTo>
                  <a:pt x="94992" y="73760"/>
                </a:lnTo>
                <a:lnTo>
                  <a:pt x="95085" y="74763"/>
                </a:lnTo>
                <a:lnTo>
                  <a:pt x="95192" y="75754"/>
                </a:lnTo>
                <a:lnTo>
                  <a:pt x="95314" y="76732"/>
                </a:lnTo>
                <a:lnTo>
                  <a:pt x="95450" y="77697"/>
                </a:lnTo>
                <a:lnTo>
                  <a:pt x="95600" y="78650"/>
                </a:lnTo>
                <a:lnTo>
                  <a:pt x="95765" y="79590"/>
                </a:lnTo>
                <a:lnTo>
                  <a:pt x="95944" y="80517"/>
                </a:lnTo>
                <a:lnTo>
                  <a:pt x="96137" y="81432"/>
                </a:lnTo>
                <a:lnTo>
                  <a:pt x="96344" y="82334"/>
                </a:lnTo>
                <a:lnTo>
                  <a:pt x="96566" y="83224"/>
                </a:lnTo>
                <a:lnTo>
                  <a:pt x="96802" y="84101"/>
                </a:lnTo>
                <a:lnTo>
                  <a:pt x="97053" y="84965"/>
                </a:lnTo>
                <a:lnTo>
                  <a:pt x="97318" y="85817"/>
                </a:lnTo>
                <a:lnTo>
                  <a:pt x="97597" y="86656"/>
                </a:lnTo>
                <a:lnTo>
                  <a:pt x="97890" y="87483"/>
                </a:lnTo>
                <a:lnTo>
                  <a:pt x="98198" y="88297"/>
                </a:lnTo>
                <a:lnTo>
                  <a:pt x="98520" y="89098"/>
                </a:lnTo>
                <a:lnTo>
                  <a:pt x="98856" y="89887"/>
                </a:lnTo>
                <a:lnTo>
                  <a:pt x="99206" y="90662"/>
                </a:lnTo>
                <a:lnTo>
                  <a:pt x="99568" y="91422"/>
                </a:lnTo>
                <a:lnTo>
                  <a:pt x="99943" y="92166"/>
                </a:lnTo>
                <a:lnTo>
                  <a:pt x="100331" y="92895"/>
                </a:lnTo>
                <a:lnTo>
                  <a:pt x="100732" y="93609"/>
                </a:lnTo>
                <a:lnTo>
                  <a:pt x="101145" y="94308"/>
                </a:lnTo>
                <a:lnTo>
                  <a:pt x="101570" y="94992"/>
                </a:lnTo>
                <a:lnTo>
                  <a:pt x="102009" y="95660"/>
                </a:lnTo>
                <a:lnTo>
                  <a:pt x="102459" y="96313"/>
                </a:lnTo>
                <a:lnTo>
                  <a:pt x="102923" y="96951"/>
                </a:lnTo>
                <a:lnTo>
                  <a:pt x="103399" y="97574"/>
                </a:lnTo>
                <a:lnTo>
                  <a:pt x="103888" y="98182"/>
                </a:lnTo>
                <a:lnTo>
                  <a:pt x="104390" y="98774"/>
                </a:lnTo>
                <a:lnTo>
                  <a:pt x="104904" y="99351"/>
                </a:lnTo>
                <a:lnTo>
                  <a:pt x="105431" y="99913"/>
                </a:lnTo>
                <a:lnTo>
                  <a:pt x="105970" y="100459"/>
                </a:lnTo>
                <a:lnTo>
                  <a:pt x="106522" y="100991"/>
                </a:lnTo>
                <a:lnTo>
                  <a:pt x="107087" y="101507"/>
                </a:lnTo>
                <a:lnTo>
                  <a:pt x="107664" y="102008"/>
                </a:lnTo>
                <a:lnTo>
                  <a:pt x="108254" y="102494"/>
                </a:lnTo>
                <a:lnTo>
                  <a:pt x="108857" y="102965"/>
                </a:lnTo>
                <a:lnTo>
                  <a:pt x="109472" y="103420"/>
                </a:lnTo>
                <a:lnTo>
                  <a:pt x="110100" y="103860"/>
                </a:lnTo>
                <a:lnTo>
                  <a:pt x="110741" y="104285"/>
                </a:lnTo>
                <a:lnTo>
                  <a:pt x="111394" y="104694"/>
                </a:lnTo>
                <a:lnTo>
                  <a:pt x="112057" y="105085"/>
                </a:lnTo>
                <a:lnTo>
                  <a:pt x="112732" y="105459"/>
                </a:lnTo>
                <a:lnTo>
                  <a:pt x="113418" y="105815"/>
                </a:lnTo>
                <a:lnTo>
                  <a:pt x="114115" y="106154"/>
                </a:lnTo>
                <a:lnTo>
                  <a:pt x="114823" y="106476"/>
                </a:lnTo>
                <a:lnTo>
                  <a:pt x="115542" y="106780"/>
                </a:lnTo>
                <a:lnTo>
                  <a:pt x="116272" y="107067"/>
                </a:lnTo>
                <a:lnTo>
                  <a:pt x="117014" y="107337"/>
                </a:lnTo>
                <a:lnTo>
                  <a:pt x="117766" y="107589"/>
                </a:lnTo>
                <a:lnTo>
                  <a:pt x="118530" y="107824"/>
                </a:lnTo>
                <a:lnTo>
                  <a:pt x="119305" y="108041"/>
                </a:lnTo>
                <a:lnTo>
                  <a:pt x="120090" y="108241"/>
                </a:lnTo>
                <a:lnTo>
                  <a:pt x="120887" y="108423"/>
                </a:lnTo>
                <a:lnTo>
                  <a:pt x="121696" y="108589"/>
                </a:lnTo>
                <a:lnTo>
                  <a:pt x="122515" y="108736"/>
                </a:lnTo>
                <a:lnTo>
                  <a:pt x="123345" y="108867"/>
                </a:lnTo>
                <a:lnTo>
                  <a:pt x="124187" y="108980"/>
                </a:lnTo>
                <a:lnTo>
                  <a:pt x="125039" y="109076"/>
                </a:lnTo>
                <a:lnTo>
                  <a:pt x="125903" y="109154"/>
                </a:lnTo>
                <a:lnTo>
                  <a:pt x="126778" y="109215"/>
                </a:lnTo>
                <a:lnTo>
                  <a:pt x="127664" y="109258"/>
                </a:lnTo>
                <a:lnTo>
                  <a:pt x="128561" y="109284"/>
                </a:lnTo>
                <a:lnTo>
                  <a:pt x="129469" y="109293"/>
                </a:lnTo>
                <a:lnTo>
                  <a:pt x="130397" y="109284"/>
                </a:lnTo>
                <a:lnTo>
                  <a:pt x="131314" y="109258"/>
                </a:lnTo>
                <a:lnTo>
                  <a:pt x="132220" y="109215"/>
                </a:lnTo>
                <a:close/>
                <a:moveTo>
                  <a:pt x="127614" y="98653"/>
                </a:moveTo>
                <a:lnTo>
                  <a:pt x="127017" y="98603"/>
                </a:lnTo>
                <a:lnTo>
                  <a:pt x="126429" y="98540"/>
                </a:lnTo>
                <a:lnTo>
                  <a:pt x="125852" y="98462"/>
                </a:lnTo>
                <a:lnTo>
                  <a:pt x="125286" y="98370"/>
                </a:lnTo>
                <a:lnTo>
                  <a:pt x="124729" y="98265"/>
                </a:lnTo>
                <a:lnTo>
                  <a:pt x="124183" y="98145"/>
                </a:lnTo>
                <a:lnTo>
                  <a:pt x="123647" y="98011"/>
                </a:lnTo>
                <a:lnTo>
                  <a:pt x="123121" y="97862"/>
                </a:lnTo>
                <a:lnTo>
                  <a:pt x="122606" y="97700"/>
                </a:lnTo>
                <a:lnTo>
                  <a:pt x="122101" y="97524"/>
                </a:lnTo>
                <a:lnTo>
                  <a:pt x="121606" y="97333"/>
                </a:lnTo>
                <a:lnTo>
                  <a:pt x="121122" y="97129"/>
                </a:lnTo>
                <a:lnTo>
                  <a:pt x="120647" y="96910"/>
                </a:lnTo>
                <a:lnTo>
                  <a:pt x="120183" y="96677"/>
                </a:lnTo>
                <a:lnTo>
                  <a:pt x="119730" y="96430"/>
                </a:lnTo>
                <a:lnTo>
                  <a:pt x="119286" y="96169"/>
                </a:lnTo>
                <a:lnTo>
                  <a:pt x="118853" y="95894"/>
                </a:lnTo>
                <a:lnTo>
                  <a:pt x="118430" y="95605"/>
                </a:lnTo>
                <a:lnTo>
                  <a:pt x="118018" y="95301"/>
                </a:lnTo>
                <a:lnTo>
                  <a:pt x="117616" y="94984"/>
                </a:lnTo>
                <a:lnTo>
                  <a:pt x="117224" y="94652"/>
                </a:lnTo>
                <a:lnTo>
                  <a:pt x="116841" y="94308"/>
                </a:lnTo>
                <a:lnTo>
                  <a:pt x="116468" y="93954"/>
                </a:lnTo>
                <a:lnTo>
                  <a:pt x="116104" y="93590"/>
                </a:lnTo>
                <a:lnTo>
                  <a:pt x="115749" y="93215"/>
                </a:lnTo>
                <a:lnTo>
                  <a:pt x="115402" y="92830"/>
                </a:lnTo>
                <a:lnTo>
                  <a:pt x="115065" y="92435"/>
                </a:lnTo>
                <a:lnTo>
                  <a:pt x="114737" y="92030"/>
                </a:lnTo>
                <a:lnTo>
                  <a:pt x="114418" y="91614"/>
                </a:lnTo>
                <a:lnTo>
                  <a:pt x="114108" y="91188"/>
                </a:lnTo>
                <a:lnTo>
                  <a:pt x="113807" y="90751"/>
                </a:lnTo>
                <a:lnTo>
                  <a:pt x="113515" y="90305"/>
                </a:lnTo>
                <a:lnTo>
                  <a:pt x="113232" y="89848"/>
                </a:lnTo>
                <a:lnTo>
                  <a:pt x="112958" y="89381"/>
                </a:lnTo>
                <a:lnTo>
                  <a:pt x="112693" y="88903"/>
                </a:lnTo>
                <a:lnTo>
                  <a:pt x="112437" y="88415"/>
                </a:lnTo>
                <a:lnTo>
                  <a:pt x="112191" y="87917"/>
                </a:lnTo>
                <a:lnTo>
                  <a:pt x="111953" y="87409"/>
                </a:lnTo>
                <a:lnTo>
                  <a:pt x="111724" y="86890"/>
                </a:lnTo>
                <a:lnTo>
                  <a:pt x="111504" y="86361"/>
                </a:lnTo>
                <a:lnTo>
                  <a:pt x="111293" y="85822"/>
                </a:lnTo>
                <a:lnTo>
                  <a:pt x="111092" y="85272"/>
                </a:lnTo>
                <a:lnTo>
                  <a:pt x="110899" y="84713"/>
                </a:lnTo>
                <a:lnTo>
                  <a:pt x="110716" y="84143"/>
                </a:lnTo>
                <a:lnTo>
                  <a:pt x="110541" y="83562"/>
                </a:lnTo>
                <a:lnTo>
                  <a:pt x="110374" y="82973"/>
                </a:lnTo>
                <a:lnTo>
                  <a:pt x="110215" y="82377"/>
                </a:lnTo>
                <a:lnTo>
                  <a:pt x="110063" y="81775"/>
                </a:lnTo>
                <a:lnTo>
                  <a:pt x="109917" y="81165"/>
                </a:lnTo>
                <a:lnTo>
                  <a:pt x="109779" y="80549"/>
                </a:lnTo>
                <a:lnTo>
                  <a:pt x="109648" y="79926"/>
                </a:lnTo>
                <a:lnTo>
                  <a:pt x="109524" y="79297"/>
                </a:lnTo>
                <a:lnTo>
                  <a:pt x="109407" y="78660"/>
                </a:lnTo>
                <a:lnTo>
                  <a:pt x="109297" y="78017"/>
                </a:lnTo>
                <a:lnTo>
                  <a:pt x="109195" y="77367"/>
                </a:lnTo>
                <a:lnTo>
                  <a:pt x="109099" y="76711"/>
                </a:lnTo>
                <a:lnTo>
                  <a:pt x="109010" y="76047"/>
                </a:lnTo>
                <a:lnTo>
                  <a:pt x="108929" y="75377"/>
                </a:lnTo>
                <a:lnTo>
                  <a:pt x="108854" y="74700"/>
                </a:lnTo>
                <a:lnTo>
                  <a:pt x="108787" y="74016"/>
                </a:lnTo>
                <a:lnTo>
                  <a:pt x="108727" y="73326"/>
                </a:lnTo>
                <a:lnTo>
                  <a:pt x="108674" y="72629"/>
                </a:lnTo>
                <a:lnTo>
                  <a:pt x="108628" y="71925"/>
                </a:lnTo>
                <a:lnTo>
                  <a:pt x="108589" y="71214"/>
                </a:lnTo>
                <a:lnTo>
                  <a:pt x="108557" y="70497"/>
                </a:lnTo>
                <a:lnTo>
                  <a:pt x="108532" y="69773"/>
                </a:lnTo>
                <a:lnTo>
                  <a:pt x="108514" y="69042"/>
                </a:lnTo>
                <a:lnTo>
                  <a:pt x="108504" y="68304"/>
                </a:lnTo>
                <a:lnTo>
                  <a:pt x="108500" y="67559"/>
                </a:lnTo>
                <a:lnTo>
                  <a:pt x="108504" y="66801"/>
                </a:lnTo>
                <a:lnTo>
                  <a:pt x="108514" y="66049"/>
                </a:lnTo>
                <a:lnTo>
                  <a:pt x="108532" y="65305"/>
                </a:lnTo>
                <a:lnTo>
                  <a:pt x="108557" y="64568"/>
                </a:lnTo>
                <a:lnTo>
                  <a:pt x="108589" y="63837"/>
                </a:lnTo>
                <a:lnTo>
                  <a:pt x="108628" y="63114"/>
                </a:lnTo>
                <a:lnTo>
                  <a:pt x="108674" y="62398"/>
                </a:lnTo>
                <a:lnTo>
                  <a:pt x="108727" y="61689"/>
                </a:lnTo>
                <a:lnTo>
                  <a:pt x="108787" y="60987"/>
                </a:lnTo>
                <a:lnTo>
                  <a:pt x="108854" y="60292"/>
                </a:lnTo>
                <a:lnTo>
                  <a:pt x="108929" y="59604"/>
                </a:lnTo>
                <a:lnTo>
                  <a:pt x="109010" y="58923"/>
                </a:lnTo>
                <a:lnTo>
                  <a:pt x="109099" y="58249"/>
                </a:lnTo>
                <a:lnTo>
                  <a:pt x="109195" y="57583"/>
                </a:lnTo>
                <a:lnTo>
                  <a:pt x="109297" y="56923"/>
                </a:lnTo>
                <a:lnTo>
                  <a:pt x="109407" y="56270"/>
                </a:lnTo>
                <a:lnTo>
                  <a:pt x="109524" y="55625"/>
                </a:lnTo>
                <a:lnTo>
                  <a:pt x="109648" y="54986"/>
                </a:lnTo>
                <a:lnTo>
                  <a:pt x="109779" y="54355"/>
                </a:lnTo>
                <a:lnTo>
                  <a:pt x="109917" y="53731"/>
                </a:lnTo>
                <a:lnTo>
                  <a:pt x="110063" y="53113"/>
                </a:lnTo>
                <a:lnTo>
                  <a:pt x="110215" y="52503"/>
                </a:lnTo>
                <a:lnTo>
                  <a:pt x="110374" y="51900"/>
                </a:lnTo>
                <a:lnTo>
                  <a:pt x="110541" y="51304"/>
                </a:lnTo>
                <a:lnTo>
                  <a:pt x="110716" y="50716"/>
                </a:lnTo>
                <a:lnTo>
                  <a:pt x="110899" y="50139"/>
                </a:lnTo>
                <a:lnTo>
                  <a:pt x="111092" y="49572"/>
                </a:lnTo>
                <a:lnTo>
                  <a:pt x="111293" y="49016"/>
                </a:lnTo>
                <a:lnTo>
                  <a:pt x="111504" y="48470"/>
                </a:lnTo>
                <a:lnTo>
                  <a:pt x="111724" y="47935"/>
                </a:lnTo>
                <a:lnTo>
                  <a:pt x="111953" y="47410"/>
                </a:lnTo>
                <a:lnTo>
                  <a:pt x="112191" y="46895"/>
                </a:lnTo>
                <a:lnTo>
                  <a:pt x="112437" y="46391"/>
                </a:lnTo>
                <a:lnTo>
                  <a:pt x="112693" y="45898"/>
                </a:lnTo>
                <a:lnTo>
                  <a:pt x="112958" y="45414"/>
                </a:lnTo>
                <a:lnTo>
                  <a:pt x="113232" y="44942"/>
                </a:lnTo>
                <a:lnTo>
                  <a:pt x="113515" y="44479"/>
                </a:lnTo>
                <a:lnTo>
                  <a:pt x="113807" y="44028"/>
                </a:lnTo>
                <a:lnTo>
                  <a:pt x="114108" y="43586"/>
                </a:lnTo>
                <a:lnTo>
                  <a:pt x="114418" y="43155"/>
                </a:lnTo>
                <a:lnTo>
                  <a:pt x="114737" y="42735"/>
                </a:lnTo>
                <a:lnTo>
                  <a:pt x="115065" y="42325"/>
                </a:lnTo>
                <a:lnTo>
                  <a:pt x="115402" y="41925"/>
                </a:lnTo>
                <a:lnTo>
                  <a:pt x="115749" y="41536"/>
                </a:lnTo>
                <a:lnTo>
                  <a:pt x="116104" y="41157"/>
                </a:lnTo>
                <a:lnTo>
                  <a:pt x="116468" y="40789"/>
                </a:lnTo>
                <a:lnTo>
                  <a:pt x="116841" y="40431"/>
                </a:lnTo>
                <a:lnTo>
                  <a:pt x="117224" y="40083"/>
                </a:lnTo>
                <a:lnTo>
                  <a:pt x="117616" y="39748"/>
                </a:lnTo>
                <a:lnTo>
                  <a:pt x="118018" y="39428"/>
                </a:lnTo>
                <a:lnTo>
                  <a:pt x="118430" y="39121"/>
                </a:lnTo>
                <a:lnTo>
                  <a:pt x="118853" y="38829"/>
                </a:lnTo>
                <a:lnTo>
                  <a:pt x="119286" y="38551"/>
                </a:lnTo>
                <a:lnTo>
                  <a:pt x="119730" y="38287"/>
                </a:lnTo>
                <a:lnTo>
                  <a:pt x="120183" y="38037"/>
                </a:lnTo>
                <a:lnTo>
                  <a:pt x="120647" y="37802"/>
                </a:lnTo>
                <a:lnTo>
                  <a:pt x="121122" y="37581"/>
                </a:lnTo>
                <a:lnTo>
                  <a:pt x="121606" y="37374"/>
                </a:lnTo>
                <a:lnTo>
                  <a:pt x="122101" y="37182"/>
                </a:lnTo>
                <a:lnTo>
                  <a:pt x="122606" y="37004"/>
                </a:lnTo>
                <a:lnTo>
                  <a:pt x="123121" y="36840"/>
                </a:lnTo>
                <a:lnTo>
                  <a:pt x="123647" y="36690"/>
                </a:lnTo>
                <a:lnTo>
                  <a:pt x="124183" y="36554"/>
                </a:lnTo>
                <a:lnTo>
                  <a:pt x="124729" y="36433"/>
                </a:lnTo>
                <a:lnTo>
                  <a:pt x="125286" y="36326"/>
                </a:lnTo>
                <a:lnTo>
                  <a:pt x="125852" y="36234"/>
                </a:lnTo>
                <a:lnTo>
                  <a:pt x="126429" y="36155"/>
                </a:lnTo>
                <a:lnTo>
                  <a:pt x="127017" y="36091"/>
                </a:lnTo>
                <a:lnTo>
                  <a:pt x="127614" y="36041"/>
                </a:lnTo>
                <a:lnTo>
                  <a:pt x="128222" y="36005"/>
                </a:lnTo>
                <a:lnTo>
                  <a:pt x="128840" y="35984"/>
                </a:lnTo>
                <a:lnTo>
                  <a:pt x="129469" y="35977"/>
                </a:lnTo>
                <a:lnTo>
                  <a:pt x="130137" y="35984"/>
                </a:lnTo>
                <a:lnTo>
                  <a:pt x="130793" y="36005"/>
                </a:lnTo>
                <a:lnTo>
                  <a:pt x="131438" y="36041"/>
                </a:lnTo>
                <a:lnTo>
                  <a:pt x="132071" y="36091"/>
                </a:lnTo>
                <a:lnTo>
                  <a:pt x="132693" y="36155"/>
                </a:lnTo>
                <a:lnTo>
                  <a:pt x="133303" y="36234"/>
                </a:lnTo>
                <a:lnTo>
                  <a:pt x="133902" y="36326"/>
                </a:lnTo>
                <a:lnTo>
                  <a:pt x="134489" y="36433"/>
                </a:lnTo>
                <a:lnTo>
                  <a:pt x="135064" y="36554"/>
                </a:lnTo>
                <a:lnTo>
                  <a:pt x="135628" y="36690"/>
                </a:lnTo>
                <a:lnTo>
                  <a:pt x="136181" y="36840"/>
                </a:lnTo>
                <a:lnTo>
                  <a:pt x="136722" y="37004"/>
                </a:lnTo>
                <a:lnTo>
                  <a:pt x="137251" y="37182"/>
                </a:lnTo>
                <a:lnTo>
                  <a:pt x="137769" y="37374"/>
                </a:lnTo>
                <a:lnTo>
                  <a:pt x="138276" y="37581"/>
                </a:lnTo>
                <a:lnTo>
                  <a:pt x="138770" y="37802"/>
                </a:lnTo>
                <a:lnTo>
                  <a:pt x="139254" y="38037"/>
                </a:lnTo>
                <a:lnTo>
                  <a:pt x="139726" y="38287"/>
                </a:lnTo>
                <a:lnTo>
                  <a:pt x="140186" y="38551"/>
                </a:lnTo>
                <a:lnTo>
                  <a:pt x="140635" y="38829"/>
                </a:lnTo>
                <a:lnTo>
                  <a:pt x="141072" y="39121"/>
                </a:lnTo>
                <a:lnTo>
                  <a:pt x="141497" y="39428"/>
                </a:lnTo>
                <a:lnTo>
                  <a:pt x="141912" y="39748"/>
                </a:lnTo>
                <a:lnTo>
                  <a:pt x="142314" y="40083"/>
                </a:lnTo>
                <a:lnTo>
                  <a:pt x="142706" y="40431"/>
                </a:lnTo>
                <a:lnTo>
                  <a:pt x="143089" y="40789"/>
                </a:lnTo>
                <a:lnTo>
                  <a:pt x="143463" y="41157"/>
                </a:lnTo>
                <a:lnTo>
                  <a:pt x="143828" y="41536"/>
                </a:lnTo>
                <a:lnTo>
                  <a:pt x="144184" y="41925"/>
                </a:lnTo>
                <a:lnTo>
                  <a:pt x="144530" y="42325"/>
                </a:lnTo>
                <a:lnTo>
                  <a:pt x="144867" y="42735"/>
                </a:lnTo>
                <a:lnTo>
                  <a:pt x="145195" y="43155"/>
                </a:lnTo>
                <a:lnTo>
                  <a:pt x="145514" y="43586"/>
                </a:lnTo>
                <a:lnTo>
                  <a:pt x="145824" y="44028"/>
                </a:lnTo>
                <a:lnTo>
                  <a:pt x="146124" y="44479"/>
                </a:lnTo>
                <a:lnTo>
                  <a:pt x="146416" y="44942"/>
                </a:lnTo>
                <a:lnTo>
                  <a:pt x="146698" y="45414"/>
                </a:lnTo>
                <a:lnTo>
                  <a:pt x="146971" y="45898"/>
                </a:lnTo>
                <a:lnTo>
                  <a:pt x="147235" y="46391"/>
                </a:lnTo>
                <a:lnTo>
                  <a:pt x="147490" y="46895"/>
                </a:lnTo>
                <a:lnTo>
                  <a:pt x="147735" y="47410"/>
                </a:lnTo>
                <a:lnTo>
                  <a:pt x="147971" y="47935"/>
                </a:lnTo>
                <a:lnTo>
                  <a:pt x="148199" y="48470"/>
                </a:lnTo>
                <a:lnTo>
                  <a:pt x="148417" y="49016"/>
                </a:lnTo>
                <a:lnTo>
                  <a:pt x="148625" y="49572"/>
                </a:lnTo>
                <a:lnTo>
                  <a:pt x="148825" y="50139"/>
                </a:lnTo>
                <a:lnTo>
                  <a:pt x="149016" y="50716"/>
                </a:lnTo>
                <a:lnTo>
                  <a:pt x="149197" y="51304"/>
                </a:lnTo>
                <a:lnTo>
                  <a:pt x="149370" y="51900"/>
                </a:lnTo>
                <a:lnTo>
                  <a:pt x="149536" y="52502"/>
                </a:lnTo>
                <a:lnTo>
                  <a:pt x="149694" y="53112"/>
                </a:lnTo>
                <a:lnTo>
                  <a:pt x="149845" y="53728"/>
                </a:lnTo>
                <a:lnTo>
                  <a:pt x="149989" y="54351"/>
                </a:lnTo>
                <a:lnTo>
                  <a:pt x="150125" y="54981"/>
                </a:lnTo>
                <a:lnTo>
                  <a:pt x="150254" y="55618"/>
                </a:lnTo>
                <a:lnTo>
                  <a:pt x="150375" y="56261"/>
                </a:lnTo>
                <a:lnTo>
                  <a:pt x="150489" y="56911"/>
                </a:lnTo>
                <a:lnTo>
                  <a:pt x="150596" y="57568"/>
                </a:lnTo>
                <a:lnTo>
                  <a:pt x="150696" y="58232"/>
                </a:lnTo>
                <a:lnTo>
                  <a:pt x="150788" y="58902"/>
                </a:lnTo>
                <a:lnTo>
                  <a:pt x="150872" y="59579"/>
                </a:lnTo>
                <a:lnTo>
                  <a:pt x="150950" y="60263"/>
                </a:lnTo>
                <a:lnTo>
                  <a:pt x="151020" y="60954"/>
                </a:lnTo>
                <a:lnTo>
                  <a:pt x="151082" y="61651"/>
                </a:lnTo>
                <a:lnTo>
                  <a:pt x="151137" y="62355"/>
                </a:lnTo>
                <a:lnTo>
                  <a:pt x="151185" y="63066"/>
                </a:lnTo>
                <a:lnTo>
                  <a:pt x="151226" y="63784"/>
                </a:lnTo>
                <a:lnTo>
                  <a:pt x="151259" y="64509"/>
                </a:lnTo>
                <a:lnTo>
                  <a:pt x="151285" y="65240"/>
                </a:lnTo>
                <a:lnTo>
                  <a:pt x="151303" y="65978"/>
                </a:lnTo>
                <a:lnTo>
                  <a:pt x="151314" y="66723"/>
                </a:lnTo>
                <a:lnTo>
                  <a:pt x="151318" y="67474"/>
                </a:lnTo>
                <a:lnTo>
                  <a:pt x="151314" y="68226"/>
                </a:lnTo>
                <a:lnTo>
                  <a:pt x="151303" y="68970"/>
                </a:lnTo>
                <a:lnTo>
                  <a:pt x="151285" y="69707"/>
                </a:lnTo>
                <a:lnTo>
                  <a:pt x="151259" y="70438"/>
                </a:lnTo>
                <a:lnTo>
                  <a:pt x="151226" y="71161"/>
                </a:lnTo>
                <a:lnTo>
                  <a:pt x="151185" y="71877"/>
                </a:lnTo>
                <a:lnTo>
                  <a:pt x="151137" y="72586"/>
                </a:lnTo>
                <a:lnTo>
                  <a:pt x="151082" y="73288"/>
                </a:lnTo>
                <a:lnTo>
                  <a:pt x="151020" y="73983"/>
                </a:lnTo>
                <a:lnTo>
                  <a:pt x="150950" y="74671"/>
                </a:lnTo>
                <a:lnTo>
                  <a:pt x="150872" y="75352"/>
                </a:lnTo>
                <a:lnTo>
                  <a:pt x="150788" y="76026"/>
                </a:lnTo>
                <a:lnTo>
                  <a:pt x="150696" y="76693"/>
                </a:lnTo>
                <a:lnTo>
                  <a:pt x="150596" y="77352"/>
                </a:lnTo>
                <a:lnTo>
                  <a:pt x="150489" y="78005"/>
                </a:lnTo>
                <a:lnTo>
                  <a:pt x="150375" y="78651"/>
                </a:lnTo>
                <a:lnTo>
                  <a:pt x="150254" y="79289"/>
                </a:lnTo>
                <a:lnTo>
                  <a:pt x="150125" y="79921"/>
                </a:lnTo>
                <a:lnTo>
                  <a:pt x="149989" y="80545"/>
                </a:lnTo>
                <a:lnTo>
                  <a:pt x="149845" y="81163"/>
                </a:lnTo>
                <a:lnTo>
                  <a:pt x="149694" y="81773"/>
                </a:lnTo>
                <a:lnTo>
                  <a:pt x="149536" y="82377"/>
                </a:lnTo>
                <a:lnTo>
                  <a:pt x="149370" y="82973"/>
                </a:lnTo>
                <a:lnTo>
                  <a:pt x="149197" y="83562"/>
                </a:lnTo>
                <a:lnTo>
                  <a:pt x="149016" y="84143"/>
                </a:lnTo>
                <a:lnTo>
                  <a:pt x="148825" y="84713"/>
                </a:lnTo>
                <a:lnTo>
                  <a:pt x="148625" y="85272"/>
                </a:lnTo>
                <a:lnTo>
                  <a:pt x="148417" y="85822"/>
                </a:lnTo>
                <a:lnTo>
                  <a:pt x="148199" y="86361"/>
                </a:lnTo>
                <a:lnTo>
                  <a:pt x="147971" y="86890"/>
                </a:lnTo>
                <a:lnTo>
                  <a:pt x="147735" y="87409"/>
                </a:lnTo>
                <a:lnTo>
                  <a:pt x="147490" y="87917"/>
                </a:lnTo>
                <a:lnTo>
                  <a:pt x="147235" y="88415"/>
                </a:lnTo>
                <a:lnTo>
                  <a:pt x="146971" y="88903"/>
                </a:lnTo>
                <a:lnTo>
                  <a:pt x="146698" y="89381"/>
                </a:lnTo>
                <a:lnTo>
                  <a:pt x="146416" y="89848"/>
                </a:lnTo>
                <a:lnTo>
                  <a:pt x="146124" y="90305"/>
                </a:lnTo>
                <a:lnTo>
                  <a:pt x="145824" y="90751"/>
                </a:lnTo>
                <a:lnTo>
                  <a:pt x="145514" y="91188"/>
                </a:lnTo>
                <a:lnTo>
                  <a:pt x="145195" y="91614"/>
                </a:lnTo>
                <a:lnTo>
                  <a:pt x="144867" y="92030"/>
                </a:lnTo>
                <a:lnTo>
                  <a:pt x="144530" y="92435"/>
                </a:lnTo>
                <a:lnTo>
                  <a:pt x="144184" y="92830"/>
                </a:lnTo>
                <a:lnTo>
                  <a:pt x="143828" y="93215"/>
                </a:lnTo>
                <a:lnTo>
                  <a:pt x="143463" y="93590"/>
                </a:lnTo>
                <a:lnTo>
                  <a:pt x="143089" y="93954"/>
                </a:lnTo>
                <a:lnTo>
                  <a:pt x="142706" y="94308"/>
                </a:lnTo>
                <a:lnTo>
                  <a:pt x="142314" y="94652"/>
                </a:lnTo>
                <a:lnTo>
                  <a:pt x="141912" y="94984"/>
                </a:lnTo>
                <a:lnTo>
                  <a:pt x="141497" y="95301"/>
                </a:lnTo>
                <a:lnTo>
                  <a:pt x="141072" y="95605"/>
                </a:lnTo>
                <a:lnTo>
                  <a:pt x="140635" y="95894"/>
                </a:lnTo>
                <a:lnTo>
                  <a:pt x="140186" y="96169"/>
                </a:lnTo>
                <a:lnTo>
                  <a:pt x="139726" y="96430"/>
                </a:lnTo>
                <a:lnTo>
                  <a:pt x="139254" y="96677"/>
                </a:lnTo>
                <a:lnTo>
                  <a:pt x="138770" y="96910"/>
                </a:lnTo>
                <a:lnTo>
                  <a:pt x="138276" y="97129"/>
                </a:lnTo>
                <a:lnTo>
                  <a:pt x="137769" y="97333"/>
                </a:lnTo>
                <a:lnTo>
                  <a:pt x="137251" y="97524"/>
                </a:lnTo>
                <a:lnTo>
                  <a:pt x="136722" y="97700"/>
                </a:lnTo>
                <a:lnTo>
                  <a:pt x="136181" y="97862"/>
                </a:lnTo>
                <a:lnTo>
                  <a:pt x="135628" y="98011"/>
                </a:lnTo>
                <a:lnTo>
                  <a:pt x="135064" y="98145"/>
                </a:lnTo>
                <a:lnTo>
                  <a:pt x="134489" y="98265"/>
                </a:lnTo>
                <a:lnTo>
                  <a:pt x="133902" y="98370"/>
                </a:lnTo>
                <a:lnTo>
                  <a:pt x="133303" y="98462"/>
                </a:lnTo>
                <a:lnTo>
                  <a:pt x="132693" y="98540"/>
                </a:lnTo>
                <a:lnTo>
                  <a:pt x="132071" y="98603"/>
                </a:lnTo>
                <a:lnTo>
                  <a:pt x="131438" y="98653"/>
                </a:lnTo>
                <a:lnTo>
                  <a:pt x="130793" y="98688"/>
                </a:lnTo>
                <a:lnTo>
                  <a:pt x="130137" y="98709"/>
                </a:lnTo>
                <a:lnTo>
                  <a:pt x="129469" y="98716"/>
                </a:lnTo>
                <a:lnTo>
                  <a:pt x="128840" y="98709"/>
                </a:lnTo>
                <a:lnTo>
                  <a:pt x="128222" y="98688"/>
                </a:lnTo>
                <a:lnTo>
                  <a:pt x="127614" y="98653"/>
                </a:lnTo>
                <a:close/>
                <a:moveTo>
                  <a:pt x="210382" y="109242"/>
                </a:moveTo>
                <a:lnTo>
                  <a:pt x="211108" y="109202"/>
                </a:lnTo>
                <a:lnTo>
                  <a:pt x="211826" y="109151"/>
                </a:lnTo>
                <a:lnTo>
                  <a:pt x="212539" y="109089"/>
                </a:lnTo>
                <a:lnTo>
                  <a:pt x="213245" y="109015"/>
                </a:lnTo>
                <a:lnTo>
                  <a:pt x="213945" y="108930"/>
                </a:lnTo>
                <a:lnTo>
                  <a:pt x="214639" y="108834"/>
                </a:lnTo>
                <a:lnTo>
                  <a:pt x="215327" y="108726"/>
                </a:lnTo>
                <a:lnTo>
                  <a:pt x="216008" y="108607"/>
                </a:lnTo>
                <a:lnTo>
                  <a:pt x="216683" y="108477"/>
                </a:lnTo>
                <a:lnTo>
                  <a:pt x="217352" y="108335"/>
                </a:lnTo>
                <a:lnTo>
                  <a:pt x="218015" y="108182"/>
                </a:lnTo>
                <a:lnTo>
                  <a:pt x="218671" y="108017"/>
                </a:lnTo>
                <a:lnTo>
                  <a:pt x="219321" y="107842"/>
                </a:lnTo>
                <a:lnTo>
                  <a:pt x="219965" y="107655"/>
                </a:lnTo>
                <a:lnTo>
                  <a:pt x="220602" y="107456"/>
                </a:lnTo>
                <a:lnTo>
                  <a:pt x="221234" y="107247"/>
                </a:lnTo>
                <a:lnTo>
                  <a:pt x="221859" y="107025"/>
                </a:lnTo>
                <a:lnTo>
                  <a:pt x="222477" y="106793"/>
                </a:lnTo>
                <a:lnTo>
                  <a:pt x="223090" y="106549"/>
                </a:lnTo>
                <a:lnTo>
                  <a:pt x="223696" y="106294"/>
                </a:lnTo>
                <a:lnTo>
                  <a:pt x="224296" y="106028"/>
                </a:lnTo>
                <a:lnTo>
                  <a:pt x="224888" y="105750"/>
                </a:lnTo>
                <a:lnTo>
                  <a:pt x="225470" y="105460"/>
                </a:lnTo>
                <a:lnTo>
                  <a:pt x="226042" y="105159"/>
                </a:lnTo>
                <a:lnTo>
                  <a:pt x="226604" y="104847"/>
                </a:lnTo>
                <a:lnTo>
                  <a:pt x="227156" y="104523"/>
                </a:lnTo>
                <a:lnTo>
                  <a:pt x="227698" y="104187"/>
                </a:lnTo>
                <a:lnTo>
                  <a:pt x="228230" y="103840"/>
                </a:lnTo>
                <a:lnTo>
                  <a:pt x="228752" y="103482"/>
                </a:lnTo>
                <a:lnTo>
                  <a:pt x="229263" y="103112"/>
                </a:lnTo>
                <a:lnTo>
                  <a:pt x="229765" y="102730"/>
                </a:lnTo>
                <a:lnTo>
                  <a:pt x="230257" y="102338"/>
                </a:lnTo>
                <a:lnTo>
                  <a:pt x="230739" y="101933"/>
                </a:lnTo>
                <a:lnTo>
                  <a:pt x="231211" y="101517"/>
                </a:lnTo>
                <a:lnTo>
                  <a:pt x="231673" y="101090"/>
                </a:lnTo>
                <a:lnTo>
                  <a:pt x="232125" y="100651"/>
                </a:lnTo>
                <a:lnTo>
                  <a:pt x="232566" y="100201"/>
                </a:lnTo>
                <a:lnTo>
                  <a:pt x="232998" y="99739"/>
                </a:lnTo>
                <a:lnTo>
                  <a:pt x="233420" y="99266"/>
                </a:lnTo>
                <a:lnTo>
                  <a:pt x="233832" y="98781"/>
                </a:lnTo>
                <a:lnTo>
                  <a:pt x="234234" y="98285"/>
                </a:lnTo>
                <a:lnTo>
                  <a:pt x="234626" y="97777"/>
                </a:lnTo>
                <a:lnTo>
                  <a:pt x="235007" y="97258"/>
                </a:lnTo>
                <a:lnTo>
                  <a:pt x="235379" y="96727"/>
                </a:lnTo>
                <a:lnTo>
                  <a:pt x="235741" y="96185"/>
                </a:lnTo>
                <a:lnTo>
                  <a:pt x="236091" y="95631"/>
                </a:lnTo>
                <a:lnTo>
                  <a:pt x="236426" y="95066"/>
                </a:lnTo>
                <a:lnTo>
                  <a:pt x="236747" y="94490"/>
                </a:lnTo>
                <a:lnTo>
                  <a:pt x="237054" y="93903"/>
                </a:lnTo>
                <a:lnTo>
                  <a:pt x="237346" y="93304"/>
                </a:lnTo>
                <a:lnTo>
                  <a:pt x="237624" y="92694"/>
                </a:lnTo>
                <a:lnTo>
                  <a:pt x="237888" y="92073"/>
                </a:lnTo>
                <a:lnTo>
                  <a:pt x="238138" y="91441"/>
                </a:lnTo>
                <a:lnTo>
                  <a:pt x="238373" y="90798"/>
                </a:lnTo>
                <a:lnTo>
                  <a:pt x="238594" y="90144"/>
                </a:lnTo>
                <a:lnTo>
                  <a:pt x="238800" y="89478"/>
                </a:lnTo>
                <a:lnTo>
                  <a:pt x="238992" y="88801"/>
                </a:lnTo>
                <a:lnTo>
                  <a:pt x="239170" y="88113"/>
                </a:lnTo>
                <a:lnTo>
                  <a:pt x="239334" y="87414"/>
                </a:lnTo>
                <a:lnTo>
                  <a:pt x="239483" y="86703"/>
                </a:lnTo>
                <a:lnTo>
                  <a:pt x="239618" y="85982"/>
                </a:lnTo>
                <a:lnTo>
                  <a:pt x="239739" y="85249"/>
                </a:lnTo>
                <a:lnTo>
                  <a:pt x="239845" y="84505"/>
                </a:lnTo>
                <a:lnTo>
                  <a:pt x="239937" y="83750"/>
                </a:lnTo>
                <a:lnTo>
                  <a:pt x="240015" y="82984"/>
                </a:lnTo>
                <a:lnTo>
                  <a:pt x="240079" y="82206"/>
                </a:lnTo>
                <a:lnTo>
                  <a:pt x="240128" y="81417"/>
                </a:lnTo>
                <a:lnTo>
                  <a:pt x="240162" y="80617"/>
                </a:lnTo>
                <a:lnTo>
                  <a:pt x="240183" y="79806"/>
                </a:lnTo>
                <a:lnTo>
                  <a:pt x="227058" y="79806"/>
                </a:lnTo>
                <a:lnTo>
                  <a:pt x="227029" y="80566"/>
                </a:lnTo>
                <a:lnTo>
                  <a:pt x="226983" y="81309"/>
                </a:lnTo>
                <a:lnTo>
                  <a:pt x="226920" y="82038"/>
                </a:lnTo>
                <a:lnTo>
                  <a:pt x="226840" y="82750"/>
                </a:lnTo>
                <a:lnTo>
                  <a:pt x="226742" y="83447"/>
                </a:lnTo>
                <a:lnTo>
                  <a:pt x="226627" y="84129"/>
                </a:lnTo>
                <a:lnTo>
                  <a:pt x="226495" y="84795"/>
                </a:lnTo>
                <a:lnTo>
                  <a:pt x="226346" y="85446"/>
                </a:lnTo>
                <a:lnTo>
                  <a:pt x="226180" y="86081"/>
                </a:lnTo>
                <a:lnTo>
                  <a:pt x="225996" y="86700"/>
                </a:lnTo>
                <a:lnTo>
                  <a:pt x="225795" y="87304"/>
                </a:lnTo>
                <a:lnTo>
                  <a:pt x="225577" y="87893"/>
                </a:lnTo>
                <a:lnTo>
                  <a:pt x="225342" y="88466"/>
                </a:lnTo>
                <a:lnTo>
                  <a:pt x="225089" y="89023"/>
                </a:lnTo>
                <a:lnTo>
                  <a:pt x="224819" y="89565"/>
                </a:lnTo>
                <a:lnTo>
                  <a:pt x="224532" y="90091"/>
                </a:lnTo>
                <a:lnTo>
                  <a:pt x="224228" y="90602"/>
                </a:lnTo>
                <a:lnTo>
                  <a:pt x="223906" y="91098"/>
                </a:lnTo>
                <a:lnTo>
                  <a:pt x="223567" y="91577"/>
                </a:lnTo>
                <a:lnTo>
                  <a:pt x="223211" y="92042"/>
                </a:lnTo>
                <a:lnTo>
                  <a:pt x="222838" y="92490"/>
                </a:lnTo>
                <a:lnTo>
                  <a:pt x="222448" y="92924"/>
                </a:lnTo>
                <a:lnTo>
                  <a:pt x="222040" y="93341"/>
                </a:lnTo>
                <a:lnTo>
                  <a:pt x="221615" y="93743"/>
                </a:lnTo>
                <a:lnTo>
                  <a:pt x="221177" y="94129"/>
                </a:lnTo>
                <a:lnTo>
                  <a:pt x="220729" y="94499"/>
                </a:lnTo>
                <a:lnTo>
                  <a:pt x="220271" y="94852"/>
                </a:lnTo>
                <a:lnTo>
                  <a:pt x="219803" y="95189"/>
                </a:lnTo>
                <a:lnTo>
                  <a:pt x="219326" y="95510"/>
                </a:lnTo>
                <a:lnTo>
                  <a:pt x="218839" y="95814"/>
                </a:lnTo>
                <a:lnTo>
                  <a:pt x="218342" y="96101"/>
                </a:lnTo>
                <a:lnTo>
                  <a:pt x="217836" y="96372"/>
                </a:lnTo>
                <a:lnTo>
                  <a:pt x="217320" y="96627"/>
                </a:lnTo>
                <a:lnTo>
                  <a:pt x="216794" y="96865"/>
                </a:lnTo>
                <a:lnTo>
                  <a:pt x="216258" y="97087"/>
                </a:lnTo>
                <a:lnTo>
                  <a:pt x="215713" y="97293"/>
                </a:lnTo>
                <a:lnTo>
                  <a:pt x="215158" y="97482"/>
                </a:lnTo>
                <a:lnTo>
                  <a:pt x="214593" y="97654"/>
                </a:lnTo>
                <a:lnTo>
                  <a:pt x="214018" y="97810"/>
                </a:lnTo>
                <a:lnTo>
                  <a:pt x="213434" y="97950"/>
                </a:lnTo>
                <a:lnTo>
                  <a:pt x="212840" y="98073"/>
                </a:lnTo>
                <a:lnTo>
                  <a:pt x="212236" y="98180"/>
                </a:lnTo>
                <a:lnTo>
                  <a:pt x="211623" y="98270"/>
                </a:lnTo>
                <a:lnTo>
                  <a:pt x="211000" y="98344"/>
                </a:lnTo>
                <a:lnTo>
                  <a:pt x="210367" y="98402"/>
                </a:lnTo>
                <a:lnTo>
                  <a:pt x="209724" y="98443"/>
                </a:lnTo>
                <a:lnTo>
                  <a:pt x="209072" y="98468"/>
                </a:lnTo>
                <a:lnTo>
                  <a:pt x="208410" y="98476"/>
                </a:lnTo>
                <a:lnTo>
                  <a:pt x="207820" y="98469"/>
                </a:lnTo>
                <a:lnTo>
                  <a:pt x="207239" y="98450"/>
                </a:lnTo>
                <a:lnTo>
                  <a:pt x="206665" y="98419"/>
                </a:lnTo>
                <a:lnTo>
                  <a:pt x="206100" y="98375"/>
                </a:lnTo>
                <a:lnTo>
                  <a:pt x="205543" y="98318"/>
                </a:lnTo>
                <a:lnTo>
                  <a:pt x="204993" y="98248"/>
                </a:lnTo>
                <a:lnTo>
                  <a:pt x="204452" y="98166"/>
                </a:lnTo>
                <a:lnTo>
                  <a:pt x="203919" y="98071"/>
                </a:lnTo>
                <a:lnTo>
                  <a:pt x="203394" y="97963"/>
                </a:lnTo>
                <a:lnTo>
                  <a:pt x="202877" y="97843"/>
                </a:lnTo>
                <a:lnTo>
                  <a:pt x="202368" y="97710"/>
                </a:lnTo>
                <a:lnTo>
                  <a:pt x="201867" y="97564"/>
                </a:lnTo>
                <a:lnTo>
                  <a:pt x="201374" y="97406"/>
                </a:lnTo>
                <a:lnTo>
                  <a:pt x="200889" y="97235"/>
                </a:lnTo>
                <a:lnTo>
                  <a:pt x="200413" y="97052"/>
                </a:lnTo>
                <a:lnTo>
                  <a:pt x="199944" y="96855"/>
                </a:lnTo>
                <a:lnTo>
                  <a:pt x="199483" y="96647"/>
                </a:lnTo>
                <a:lnTo>
                  <a:pt x="199031" y="96425"/>
                </a:lnTo>
                <a:lnTo>
                  <a:pt x="198586" y="96191"/>
                </a:lnTo>
                <a:lnTo>
                  <a:pt x="198150" y="95944"/>
                </a:lnTo>
                <a:lnTo>
                  <a:pt x="197722" y="95685"/>
                </a:lnTo>
                <a:lnTo>
                  <a:pt x="197301" y="95412"/>
                </a:lnTo>
                <a:lnTo>
                  <a:pt x="196889" y="95128"/>
                </a:lnTo>
                <a:lnTo>
                  <a:pt x="196485" y="94830"/>
                </a:lnTo>
                <a:lnTo>
                  <a:pt x="196089" y="94520"/>
                </a:lnTo>
                <a:lnTo>
                  <a:pt x="195701" y="94199"/>
                </a:lnTo>
                <a:lnTo>
                  <a:pt x="195322" y="93866"/>
                </a:lnTo>
                <a:lnTo>
                  <a:pt x="194951" y="93522"/>
                </a:lnTo>
                <a:lnTo>
                  <a:pt x="194588" y="93166"/>
                </a:lnTo>
                <a:lnTo>
                  <a:pt x="194234" y="92799"/>
                </a:lnTo>
                <a:lnTo>
                  <a:pt x="193888" y="92421"/>
                </a:lnTo>
                <a:lnTo>
                  <a:pt x="193550" y="92031"/>
                </a:lnTo>
                <a:lnTo>
                  <a:pt x="193221" y="91629"/>
                </a:lnTo>
                <a:lnTo>
                  <a:pt x="192900" y="91216"/>
                </a:lnTo>
                <a:lnTo>
                  <a:pt x="192587" y="90791"/>
                </a:lnTo>
                <a:lnTo>
                  <a:pt x="192283" y="90355"/>
                </a:lnTo>
                <a:lnTo>
                  <a:pt x="191987" y="89908"/>
                </a:lnTo>
                <a:lnTo>
                  <a:pt x="191700" y="89449"/>
                </a:lnTo>
                <a:lnTo>
                  <a:pt x="191420" y="88979"/>
                </a:lnTo>
                <a:lnTo>
                  <a:pt x="191149" y="88497"/>
                </a:lnTo>
                <a:lnTo>
                  <a:pt x="190887" y="88003"/>
                </a:lnTo>
                <a:lnTo>
                  <a:pt x="190632" y="87498"/>
                </a:lnTo>
                <a:lnTo>
                  <a:pt x="190386" y="86982"/>
                </a:lnTo>
                <a:lnTo>
                  <a:pt x="190149" y="86454"/>
                </a:lnTo>
                <a:lnTo>
                  <a:pt x="189920" y="85915"/>
                </a:lnTo>
                <a:lnTo>
                  <a:pt x="189699" y="85364"/>
                </a:lnTo>
                <a:lnTo>
                  <a:pt x="189486" y="84802"/>
                </a:lnTo>
                <a:lnTo>
                  <a:pt x="189282" y="84228"/>
                </a:lnTo>
                <a:lnTo>
                  <a:pt x="189086" y="83644"/>
                </a:lnTo>
                <a:lnTo>
                  <a:pt x="188898" y="83049"/>
                </a:lnTo>
                <a:lnTo>
                  <a:pt x="188719" y="82445"/>
                </a:lnTo>
                <a:lnTo>
                  <a:pt x="188548" y="81830"/>
                </a:lnTo>
                <a:lnTo>
                  <a:pt x="188386" y="81206"/>
                </a:lnTo>
                <a:lnTo>
                  <a:pt x="188231" y="80571"/>
                </a:lnTo>
                <a:lnTo>
                  <a:pt x="188086" y="79927"/>
                </a:lnTo>
                <a:lnTo>
                  <a:pt x="187948" y="79272"/>
                </a:lnTo>
                <a:lnTo>
                  <a:pt x="187819" y="78608"/>
                </a:lnTo>
                <a:lnTo>
                  <a:pt x="187698" y="77933"/>
                </a:lnTo>
                <a:lnTo>
                  <a:pt x="187585" y="77249"/>
                </a:lnTo>
                <a:lnTo>
                  <a:pt x="187481" y="76554"/>
                </a:lnTo>
                <a:lnTo>
                  <a:pt x="187385" y="75850"/>
                </a:lnTo>
                <a:lnTo>
                  <a:pt x="187298" y="75135"/>
                </a:lnTo>
                <a:lnTo>
                  <a:pt x="187219" y="74411"/>
                </a:lnTo>
                <a:lnTo>
                  <a:pt x="187148" y="73676"/>
                </a:lnTo>
                <a:lnTo>
                  <a:pt x="187085" y="72931"/>
                </a:lnTo>
                <a:lnTo>
                  <a:pt x="187031" y="72177"/>
                </a:lnTo>
                <a:lnTo>
                  <a:pt x="186985" y="71412"/>
                </a:lnTo>
                <a:lnTo>
                  <a:pt x="186948" y="70638"/>
                </a:lnTo>
                <a:lnTo>
                  <a:pt x="186918" y="69853"/>
                </a:lnTo>
                <a:lnTo>
                  <a:pt x="186898" y="69058"/>
                </a:lnTo>
                <a:lnTo>
                  <a:pt x="186885" y="68254"/>
                </a:lnTo>
                <a:lnTo>
                  <a:pt x="186881" y="67439"/>
                </a:lnTo>
                <a:lnTo>
                  <a:pt x="186890" y="66207"/>
                </a:lnTo>
                <a:lnTo>
                  <a:pt x="186919" y="64998"/>
                </a:lnTo>
                <a:lnTo>
                  <a:pt x="186966" y="63812"/>
                </a:lnTo>
                <a:lnTo>
                  <a:pt x="187032" y="62649"/>
                </a:lnTo>
                <a:lnTo>
                  <a:pt x="187117" y="61509"/>
                </a:lnTo>
                <a:lnTo>
                  <a:pt x="187221" y="60392"/>
                </a:lnTo>
                <a:lnTo>
                  <a:pt x="187344" y="59299"/>
                </a:lnTo>
                <a:lnTo>
                  <a:pt x="187486" y="58228"/>
                </a:lnTo>
                <a:lnTo>
                  <a:pt x="187646" y="57181"/>
                </a:lnTo>
                <a:lnTo>
                  <a:pt x="187826" y="56157"/>
                </a:lnTo>
                <a:lnTo>
                  <a:pt x="188024" y="55156"/>
                </a:lnTo>
                <a:lnTo>
                  <a:pt x="188241" y="54178"/>
                </a:lnTo>
                <a:lnTo>
                  <a:pt x="188478" y="53223"/>
                </a:lnTo>
                <a:lnTo>
                  <a:pt x="188733" y="52291"/>
                </a:lnTo>
                <a:lnTo>
                  <a:pt x="189007" y="51382"/>
                </a:lnTo>
                <a:lnTo>
                  <a:pt x="189300" y="50497"/>
                </a:lnTo>
                <a:lnTo>
                  <a:pt x="189611" y="49634"/>
                </a:lnTo>
                <a:lnTo>
                  <a:pt x="189942" y="48795"/>
                </a:lnTo>
                <a:lnTo>
                  <a:pt x="190292" y="47979"/>
                </a:lnTo>
                <a:lnTo>
                  <a:pt x="190660" y="47186"/>
                </a:lnTo>
                <a:lnTo>
                  <a:pt x="191048" y="46416"/>
                </a:lnTo>
                <a:lnTo>
                  <a:pt x="191454" y="45669"/>
                </a:lnTo>
                <a:lnTo>
                  <a:pt x="191879" y="44946"/>
                </a:lnTo>
                <a:lnTo>
                  <a:pt x="192323" y="44245"/>
                </a:lnTo>
                <a:lnTo>
                  <a:pt x="192786" y="43570"/>
                </a:lnTo>
                <a:lnTo>
                  <a:pt x="193266" y="42924"/>
                </a:lnTo>
                <a:lnTo>
                  <a:pt x="193765" y="42307"/>
                </a:lnTo>
                <a:lnTo>
                  <a:pt x="194282" y="41719"/>
                </a:lnTo>
                <a:lnTo>
                  <a:pt x="194817" y="41159"/>
                </a:lnTo>
                <a:lnTo>
                  <a:pt x="195369" y="40628"/>
                </a:lnTo>
                <a:lnTo>
                  <a:pt x="195940" y="40125"/>
                </a:lnTo>
                <a:lnTo>
                  <a:pt x="196529" y="39652"/>
                </a:lnTo>
                <a:lnTo>
                  <a:pt x="197136" y="39207"/>
                </a:lnTo>
                <a:lnTo>
                  <a:pt x="197761" y="38790"/>
                </a:lnTo>
                <a:lnTo>
                  <a:pt x="198405" y="38403"/>
                </a:lnTo>
                <a:lnTo>
                  <a:pt x="199066" y="38044"/>
                </a:lnTo>
                <a:lnTo>
                  <a:pt x="199745" y="37714"/>
                </a:lnTo>
                <a:lnTo>
                  <a:pt x="200443" y="37412"/>
                </a:lnTo>
                <a:lnTo>
                  <a:pt x="201158" y="37140"/>
                </a:lnTo>
                <a:lnTo>
                  <a:pt x="201892" y="36896"/>
                </a:lnTo>
                <a:lnTo>
                  <a:pt x="202643" y="36680"/>
                </a:lnTo>
                <a:lnTo>
                  <a:pt x="203413" y="36494"/>
                </a:lnTo>
                <a:lnTo>
                  <a:pt x="204200" y="36336"/>
                </a:lnTo>
                <a:lnTo>
                  <a:pt x="205006" y="36207"/>
                </a:lnTo>
                <a:lnTo>
                  <a:pt x="205830" y="36106"/>
                </a:lnTo>
                <a:lnTo>
                  <a:pt x="206672" y="36034"/>
                </a:lnTo>
                <a:lnTo>
                  <a:pt x="207532" y="35991"/>
                </a:lnTo>
                <a:lnTo>
                  <a:pt x="208410" y="35977"/>
                </a:lnTo>
                <a:lnTo>
                  <a:pt x="209058" y="35985"/>
                </a:lnTo>
                <a:lnTo>
                  <a:pt x="209696" y="36009"/>
                </a:lnTo>
                <a:lnTo>
                  <a:pt x="210324" y="36050"/>
                </a:lnTo>
                <a:lnTo>
                  <a:pt x="210941" y="36106"/>
                </a:lnTo>
                <a:lnTo>
                  <a:pt x="211548" y="36179"/>
                </a:lnTo>
                <a:lnTo>
                  <a:pt x="212144" y="36268"/>
                </a:lnTo>
                <a:lnTo>
                  <a:pt x="212730" y="36372"/>
                </a:lnTo>
                <a:lnTo>
                  <a:pt x="213305" y="36494"/>
                </a:lnTo>
                <a:lnTo>
                  <a:pt x="213870" y="36631"/>
                </a:lnTo>
                <a:lnTo>
                  <a:pt x="214425" y="36784"/>
                </a:lnTo>
                <a:lnTo>
                  <a:pt x="214969" y="36954"/>
                </a:lnTo>
                <a:lnTo>
                  <a:pt x="215503" y="37139"/>
                </a:lnTo>
                <a:lnTo>
                  <a:pt x="216026" y="37341"/>
                </a:lnTo>
                <a:lnTo>
                  <a:pt x="216539" y="37559"/>
                </a:lnTo>
                <a:lnTo>
                  <a:pt x="217041" y="37793"/>
                </a:lnTo>
                <a:lnTo>
                  <a:pt x="217534" y="38044"/>
                </a:lnTo>
                <a:lnTo>
                  <a:pt x="218015" y="38310"/>
                </a:lnTo>
                <a:lnTo>
                  <a:pt x="218486" y="38592"/>
                </a:lnTo>
                <a:lnTo>
                  <a:pt x="218947" y="38891"/>
                </a:lnTo>
                <a:lnTo>
                  <a:pt x="219398" y="39206"/>
                </a:lnTo>
                <a:lnTo>
                  <a:pt x="219838" y="39537"/>
                </a:lnTo>
                <a:lnTo>
                  <a:pt x="220267" y="39884"/>
                </a:lnTo>
                <a:lnTo>
                  <a:pt x="220686" y="40247"/>
                </a:lnTo>
                <a:lnTo>
                  <a:pt x="221095" y="40627"/>
                </a:lnTo>
                <a:lnTo>
                  <a:pt x="221491" y="41020"/>
                </a:lnTo>
                <a:lnTo>
                  <a:pt x="221872" y="41425"/>
                </a:lnTo>
                <a:lnTo>
                  <a:pt x="222239" y="41842"/>
                </a:lnTo>
                <a:lnTo>
                  <a:pt x="222590" y="42272"/>
                </a:lnTo>
                <a:lnTo>
                  <a:pt x="222927" y="42713"/>
                </a:lnTo>
                <a:lnTo>
                  <a:pt x="223248" y="43166"/>
                </a:lnTo>
                <a:lnTo>
                  <a:pt x="223555" y="43631"/>
                </a:lnTo>
                <a:lnTo>
                  <a:pt x="223847" y="44108"/>
                </a:lnTo>
                <a:lnTo>
                  <a:pt x="224124" y="44596"/>
                </a:lnTo>
                <a:lnTo>
                  <a:pt x="224387" y="45097"/>
                </a:lnTo>
                <a:lnTo>
                  <a:pt x="224634" y="45610"/>
                </a:lnTo>
                <a:lnTo>
                  <a:pt x="224867" y="46135"/>
                </a:lnTo>
                <a:lnTo>
                  <a:pt x="225084" y="46672"/>
                </a:lnTo>
                <a:lnTo>
                  <a:pt x="225287" y="47220"/>
                </a:lnTo>
                <a:lnTo>
                  <a:pt x="225475" y="47781"/>
                </a:lnTo>
                <a:lnTo>
                  <a:pt x="225648" y="48353"/>
                </a:lnTo>
                <a:lnTo>
                  <a:pt x="225806" y="48938"/>
                </a:lnTo>
                <a:lnTo>
                  <a:pt x="225950" y="49534"/>
                </a:lnTo>
                <a:lnTo>
                  <a:pt x="226078" y="50143"/>
                </a:lnTo>
                <a:lnTo>
                  <a:pt x="226192" y="50763"/>
                </a:lnTo>
                <a:lnTo>
                  <a:pt x="226290" y="51396"/>
                </a:lnTo>
                <a:lnTo>
                  <a:pt x="226374" y="52040"/>
                </a:lnTo>
                <a:lnTo>
                  <a:pt x="226443" y="52696"/>
                </a:lnTo>
                <a:lnTo>
                  <a:pt x="226497" y="53364"/>
                </a:lnTo>
                <a:lnTo>
                  <a:pt x="239703" y="53364"/>
                </a:lnTo>
                <a:lnTo>
                  <a:pt x="239669" y="52575"/>
                </a:lnTo>
                <a:lnTo>
                  <a:pt x="239622" y="51797"/>
                </a:lnTo>
                <a:lnTo>
                  <a:pt x="239562" y="51031"/>
                </a:lnTo>
                <a:lnTo>
                  <a:pt x="239488" y="50276"/>
                </a:lnTo>
                <a:lnTo>
                  <a:pt x="239401" y="49533"/>
                </a:lnTo>
                <a:lnTo>
                  <a:pt x="239300" y="48801"/>
                </a:lnTo>
                <a:lnTo>
                  <a:pt x="239186" y="48081"/>
                </a:lnTo>
                <a:lnTo>
                  <a:pt x="239058" y="47372"/>
                </a:lnTo>
                <a:lnTo>
                  <a:pt x="238917" y="46674"/>
                </a:lnTo>
                <a:lnTo>
                  <a:pt x="238762" y="45988"/>
                </a:lnTo>
                <a:lnTo>
                  <a:pt x="238594" y="45314"/>
                </a:lnTo>
                <a:lnTo>
                  <a:pt x="238412" y="44651"/>
                </a:lnTo>
                <a:lnTo>
                  <a:pt x="238217" y="43999"/>
                </a:lnTo>
                <a:lnTo>
                  <a:pt x="238008" y="43359"/>
                </a:lnTo>
                <a:lnTo>
                  <a:pt x="237786" y="42730"/>
                </a:lnTo>
                <a:lnTo>
                  <a:pt x="237551" y="42113"/>
                </a:lnTo>
                <a:lnTo>
                  <a:pt x="237302" y="41508"/>
                </a:lnTo>
                <a:lnTo>
                  <a:pt x="237039" y="40913"/>
                </a:lnTo>
                <a:lnTo>
                  <a:pt x="236763" y="40331"/>
                </a:lnTo>
                <a:lnTo>
                  <a:pt x="236474" y="39760"/>
                </a:lnTo>
                <a:lnTo>
                  <a:pt x="236171" y="39200"/>
                </a:lnTo>
                <a:lnTo>
                  <a:pt x="235854" y="38652"/>
                </a:lnTo>
                <a:lnTo>
                  <a:pt x="235524" y="38115"/>
                </a:lnTo>
                <a:lnTo>
                  <a:pt x="235181" y="37589"/>
                </a:lnTo>
                <a:lnTo>
                  <a:pt x="234826" y="37075"/>
                </a:lnTo>
                <a:lnTo>
                  <a:pt x="234461" y="36572"/>
                </a:lnTo>
                <a:lnTo>
                  <a:pt x="234087" y="36079"/>
                </a:lnTo>
                <a:lnTo>
                  <a:pt x="233702" y="35598"/>
                </a:lnTo>
                <a:lnTo>
                  <a:pt x="233309" y="35127"/>
                </a:lnTo>
                <a:lnTo>
                  <a:pt x="232905" y="34667"/>
                </a:lnTo>
                <a:lnTo>
                  <a:pt x="232492" y="34218"/>
                </a:lnTo>
                <a:lnTo>
                  <a:pt x="232068" y="33780"/>
                </a:lnTo>
                <a:lnTo>
                  <a:pt x="231636" y="33353"/>
                </a:lnTo>
                <a:lnTo>
                  <a:pt x="231193" y="32937"/>
                </a:lnTo>
                <a:lnTo>
                  <a:pt x="230741" y="32532"/>
                </a:lnTo>
                <a:lnTo>
                  <a:pt x="230279" y="32138"/>
                </a:lnTo>
                <a:lnTo>
                  <a:pt x="229807" y="31754"/>
                </a:lnTo>
                <a:lnTo>
                  <a:pt x="229326" y="31382"/>
                </a:lnTo>
                <a:lnTo>
                  <a:pt x="228835" y="31020"/>
                </a:lnTo>
                <a:lnTo>
                  <a:pt x="228334" y="30670"/>
                </a:lnTo>
                <a:lnTo>
                  <a:pt x="227823" y="30330"/>
                </a:lnTo>
                <a:lnTo>
                  <a:pt x="227303" y="30001"/>
                </a:lnTo>
                <a:lnTo>
                  <a:pt x="226773" y="29683"/>
                </a:lnTo>
                <a:lnTo>
                  <a:pt x="226233" y="29376"/>
                </a:lnTo>
                <a:lnTo>
                  <a:pt x="225683" y="29080"/>
                </a:lnTo>
                <a:lnTo>
                  <a:pt x="225124" y="28795"/>
                </a:lnTo>
                <a:lnTo>
                  <a:pt x="224555" y="28521"/>
                </a:lnTo>
                <a:lnTo>
                  <a:pt x="223976" y="28257"/>
                </a:lnTo>
                <a:lnTo>
                  <a:pt x="223390" y="28004"/>
                </a:lnTo>
                <a:lnTo>
                  <a:pt x="222797" y="27762"/>
                </a:lnTo>
                <a:lnTo>
                  <a:pt x="222197" y="27531"/>
                </a:lnTo>
                <a:lnTo>
                  <a:pt x="221592" y="27311"/>
                </a:lnTo>
                <a:lnTo>
                  <a:pt x="220980" y="27101"/>
                </a:lnTo>
                <a:lnTo>
                  <a:pt x="220362" y="26902"/>
                </a:lnTo>
                <a:lnTo>
                  <a:pt x="219738" y="26714"/>
                </a:lnTo>
                <a:lnTo>
                  <a:pt x="219108" y="26536"/>
                </a:lnTo>
                <a:lnTo>
                  <a:pt x="218471" y="26370"/>
                </a:lnTo>
                <a:lnTo>
                  <a:pt x="217828" y="26214"/>
                </a:lnTo>
                <a:lnTo>
                  <a:pt x="217179" y="26069"/>
                </a:lnTo>
                <a:lnTo>
                  <a:pt x="216523" y="25934"/>
                </a:lnTo>
                <a:lnTo>
                  <a:pt x="215861" y="25810"/>
                </a:lnTo>
                <a:lnTo>
                  <a:pt x="215193" y="25698"/>
                </a:lnTo>
                <a:lnTo>
                  <a:pt x="214519" y="25595"/>
                </a:lnTo>
                <a:lnTo>
                  <a:pt x="213839" y="25504"/>
                </a:lnTo>
                <a:lnTo>
                  <a:pt x="213152" y="25423"/>
                </a:lnTo>
                <a:lnTo>
                  <a:pt x="212459" y="25353"/>
                </a:lnTo>
                <a:lnTo>
                  <a:pt x="211760" y="25294"/>
                </a:lnTo>
                <a:lnTo>
                  <a:pt x="211054" y="25246"/>
                </a:lnTo>
                <a:lnTo>
                  <a:pt x="210342" y="25208"/>
                </a:lnTo>
                <a:lnTo>
                  <a:pt x="209624" y="25181"/>
                </a:lnTo>
                <a:lnTo>
                  <a:pt x="208900" y="25165"/>
                </a:lnTo>
                <a:lnTo>
                  <a:pt x="208170" y="25160"/>
                </a:lnTo>
                <a:lnTo>
                  <a:pt x="207301" y="25168"/>
                </a:lnTo>
                <a:lnTo>
                  <a:pt x="206440" y="25193"/>
                </a:lnTo>
                <a:lnTo>
                  <a:pt x="205589" y="25234"/>
                </a:lnTo>
                <a:lnTo>
                  <a:pt x="204747" y="25292"/>
                </a:lnTo>
                <a:lnTo>
                  <a:pt x="203914" y="25367"/>
                </a:lnTo>
                <a:lnTo>
                  <a:pt x="203090" y="25457"/>
                </a:lnTo>
                <a:lnTo>
                  <a:pt x="202275" y="25565"/>
                </a:lnTo>
                <a:lnTo>
                  <a:pt x="201469" y="25689"/>
                </a:lnTo>
                <a:lnTo>
                  <a:pt x="200672" y="25830"/>
                </a:lnTo>
                <a:lnTo>
                  <a:pt x="199884" y="25987"/>
                </a:lnTo>
                <a:lnTo>
                  <a:pt x="199105" y="26160"/>
                </a:lnTo>
                <a:lnTo>
                  <a:pt x="198336" y="26350"/>
                </a:lnTo>
                <a:lnTo>
                  <a:pt x="197575" y="26557"/>
                </a:lnTo>
                <a:lnTo>
                  <a:pt x="196823" y="26780"/>
                </a:lnTo>
                <a:lnTo>
                  <a:pt x="196080" y="27020"/>
                </a:lnTo>
                <a:lnTo>
                  <a:pt x="195347" y="27276"/>
                </a:lnTo>
                <a:lnTo>
                  <a:pt x="194622" y="27549"/>
                </a:lnTo>
                <a:lnTo>
                  <a:pt x="193906" y="27839"/>
                </a:lnTo>
                <a:lnTo>
                  <a:pt x="193200" y="28145"/>
                </a:lnTo>
                <a:lnTo>
                  <a:pt x="192502" y="28467"/>
                </a:lnTo>
                <a:lnTo>
                  <a:pt x="191814" y="28806"/>
                </a:lnTo>
                <a:lnTo>
                  <a:pt x="191134" y="29162"/>
                </a:lnTo>
                <a:lnTo>
                  <a:pt x="190464" y="29534"/>
                </a:lnTo>
                <a:lnTo>
                  <a:pt x="189802" y="29922"/>
                </a:lnTo>
                <a:lnTo>
                  <a:pt x="189151" y="30327"/>
                </a:lnTo>
                <a:lnTo>
                  <a:pt x="188512" y="30749"/>
                </a:lnTo>
                <a:lnTo>
                  <a:pt x="187886" y="31186"/>
                </a:lnTo>
                <a:lnTo>
                  <a:pt x="187271" y="31640"/>
                </a:lnTo>
                <a:lnTo>
                  <a:pt x="186668" y="32110"/>
                </a:lnTo>
                <a:lnTo>
                  <a:pt x="186078" y="32596"/>
                </a:lnTo>
                <a:lnTo>
                  <a:pt x="185500" y="33099"/>
                </a:lnTo>
                <a:lnTo>
                  <a:pt x="184933" y="33617"/>
                </a:lnTo>
                <a:lnTo>
                  <a:pt x="184379" y="34152"/>
                </a:lnTo>
                <a:lnTo>
                  <a:pt x="183837" y="34704"/>
                </a:lnTo>
                <a:lnTo>
                  <a:pt x="183307" y="35271"/>
                </a:lnTo>
                <a:lnTo>
                  <a:pt x="182789" y="35855"/>
                </a:lnTo>
                <a:lnTo>
                  <a:pt x="182283" y="36455"/>
                </a:lnTo>
                <a:lnTo>
                  <a:pt x="181790" y="37071"/>
                </a:lnTo>
                <a:lnTo>
                  <a:pt x="181308" y="37704"/>
                </a:lnTo>
                <a:lnTo>
                  <a:pt x="180838" y="38352"/>
                </a:lnTo>
                <a:lnTo>
                  <a:pt x="180381" y="39017"/>
                </a:lnTo>
                <a:lnTo>
                  <a:pt x="179935" y="39699"/>
                </a:lnTo>
                <a:lnTo>
                  <a:pt x="179502" y="40396"/>
                </a:lnTo>
                <a:lnTo>
                  <a:pt x="179081" y="41110"/>
                </a:lnTo>
                <a:lnTo>
                  <a:pt x="178672" y="41840"/>
                </a:lnTo>
                <a:lnTo>
                  <a:pt x="178275" y="42586"/>
                </a:lnTo>
                <a:lnTo>
                  <a:pt x="177890" y="43349"/>
                </a:lnTo>
                <a:lnTo>
                  <a:pt x="177517" y="44127"/>
                </a:lnTo>
                <a:lnTo>
                  <a:pt x="177158" y="44922"/>
                </a:lnTo>
                <a:lnTo>
                  <a:pt x="176814" y="45731"/>
                </a:lnTo>
                <a:lnTo>
                  <a:pt x="176485" y="46556"/>
                </a:lnTo>
                <a:lnTo>
                  <a:pt x="176172" y="47397"/>
                </a:lnTo>
                <a:lnTo>
                  <a:pt x="175874" y="48253"/>
                </a:lnTo>
                <a:lnTo>
                  <a:pt x="175591" y="49124"/>
                </a:lnTo>
                <a:lnTo>
                  <a:pt x="175324" y="50011"/>
                </a:lnTo>
                <a:lnTo>
                  <a:pt x="175072" y="50912"/>
                </a:lnTo>
                <a:lnTo>
                  <a:pt x="174835" y="51830"/>
                </a:lnTo>
                <a:lnTo>
                  <a:pt x="174613" y="52763"/>
                </a:lnTo>
                <a:lnTo>
                  <a:pt x="174407" y="53711"/>
                </a:lnTo>
                <a:lnTo>
                  <a:pt x="174216" y="54674"/>
                </a:lnTo>
                <a:lnTo>
                  <a:pt x="174040" y="55653"/>
                </a:lnTo>
                <a:lnTo>
                  <a:pt x="173879" y="56647"/>
                </a:lnTo>
                <a:lnTo>
                  <a:pt x="173734" y="57657"/>
                </a:lnTo>
                <a:lnTo>
                  <a:pt x="173604" y="58681"/>
                </a:lnTo>
                <a:lnTo>
                  <a:pt x="173490" y="59722"/>
                </a:lnTo>
                <a:lnTo>
                  <a:pt x="173390" y="60777"/>
                </a:lnTo>
                <a:lnTo>
                  <a:pt x="173306" y="61848"/>
                </a:lnTo>
                <a:lnTo>
                  <a:pt x="173237" y="62935"/>
                </a:lnTo>
                <a:lnTo>
                  <a:pt x="173184" y="64037"/>
                </a:lnTo>
                <a:lnTo>
                  <a:pt x="173146" y="65154"/>
                </a:lnTo>
                <a:lnTo>
                  <a:pt x="173123" y="66286"/>
                </a:lnTo>
                <a:lnTo>
                  <a:pt x="173115" y="67434"/>
                </a:lnTo>
                <a:lnTo>
                  <a:pt x="173123" y="68582"/>
                </a:lnTo>
                <a:lnTo>
                  <a:pt x="173146" y="69714"/>
                </a:lnTo>
                <a:lnTo>
                  <a:pt x="173185" y="70830"/>
                </a:lnTo>
                <a:lnTo>
                  <a:pt x="173240" y="71931"/>
                </a:lnTo>
                <a:lnTo>
                  <a:pt x="173310" y="73016"/>
                </a:lnTo>
                <a:lnTo>
                  <a:pt x="173395" y="74084"/>
                </a:lnTo>
                <a:lnTo>
                  <a:pt x="173496" y="75137"/>
                </a:lnTo>
                <a:lnTo>
                  <a:pt x="173613" y="76175"/>
                </a:lnTo>
                <a:lnTo>
                  <a:pt x="173745" y="77196"/>
                </a:lnTo>
                <a:lnTo>
                  <a:pt x="173893" y="78202"/>
                </a:lnTo>
                <a:lnTo>
                  <a:pt x="174057" y="79192"/>
                </a:lnTo>
                <a:lnTo>
                  <a:pt x="174236" y="80166"/>
                </a:lnTo>
                <a:lnTo>
                  <a:pt x="174430" y="81124"/>
                </a:lnTo>
                <a:lnTo>
                  <a:pt x="174640" y="82066"/>
                </a:lnTo>
                <a:lnTo>
                  <a:pt x="174866" y="82993"/>
                </a:lnTo>
                <a:lnTo>
                  <a:pt x="175107" y="83904"/>
                </a:lnTo>
                <a:lnTo>
                  <a:pt x="175364" y="84799"/>
                </a:lnTo>
                <a:lnTo>
                  <a:pt x="175636" y="85678"/>
                </a:lnTo>
                <a:lnTo>
                  <a:pt x="175924" y="86541"/>
                </a:lnTo>
                <a:lnTo>
                  <a:pt x="176228" y="87389"/>
                </a:lnTo>
                <a:lnTo>
                  <a:pt x="176547" y="88220"/>
                </a:lnTo>
                <a:lnTo>
                  <a:pt x="176881" y="89036"/>
                </a:lnTo>
                <a:lnTo>
                  <a:pt x="177231" y="89837"/>
                </a:lnTo>
                <a:lnTo>
                  <a:pt x="177597" y="90621"/>
                </a:lnTo>
                <a:lnTo>
                  <a:pt x="177976" y="91389"/>
                </a:lnTo>
                <a:lnTo>
                  <a:pt x="178368" y="92141"/>
                </a:lnTo>
                <a:lnTo>
                  <a:pt x="178771" y="92877"/>
                </a:lnTo>
                <a:lnTo>
                  <a:pt x="179187" y="93597"/>
                </a:lnTo>
                <a:lnTo>
                  <a:pt x="179614" y="94301"/>
                </a:lnTo>
                <a:lnTo>
                  <a:pt x="180053" y="94989"/>
                </a:lnTo>
                <a:lnTo>
                  <a:pt x="180504" y="95660"/>
                </a:lnTo>
                <a:lnTo>
                  <a:pt x="180967" y="96316"/>
                </a:lnTo>
                <a:lnTo>
                  <a:pt x="181442" y="96955"/>
                </a:lnTo>
                <a:lnTo>
                  <a:pt x="181929" y="97578"/>
                </a:lnTo>
                <a:lnTo>
                  <a:pt x="182428" y="98186"/>
                </a:lnTo>
                <a:lnTo>
                  <a:pt x="182939" y="98777"/>
                </a:lnTo>
                <a:lnTo>
                  <a:pt x="183462" y="99352"/>
                </a:lnTo>
                <a:lnTo>
                  <a:pt x="183997" y="99911"/>
                </a:lnTo>
                <a:lnTo>
                  <a:pt x="184544" y="100454"/>
                </a:lnTo>
                <a:lnTo>
                  <a:pt x="185102" y="100981"/>
                </a:lnTo>
                <a:lnTo>
                  <a:pt x="185673" y="101491"/>
                </a:lnTo>
                <a:lnTo>
                  <a:pt x="186256" y="101986"/>
                </a:lnTo>
                <a:lnTo>
                  <a:pt x="186850" y="102464"/>
                </a:lnTo>
                <a:lnTo>
                  <a:pt x="187457" y="102927"/>
                </a:lnTo>
                <a:lnTo>
                  <a:pt x="188075" y="103373"/>
                </a:lnTo>
                <a:lnTo>
                  <a:pt x="188706" y="103803"/>
                </a:lnTo>
                <a:lnTo>
                  <a:pt x="189348" y="104217"/>
                </a:lnTo>
                <a:lnTo>
                  <a:pt x="190002" y="104616"/>
                </a:lnTo>
                <a:lnTo>
                  <a:pt x="190666" y="104997"/>
                </a:lnTo>
                <a:lnTo>
                  <a:pt x="191339" y="105363"/>
                </a:lnTo>
                <a:lnTo>
                  <a:pt x="192019" y="105712"/>
                </a:lnTo>
                <a:lnTo>
                  <a:pt x="192708" y="106045"/>
                </a:lnTo>
                <a:lnTo>
                  <a:pt x="193404" y="106361"/>
                </a:lnTo>
                <a:lnTo>
                  <a:pt x="194109" y="106662"/>
                </a:lnTo>
                <a:lnTo>
                  <a:pt x="194822" y="106946"/>
                </a:lnTo>
                <a:lnTo>
                  <a:pt x="195542" y="107214"/>
                </a:lnTo>
                <a:lnTo>
                  <a:pt x="196271" y="107466"/>
                </a:lnTo>
                <a:lnTo>
                  <a:pt x="197008" y="107701"/>
                </a:lnTo>
                <a:lnTo>
                  <a:pt x="197753" y="107921"/>
                </a:lnTo>
                <a:lnTo>
                  <a:pt x="198506" y="108124"/>
                </a:lnTo>
                <a:lnTo>
                  <a:pt x="199267" y="108310"/>
                </a:lnTo>
                <a:lnTo>
                  <a:pt x="200036" y="108481"/>
                </a:lnTo>
                <a:lnTo>
                  <a:pt x="200813" y="108635"/>
                </a:lnTo>
                <a:lnTo>
                  <a:pt x="201598" y="108773"/>
                </a:lnTo>
                <a:lnTo>
                  <a:pt x="202391" y="108895"/>
                </a:lnTo>
                <a:lnTo>
                  <a:pt x="203193" y="109001"/>
                </a:lnTo>
                <a:lnTo>
                  <a:pt x="204002" y="109090"/>
                </a:lnTo>
                <a:lnTo>
                  <a:pt x="204819" y="109163"/>
                </a:lnTo>
                <a:lnTo>
                  <a:pt x="205645" y="109220"/>
                </a:lnTo>
                <a:lnTo>
                  <a:pt x="206478" y="109260"/>
                </a:lnTo>
                <a:lnTo>
                  <a:pt x="207320" y="109285"/>
                </a:lnTo>
                <a:lnTo>
                  <a:pt x="208170" y="109293"/>
                </a:lnTo>
                <a:lnTo>
                  <a:pt x="208914" y="109287"/>
                </a:lnTo>
                <a:lnTo>
                  <a:pt x="209651" y="109270"/>
                </a:lnTo>
                <a:lnTo>
                  <a:pt x="210382" y="109242"/>
                </a:lnTo>
                <a:close/>
                <a:moveTo>
                  <a:pt x="485187" y="109199"/>
                </a:moveTo>
                <a:lnTo>
                  <a:pt x="485946" y="109147"/>
                </a:lnTo>
                <a:lnTo>
                  <a:pt x="486696" y="109082"/>
                </a:lnTo>
                <a:lnTo>
                  <a:pt x="487437" y="109006"/>
                </a:lnTo>
                <a:lnTo>
                  <a:pt x="488168" y="108918"/>
                </a:lnTo>
                <a:lnTo>
                  <a:pt x="488891" y="108819"/>
                </a:lnTo>
                <a:lnTo>
                  <a:pt x="489604" y="108707"/>
                </a:lnTo>
                <a:lnTo>
                  <a:pt x="490308" y="108584"/>
                </a:lnTo>
                <a:lnTo>
                  <a:pt x="491003" y="108450"/>
                </a:lnTo>
                <a:lnTo>
                  <a:pt x="491688" y="108303"/>
                </a:lnTo>
                <a:lnTo>
                  <a:pt x="492365" y="108145"/>
                </a:lnTo>
                <a:lnTo>
                  <a:pt x="493032" y="107975"/>
                </a:lnTo>
                <a:lnTo>
                  <a:pt x="493690" y="107794"/>
                </a:lnTo>
                <a:lnTo>
                  <a:pt x="494339" y="107601"/>
                </a:lnTo>
                <a:lnTo>
                  <a:pt x="494979" y="107396"/>
                </a:lnTo>
                <a:lnTo>
                  <a:pt x="495610" y="107179"/>
                </a:lnTo>
                <a:lnTo>
                  <a:pt x="496232" y="106951"/>
                </a:lnTo>
                <a:lnTo>
                  <a:pt x="496844" y="106711"/>
                </a:lnTo>
                <a:lnTo>
                  <a:pt x="497447" y="106459"/>
                </a:lnTo>
                <a:lnTo>
                  <a:pt x="498041" y="106195"/>
                </a:lnTo>
                <a:lnTo>
                  <a:pt x="498626" y="105920"/>
                </a:lnTo>
                <a:lnTo>
                  <a:pt x="499201" y="105634"/>
                </a:lnTo>
                <a:lnTo>
                  <a:pt x="499765" y="105338"/>
                </a:lnTo>
                <a:lnTo>
                  <a:pt x="500318" y="105032"/>
                </a:lnTo>
                <a:lnTo>
                  <a:pt x="500861" y="104716"/>
                </a:lnTo>
                <a:lnTo>
                  <a:pt x="501393" y="104391"/>
                </a:lnTo>
                <a:lnTo>
                  <a:pt x="501915" y="104056"/>
                </a:lnTo>
                <a:lnTo>
                  <a:pt x="502425" y="103710"/>
                </a:lnTo>
                <a:lnTo>
                  <a:pt x="502925" y="103355"/>
                </a:lnTo>
                <a:lnTo>
                  <a:pt x="503415" y="102991"/>
                </a:lnTo>
                <a:lnTo>
                  <a:pt x="503893" y="102616"/>
                </a:lnTo>
                <a:lnTo>
                  <a:pt x="504361" y="102232"/>
                </a:lnTo>
                <a:lnTo>
                  <a:pt x="504818" y="101837"/>
                </a:lnTo>
                <a:lnTo>
                  <a:pt x="505265" y="101433"/>
                </a:lnTo>
                <a:lnTo>
                  <a:pt x="505701" y="101019"/>
                </a:lnTo>
                <a:lnTo>
                  <a:pt x="506126" y="100596"/>
                </a:lnTo>
                <a:lnTo>
                  <a:pt x="506540" y="100162"/>
                </a:lnTo>
                <a:lnTo>
                  <a:pt x="506944" y="99719"/>
                </a:lnTo>
                <a:lnTo>
                  <a:pt x="507337" y="99265"/>
                </a:lnTo>
                <a:lnTo>
                  <a:pt x="507719" y="98802"/>
                </a:lnTo>
                <a:lnTo>
                  <a:pt x="508091" y="98330"/>
                </a:lnTo>
                <a:lnTo>
                  <a:pt x="508452" y="97847"/>
                </a:lnTo>
                <a:lnTo>
                  <a:pt x="508802" y="97354"/>
                </a:lnTo>
                <a:lnTo>
                  <a:pt x="509142" y="96852"/>
                </a:lnTo>
                <a:lnTo>
                  <a:pt x="509470" y="96340"/>
                </a:lnTo>
                <a:lnTo>
                  <a:pt x="509787" y="95819"/>
                </a:lnTo>
                <a:lnTo>
                  <a:pt x="510092" y="95289"/>
                </a:lnTo>
                <a:lnTo>
                  <a:pt x="510384" y="94751"/>
                </a:lnTo>
                <a:lnTo>
                  <a:pt x="510663" y="94205"/>
                </a:lnTo>
                <a:lnTo>
                  <a:pt x="510930" y="93651"/>
                </a:lnTo>
                <a:lnTo>
                  <a:pt x="511184" y="93088"/>
                </a:lnTo>
                <a:lnTo>
                  <a:pt x="511425" y="92517"/>
                </a:lnTo>
                <a:lnTo>
                  <a:pt x="511653" y="91938"/>
                </a:lnTo>
                <a:lnTo>
                  <a:pt x="511869" y="91351"/>
                </a:lnTo>
                <a:lnTo>
                  <a:pt x="512073" y="90755"/>
                </a:lnTo>
                <a:lnTo>
                  <a:pt x="512264" y="90151"/>
                </a:lnTo>
                <a:lnTo>
                  <a:pt x="512442" y="89539"/>
                </a:lnTo>
                <a:lnTo>
                  <a:pt x="512607" y="88919"/>
                </a:lnTo>
                <a:lnTo>
                  <a:pt x="512760" y="88290"/>
                </a:lnTo>
                <a:lnTo>
                  <a:pt x="512900" y="87654"/>
                </a:lnTo>
                <a:lnTo>
                  <a:pt x="513027" y="87008"/>
                </a:lnTo>
                <a:lnTo>
                  <a:pt x="513142" y="86355"/>
                </a:lnTo>
                <a:lnTo>
                  <a:pt x="513244" y="85694"/>
                </a:lnTo>
                <a:lnTo>
                  <a:pt x="513334" y="85024"/>
                </a:lnTo>
                <a:lnTo>
                  <a:pt x="513411" y="84346"/>
                </a:lnTo>
                <a:lnTo>
                  <a:pt x="513475" y="83660"/>
                </a:lnTo>
                <a:lnTo>
                  <a:pt x="513527" y="82965"/>
                </a:lnTo>
                <a:lnTo>
                  <a:pt x="513566" y="82262"/>
                </a:lnTo>
                <a:lnTo>
                  <a:pt x="513592" y="81552"/>
                </a:lnTo>
                <a:lnTo>
                  <a:pt x="500387" y="81552"/>
                </a:lnTo>
                <a:lnTo>
                  <a:pt x="500359" y="82248"/>
                </a:lnTo>
                <a:lnTo>
                  <a:pt x="500315" y="82932"/>
                </a:lnTo>
                <a:lnTo>
                  <a:pt x="500256" y="83601"/>
                </a:lnTo>
                <a:lnTo>
                  <a:pt x="500181" y="84257"/>
                </a:lnTo>
                <a:lnTo>
                  <a:pt x="500090" y="84898"/>
                </a:lnTo>
                <a:lnTo>
                  <a:pt x="499984" y="85527"/>
                </a:lnTo>
                <a:lnTo>
                  <a:pt x="499862" y="86141"/>
                </a:lnTo>
                <a:lnTo>
                  <a:pt x="499724" y="86741"/>
                </a:lnTo>
                <a:lnTo>
                  <a:pt x="499571" y="87328"/>
                </a:lnTo>
                <a:lnTo>
                  <a:pt x="499401" y="87901"/>
                </a:lnTo>
                <a:lnTo>
                  <a:pt x="499217" y="88460"/>
                </a:lnTo>
                <a:lnTo>
                  <a:pt x="499016" y="89006"/>
                </a:lnTo>
                <a:lnTo>
                  <a:pt x="498800" y="89537"/>
                </a:lnTo>
                <a:lnTo>
                  <a:pt x="498568" y="90055"/>
                </a:lnTo>
                <a:lnTo>
                  <a:pt x="498320" y="90560"/>
                </a:lnTo>
                <a:lnTo>
                  <a:pt x="498057" y="91050"/>
                </a:lnTo>
                <a:lnTo>
                  <a:pt x="497778" y="91526"/>
                </a:lnTo>
                <a:lnTo>
                  <a:pt x="497483" y="91989"/>
                </a:lnTo>
                <a:lnTo>
                  <a:pt x="497172" y="92438"/>
                </a:lnTo>
                <a:lnTo>
                  <a:pt x="496846" y="92874"/>
                </a:lnTo>
                <a:lnTo>
                  <a:pt x="496504" y="93295"/>
                </a:lnTo>
                <a:lnTo>
                  <a:pt x="496147" y="93703"/>
                </a:lnTo>
                <a:lnTo>
                  <a:pt x="495773" y="94097"/>
                </a:lnTo>
                <a:lnTo>
                  <a:pt x="495385" y="94477"/>
                </a:lnTo>
                <a:lnTo>
                  <a:pt x="494981" y="94842"/>
                </a:lnTo>
                <a:lnTo>
                  <a:pt x="494564" y="95192"/>
                </a:lnTo>
                <a:lnTo>
                  <a:pt x="494135" y="95527"/>
                </a:lnTo>
                <a:lnTo>
                  <a:pt x="493692" y="95846"/>
                </a:lnTo>
                <a:lnTo>
                  <a:pt x="493235" y="96149"/>
                </a:lnTo>
                <a:lnTo>
                  <a:pt x="492766" y="96437"/>
                </a:lnTo>
                <a:lnTo>
                  <a:pt x="492283" y="96709"/>
                </a:lnTo>
                <a:lnTo>
                  <a:pt x="491787" y="96966"/>
                </a:lnTo>
                <a:lnTo>
                  <a:pt x="491278" y="97207"/>
                </a:lnTo>
                <a:lnTo>
                  <a:pt x="490756" y="97432"/>
                </a:lnTo>
                <a:lnTo>
                  <a:pt x="490221" y="97642"/>
                </a:lnTo>
                <a:lnTo>
                  <a:pt x="489672" y="97837"/>
                </a:lnTo>
                <a:lnTo>
                  <a:pt x="489110" y="98016"/>
                </a:lnTo>
                <a:lnTo>
                  <a:pt x="488535" y="98179"/>
                </a:lnTo>
                <a:lnTo>
                  <a:pt x="487947" y="98327"/>
                </a:lnTo>
                <a:lnTo>
                  <a:pt x="487346" y="98459"/>
                </a:lnTo>
                <a:lnTo>
                  <a:pt x="486731" y="98575"/>
                </a:lnTo>
                <a:lnTo>
                  <a:pt x="486103" y="98677"/>
                </a:lnTo>
                <a:lnTo>
                  <a:pt x="485462" y="98762"/>
                </a:lnTo>
                <a:lnTo>
                  <a:pt x="484808" y="98832"/>
                </a:lnTo>
                <a:lnTo>
                  <a:pt x="484140" y="98887"/>
                </a:lnTo>
                <a:lnTo>
                  <a:pt x="483460" y="98925"/>
                </a:lnTo>
                <a:lnTo>
                  <a:pt x="482766" y="98949"/>
                </a:lnTo>
                <a:lnTo>
                  <a:pt x="482059" y="98957"/>
                </a:lnTo>
                <a:lnTo>
                  <a:pt x="481404" y="98950"/>
                </a:lnTo>
                <a:lnTo>
                  <a:pt x="480759" y="98928"/>
                </a:lnTo>
                <a:lnTo>
                  <a:pt x="480125" y="98893"/>
                </a:lnTo>
                <a:lnTo>
                  <a:pt x="479501" y="98844"/>
                </a:lnTo>
                <a:lnTo>
                  <a:pt x="478888" y="98781"/>
                </a:lnTo>
                <a:lnTo>
                  <a:pt x="478285" y="98703"/>
                </a:lnTo>
                <a:lnTo>
                  <a:pt x="477692" y="98612"/>
                </a:lnTo>
                <a:lnTo>
                  <a:pt x="477110" y="98506"/>
                </a:lnTo>
                <a:lnTo>
                  <a:pt x="476539" y="98386"/>
                </a:lnTo>
                <a:lnTo>
                  <a:pt x="475977" y="98253"/>
                </a:lnTo>
                <a:lnTo>
                  <a:pt x="475426" y="98105"/>
                </a:lnTo>
                <a:lnTo>
                  <a:pt x="474886" y="97943"/>
                </a:lnTo>
                <a:lnTo>
                  <a:pt x="474356" y="97767"/>
                </a:lnTo>
                <a:lnTo>
                  <a:pt x="473836" y="97577"/>
                </a:lnTo>
                <a:lnTo>
                  <a:pt x="473327" y="97373"/>
                </a:lnTo>
                <a:lnTo>
                  <a:pt x="472828" y="97155"/>
                </a:lnTo>
                <a:lnTo>
                  <a:pt x="472340" y="96923"/>
                </a:lnTo>
                <a:lnTo>
                  <a:pt x="471862" y="96676"/>
                </a:lnTo>
                <a:lnTo>
                  <a:pt x="471395" y="96416"/>
                </a:lnTo>
                <a:lnTo>
                  <a:pt x="470938" y="96141"/>
                </a:lnTo>
                <a:lnTo>
                  <a:pt x="470491" y="95853"/>
                </a:lnTo>
                <a:lnTo>
                  <a:pt x="470055" y="95550"/>
                </a:lnTo>
                <a:lnTo>
                  <a:pt x="469629" y="95233"/>
                </a:lnTo>
                <a:lnTo>
                  <a:pt x="469214" y="94903"/>
                </a:lnTo>
                <a:lnTo>
                  <a:pt x="468808" y="94560"/>
                </a:lnTo>
                <a:lnTo>
                  <a:pt x="468412" y="94208"/>
                </a:lnTo>
                <a:lnTo>
                  <a:pt x="468025" y="93847"/>
                </a:lnTo>
                <a:lnTo>
                  <a:pt x="467647" y="93477"/>
                </a:lnTo>
                <a:lnTo>
                  <a:pt x="467279" y="93097"/>
                </a:lnTo>
                <a:lnTo>
                  <a:pt x="466920" y="92708"/>
                </a:lnTo>
                <a:lnTo>
                  <a:pt x="466571" y="92310"/>
                </a:lnTo>
                <a:lnTo>
                  <a:pt x="466230" y="91903"/>
                </a:lnTo>
                <a:lnTo>
                  <a:pt x="465899" y="91486"/>
                </a:lnTo>
                <a:lnTo>
                  <a:pt x="465577" y="91061"/>
                </a:lnTo>
                <a:lnTo>
                  <a:pt x="465265" y="90626"/>
                </a:lnTo>
                <a:lnTo>
                  <a:pt x="464962" y="90181"/>
                </a:lnTo>
                <a:lnTo>
                  <a:pt x="464668" y="89728"/>
                </a:lnTo>
                <a:lnTo>
                  <a:pt x="464384" y="89265"/>
                </a:lnTo>
                <a:lnTo>
                  <a:pt x="464108" y="88793"/>
                </a:lnTo>
                <a:lnTo>
                  <a:pt x="463843" y="88312"/>
                </a:lnTo>
                <a:lnTo>
                  <a:pt x="463586" y="87822"/>
                </a:lnTo>
                <a:lnTo>
                  <a:pt x="463339" y="87322"/>
                </a:lnTo>
                <a:lnTo>
                  <a:pt x="463101" y="86813"/>
                </a:lnTo>
                <a:lnTo>
                  <a:pt x="462872" y="86295"/>
                </a:lnTo>
                <a:lnTo>
                  <a:pt x="462653" y="85768"/>
                </a:lnTo>
                <a:lnTo>
                  <a:pt x="462443" y="85231"/>
                </a:lnTo>
                <a:lnTo>
                  <a:pt x="462242" y="84686"/>
                </a:lnTo>
                <a:lnTo>
                  <a:pt x="462051" y="84131"/>
                </a:lnTo>
                <a:lnTo>
                  <a:pt x="461868" y="83569"/>
                </a:lnTo>
                <a:lnTo>
                  <a:pt x="461692" y="83002"/>
                </a:lnTo>
                <a:lnTo>
                  <a:pt x="461524" y="82431"/>
                </a:lnTo>
                <a:lnTo>
                  <a:pt x="461364" y="81856"/>
                </a:lnTo>
                <a:lnTo>
                  <a:pt x="461211" y="81276"/>
                </a:lnTo>
                <a:lnTo>
                  <a:pt x="461065" y="80691"/>
                </a:lnTo>
                <a:lnTo>
                  <a:pt x="460927" y="80102"/>
                </a:lnTo>
                <a:lnTo>
                  <a:pt x="460797" y="79508"/>
                </a:lnTo>
                <a:lnTo>
                  <a:pt x="460674" y="78910"/>
                </a:lnTo>
                <a:lnTo>
                  <a:pt x="460558" y="78307"/>
                </a:lnTo>
                <a:lnTo>
                  <a:pt x="460450" y="77700"/>
                </a:lnTo>
                <a:lnTo>
                  <a:pt x="460350" y="77088"/>
                </a:lnTo>
                <a:lnTo>
                  <a:pt x="460257" y="76471"/>
                </a:lnTo>
                <a:lnTo>
                  <a:pt x="460172" y="75850"/>
                </a:lnTo>
                <a:lnTo>
                  <a:pt x="460094" y="75225"/>
                </a:lnTo>
                <a:lnTo>
                  <a:pt x="460023" y="74594"/>
                </a:lnTo>
                <a:lnTo>
                  <a:pt x="459960" y="73960"/>
                </a:lnTo>
                <a:lnTo>
                  <a:pt x="459905" y="73321"/>
                </a:lnTo>
                <a:lnTo>
                  <a:pt x="459857" y="72677"/>
                </a:lnTo>
                <a:lnTo>
                  <a:pt x="459816" y="72028"/>
                </a:lnTo>
                <a:lnTo>
                  <a:pt x="459784" y="71376"/>
                </a:lnTo>
                <a:lnTo>
                  <a:pt x="459758" y="70718"/>
                </a:lnTo>
                <a:lnTo>
                  <a:pt x="459740" y="70056"/>
                </a:lnTo>
                <a:lnTo>
                  <a:pt x="459730" y="69390"/>
                </a:lnTo>
                <a:lnTo>
                  <a:pt x="513272" y="69390"/>
                </a:lnTo>
                <a:lnTo>
                  <a:pt x="513285" y="69326"/>
                </a:lnTo>
                <a:lnTo>
                  <a:pt x="513298" y="69258"/>
                </a:lnTo>
                <a:lnTo>
                  <a:pt x="513310" y="69187"/>
                </a:lnTo>
                <a:lnTo>
                  <a:pt x="513322" y="69113"/>
                </a:lnTo>
                <a:lnTo>
                  <a:pt x="513333" y="69035"/>
                </a:lnTo>
                <a:lnTo>
                  <a:pt x="513344" y="68954"/>
                </a:lnTo>
                <a:lnTo>
                  <a:pt x="513355" y="68870"/>
                </a:lnTo>
                <a:lnTo>
                  <a:pt x="513365" y="68782"/>
                </a:lnTo>
                <a:lnTo>
                  <a:pt x="513375" y="68692"/>
                </a:lnTo>
                <a:lnTo>
                  <a:pt x="513384" y="68597"/>
                </a:lnTo>
                <a:lnTo>
                  <a:pt x="513393" y="68500"/>
                </a:lnTo>
                <a:lnTo>
                  <a:pt x="513402" y="68399"/>
                </a:lnTo>
                <a:lnTo>
                  <a:pt x="513410" y="68295"/>
                </a:lnTo>
                <a:lnTo>
                  <a:pt x="513418" y="68187"/>
                </a:lnTo>
                <a:lnTo>
                  <a:pt x="513425" y="68076"/>
                </a:lnTo>
                <a:lnTo>
                  <a:pt x="513432" y="67962"/>
                </a:lnTo>
                <a:lnTo>
                  <a:pt x="513438" y="67844"/>
                </a:lnTo>
                <a:lnTo>
                  <a:pt x="513444" y="67724"/>
                </a:lnTo>
                <a:lnTo>
                  <a:pt x="513450" y="67599"/>
                </a:lnTo>
                <a:lnTo>
                  <a:pt x="513455" y="67472"/>
                </a:lnTo>
                <a:lnTo>
                  <a:pt x="513460" y="67341"/>
                </a:lnTo>
                <a:lnTo>
                  <a:pt x="513465" y="67207"/>
                </a:lnTo>
                <a:lnTo>
                  <a:pt x="513468" y="67069"/>
                </a:lnTo>
                <a:lnTo>
                  <a:pt x="513472" y="66928"/>
                </a:lnTo>
                <a:lnTo>
                  <a:pt x="513475" y="66787"/>
                </a:lnTo>
                <a:lnTo>
                  <a:pt x="513478" y="66647"/>
                </a:lnTo>
                <a:lnTo>
                  <a:pt x="513481" y="66508"/>
                </a:lnTo>
                <a:lnTo>
                  <a:pt x="513484" y="66371"/>
                </a:lnTo>
                <a:lnTo>
                  <a:pt x="513487" y="66236"/>
                </a:lnTo>
                <a:lnTo>
                  <a:pt x="513490" y="66102"/>
                </a:lnTo>
                <a:lnTo>
                  <a:pt x="513492" y="65970"/>
                </a:lnTo>
                <a:lnTo>
                  <a:pt x="513494" y="65839"/>
                </a:lnTo>
                <a:lnTo>
                  <a:pt x="513496" y="65710"/>
                </a:lnTo>
                <a:lnTo>
                  <a:pt x="513498" y="65583"/>
                </a:lnTo>
                <a:lnTo>
                  <a:pt x="513500" y="65457"/>
                </a:lnTo>
                <a:lnTo>
                  <a:pt x="513502" y="65333"/>
                </a:lnTo>
                <a:lnTo>
                  <a:pt x="513504" y="65210"/>
                </a:lnTo>
                <a:lnTo>
                  <a:pt x="513505" y="65089"/>
                </a:lnTo>
                <a:lnTo>
                  <a:pt x="513506" y="64970"/>
                </a:lnTo>
                <a:lnTo>
                  <a:pt x="513508" y="64852"/>
                </a:lnTo>
                <a:lnTo>
                  <a:pt x="513509" y="64736"/>
                </a:lnTo>
                <a:lnTo>
                  <a:pt x="513510" y="64621"/>
                </a:lnTo>
                <a:lnTo>
                  <a:pt x="513510" y="64508"/>
                </a:lnTo>
                <a:lnTo>
                  <a:pt x="513511" y="64396"/>
                </a:lnTo>
                <a:lnTo>
                  <a:pt x="513511" y="64286"/>
                </a:lnTo>
                <a:lnTo>
                  <a:pt x="513512" y="64178"/>
                </a:lnTo>
                <a:lnTo>
                  <a:pt x="513512" y="64071"/>
                </a:lnTo>
                <a:lnTo>
                  <a:pt x="513512" y="63966"/>
                </a:lnTo>
                <a:lnTo>
                  <a:pt x="513497" y="62417"/>
                </a:lnTo>
                <a:lnTo>
                  <a:pt x="513451" y="60898"/>
                </a:lnTo>
                <a:lnTo>
                  <a:pt x="513376" y="59409"/>
                </a:lnTo>
                <a:lnTo>
                  <a:pt x="513270" y="57951"/>
                </a:lnTo>
                <a:lnTo>
                  <a:pt x="513133" y="56523"/>
                </a:lnTo>
                <a:lnTo>
                  <a:pt x="512967" y="55125"/>
                </a:lnTo>
                <a:lnTo>
                  <a:pt x="512770" y="53758"/>
                </a:lnTo>
                <a:lnTo>
                  <a:pt x="512543" y="52422"/>
                </a:lnTo>
                <a:lnTo>
                  <a:pt x="512285" y="51116"/>
                </a:lnTo>
                <a:lnTo>
                  <a:pt x="511998" y="49840"/>
                </a:lnTo>
                <a:lnTo>
                  <a:pt x="511679" y="48595"/>
                </a:lnTo>
                <a:lnTo>
                  <a:pt x="511331" y="47380"/>
                </a:lnTo>
                <a:lnTo>
                  <a:pt x="510952" y="46196"/>
                </a:lnTo>
                <a:lnTo>
                  <a:pt x="510544" y="45042"/>
                </a:lnTo>
                <a:lnTo>
                  <a:pt x="510104" y="43918"/>
                </a:lnTo>
                <a:lnTo>
                  <a:pt x="509635" y="42825"/>
                </a:lnTo>
                <a:lnTo>
                  <a:pt x="509135" y="41762"/>
                </a:lnTo>
                <a:lnTo>
                  <a:pt x="508605" y="40730"/>
                </a:lnTo>
                <a:lnTo>
                  <a:pt x="508045" y="39728"/>
                </a:lnTo>
                <a:lnTo>
                  <a:pt x="507454" y="38757"/>
                </a:lnTo>
                <a:lnTo>
                  <a:pt x="506833" y="37816"/>
                </a:lnTo>
                <a:lnTo>
                  <a:pt x="506182" y="36905"/>
                </a:lnTo>
                <a:lnTo>
                  <a:pt x="505500" y="36025"/>
                </a:lnTo>
                <a:lnTo>
                  <a:pt x="504788" y="35176"/>
                </a:lnTo>
                <a:lnTo>
                  <a:pt x="504050" y="34358"/>
                </a:lnTo>
                <a:lnTo>
                  <a:pt x="503288" y="33576"/>
                </a:lnTo>
                <a:lnTo>
                  <a:pt x="502502" y="32828"/>
                </a:lnTo>
                <a:lnTo>
                  <a:pt x="501694" y="32115"/>
                </a:lnTo>
                <a:lnTo>
                  <a:pt x="500862" y="31437"/>
                </a:lnTo>
                <a:lnTo>
                  <a:pt x="500006" y="30794"/>
                </a:lnTo>
                <a:lnTo>
                  <a:pt x="499128" y="30185"/>
                </a:lnTo>
                <a:lnTo>
                  <a:pt x="498226" y="29611"/>
                </a:lnTo>
                <a:lnTo>
                  <a:pt x="497300" y="29072"/>
                </a:lnTo>
                <a:lnTo>
                  <a:pt x="496352" y="28568"/>
                </a:lnTo>
                <a:lnTo>
                  <a:pt x="495380" y="28098"/>
                </a:lnTo>
                <a:lnTo>
                  <a:pt x="494384" y="27664"/>
                </a:lnTo>
                <a:lnTo>
                  <a:pt x="493365" y="27264"/>
                </a:lnTo>
                <a:lnTo>
                  <a:pt x="492323" y="26899"/>
                </a:lnTo>
                <a:lnTo>
                  <a:pt x="491258" y="26568"/>
                </a:lnTo>
                <a:lnTo>
                  <a:pt x="490169" y="26273"/>
                </a:lnTo>
                <a:lnTo>
                  <a:pt x="489057" y="26012"/>
                </a:lnTo>
                <a:lnTo>
                  <a:pt x="487921" y="25786"/>
                </a:lnTo>
                <a:lnTo>
                  <a:pt x="486763" y="25595"/>
                </a:lnTo>
                <a:lnTo>
                  <a:pt x="485580" y="25438"/>
                </a:lnTo>
                <a:lnTo>
                  <a:pt x="484375" y="25316"/>
                </a:lnTo>
                <a:lnTo>
                  <a:pt x="483146" y="25229"/>
                </a:lnTo>
                <a:lnTo>
                  <a:pt x="481894" y="25177"/>
                </a:lnTo>
                <a:lnTo>
                  <a:pt x="480618" y="25160"/>
                </a:lnTo>
                <a:lnTo>
                  <a:pt x="479665" y="25169"/>
                </a:lnTo>
                <a:lnTo>
                  <a:pt x="478725" y="25197"/>
                </a:lnTo>
                <a:lnTo>
                  <a:pt x="477798" y="25243"/>
                </a:lnTo>
                <a:lnTo>
                  <a:pt x="476885" y="25308"/>
                </a:lnTo>
                <a:lnTo>
                  <a:pt x="475985" y="25391"/>
                </a:lnTo>
                <a:lnTo>
                  <a:pt x="475099" y="25493"/>
                </a:lnTo>
                <a:lnTo>
                  <a:pt x="474226" y="25614"/>
                </a:lnTo>
                <a:lnTo>
                  <a:pt x="473366" y="25753"/>
                </a:lnTo>
                <a:lnTo>
                  <a:pt x="472521" y="25910"/>
                </a:lnTo>
                <a:lnTo>
                  <a:pt x="471688" y="26086"/>
                </a:lnTo>
                <a:lnTo>
                  <a:pt x="470869" y="26281"/>
                </a:lnTo>
                <a:lnTo>
                  <a:pt x="470064" y="26494"/>
                </a:lnTo>
                <a:lnTo>
                  <a:pt x="469272" y="26725"/>
                </a:lnTo>
                <a:lnTo>
                  <a:pt x="468494" y="26976"/>
                </a:lnTo>
                <a:lnTo>
                  <a:pt x="467729" y="27244"/>
                </a:lnTo>
                <a:lnTo>
                  <a:pt x="466977" y="27531"/>
                </a:lnTo>
                <a:lnTo>
                  <a:pt x="466239" y="27837"/>
                </a:lnTo>
                <a:lnTo>
                  <a:pt x="465515" y="28161"/>
                </a:lnTo>
                <a:lnTo>
                  <a:pt x="464804" y="28504"/>
                </a:lnTo>
                <a:lnTo>
                  <a:pt x="464106" y="28865"/>
                </a:lnTo>
                <a:lnTo>
                  <a:pt x="463422" y="29245"/>
                </a:lnTo>
                <a:lnTo>
                  <a:pt x="462751" y="29643"/>
                </a:lnTo>
                <a:lnTo>
                  <a:pt x="462094" y="30060"/>
                </a:lnTo>
                <a:lnTo>
                  <a:pt x="461450" y="30496"/>
                </a:lnTo>
                <a:lnTo>
                  <a:pt x="460820" y="30948"/>
                </a:lnTo>
                <a:lnTo>
                  <a:pt x="460204" y="31414"/>
                </a:lnTo>
                <a:lnTo>
                  <a:pt x="459600" y="31894"/>
                </a:lnTo>
                <a:lnTo>
                  <a:pt x="459011" y="32389"/>
                </a:lnTo>
                <a:lnTo>
                  <a:pt x="458434" y="32898"/>
                </a:lnTo>
                <a:lnTo>
                  <a:pt x="457871" y="33422"/>
                </a:lnTo>
                <a:lnTo>
                  <a:pt x="457322" y="33960"/>
                </a:lnTo>
                <a:lnTo>
                  <a:pt x="456786" y="34512"/>
                </a:lnTo>
                <a:lnTo>
                  <a:pt x="456264" y="35078"/>
                </a:lnTo>
                <a:lnTo>
                  <a:pt x="455755" y="35659"/>
                </a:lnTo>
                <a:lnTo>
                  <a:pt x="455260" y="36254"/>
                </a:lnTo>
                <a:lnTo>
                  <a:pt x="454778" y="36864"/>
                </a:lnTo>
                <a:lnTo>
                  <a:pt x="454309" y="37488"/>
                </a:lnTo>
                <a:lnTo>
                  <a:pt x="453854" y="38126"/>
                </a:lnTo>
                <a:lnTo>
                  <a:pt x="453413" y="38779"/>
                </a:lnTo>
                <a:lnTo>
                  <a:pt x="452985" y="39445"/>
                </a:lnTo>
                <a:lnTo>
                  <a:pt x="452570" y="40127"/>
                </a:lnTo>
                <a:lnTo>
                  <a:pt x="452169" y="40822"/>
                </a:lnTo>
                <a:lnTo>
                  <a:pt x="451782" y="41532"/>
                </a:lnTo>
                <a:lnTo>
                  <a:pt x="451407" y="42256"/>
                </a:lnTo>
                <a:lnTo>
                  <a:pt x="451047" y="42995"/>
                </a:lnTo>
                <a:lnTo>
                  <a:pt x="450700" y="43748"/>
                </a:lnTo>
                <a:lnTo>
                  <a:pt x="450366" y="44515"/>
                </a:lnTo>
                <a:lnTo>
                  <a:pt x="450046" y="45297"/>
                </a:lnTo>
                <a:lnTo>
                  <a:pt x="449739" y="46091"/>
                </a:lnTo>
                <a:lnTo>
                  <a:pt x="449445" y="46895"/>
                </a:lnTo>
                <a:lnTo>
                  <a:pt x="449164" y="47709"/>
                </a:lnTo>
                <a:lnTo>
                  <a:pt x="448896" y="48534"/>
                </a:lnTo>
                <a:lnTo>
                  <a:pt x="448642" y="49369"/>
                </a:lnTo>
                <a:lnTo>
                  <a:pt x="448400" y="50214"/>
                </a:lnTo>
                <a:lnTo>
                  <a:pt x="448171" y="51069"/>
                </a:lnTo>
                <a:lnTo>
                  <a:pt x="447956" y="51935"/>
                </a:lnTo>
                <a:lnTo>
                  <a:pt x="447754" y="52811"/>
                </a:lnTo>
                <a:lnTo>
                  <a:pt x="447564" y="53698"/>
                </a:lnTo>
                <a:lnTo>
                  <a:pt x="447388" y="54594"/>
                </a:lnTo>
                <a:lnTo>
                  <a:pt x="447225" y="55501"/>
                </a:lnTo>
                <a:lnTo>
                  <a:pt x="447074" y="56418"/>
                </a:lnTo>
                <a:lnTo>
                  <a:pt x="446937" y="57345"/>
                </a:lnTo>
                <a:lnTo>
                  <a:pt x="446813" y="58283"/>
                </a:lnTo>
                <a:lnTo>
                  <a:pt x="446702" y="59231"/>
                </a:lnTo>
                <a:lnTo>
                  <a:pt x="446604" y="60189"/>
                </a:lnTo>
                <a:lnTo>
                  <a:pt x="446519" y="61158"/>
                </a:lnTo>
                <a:lnTo>
                  <a:pt x="446447" y="62136"/>
                </a:lnTo>
                <a:lnTo>
                  <a:pt x="446389" y="63125"/>
                </a:lnTo>
                <a:lnTo>
                  <a:pt x="446343" y="64124"/>
                </a:lnTo>
                <a:lnTo>
                  <a:pt x="446310" y="65134"/>
                </a:lnTo>
                <a:lnTo>
                  <a:pt x="446291" y="66154"/>
                </a:lnTo>
                <a:lnTo>
                  <a:pt x="446284" y="67184"/>
                </a:lnTo>
                <a:lnTo>
                  <a:pt x="446291" y="68173"/>
                </a:lnTo>
                <a:lnTo>
                  <a:pt x="446311" y="69155"/>
                </a:lnTo>
                <a:lnTo>
                  <a:pt x="446345" y="70128"/>
                </a:lnTo>
                <a:lnTo>
                  <a:pt x="446392" y="71092"/>
                </a:lnTo>
                <a:lnTo>
                  <a:pt x="446453" y="72049"/>
                </a:lnTo>
                <a:lnTo>
                  <a:pt x="446527" y="72997"/>
                </a:lnTo>
                <a:lnTo>
                  <a:pt x="446614" y="73937"/>
                </a:lnTo>
                <a:lnTo>
                  <a:pt x="446715" y="74869"/>
                </a:lnTo>
                <a:lnTo>
                  <a:pt x="446830" y="75793"/>
                </a:lnTo>
                <a:lnTo>
                  <a:pt x="446958" y="76708"/>
                </a:lnTo>
                <a:lnTo>
                  <a:pt x="447100" y="77615"/>
                </a:lnTo>
                <a:lnTo>
                  <a:pt x="447255" y="78514"/>
                </a:lnTo>
                <a:lnTo>
                  <a:pt x="447423" y="79404"/>
                </a:lnTo>
                <a:lnTo>
                  <a:pt x="447605" y="80286"/>
                </a:lnTo>
                <a:lnTo>
                  <a:pt x="447800" y="81160"/>
                </a:lnTo>
                <a:lnTo>
                  <a:pt x="448009" y="82026"/>
                </a:lnTo>
                <a:lnTo>
                  <a:pt x="448232" y="82884"/>
                </a:lnTo>
                <a:lnTo>
                  <a:pt x="448468" y="83733"/>
                </a:lnTo>
                <a:lnTo>
                  <a:pt x="448717" y="84574"/>
                </a:lnTo>
                <a:lnTo>
                  <a:pt x="448980" y="85407"/>
                </a:lnTo>
                <a:lnTo>
                  <a:pt x="449256" y="86231"/>
                </a:lnTo>
                <a:lnTo>
                  <a:pt x="449546" y="87047"/>
                </a:lnTo>
                <a:lnTo>
                  <a:pt x="449849" y="87856"/>
                </a:lnTo>
                <a:lnTo>
                  <a:pt x="450166" y="88655"/>
                </a:lnTo>
                <a:lnTo>
                  <a:pt x="450496" y="89444"/>
                </a:lnTo>
                <a:lnTo>
                  <a:pt x="450841" y="90219"/>
                </a:lnTo>
                <a:lnTo>
                  <a:pt x="451199" y="90980"/>
                </a:lnTo>
                <a:lnTo>
                  <a:pt x="451572" y="91727"/>
                </a:lnTo>
                <a:lnTo>
                  <a:pt x="451959" y="92460"/>
                </a:lnTo>
                <a:lnTo>
                  <a:pt x="452359" y="93179"/>
                </a:lnTo>
                <a:lnTo>
                  <a:pt x="452774" y="93884"/>
                </a:lnTo>
                <a:lnTo>
                  <a:pt x="453203" y="94576"/>
                </a:lnTo>
                <a:lnTo>
                  <a:pt x="453645" y="95253"/>
                </a:lnTo>
                <a:lnTo>
                  <a:pt x="454102" y="95917"/>
                </a:lnTo>
                <a:lnTo>
                  <a:pt x="454573" y="96567"/>
                </a:lnTo>
                <a:lnTo>
                  <a:pt x="455058" y="97203"/>
                </a:lnTo>
                <a:lnTo>
                  <a:pt x="455557" y="97825"/>
                </a:lnTo>
                <a:lnTo>
                  <a:pt x="456070" y="98433"/>
                </a:lnTo>
                <a:lnTo>
                  <a:pt x="456597" y="99027"/>
                </a:lnTo>
                <a:lnTo>
                  <a:pt x="457138" y="99607"/>
                </a:lnTo>
                <a:lnTo>
                  <a:pt x="457693" y="100173"/>
                </a:lnTo>
                <a:lnTo>
                  <a:pt x="458262" y="100726"/>
                </a:lnTo>
                <a:lnTo>
                  <a:pt x="458845" y="101265"/>
                </a:lnTo>
                <a:lnTo>
                  <a:pt x="459442" y="101789"/>
                </a:lnTo>
                <a:lnTo>
                  <a:pt x="460053" y="102300"/>
                </a:lnTo>
                <a:lnTo>
                  <a:pt x="460678" y="102797"/>
                </a:lnTo>
                <a:lnTo>
                  <a:pt x="461317" y="103280"/>
                </a:lnTo>
                <a:lnTo>
                  <a:pt x="461971" y="103749"/>
                </a:lnTo>
                <a:lnTo>
                  <a:pt x="462638" y="104202"/>
                </a:lnTo>
                <a:lnTo>
                  <a:pt x="463321" y="104635"/>
                </a:lnTo>
                <a:lnTo>
                  <a:pt x="464018" y="105048"/>
                </a:lnTo>
                <a:lnTo>
                  <a:pt x="464730" y="105443"/>
                </a:lnTo>
                <a:lnTo>
                  <a:pt x="465456" y="105818"/>
                </a:lnTo>
                <a:lnTo>
                  <a:pt x="466197" y="106175"/>
                </a:lnTo>
                <a:lnTo>
                  <a:pt x="466953" y="106511"/>
                </a:lnTo>
                <a:lnTo>
                  <a:pt x="467724" y="106829"/>
                </a:lnTo>
                <a:lnTo>
                  <a:pt x="468510" y="107127"/>
                </a:lnTo>
                <a:lnTo>
                  <a:pt x="469310" y="107406"/>
                </a:lnTo>
                <a:lnTo>
                  <a:pt x="470125" y="107666"/>
                </a:lnTo>
                <a:lnTo>
                  <a:pt x="470954" y="107907"/>
                </a:lnTo>
                <a:lnTo>
                  <a:pt x="471799" y="108128"/>
                </a:lnTo>
                <a:lnTo>
                  <a:pt x="472658" y="108330"/>
                </a:lnTo>
                <a:lnTo>
                  <a:pt x="473532" y="108513"/>
                </a:lnTo>
                <a:lnTo>
                  <a:pt x="474420" y="108677"/>
                </a:lnTo>
                <a:lnTo>
                  <a:pt x="475324" y="108821"/>
                </a:lnTo>
                <a:lnTo>
                  <a:pt x="476242" y="108946"/>
                </a:lnTo>
                <a:lnTo>
                  <a:pt x="477174" y="109052"/>
                </a:lnTo>
                <a:lnTo>
                  <a:pt x="478122" y="109139"/>
                </a:lnTo>
                <a:lnTo>
                  <a:pt x="479084" y="109206"/>
                </a:lnTo>
                <a:lnTo>
                  <a:pt x="480061" y="109254"/>
                </a:lnTo>
                <a:lnTo>
                  <a:pt x="481053" y="109283"/>
                </a:lnTo>
                <a:lnTo>
                  <a:pt x="482059" y="109293"/>
                </a:lnTo>
                <a:lnTo>
                  <a:pt x="482855" y="109287"/>
                </a:lnTo>
                <a:lnTo>
                  <a:pt x="483641" y="109269"/>
                </a:lnTo>
                <a:lnTo>
                  <a:pt x="484419" y="109240"/>
                </a:lnTo>
                <a:lnTo>
                  <a:pt x="485187" y="109199"/>
                </a:lnTo>
                <a:close/>
                <a:moveTo>
                  <a:pt x="460249" y="55825"/>
                </a:moveTo>
                <a:lnTo>
                  <a:pt x="460396" y="54927"/>
                </a:lnTo>
                <a:lnTo>
                  <a:pt x="460558" y="54049"/>
                </a:lnTo>
                <a:lnTo>
                  <a:pt x="460734" y="53190"/>
                </a:lnTo>
                <a:lnTo>
                  <a:pt x="460926" y="52351"/>
                </a:lnTo>
                <a:lnTo>
                  <a:pt x="461132" y="51531"/>
                </a:lnTo>
                <a:lnTo>
                  <a:pt x="461353" y="50731"/>
                </a:lnTo>
                <a:lnTo>
                  <a:pt x="461590" y="49951"/>
                </a:lnTo>
                <a:lnTo>
                  <a:pt x="461841" y="49190"/>
                </a:lnTo>
                <a:lnTo>
                  <a:pt x="462106" y="48449"/>
                </a:lnTo>
                <a:lnTo>
                  <a:pt x="462387" y="47728"/>
                </a:lnTo>
                <a:lnTo>
                  <a:pt x="462683" y="47026"/>
                </a:lnTo>
                <a:lnTo>
                  <a:pt x="462993" y="46344"/>
                </a:lnTo>
                <a:lnTo>
                  <a:pt x="463319" y="45682"/>
                </a:lnTo>
                <a:lnTo>
                  <a:pt x="463659" y="45039"/>
                </a:lnTo>
                <a:lnTo>
                  <a:pt x="464014" y="44416"/>
                </a:lnTo>
                <a:lnTo>
                  <a:pt x="464384" y="43813"/>
                </a:lnTo>
                <a:lnTo>
                  <a:pt x="464769" y="43229"/>
                </a:lnTo>
                <a:lnTo>
                  <a:pt x="465168" y="42665"/>
                </a:lnTo>
                <a:lnTo>
                  <a:pt x="465583" y="42121"/>
                </a:lnTo>
                <a:lnTo>
                  <a:pt x="466012" y="41596"/>
                </a:lnTo>
                <a:lnTo>
                  <a:pt x="466456" y="41092"/>
                </a:lnTo>
                <a:lnTo>
                  <a:pt x="466915" y="40609"/>
                </a:lnTo>
                <a:lnTo>
                  <a:pt x="467387" y="40147"/>
                </a:lnTo>
                <a:lnTo>
                  <a:pt x="467874" y="39708"/>
                </a:lnTo>
                <a:lnTo>
                  <a:pt x="468375" y="39289"/>
                </a:lnTo>
                <a:lnTo>
                  <a:pt x="468891" y="38892"/>
                </a:lnTo>
                <a:lnTo>
                  <a:pt x="469421" y="38517"/>
                </a:lnTo>
                <a:lnTo>
                  <a:pt x="469965" y="38163"/>
                </a:lnTo>
                <a:lnTo>
                  <a:pt x="470524" y="37830"/>
                </a:lnTo>
                <a:lnTo>
                  <a:pt x="471096" y="37519"/>
                </a:lnTo>
                <a:lnTo>
                  <a:pt x="471684" y="37229"/>
                </a:lnTo>
                <a:lnTo>
                  <a:pt x="472285" y="36961"/>
                </a:lnTo>
                <a:lnTo>
                  <a:pt x="472901" y="36714"/>
                </a:lnTo>
                <a:lnTo>
                  <a:pt x="473531" y="36489"/>
                </a:lnTo>
                <a:lnTo>
                  <a:pt x="474175" y="36285"/>
                </a:lnTo>
                <a:lnTo>
                  <a:pt x="474834" y="36103"/>
                </a:lnTo>
                <a:lnTo>
                  <a:pt x="475507" y="35942"/>
                </a:lnTo>
                <a:lnTo>
                  <a:pt x="476194" y="35802"/>
                </a:lnTo>
                <a:lnTo>
                  <a:pt x="476896" y="35684"/>
                </a:lnTo>
                <a:lnTo>
                  <a:pt x="477612" y="35588"/>
                </a:lnTo>
                <a:lnTo>
                  <a:pt x="478342" y="35513"/>
                </a:lnTo>
                <a:lnTo>
                  <a:pt x="479086" y="35459"/>
                </a:lnTo>
                <a:lnTo>
                  <a:pt x="479845" y="35427"/>
                </a:lnTo>
                <a:lnTo>
                  <a:pt x="480618" y="35416"/>
                </a:lnTo>
                <a:lnTo>
                  <a:pt x="481378" y="35427"/>
                </a:lnTo>
                <a:lnTo>
                  <a:pt x="482124" y="35459"/>
                </a:lnTo>
                <a:lnTo>
                  <a:pt x="482856" y="35513"/>
                </a:lnTo>
                <a:lnTo>
                  <a:pt x="483573" y="35589"/>
                </a:lnTo>
                <a:lnTo>
                  <a:pt x="484276" y="35686"/>
                </a:lnTo>
                <a:lnTo>
                  <a:pt x="484965" y="35805"/>
                </a:lnTo>
                <a:lnTo>
                  <a:pt x="485640" y="35945"/>
                </a:lnTo>
                <a:lnTo>
                  <a:pt x="486301" y="36107"/>
                </a:lnTo>
                <a:lnTo>
                  <a:pt x="486947" y="36291"/>
                </a:lnTo>
                <a:lnTo>
                  <a:pt x="487580" y="36496"/>
                </a:lnTo>
                <a:lnTo>
                  <a:pt x="488198" y="36723"/>
                </a:lnTo>
                <a:lnTo>
                  <a:pt x="488802" y="36972"/>
                </a:lnTo>
                <a:lnTo>
                  <a:pt x="489392" y="37242"/>
                </a:lnTo>
                <a:lnTo>
                  <a:pt x="489967" y="37533"/>
                </a:lnTo>
                <a:lnTo>
                  <a:pt x="490529" y="37847"/>
                </a:lnTo>
                <a:lnTo>
                  <a:pt x="491076" y="38182"/>
                </a:lnTo>
                <a:lnTo>
                  <a:pt x="491609" y="38538"/>
                </a:lnTo>
                <a:lnTo>
                  <a:pt x="492128" y="38916"/>
                </a:lnTo>
                <a:lnTo>
                  <a:pt x="492633" y="39316"/>
                </a:lnTo>
                <a:lnTo>
                  <a:pt x="493124" y="39737"/>
                </a:lnTo>
                <a:lnTo>
                  <a:pt x="493600" y="40180"/>
                </a:lnTo>
                <a:lnTo>
                  <a:pt x="494062" y="40645"/>
                </a:lnTo>
                <a:lnTo>
                  <a:pt x="494510" y="41131"/>
                </a:lnTo>
                <a:lnTo>
                  <a:pt x="494944" y="41638"/>
                </a:lnTo>
                <a:lnTo>
                  <a:pt x="495363" y="42167"/>
                </a:lnTo>
                <a:lnTo>
                  <a:pt x="495764" y="42714"/>
                </a:lnTo>
                <a:lnTo>
                  <a:pt x="496149" y="43280"/>
                </a:lnTo>
                <a:lnTo>
                  <a:pt x="496516" y="43866"/>
                </a:lnTo>
                <a:lnTo>
                  <a:pt x="496867" y="44471"/>
                </a:lnTo>
                <a:lnTo>
                  <a:pt x="497200" y="45095"/>
                </a:lnTo>
                <a:lnTo>
                  <a:pt x="497517" y="45739"/>
                </a:lnTo>
                <a:lnTo>
                  <a:pt x="497817" y="46401"/>
                </a:lnTo>
                <a:lnTo>
                  <a:pt x="498099" y="47083"/>
                </a:lnTo>
                <a:lnTo>
                  <a:pt x="498365" y="47784"/>
                </a:lnTo>
                <a:lnTo>
                  <a:pt x="498614" y="48504"/>
                </a:lnTo>
                <a:lnTo>
                  <a:pt x="498846" y="49244"/>
                </a:lnTo>
                <a:lnTo>
                  <a:pt x="499061" y="50002"/>
                </a:lnTo>
                <a:lnTo>
                  <a:pt x="499259" y="50780"/>
                </a:lnTo>
                <a:lnTo>
                  <a:pt x="499440" y="51577"/>
                </a:lnTo>
                <a:lnTo>
                  <a:pt x="499604" y="52393"/>
                </a:lnTo>
                <a:lnTo>
                  <a:pt x="499751" y="53229"/>
                </a:lnTo>
                <a:lnTo>
                  <a:pt x="499881" y="54083"/>
                </a:lnTo>
                <a:lnTo>
                  <a:pt x="499995" y="54957"/>
                </a:lnTo>
                <a:lnTo>
                  <a:pt x="500091" y="55850"/>
                </a:lnTo>
                <a:lnTo>
                  <a:pt x="500170" y="56762"/>
                </a:lnTo>
                <a:lnTo>
                  <a:pt x="500233" y="57694"/>
                </a:lnTo>
                <a:lnTo>
                  <a:pt x="500278" y="58644"/>
                </a:lnTo>
                <a:lnTo>
                  <a:pt x="500307" y="59614"/>
                </a:lnTo>
                <a:lnTo>
                  <a:pt x="459810" y="59614"/>
                </a:lnTo>
                <a:lnTo>
                  <a:pt x="459897" y="58638"/>
                </a:lnTo>
                <a:lnTo>
                  <a:pt x="460000" y="57680"/>
                </a:lnTo>
                <a:lnTo>
                  <a:pt x="460117" y="56743"/>
                </a:lnTo>
                <a:lnTo>
                  <a:pt x="460249" y="55825"/>
                </a:lnTo>
                <a:close/>
                <a:moveTo>
                  <a:pt x="278825" y="109178"/>
                </a:moveTo>
                <a:lnTo>
                  <a:pt x="279562" y="109114"/>
                </a:lnTo>
                <a:lnTo>
                  <a:pt x="280289" y="109035"/>
                </a:lnTo>
                <a:lnTo>
                  <a:pt x="281005" y="108942"/>
                </a:lnTo>
                <a:lnTo>
                  <a:pt x="281709" y="108834"/>
                </a:lnTo>
                <a:lnTo>
                  <a:pt x="282403" y="108713"/>
                </a:lnTo>
                <a:lnTo>
                  <a:pt x="283086" y="108577"/>
                </a:lnTo>
                <a:lnTo>
                  <a:pt x="283757" y="108426"/>
                </a:lnTo>
                <a:lnTo>
                  <a:pt x="284418" y="108261"/>
                </a:lnTo>
                <a:lnTo>
                  <a:pt x="285068" y="108082"/>
                </a:lnTo>
                <a:lnTo>
                  <a:pt x="285707" y="107889"/>
                </a:lnTo>
                <a:lnTo>
                  <a:pt x="286335" y="107681"/>
                </a:lnTo>
                <a:lnTo>
                  <a:pt x="286951" y="107459"/>
                </a:lnTo>
                <a:lnTo>
                  <a:pt x="287557" y="107222"/>
                </a:lnTo>
                <a:lnTo>
                  <a:pt x="288152" y="106972"/>
                </a:lnTo>
                <a:lnTo>
                  <a:pt x="288736" y="106707"/>
                </a:lnTo>
                <a:lnTo>
                  <a:pt x="289309" y="106427"/>
                </a:lnTo>
                <a:lnTo>
                  <a:pt x="289871" y="106134"/>
                </a:lnTo>
                <a:lnTo>
                  <a:pt x="290422" y="105825"/>
                </a:lnTo>
                <a:lnTo>
                  <a:pt x="290962" y="105503"/>
                </a:lnTo>
                <a:lnTo>
                  <a:pt x="291491" y="105166"/>
                </a:lnTo>
                <a:lnTo>
                  <a:pt x="292010" y="104822"/>
                </a:lnTo>
                <a:lnTo>
                  <a:pt x="292519" y="104476"/>
                </a:lnTo>
                <a:lnTo>
                  <a:pt x="293017" y="104128"/>
                </a:lnTo>
                <a:lnTo>
                  <a:pt x="293506" y="103779"/>
                </a:lnTo>
                <a:lnTo>
                  <a:pt x="293986" y="103428"/>
                </a:lnTo>
                <a:lnTo>
                  <a:pt x="294455" y="103076"/>
                </a:lnTo>
                <a:lnTo>
                  <a:pt x="294914" y="102722"/>
                </a:lnTo>
                <a:lnTo>
                  <a:pt x="295364" y="102366"/>
                </a:lnTo>
                <a:lnTo>
                  <a:pt x="295804" y="102010"/>
                </a:lnTo>
                <a:lnTo>
                  <a:pt x="296233" y="101651"/>
                </a:lnTo>
                <a:lnTo>
                  <a:pt x="296653" y="101291"/>
                </a:lnTo>
                <a:lnTo>
                  <a:pt x="297063" y="100930"/>
                </a:lnTo>
                <a:lnTo>
                  <a:pt x="297464" y="100567"/>
                </a:lnTo>
                <a:lnTo>
                  <a:pt x="297854" y="100202"/>
                </a:lnTo>
                <a:lnTo>
                  <a:pt x="298235" y="99836"/>
                </a:lnTo>
                <a:lnTo>
                  <a:pt x="298605" y="99468"/>
                </a:lnTo>
                <a:lnTo>
                  <a:pt x="298966" y="99099"/>
                </a:lnTo>
                <a:lnTo>
                  <a:pt x="299317" y="98729"/>
                </a:lnTo>
                <a:lnTo>
                  <a:pt x="299658" y="98357"/>
                </a:lnTo>
                <a:lnTo>
                  <a:pt x="299989" y="97983"/>
                </a:lnTo>
                <a:lnTo>
                  <a:pt x="300310" y="97608"/>
                </a:lnTo>
                <a:lnTo>
                  <a:pt x="300622" y="97231"/>
                </a:lnTo>
                <a:lnTo>
                  <a:pt x="300923" y="96852"/>
                </a:lnTo>
                <a:lnTo>
                  <a:pt x="301215" y="96473"/>
                </a:lnTo>
                <a:lnTo>
                  <a:pt x="301535" y="107851"/>
                </a:lnTo>
                <a:lnTo>
                  <a:pt x="314421" y="107851"/>
                </a:lnTo>
                <a:lnTo>
                  <a:pt x="314421" y="26602"/>
                </a:lnTo>
                <a:lnTo>
                  <a:pt x="301055" y="26602"/>
                </a:lnTo>
                <a:lnTo>
                  <a:pt x="301055" y="85060"/>
                </a:lnTo>
                <a:lnTo>
                  <a:pt x="300778" y="85460"/>
                </a:lnTo>
                <a:lnTo>
                  <a:pt x="300494" y="85858"/>
                </a:lnTo>
                <a:lnTo>
                  <a:pt x="300202" y="86251"/>
                </a:lnTo>
                <a:lnTo>
                  <a:pt x="299904" y="86641"/>
                </a:lnTo>
                <a:lnTo>
                  <a:pt x="299598" y="87028"/>
                </a:lnTo>
                <a:lnTo>
                  <a:pt x="299284" y="87411"/>
                </a:lnTo>
                <a:lnTo>
                  <a:pt x="298964" y="87791"/>
                </a:lnTo>
                <a:lnTo>
                  <a:pt x="298636" y="88167"/>
                </a:lnTo>
                <a:lnTo>
                  <a:pt x="298301" y="88539"/>
                </a:lnTo>
                <a:lnTo>
                  <a:pt x="297959" y="88908"/>
                </a:lnTo>
                <a:lnTo>
                  <a:pt x="297610" y="89274"/>
                </a:lnTo>
                <a:lnTo>
                  <a:pt x="297254" y="89636"/>
                </a:lnTo>
                <a:lnTo>
                  <a:pt x="296890" y="89994"/>
                </a:lnTo>
                <a:lnTo>
                  <a:pt x="296519" y="90349"/>
                </a:lnTo>
                <a:lnTo>
                  <a:pt x="296141" y="90700"/>
                </a:lnTo>
                <a:lnTo>
                  <a:pt x="295755" y="91048"/>
                </a:lnTo>
                <a:lnTo>
                  <a:pt x="295362" y="91392"/>
                </a:lnTo>
                <a:lnTo>
                  <a:pt x="294963" y="91733"/>
                </a:lnTo>
                <a:lnTo>
                  <a:pt x="294555" y="92070"/>
                </a:lnTo>
                <a:lnTo>
                  <a:pt x="294141" y="92404"/>
                </a:lnTo>
                <a:lnTo>
                  <a:pt x="293720" y="92734"/>
                </a:lnTo>
                <a:lnTo>
                  <a:pt x="293291" y="93061"/>
                </a:lnTo>
                <a:lnTo>
                  <a:pt x="292855" y="93384"/>
                </a:lnTo>
                <a:lnTo>
                  <a:pt x="292412" y="93703"/>
                </a:lnTo>
                <a:lnTo>
                  <a:pt x="291960" y="94014"/>
                </a:lnTo>
                <a:lnTo>
                  <a:pt x="291499" y="94312"/>
                </a:lnTo>
                <a:lnTo>
                  <a:pt x="291030" y="94596"/>
                </a:lnTo>
                <a:lnTo>
                  <a:pt x="290551" y="94868"/>
                </a:lnTo>
                <a:lnTo>
                  <a:pt x="290063" y="95126"/>
                </a:lnTo>
                <a:lnTo>
                  <a:pt x="289565" y="95371"/>
                </a:lnTo>
                <a:lnTo>
                  <a:pt x="289059" y="95602"/>
                </a:lnTo>
                <a:lnTo>
                  <a:pt x="288543" y="95820"/>
                </a:lnTo>
                <a:lnTo>
                  <a:pt x="288018" y="96026"/>
                </a:lnTo>
                <a:lnTo>
                  <a:pt x="287484" y="96217"/>
                </a:lnTo>
                <a:lnTo>
                  <a:pt x="286941" y="96396"/>
                </a:lnTo>
                <a:lnTo>
                  <a:pt x="286389" y="96562"/>
                </a:lnTo>
                <a:lnTo>
                  <a:pt x="285828" y="96714"/>
                </a:lnTo>
                <a:lnTo>
                  <a:pt x="285257" y="96853"/>
                </a:lnTo>
                <a:lnTo>
                  <a:pt x="284677" y="96978"/>
                </a:lnTo>
                <a:lnTo>
                  <a:pt x="284088" y="97091"/>
                </a:lnTo>
                <a:lnTo>
                  <a:pt x="283490" y="97190"/>
                </a:lnTo>
                <a:lnTo>
                  <a:pt x="282883" y="97276"/>
                </a:lnTo>
                <a:lnTo>
                  <a:pt x="282266" y="97349"/>
                </a:lnTo>
                <a:lnTo>
                  <a:pt x="281640" y="97408"/>
                </a:lnTo>
                <a:lnTo>
                  <a:pt x="281006" y="97455"/>
                </a:lnTo>
                <a:lnTo>
                  <a:pt x="280362" y="97488"/>
                </a:lnTo>
                <a:lnTo>
                  <a:pt x="279708" y="97508"/>
                </a:lnTo>
                <a:lnTo>
                  <a:pt x="279046" y="97514"/>
                </a:lnTo>
                <a:lnTo>
                  <a:pt x="278590" y="97510"/>
                </a:lnTo>
                <a:lnTo>
                  <a:pt x="278143" y="97497"/>
                </a:lnTo>
                <a:lnTo>
                  <a:pt x="277705" y="97475"/>
                </a:lnTo>
                <a:lnTo>
                  <a:pt x="277276" y="97445"/>
                </a:lnTo>
                <a:lnTo>
                  <a:pt x="276856" y="97406"/>
                </a:lnTo>
                <a:lnTo>
                  <a:pt x="276445" y="97358"/>
                </a:lnTo>
                <a:lnTo>
                  <a:pt x="276043" y="97302"/>
                </a:lnTo>
                <a:lnTo>
                  <a:pt x="275649" y="97237"/>
                </a:lnTo>
                <a:lnTo>
                  <a:pt x="275264" y="97163"/>
                </a:lnTo>
                <a:lnTo>
                  <a:pt x="274889" y="97080"/>
                </a:lnTo>
                <a:lnTo>
                  <a:pt x="274522" y="96989"/>
                </a:lnTo>
                <a:lnTo>
                  <a:pt x="274164" y="96890"/>
                </a:lnTo>
                <a:lnTo>
                  <a:pt x="273815" y="96781"/>
                </a:lnTo>
                <a:lnTo>
                  <a:pt x="273475" y="96664"/>
                </a:lnTo>
                <a:lnTo>
                  <a:pt x="273144" y="96538"/>
                </a:lnTo>
                <a:lnTo>
                  <a:pt x="272821" y="96404"/>
                </a:lnTo>
                <a:lnTo>
                  <a:pt x="272508" y="96260"/>
                </a:lnTo>
                <a:lnTo>
                  <a:pt x="272203" y="96109"/>
                </a:lnTo>
                <a:lnTo>
                  <a:pt x="271907" y="95948"/>
                </a:lnTo>
                <a:lnTo>
                  <a:pt x="271621" y="95779"/>
                </a:lnTo>
                <a:lnTo>
                  <a:pt x="271343" y="95601"/>
                </a:lnTo>
                <a:lnTo>
                  <a:pt x="271074" y="95414"/>
                </a:lnTo>
                <a:lnTo>
                  <a:pt x="270814" y="95219"/>
                </a:lnTo>
                <a:lnTo>
                  <a:pt x="270562" y="95015"/>
                </a:lnTo>
                <a:lnTo>
                  <a:pt x="270319" y="94804"/>
                </a:lnTo>
                <a:lnTo>
                  <a:pt x="270082" y="94586"/>
                </a:lnTo>
                <a:lnTo>
                  <a:pt x="269852" y="94361"/>
                </a:lnTo>
                <a:lnTo>
                  <a:pt x="269628" y="94129"/>
                </a:lnTo>
                <a:lnTo>
                  <a:pt x="269410" y="93891"/>
                </a:lnTo>
                <a:lnTo>
                  <a:pt x="269199" y="93647"/>
                </a:lnTo>
                <a:lnTo>
                  <a:pt x="268995" y="93396"/>
                </a:lnTo>
                <a:lnTo>
                  <a:pt x="268797" y="93138"/>
                </a:lnTo>
                <a:lnTo>
                  <a:pt x="268606" y="92873"/>
                </a:lnTo>
                <a:lnTo>
                  <a:pt x="268421" y="92602"/>
                </a:lnTo>
                <a:lnTo>
                  <a:pt x="268243" y="92324"/>
                </a:lnTo>
                <a:lnTo>
                  <a:pt x="268071" y="92040"/>
                </a:lnTo>
                <a:lnTo>
                  <a:pt x="267906" y="91749"/>
                </a:lnTo>
                <a:lnTo>
                  <a:pt x="267748" y="91451"/>
                </a:lnTo>
                <a:lnTo>
                  <a:pt x="267596" y="91147"/>
                </a:lnTo>
                <a:lnTo>
                  <a:pt x="267450" y="90836"/>
                </a:lnTo>
                <a:lnTo>
                  <a:pt x="267311" y="90519"/>
                </a:lnTo>
                <a:lnTo>
                  <a:pt x="267179" y="90195"/>
                </a:lnTo>
                <a:lnTo>
                  <a:pt x="267053" y="89864"/>
                </a:lnTo>
                <a:lnTo>
                  <a:pt x="266933" y="89527"/>
                </a:lnTo>
                <a:lnTo>
                  <a:pt x="266820" y="89183"/>
                </a:lnTo>
                <a:lnTo>
                  <a:pt x="266714" y="88833"/>
                </a:lnTo>
                <a:lnTo>
                  <a:pt x="266614" y="88476"/>
                </a:lnTo>
                <a:lnTo>
                  <a:pt x="266521" y="88112"/>
                </a:lnTo>
                <a:lnTo>
                  <a:pt x="266433" y="87742"/>
                </a:lnTo>
                <a:lnTo>
                  <a:pt x="266348" y="87368"/>
                </a:lnTo>
                <a:lnTo>
                  <a:pt x="266268" y="86989"/>
                </a:lnTo>
                <a:lnTo>
                  <a:pt x="266191" y="86605"/>
                </a:lnTo>
                <a:lnTo>
                  <a:pt x="266118" y="86217"/>
                </a:lnTo>
                <a:lnTo>
                  <a:pt x="266048" y="85824"/>
                </a:lnTo>
                <a:lnTo>
                  <a:pt x="265982" y="85426"/>
                </a:lnTo>
                <a:lnTo>
                  <a:pt x="265921" y="85023"/>
                </a:lnTo>
                <a:lnTo>
                  <a:pt x="265862" y="84616"/>
                </a:lnTo>
                <a:lnTo>
                  <a:pt x="265808" y="84204"/>
                </a:lnTo>
                <a:lnTo>
                  <a:pt x="265757" y="83788"/>
                </a:lnTo>
                <a:lnTo>
                  <a:pt x="265710" y="83366"/>
                </a:lnTo>
                <a:lnTo>
                  <a:pt x="265667" y="82940"/>
                </a:lnTo>
                <a:lnTo>
                  <a:pt x="265628" y="82509"/>
                </a:lnTo>
                <a:lnTo>
                  <a:pt x="265592" y="82074"/>
                </a:lnTo>
                <a:lnTo>
                  <a:pt x="265560" y="81634"/>
                </a:lnTo>
                <a:lnTo>
                  <a:pt x="265532" y="81189"/>
                </a:lnTo>
                <a:lnTo>
                  <a:pt x="265508" y="80739"/>
                </a:lnTo>
                <a:lnTo>
                  <a:pt x="265487" y="80285"/>
                </a:lnTo>
                <a:lnTo>
                  <a:pt x="265470" y="79826"/>
                </a:lnTo>
                <a:lnTo>
                  <a:pt x="265457" y="79363"/>
                </a:lnTo>
                <a:lnTo>
                  <a:pt x="265448" y="78894"/>
                </a:lnTo>
                <a:lnTo>
                  <a:pt x="265442" y="78421"/>
                </a:lnTo>
                <a:lnTo>
                  <a:pt x="265440" y="77943"/>
                </a:lnTo>
                <a:lnTo>
                  <a:pt x="265440" y="26602"/>
                </a:lnTo>
                <a:lnTo>
                  <a:pt x="251995" y="26602"/>
                </a:lnTo>
                <a:lnTo>
                  <a:pt x="251995" y="79461"/>
                </a:lnTo>
                <a:lnTo>
                  <a:pt x="252004" y="80613"/>
                </a:lnTo>
                <a:lnTo>
                  <a:pt x="252033" y="81744"/>
                </a:lnTo>
                <a:lnTo>
                  <a:pt x="252082" y="82854"/>
                </a:lnTo>
                <a:lnTo>
                  <a:pt x="252149" y="83944"/>
                </a:lnTo>
                <a:lnTo>
                  <a:pt x="252236" y="85012"/>
                </a:lnTo>
                <a:lnTo>
                  <a:pt x="252342" y="86060"/>
                </a:lnTo>
                <a:lnTo>
                  <a:pt x="252468" y="87087"/>
                </a:lnTo>
                <a:lnTo>
                  <a:pt x="252613" y="88093"/>
                </a:lnTo>
                <a:lnTo>
                  <a:pt x="252777" y="89078"/>
                </a:lnTo>
                <a:lnTo>
                  <a:pt x="252960" y="90042"/>
                </a:lnTo>
                <a:lnTo>
                  <a:pt x="253163" y="90986"/>
                </a:lnTo>
                <a:lnTo>
                  <a:pt x="253385" y="91909"/>
                </a:lnTo>
                <a:lnTo>
                  <a:pt x="253627" y="92810"/>
                </a:lnTo>
                <a:lnTo>
                  <a:pt x="253888" y="93691"/>
                </a:lnTo>
                <a:lnTo>
                  <a:pt x="254168" y="94551"/>
                </a:lnTo>
                <a:lnTo>
                  <a:pt x="254467" y="95390"/>
                </a:lnTo>
                <a:lnTo>
                  <a:pt x="254786" y="96209"/>
                </a:lnTo>
                <a:lnTo>
                  <a:pt x="255124" y="97006"/>
                </a:lnTo>
                <a:lnTo>
                  <a:pt x="255481" y="97783"/>
                </a:lnTo>
                <a:lnTo>
                  <a:pt x="255857" y="98538"/>
                </a:lnTo>
                <a:lnTo>
                  <a:pt x="256253" y="99273"/>
                </a:lnTo>
                <a:lnTo>
                  <a:pt x="256669" y="99987"/>
                </a:lnTo>
                <a:lnTo>
                  <a:pt x="257103" y="100681"/>
                </a:lnTo>
                <a:lnTo>
                  <a:pt x="257557" y="101353"/>
                </a:lnTo>
                <a:lnTo>
                  <a:pt x="258033" y="102001"/>
                </a:lnTo>
                <a:lnTo>
                  <a:pt x="258533" y="102621"/>
                </a:lnTo>
                <a:lnTo>
                  <a:pt x="259058" y="103214"/>
                </a:lnTo>
                <a:lnTo>
                  <a:pt x="259608" y="103779"/>
                </a:lnTo>
                <a:lnTo>
                  <a:pt x="260182" y="104317"/>
                </a:lnTo>
                <a:lnTo>
                  <a:pt x="260781" y="104827"/>
                </a:lnTo>
                <a:lnTo>
                  <a:pt x="261404" y="105309"/>
                </a:lnTo>
                <a:lnTo>
                  <a:pt x="262052" y="105764"/>
                </a:lnTo>
                <a:lnTo>
                  <a:pt x="262725" y="106191"/>
                </a:lnTo>
                <a:lnTo>
                  <a:pt x="263422" y="106591"/>
                </a:lnTo>
                <a:lnTo>
                  <a:pt x="264144" y="106963"/>
                </a:lnTo>
                <a:lnTo>
                  <a:pt x="264890" y="107308"/>
                </a:lnTo>
                <a:lnTo>
                  <a:pt x="265661" y="107625"/>
                </a:lnTo>
                <a:lnTo>
                  <a:pt x="266457" y="107914"/>
                </a:lnTo>
                <a:lnTo>
                  <a:pt x="267277" y="108176"/>
                </a:lnTo>
                <a:lnTo>
                  <a:pt x="268121" y="108411"/>
                </a:lnTo>
                <a:lnTo>
                  <a:pt x="268991" y="108617"/>
                </a:lnTo>
                <a:lnTo>
                  <a:pt x="269885" y="108797"/>
                </a:lnTo>
                <a:lnTo>
                  <a:pt x="270803" y="108948"/>
                </a:lnTo>
                <a:lnTo>
                  <a:pt x="271746" y="109072"/>
                </a:lnTo>
                <a:lnTo>
                  <a:pt x="272714" y="109169"/>
                </a:lnTo>
                <a:lnTo>
                  <a:pt x="273706" y="109238"/>
                </a:lnTo>
                <a:lnTo>
                  <a:pt x="274723" y="109279"/>
                </a:lnTo>
                <a:lnTo>
                  <a:pt x="275765" y="109293"/>
                </a:lnTo>
                <a:lnTo>
                  <a:pt x="276546" y="109286"/>
                </a:lnTo>
                <a:lnTo>
                  <a:pt x="277317" y="109264"/>
                </a:lnTo>
                <a:lnTo>
                  <a:pt x="278076" y="109228"/>
                </a:lnTo>
                <a:lnTo>
                  <a:pt x="278825" y="1091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Database">
            <a:extLst xmlns:a="http://schemas.openxmlformats.org/drawingml/2006/main">
              <a:ext uri="{FF2B5EF4-FFF2-40B4-BE49-F238E27FC236}">
                <a16:creationId xmlns:a16="http://schemas.microsoft.com/office/drawing/2014/main" id="{0D0F3FA8-FE51-48B9-B6AA-BFDF5656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79" y="1735969"/>
            <a:ext cx="575662" cy="109293"/>
          </a:xfrm>
          <a:custGeom xmlns:a="http://schemas.openxmlformats.org/drawingml/2006/main">
            <a:pathLst>
              <a:path w="575662" h="109293">
                <a:moveTo>
                  <a:pt x="0" y="107851"/>
                </a:moveTo>
                <a:lnTo>
                  <a:pt x="0" y="0"/>
                </a:lnTo>
                <a:lnTo>
                  <a:pt x="34574" y="0"/>
                </a:lnTo>
                <a:cubicBezTo>
                  <a:pt x="45832" y="0"/>
                  <a:pt x="55436" y="2123"/>
                  <a:pt x="63386" y="6370"/>
                </a:cubicBezTo>
                <a:cubicBezTo>
                  <a:pt x="71336" y="10617"/>
                  <a:pt x="77405" y="16773"/>
                  <a:pt x="81594" y="24839"/>
                </a:cubicBezTo>
                <a:cubicBezTo>
                  <a:pt x="85782" y="32905"/>
                  <a:pt x="87876" y="42601"/>
                  <a:pt x="87876" y="53925"/>
                </a:cubicBezTo>
                <a:cubicBezTo>
                  <a:pt x="87876" y="65303"/>
                  <a:pt x="85769" y="75025"/>
                  <a:pt x="81554" y="83091"/>
                </a:cubicBezTo>
                <a:cubicBezTo>
                  <a:pt x="77339" y="91158"/>
                  <a:pt x="71270" y="97301"/>
                  <a:pt x="63346" y="101521"/>
                </a:cubicBezTo>
                <a:cubicBezTo>
                  <a:pt x="55423" y="105741"/>
                  <a:pt x="45832" y="107851"/>
                  <a:pt x="34574" y="107851"/>
                </a:cubicBezTo>
                <a:lnTo>
                  <a:pt x="0" y="107851"/>
                </a:lnTo>
                <a:moveTo>
                  <a:pt x="14406" y="95751"/>
                </a:moveTo>
                <a:lnTo>
                  <a:pt x="31373" y="95751"/>
                </a:lnTo>
                <a:cubicBezTo>
                  <a:pt x="40817" y="95751"/>
                  <a:pt x="48607" y="94242"/>
                  <a:pt x="54743" y="91224"/>
                </a:cubicBezTo>
                <a:cubicBezTo>
                  <a:pt x="60879" y="88206"/>
                  <a:pt x="65467" y="83586"/>
                  <a:pt x="68508" y="77362"/>
                </a:cubicBezTo>
                <a:cubicBezTo>
                  <a:pt x="71550" y="71139"/>
                  <a:pt x="73070" y="63300"/>
                  <a:pt x="73070" y="53845"/>
                </a:cubicBezTo>
                <a:cubicBezTo>
                  <a:pt x="73070" y="44444"/>
                  <a:pt x="71523" y="36658"/>
                  <a:pt x="68428" y="30488"/>
                </a:cubicBezTo>
                <a:cubicBezTo>
                  <a:pt x="65334" y="24318"/>
                  <a:pt x="60705" y="19711"/>
                  <a:pt x="54543" y="16666"/>
                </a:cubicBezTo>
                <a:cubicBezTo>
                  <a:pt x="48380" y="13622"/>
                  <a:pt x="40657" y="12099"/>
                  <a:pt x="31373" y="12099"/>
                </a:cubicBezTo>
                <a:lnTo>
                  <a:pt x="14406" y="12099"/>
                </a:lnTo>
                <a:lnTo>
                  <a:pt x="14406" y="95751"/>
                </a:lnTo>
                <a:close/>
                <a:moveTo>
                  <a:pt x="117704" y="109293"/>
                </a:moveTo>
                <a:cubicBezTo>
                  <a:pt x="113489" y="109293"/>
                  <a:pt x="109647" y="108437"/>
                  <a:pt x="106179" y="106726"/>
                </a:cubicBezTo>
                <a:cubicBezTo>
                  <a:pt x="102711" y="105014"/>
                  <a:pt x="99937" y="102446"/>
                  <a:pt x="97856" y="99024"/>
                </a:cubicBezTo>
                <a:cubicBezTo>
                  <a:pt x="95775" y="95600"/>
                  <a:pt x="94734" y="91349"/>
                  <a:pt x="94734" y="86269"/>
                </a:cubicBezTo>
                <a:cubicBezTo>
                  <a:pt x="94734" y="78982"/>
                  <a:pt x="96802" y="73462"/>
                  <a:pt x="100937" y="69708"/>
                </a:cubicBezTo>
                <a:cubicBezTo>
                  <a:pt x="105072" y="65954"/>
                  <a:pt x="110928" y="63414"/>
                  <a:pt x="118504" y="62088"/>
                </a:cubicBezTo>
                <a:cubicBezTo>
                  <a:pt x="126081" y="60763"/>
                  <a:pt x="134938" y="60045"/>
                  <a:pt x="145075" y="59935"/>
                </a:cubicBezTo>
                <a:lnTo>
                  <a:pt x="145075" y="53833"/>
                </a:lnTo>
                <a:cubicBezTo>
                  <a:pt x="145075" y="46670"/>
                  <a:pt x="143555" y="41756"/>
                  <a:pt x="140513" y="39092"/>
                </a:cubicBezTo>
                <a:cubicBezTo>
                  <a:pt x="137472" y="36428"/>
                  <a:pt x="133657" y="35096"/>
                  <a:pt x="129069" y="35096"/>
                </a:cubicBezTo>
                <a:cubicBezTo>
                  <a:pt x="124053" y="35096"/>
                  <a:pt x="119838" y="36504"/>
                  <a:pt x="116423" y="39320"/>
                </a:cubicBezTo>
                <a:cubicBezTo>
                  <a:pt x="113009" y="42136"/>
                  <a:pt x="111301" y="46644"/>
                  <a:pt x="111301" y="52844"/>
                </a:cubicBezTo>
                <a:lnTo>
                  <a:pt x="98336" y="52844"/>
                </a:lnTo>
                <a:cubicBezTo>
                  <a:pt x="98336" y="46283"/>
                  <a:pt x="99656" y="40961"/>
                  <a:pt x="102298" y="36876"/>
                </a:cubicBezTo>
                <a:cubicBezTo>
                  <a:pt x="104939" y="32789"/>
                  <a:pt x="108580" y="29816"/>
                  <a:pt x="113222" y="27954"/>
                </a:cubicBezTo>
                <a:cubicBezTo>
                  <a:pt x="117864" y="26091"/>
                  <a:pt x="123146" y="25160"/>
                  <a:pt x="129069" y="25160"/>
                </a:cubicBezTo>
                <a:cubicBezTo>
                  <a:pt x="132804" y="25160"/>
                  <a:pt x="136405" y="25550"/>
                  <a:pt x="139873" y="26329"/>
                </a:cubicBezTo>
                <a:cubicBezTo>
                  <a:pt x="143341" y="27107"/>
                  <a:pt x="146462" y="28525"/>
                  <a:pt x="149237" y="30583"/>
                </a:cubicBezTo>
                <a:cubicBezTo>
                  <a:pt x="152011" y="32642"/>
                  <a:pt x="154199" y="35520"/>
                  <a:pt x="155800" y="39220"/>
                </a:cubicBezTo>
                <a:cubicBezTo>
                  <a:pt x="157400" y="42919"/>
                  <a:pt x="158201" y="47689"/>
                  <a:pt x="158201" y="53530"/>
                </a:cubicBezTo>
                <a:lnTo>
                  <a:pt x="158201" y="107851"/>
                </a:lnTo>
                <a:lnTo>
                  <a:pt x="145876" y="107851"/>
                </a:lnTo>
                <a:lnTo>
                  <a:pt x="145395" y="96473"/>
                </a:lnTo>
                <a:cubicBezTo>
                  <a:pt x="141981" y="100426"/>
                  <a:pt x="138006" y="103550"/>
                  <a:pt x="133470" y="105847"/>
                </a:cubicBezTo>
                <a:cubicBezTo>
                  <a:pt x="128935" y="108144"/>
                  <a:pt x="123680" y="109293"/>
                  <a:pt x="117704" y="109293"/>
                </a:cubicBezTo>
                <a:moveTo>
                  <a:pt x="121225" y="99037"/>
                </a:moveTo>
                <a:cubicBezTo>
                  <a:pt x="126294" y="99037"/>
                  <a:pt x="130829" y="97783"/>
                  <a:pt x="134831" y="95276"/>
                </a:cubicBezTo>
                <a:cubicBezTo>
                  <a:pt x="138833" y="92768"/>
                  <a:pt x="142221" y="89486"/>
                  <a:pt x="144995" y="85428"/>
                </a:cubicBezTo>
                <a:lnTo>
                  <a:pt x="144995" y="68268"/>
                </a:lnTo>
                <a:cubicBezTo>
                  <a:pt x="131816" y="68437"/>
                  <a:pt x="122373" y="69860"/>
                  <a:pt x="116663" y="72537"/>
                </a:cubicBezTo>
                <a:cubicBezTo>
                  <a:pt x="110954" y="75213"/>
                  <a:pt x="108100" y="79623"/>
                  <a:pt x="108100" y="85766"/>
                </a:cubicBezTo>
                <a:cubicBezTo>
                  <a:pt x="108100" y="89824"/>
                  <a:pt x="109194" y="93051"/>
                  <a:pt x="111381" y="95446"/>
                </a:cubicBezTo>
                <a:cubicBezTo>
                  <a:pt x="113569" y="97840"/>
                  <a:pt x="116850" y="99037"/>
                  <a:pt x="121225" y="99037"/>
                </a:cubicBezTo>
                <a:close/>
                <a:moveTo>
                  <a:pt x="198439" y="107851"/>
                </a:moveTo>
                <a:cubicBezTo>
                  <a:pt x="192196" y="107851"/>
                  <a:pt x="187381" y="106801"/>
                  <a:pt x="183993" y="104703"/>
                </a:cubicBezTo>
                <a:cubicBezTo>
                  <a:pt x="180605" y="102605"/>
                  <a:pt x="178284" y="99583"/>
                  <a:pt x="177030" y="95636"/>
                </a:cubicBezTo>
                <a:cubicBezTo>
                  <a:pt x="175776" y="91690"/>
                  <a:pt x="175149" y="86947"/>
                  <a:pt x="175149" y="81406"/>
                </a:cubicBezTo>
                <a:lnTo>
                  <a:pt x="175149" y="37419"/>
                </a:lnTo>
                <a:lnTo>
                  <a:pt x="162184" y="37419"/>
                </a:lnTo>
                <a:lnTo>
                  <a:pt x="162184" y="26602"/>
                </a:lnTo>
                <a:lnTo>
                  <a:pt x="175149" y="26602"/>
                </a:lnTo>
                <a:lnTo>
                  <a:pt x="175149" y="8734"/>
                </a:lnTo>
                <a:lnTo>
                  <a:pt x="188515" y="8734"/>
                </a:lnTo>
                <a:lnTo>
                  <a:pt x="188515" y="26602"/>
                </a:lnTo>
                <a:lnTo>
                  <a:pt x="207803" y="26602"/>
                </a:lnTo>
                <a:lnTo>
                  <a:pt x="207803" y="37419"/>
                </a:lnTo>
                <a:lnTo>
                  <a:pt x="188515" y="37419"/>
                </a:lnTo>
                <a:lnTo>
                  <a:pt x="188515" y="81118"/>
                </a:lnTo>
                <a:cubicBezTo>
                  <a:pt x="188515" y="86255"/>
                  <a:pt x="189142" y="90179"/>
                  <a:pt x="190396" y="92889"/>
                </a:cubicBezTo>
                <a:cubicBezTo>
                  <a:pt x="191649" y="95599"/>
                  <a:pt x="194624" y="96953"/>
                  <a:pt x="199319" y="96953"/>
                </a:cubicBezTo>
                <a:lnTo>
                  <a:pt x="207803" y="96953"/>
                </a:lnTo>
                <a:lnTo>
                  <a:pt x="207803" y="107851"/>
                </a:lnTo>
                <a:lnTo>
                  <a:pt x="198439" y="107851"/>
                </a:lnTo>
                <a:close/>
                <a:moveTo>
                  <a:pt x="236603" y="109293"/>
                </a:moveTo>
                <a:cubicBezTo>
                  <a:pt x="232388" y="109293"/>
                  <a:pt x="228546" y="108437"/>
                  <a:pt x="225078" y="106726"/>
                </a:cubicBezTo>
                <a:cubicBezTo>
                  <a:pt x="221610" y="105014"/>
                  <a:pt x="218835" y="102446"/>
                  <a:pt x="216755" y="99024"/>
                </a:cubicBezTo>
                <a:cubicBezTo>
                  <a:pt x="214674" y="95600"/>
                  <a:pt x="213633" y="91349"/>
                  <a:pt x="213633" y="86269"/>
                </a:cubicBezTo>
                <a:cubicBezTo>
                  <a:pt x="213633" y="78982"/>
                  <a:pt x="215701" y="73462"/>
                  <a:pt x="219836" y="69708"/>
                </a:cubicBezTo>
                <a:cubicBezTo>
                  <a:pt x="223971" y="65954"/>
                  <a:pt x="229827" y="63414"/>
                  <a:pt x="237403" y="62088"/>
                </a:cubicBezTo>
                <a:cubicBezTo>
                  <a:pt x="244980" y="60763"/>
                  <a:pt x="253837" y="60045"/>
                  <a:pt x="263974" y="59935"/>
                </a:cubicBezTo>
                <a:lnTo>
                  <a:pt x="263974" y="53833"/>
                </a:lnTo>
                <a:cubicBezTo>
                  <a:pt x="263974" y="46670"/>
                  <a:pt x="262454" y="41756"/>
                  <a:pt x="259412" y="39092"/>
                </a:cubicBezTo>
                <a:cubicBezTo>
                  <a:pt x="256371" y="36428"/>
                  <a:pt x="252556" y="35096"/>
                  <a:pt x="247968" y="35096"/>
                </a:cubicBezTo>
                <a:cubicBezTo>
                  <a:pt x="242952" y="35096"/>
                  <a:pt x="238737" y="36504"/>
                  <a:pt x="235322" y="39320"/>
                </a:cubicBezTo>
                <a:cubicBezTo>
                  <a:pt x="231908" y="42136"/>
                  <a:pt x="230200" y="46644"/>
                  <a:pt x="230200" y="52844"/>
                </a:cubicBezTo>
                <a:lnTo>
                  <a:pt x="217235" y="52844"/>
                </a:lnTo>
                <a:cubicBezTo>
                  <a:pt x="217235" y="46283"/>
                  <a:pt x="218555" y="40961"/>
                  <a:pt x="221196" y="36876"/>
                </a:cubicBezTo>
                <a:cubicBezTo>
                  <a:pt x="223838" y="32789"/>
                  <a:pt x="227479" y="29816"/>
                  <a:pt x="232121" y="27954"/>
                </a:cubicBezTo>
                <a:cubicBezTo>
                  <a:pt x="236763" y="26091"/>
                  <a:pt x="242045" y="25160"/>
                  <a:pt x="247968" y="25160"/>
                </a:cubicBezTo>
                <a:cubicBezTo>
                  <a:pt x="251702" y="25160"/>
                  <a:pt x="255304" y="25550"/>
                  <a:pt x="258772" y="26329"/>
                </a:cubicBezTo>
                <a:cubicBezTo>
                  <a:pt x="262240" y="27107"/>
                  <a:pt x="265361" y="28525"/>
                  <a:pt x="268136" y="30583"/>
                </a:cubicBezTo>
                <a:cubicBezTo>
                  <a:pt x="270910" y="32642"/>
                  <a:pt x="273098" y="35520"/>
                  <a:pt x="274699" y="39220"/>
                </a:cubicBezTo>
                <a:cubicBezTo>
                  <a:pt x="276299" y="42919"/>
                  <a:pt x="277100" y="47689"/>
                  <a:pt x="277100" y="53530"/>
                </a:cubicBezTo>
                <a:lnTo>
                  <a:pt x="277100" y="107851"/>
                </a:lnTo>
                <a:lnTo>
                  <a:pt x="264775" y="107851"/>
                </a:lnTo>
                <a:lnTo>
                  <a:pt x="264294" y="96473"/>
                </a:lnTo>
                <a:cubicBezTo>
                  <a:pt x="260880" y="100426"/>
                  <a:pt x="256905" y="103550"/>
                  <a:pt x="252369" y="105847"/>
                </a:cubicBezTo>
                <a:cubicBezTo>
                  <a:pt x="247834" y="108144"/>
                  <a:pt x="242579" y="109293"/>
                  <a:pt x="236603" y="109293"/>
                </a:cubicBezTo>
                <a:moveTo>
                  <a:pt x="240124" y="99037"/>
                </a:moveTo>
                <a:cubicBezTo>
                  <a:pt x="245193" y="99037"/>
                  <a:pt x="249728" y="97783"/>
                  <a:pt x="253730" y="95276"/>
                </a:cubicBezTo>
                <a:cubicBezTo>
                  <a:pt x="257732" y="92768"/>
                  <a:pt x="261120" y="89486"/>
                  <a:pt x="263894" y="85428"/>
                </a:cubicBezTo>
                <a:lnTo>
                  <a:pt x="263894" y="68268"/>
                </a:lnTo>
                <a:cubicBezTo>
                  <a:pt x="250715" y="68437"/>
                  <a:pt x="241271" y="69860"/>
                  <a:pt x="235562" y="72537"/>
                </a:cubicBezTo>
                <a:cubicBezTo>
                  <a:pt x="229853" y="75213"/>
                  <a:pt x="226999" y="79623"/>
                  <a:pt x="226999" y="85766"/>
                </a:cubicBezTo>
                <a:cubicBezTo>
                  <a:pt x="226999" y="89824"/>
                  <a:pt x="228093" y="93051"/>
                  <a:pt x="230280" y="95446"/>
                </a:cubicBezTo>
                <a:cubicBezTo>
                  <a:pt x="232468" y="97840"/>
                  <a:pt x="235749" y="99037"/>
                  <a:pt x="240124" y="99037"/>
                </a:cubicBezTo>
                <a:close/>
                <a:moveTo>
                  <a:pt x="327982" y="109293"/>
                </a:moveTo>
                <a:cubicBezTo>
                  <a:pt x="322327" y="109293"/>
                  <a:pt x="317484" y="108238"/>
                  <a:pt x="313456" y="106128"/>
                </a:cubicBezTo>
                <a:cubicBezTo>
                  <a:pt x="309428" y="104018"/>
                  <a:pt x="306133" y="100906"/>
                  <a:pt x="303572" y="96793"/>
                </a:cubicBezTo>
                <a:lnTo>
                  <a:pt x="302932" y="107851"/>
                </a:lnTo>
                <a:lnTo>
                  <a:pt x="290367" y="107851"/>
                </a:lnTo>
                <a:lnTo>
                  <a:pt x="290367" y="0"/>
                </a:lnTo>
                <a:lnTo>
                  <a:pt x="303812" y="0"/>
                </a:lnTo>
                <a:lnTo>
                  <a:pt x="303812" y="38861"/>
                </a:lnTo>
                <a:cubicBezTo>
                  <a:pt x="306320" y="35122"/>
                  <a:pt x="309628" y="31904"/>
                  <a:pt x="313736" y="29206"/>
                </a:cubicBezTo>
                <a:cubicBezTo>
                  <a:pt x="317845" y="26509"/>
                  <a:pt x="322727" y="25160"/>
                  <a:pt x="328382" y="25160"/>
                </a:cubicBezTo>
                <a:cubicBezTo>
                  <a:pt x="334465" y="25160"/>
                  <a:pt x="339707" y="26731"/>
                  <a:pt x="344109" y="29872"/>
                </a:cubicBezTo>
                <a:cubicBezTo>
                  <a:pt x="348511" y="33012"/>
                  <a:pt x="351912" y="37695"/>
                  <a:pt x="354313" y="43922"/>
                </a:cubicBezTo>
                <a:cubicBezTo>
                  <a:pt x="356714" y="50147"/>
                  <a:pt x="357915" y="57901"/>
                  <a:pt x="357915" y="67184"/>
                </a:cubicBezTo>
                <a:cubicBezTo>
                  <a:pt x="357915" y="76412"/>
                  <a:pt x="356701" y="84153"/>
                  <a:pt x="354273" y="90408"/>
                </a:cubicBezTo>
                <a:cubicBezTo>
                  <a:pt x="351845" y="96661"/>
                  <a:pt x="348391" y="101372"/>
                  <a:pt x="343909" y="104540"/>
                </a:cubicBezTo>
                <a:cubicBezTo>
                  <a:pt x="339427" y="107709"/>
                  <a:pt x="334118" y="109293"/>
                  <a:pt x="327982" y="109293"/>
                </a:cubicBezTo>
                <a:moveTo>
                  <a:pt x="325421" y="98316"/>
                </a:moveTo>
                <a:cubicBezTo>
                  <a:pt x="331770" y="98316"/>
                  <a:pt x="336479" y="95595"/>
                  <a:pt x="339547" y="90153"/>
                </a:cubicBezTo>
                <a:cubicBezTo>
                  <a:pt x="342615" y="84711"/>
                  <a:pt x="344149" y="77028"/>
                  <a:pt x="344149" y="67104"/>
                </a:cubicBezTo>
                <a:cubicBezTo>
                  <a:pt x="344149" y="57066"/>
                  <a:pt x="342628" y="49369"/>
                  <a:pt x="339587" y="44012"/>
                </a:cubicBezTo>
                <a:cubicBezTo>
                  <a:pt x="336546" y="38655"/>
                  <a:pt x="331957" y="35977"/>
                  <a:pt x="325821" y="35977"/>
                </a:cubicBezTo>
                <a:cubicBezTo>
                  <a:pt x="320486" y="35977"/>
                  <a:pt x="315991" y="37599"/>
                  <a:pt x="312336" y="40842"/>
                </a:cubicBezTo>
                <a:cubicBezTo>
                  <a:pt x="308681" y="44084"/>
                  <a:pt x="305840" y="47819"/>
                  <a:pt x="303812" y="52047"/>
                </a:cubicBezTo>
                <a:lnTo>
                  <a:pt x="303812" y="83935"/>
                </a:lnTo>
                <a:cubicBezTo>
                  <a:pt x="305840" y="88334"/>
                  <a:pt x="308654" y="91830"/>
                  <a:pt x="312256" y="94424"/>
                </a:cubicBezTo>
                <a:cubicBezTo>
                  <a:pt x="315857" y="97018"/>
                  <a:pt x="320246" y="98316"/>
                  <a:pt x="325421" y="98316"/>
                </a:cubicBezTo>
                <a:close/>
                <a:moveTo>
                  <a:pt x="387955" y="109293"/>
                </a:moveTo>
                <a:cubicBezTo>
                  <a:pt x="383740" y="109293"/>
                  <a:pt x="379899" y="108437"/>
                  <a:pt x="376431" y="106726"/>
                </a:cubicBezTo>
                <a:cubicBezTo>
                  <a:pt x="372962" y="105014"/>
                  <a:pt x="370188" y="102446"/>
                  <a:pt x="368107" y="99024"/>
                </a:cubicBezTo>
                <a:cubicBezTo>
                  <a:pt x="366026" y="95600"/>
                  <a:pt x="364986" y="91349"/>
                  <a:pt x="364986" y="86269"/>
                </a:cubicBezTo>
                <a:cubicBezTo>
                  <a:pt x="364986" y="78982"/>
                  <a:pt x="367053" y="73462"/>
                  <a:pt x="371188" y="69708"/>
                </a:cubicBezTo>
                <a:cubicBezTo>
                  <a:pt x="375323" y="65954"/>
                  <a:pt x="381179" y="63414"/>
                  <a:pt x="388756" y="62088"/>
                </a:cubicBezTo>
                <a:cubicBezTo>
                  <a:pt x="396332" y="60763"/>
                  <a:pt x="405189" y="60045"/>
                  <a:pt x="415327" y="59935"/>
                </a:cubicBezTo>
                <a:lnTo>
                  <a:pt x="415327" y="53833"/>
                </a:lnTo>
                <a:cubicBezTo>
                  <a:pt x="415327" y="46670"/>
                  <a:pt x="413806" y="41756"/>
                  <a:pt x="410765" y="39092"/>
                </a:cubicBezTo>
                <a:cubicBezTo>
                  <a:pt x="407724" y="36428"/>
                  <a:pt x="403909" y="35096"/>
                  <a:pt x="399320" y="35096"/>
                </a:cubicBezTo>
                <a:cubicBezTo>
                  <a:pt x="394305" y="35096"/>
                  <a:pt x="390090" y="36504"/>
                  <a:pt x="386675" y="39320"/>
                </a:cubicBezTo>
                <a:cubicBezTo>
                  <a:pt x="383260" y="42136"/>
                  <a:pt x="381553" y="46644"/>
                  <a:pt x="381553" y="52844"/>
                </a:cubicBezTo>
                <a:lnTo>
                  <a:pt x="368587" y="52844"/>
                </a:lnTo>
                <a:cubicBezTo>
                  <a:pt x="368587" y="46283"/>
                  <a:pt x="369908" y="40961"/>
                  <a:pt x="372549" y="36876"/>
                </a:cubicBezTo>
                <a:cubicBezTo>
                  <a:pt x="375190" y="32789"/>
                  <a:pt x="378832" y="29816"/>
                  <a:pt x="383473" y="27954"/>
                </a:cubicBezTo>
                <a:cubicBezTo>
                  <a:pt x="388115" y="26091"/>
                  <a:pt x="393398" y="25160"/>
                  <a:pt x="399320" y="25160"/>
                </a:cubicBezTo>
                <a:cubicBezTo>
                  <a:pt x="403055" y="25160"/>
                  <a:pt x="406656" y="25550"/>
                  <a:pt x="410125" y="26329"/>
                </a:cubicBezTo>
                <a:cubicBezTo>
                  <a:pt x="413593" y="27107"/>
                  <a:pt x="416714" y="28525"/>
                  <a:pt x="419488" y="30583"/>
                </a:cubicBezTo>
                <a:cubicBezTo>
                  <a:pt x="422263" y="32642"/>
                  <a:pt x="424450" y="35520"/>
                  <a:pt x="426051" y="39220"/>
                </a:cubicBezTo>
                <a:cubicBezTo>
                  <a:pt x="427652" y="42919"/>
                  <a:pt x="428452" y="47689"/>
                  <a:pt x="428452" y="53530"/>
                </a:cubicBezTo>
                <a:lnTo>
                  <a:pt x="428452" y="107851"/>
                </a:lnTo>
                <a:lnTo>
                  <a:pt x="416127" y="107851"/>
                </a:lnTo>
                <a:lnTo>
                  <a:pt x="415647" y="96473"/>
                </a:lnTo>
                <a:cubicBezTo>
                  <a:pt x="412232" y="100426"/>
                  <a:pt x="408257" y="103550"/>
                  <a:pt x="403722" y="105847"/>
                </a:cubicBezTo>
                <a:cubicBezTo>
                  <a:pt x="399187" y="108144"/>
                  <a:pt x="393931" y="109293"/>
                  <a:pt x="387955" y="109293"/>
                </a:cubicBezTo>
                <a:moveTo>
                  <a:pt x="391477" y="99037"/>
                </a:moveTo>
                <a:cubicBezTo>
                  <a:pt x="396546" y="99037"/>
                  <a:pt x="401081" y="97783"/>
                  <a:pt x="405082" y="95276"/>
                </a:cubicBezTo>
                <a:cubicBezTo>
                  <a:pt x="409084" y="92768"/>
                  <a:pt x="412472" y="89486"/>
                  <a:pt x="415247" y="85428"/>
                </a:cubicBezTo>
                <a:lnTo>
                  <a:pt x="415247" y="68268"/>
                </a:lnTo>
                <a:cubicBezTo>
                  <a:pt x="402068" y="68437"/>
                  <a:pt x="392624" y="69860"/>
                  <a:pt x="386915" y="72537"/>
                </a:cubicBezTo>
                <a:cubicBezTo>
                  <a:pt x="381206" y="75213"/>
                  <a:pt x="378351" y="79623"/>
                  <a:pt x="378351" y="85766"/>
                </a:cubicBezTo>
                <a:cubicBezTo>
                  <a:pt x="378351" y="89824"/>
                  <a:pt x="379445" y="93051"/>
                  <a:pt x="381633" y="95446"/>
                </a:cubicBezTo>
                <a:cubicBezTo>
                  <a:pt x="383820" y="97840"/>
                  <a:pt x="387102" y="99037"/>
                  <a:pt x="391477" y="99037"/>
                </a:cubicBezTo>
                <a:close/>
                <a:moveTo>
                  <a:pt x="469731" y="109293"/>
                </a:moveTo>
                <a:cubicBezTo>
                  <a:pt x="465302" y="109293"/>
                  <a:pt x="461127" y="108802"/>
                  <a:pt x="457206" y="107821"/>
                </a:cubicBezTo>
                <a:cubicBezTo>
                  <a:pt x="453284" y="106839"/>
                  <a:pt x="449829" y="105255"/>
                  <a:pt x="446841" y="103068"/>
                </a:cubicBezTo>
                <a:cubicBezTo>
                  <a:pt x="443853" y="100880"/>
                  <a:pt x="441519" y="98047"/>
                  <a:pt x="439838" y="94570"/>
                </a:cubicBezTo>
                <a:cubicBezTo>
                  <a:pt x="438158" y="91092"/>
                  <a:pt x="437317" y="86857"/>
                  <a:pt x="437317" y="81865"/>
                </a:cubicBezTo>
                <a:lnTo>
                  <a:pt x="450203" y="81865"/>
                </a:lnTo>
                <a:cubicBezTo>
                  <a:pt x="450203" y="88330"/>
                  <a:pt x="452097" y="92862"/>
                  <a:pt x="455885" y="95461"/>
                </a:cubicBezTo>
                <a:cubicBezTo>
                  <a:pt x="459673" y="98058"/>
                  <a:pt x="464395" y="99357"/>
                  <a:pt x="470051" y="99357"/>
                </a:cubicBezTo>
                <a:cubicBezTo>
                  <a:pt x="475120" y="99357"/>
                  <a:pt x="479295" y="98323"/>
                  <a:pt x="482576" y="96255"/>
                </a:cubicBezTo>
                <a:cubicBezTo>
                  <a:pt x="485858" y="94187"/>
                  <a:pt x="487498" y="90792"/>
                  <a:pt x="487498" y="86071"/>
                </a:cubicBezTo>
                <a:cubicBezTo>
                  <a:pt x="487498" y="82033"/>
                  <a:pt x="486018" y="79061"/>
                  <a:pt x="483056" y="77155"/>
                </a:cubicBezTo>
                <a:cubicBezTo>
                  <a:pt x="480095" y="75247"/>
                  <a:pt x="474853" y="73311"/>
                  <a:pt x="467330" y="71348"/>
                </a:cubicBezTo>
                <a:cubicBezTo>
                  <a:pt x="461247" y="69834"/>
                  <a:pt x="456152" y="68081"/>
                  <a:pt x="452044" y="66090"/>
                </a:cubicBezTo>
                <a:cubicBezTo>
                  <a:pt x="447935" y="64098"/>
                  <a:pt x="444841" y="61574"/>
                  <a:pt x="442760" y="58518"/>
                </a:cubicBezTo>
                <a:cubicBezTo>
                  <a:pt x="440679" y="55461"/>
                  <a:pt x="439638" y="51605"/>
                  <a:pt x="439638" y="46949"/>
                </a:cubicBezTo>
                <a:cubicBezTo>
                  <a:pt x="439638" y="43360"/>
                  <a:pt x="440372" y="40206"/>
                  <a:pt x="441839" y="37487"/>
                </a:cubicBezTo>
                <a:cubicBezTo>
                  <a:pt x="443307" y="34766"/>
                  <a:pt x="445361" y="32494"/>
                  <a:pt x="448002" y="30671"/>
                </a:cubicBezTo>
                <a:cubicBezTo>
                  <a:pt x="450643" y="28848"/>
                  <a:pt x="453738" y="27474"/>
                  <a:pt x="457286" y="26550"/>
                </a:cubicBezTo>
                <a:cubicBezTo>
                  <a:pt x="460834" y="25623"/>
                  <a:pt x="464689" y="25160"/>
                  <a:pt x="468850" y="25160"/>
                </a:cubicBezTo>
                <a:cubicBezTo>
                  <a:pt x="472959" y="25160"/>
                  <a:pt x="476814" y="25665"/>
                  <a:pt x="480415" y="26675"/>
                </a:cubicBezTo>
                <a:cubicBezTo>
                  <a:pt x="484017" y="27685"/>
                  <a:pt x="487205" y="29241"/>
                  <a:pt x="489979" y="31345"/>
                </a:cubicBezTo>
                <a:cubicBezTo>
                  <a:pt x="492754" y="33448"/>
                  <a:pt x="494928" y="36168"/>
                  <a:pt x="496502" y="39505"/>
                </a:cubicBezTo>
                <a:cubicBezTo>
                  <a:pt x="498076" y="42842"/>
                  <a:pt x="498863" y="46810"/>
                  <a:pt x="498863" y="51409"/>
                </a:cubicBezTo>
                <a:lnTo>
                  <a:pt x="485898" y="51409"/>
                </a:lnTo>
                <a:cubicBezTo>
                  <a:pt x="485898" y="45561"/>
                  <a:pt x="484257" y="41407"/>
                  <a:pt x="480976" y="38947"/>
                </a:cubicBezTo>
                <a:cubicBezTo>
                  <a:pt x="477694" y="36486"/>
                  <a:pt x="473652" y="35256"/>
                  <a:pt x="468850" y="35256"/>
                </a:cubicBezTo>
                <a:cubicBezTo>
                  <a:pt x="464049" y="35256"/>
                  <a:pt x="460154" y="36166"/>
                  <a:pt x="457166" y="37988"/>
                </a:cubicBezTo>
                <a:cubicBezTo>
                  <a:pt x="454178" y="39807"/>
                  <a:pt x="452684" y="42654"/>
                  <a:pt x="452684" y="46529"/>
                </a:cubicBezTo>
                <a:cubicBezTo>
                  <a:pt x="452684" y="48715"/>
                  <a:pt x="453351" y="50567"/>
                  <a:pt x="454685" y="52082"/>
                </a:cubicBezTo>
                <a:cubicBezTo>
                  <a:pt x="456019" y="53596"/>
                  <a:pt x="458259" y="54957"/>
                  <a:pt x="461407" y="56164"/>
                </a:cubicBezTo>
                <a:cubicBezTo>
                  <a:pt x="464555" y="57369"/>
                  <a:pt x="468770" y="58644"/>
                  <a:pt x="474053" y="59990"/>
                </a:cubicBezTo>
                <a:cubicBezTo>
                  <a:pt x="479922" y="61449"/>
                  <a:pt x="484817" y="63188"/>
                  <a:pt x="488739" y="65208"/>
                </a:cubicBezTo>
                <a:cubicBezTo>
                  <a:pt x="492660" y="67226"/>
                  <a:pt x="495622" y="69835"/>
                  <a:pt x="497622" y="73033"/>
                </a:cubicBezTo>
                <a:cubicBezTo>
                  <a:pt x="499623" y="76230"/>
                  <a:pt x="500624" y="80352"/>
                  <a:pt x="500624" y="85400"/>
                </a:cubicBezTo>
                <a:cubicBezTo>
                  <a:pt x="500624" y="89550"/>
                  <a:pt x="499850" y="93140"/>
                  <a:pt x="498303" y="96170"/>
                </a:cubicBezTo>
                <a:cubicBezTo>
                  <a:pt x="496755" y="99198"/>
                  <a:pt x="494581" y="101679"/>
                  <a:pt x="491780" y="103614"/>
                </a:cubicBezTo>
                <a:cubicBezTo>
                  <a:pt x="488979" y="105549"/>
                  <a:pt x="485697" y="106978"/>
                  <a:pt x="481936" y="107903"/>
                </a:cubicBezTo>
                <a:cubicBezTo>
                  <a:pt x="478174" y="108830"/>
                  <a:pt x="474106" y="109293"/>
                  <a:pt x="469731" y="109293"/>
                </a:cubicBezTo>
                <a:close/>
                <a:moveTo>
                  <a:pt x="544128" y="109293"/>
                </a:moveTo>
                <a:cubicBezTo>
                  <a:pt x="536018" y="109293"/>
                  <a:pt x="529322" y="107445"/>
                  <a:pt x="524040" y="103749"/>
                </a:cubicBezTo>
                <a:cubicBezTo>
                  <a:pt x="518758" y="100052"/>
                  <a:pt x="514823" y="95020"/>
                  <a:pt x="512235" y="88655"/>
                </a:cubicBezTo>
                <a:cubicBezTo>
                  <a:pt x="509648" y="82290"/>
                  <a:pt x="508354" y="75133"/>
                  <a:pt x="508354" y="67184"/>
                </a:cubicBezTo>
                <a:cubicBezTo>
                  <a:pt x="508354" y="58902"/>
                  <a:pt x="509607" y="51607"/>
                  <a:pt x="512115" y="45297"/>
                </a:cubicBezTo>
                <a:cubicBezTo>
                  <a:pt x="514623" y="38987"/>
                  <a:pt x="518424" y="34053"/>
                  <a:pt x="523520" y="30496"/>
                </a:cubicBezTo>
                <a:cubicBezTo>
                  <a:pt x="528615" y="26938"/>
                  <a:pt x="535005" y="25160"/>
                  <a:pt x="542688" y="25160"/>
                </a:cubicBezTo>
                <a:cubicBezTo>
                  <a:pt x="552985" y="25160"/>
                  <a:pt x="561042" y="28498"/>
                  <a:pt x="566858" y="35176"/>
                </a:cubicBezTo>
                <a:cubicBezTo>
                  <a:pt x="572674" y="41851"/>
                  <a:pt x="575581" y="51448"/>
                  <a:pt x="575581" y="63966"/>
                </a:cubicBezTo>
                <a:cubicBezTo>
                  <a:pt x="575581" y="64801"/>
                  <a:pt x="575568" y="65788"/>
                  <a:pt x="575541" y="66928"/>
                </a:cubicBezTo>
                <a:cubicBezTo>
                  <a:pt x="575515" y="68069"/>
                  <a:pt x="575448" y="68889"/>
                  <a:pt x="575341" y="69390"/>
                </a:cubicBezTo>
                <a:lnTo>
                  <a:pt x="521799" y="69390"/>
                </a:lnTo>
                <a:cubicBezTo>
                  <a:pt x="521853" y="74740"/>
                  <a:pt x="522626" y="79654"/>
                  <a:pt x="524120" y="84131"/>
                </a:cubicBezTo>
                <a:cubicBezTo>
                  <a:pt x="525614" y="88608"/>
                  <a:pt x="528002" y="92198"/>
                  <a:pt x="531283" y="94903"/>
                </a:cubicBezTo>
                <a:cubicBezTo>
                  <a:pt x="534564" y="97605"/>
                  <a:pt x="538846" y="98957"/>
                  <a:pt x="544128" y="98957"/>
                </a:cubicBezTo>
                <a:cubicBezTo>
                  <a:pt x="549837" y="98957"/>
                  <a:pt x="554279" y="97463"/>
                  <a:pt x="557454" y="94477"/>
                </a:cubicBezTo>
                <a:cubicBezTo>
                  <a:pt x="560629" y="91491"/>
                  <a:pt x="562296" y="87182"/>
                  <a:pt x="562456" y="81552"/>
                </a:cubicBezTo>
                <a:lnTo>
                  <a:pt x="575662" y="81552"/>
                </a:lnTo>
                <a:cubicBezTo>
                  <a:pt x="575501" y="87272"/>
                  <a:pt x="574128" y="92202"/>
                  <a:pt x="571540" y="96340"/>
                </a:cubicBezTo>
                <a:cubicBezTo>
                  <a:pt x="568952" y="100476"/>
                  <a:pt x="565337" y="103670"/>
                  <a:pt x="560695" y="105920"/>
                </a:cubicBezTo>
                <a:cubicBezTo>
                  <a:pt x="556053" y="108169"/>
                  <a:pt x="550531" y="109293"/>
                  <a:pt x="544128" y="109293"/>
                </a:cubicBezTo>
                <a:moveTo>
                  <a:pt x="521879" y="59614"/>
                </a:moveTo>
                <a:lnTo>
                  <a:pt x="562376" y="59614"/>
                </a:lnTo>
                <a:cubicBezTo>
                  <a:pt x="562216" y="51779"/>
                  <a:pt x="560429" y="45787"/>
                  <a:pt x="557014" y="41638"/>
                </a:cubicBezTo>
                <a:cubicBezTo>
                  <a:pt x="553599" y="37490"/>
                  <a:pt x="548824" y="35416"/>
                  <a:pt x="542688" y="35416"/>
                </a:cubicBezTo>
                <a:cubicBezTo>
                  <a:pt x="536445" y="35416"/>
                  <a:pt x="531577" y="37476"/>
                  <a:pt x="528082" y="41596"/>
                </a:cubicBezTo>
                <a:cubicBezTo>
                  <a:pt x="524587" y="45716"/>
                  <a:pt x="522520" y="51722"/>
                  <a:pt x="521879" y="596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D0A227-E9AE-4D14-87A1-01C26168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26" y="1128213"/>
            <a:ext cx="1243280" cy="214815"/>
          </a:xfrm>
          <a:custGeom xmlns:a="http://schemas.openxmlformats.org/drawingml/2006/main">
            <a:pathLst>
              <a:path w="1243280" h="214815" fill="none">
                <a:moveTo>
                  <a:pt x="0" y="0"/>
                </a:moveTo>
                <a:lnTo>
                  <a:pt x="1243280" y="0"/>
                </a:lnTo>
                <a:lnTo>
                  <a:pt x="1243280" y="214815"/>
                </a:lnTo>
                <a:lnTo>
                  <a:pt x="0" y="21481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820" cap="flat">
            <a:solidFill>
              <a:srgbClr val="000000"/>
            </a:solidFill>
            <a:miter/>
          </a:ln>
        </p:spPr>
      </p:sp>
      <p:sp>
        <p:nvSpPr>
          <p:cNvPr id="51" name="Text Ranking">
            <a:extLst xmlns:a="http://schemas.openxmlformats.org/drawingml/2006/main">
              <a:ext uri="{FF2B5EF4-FFF2-40B4-BE49-F238E27FC236}">
                <a16:creationId xmlns:a16="http://schemas.microsoft.com/office/drawing/2014/main" id="{7979BFD1-AE7E-45D4-A777-C23A226B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88" y="1165674"/>
            <a:ext cx="515538" cy="150806"/>
          </a:xfrm>
          <a:custGeom xmlns:a="http://schemas.openxmlformats.org/drawingml/2006/main">
            <a:pathLst>
              <a:path w="515538" h="150806">
                <a:moveTo>
                  <a:pt x="32533" y="60223"/>
                </a:moveTo>
                <a:cubicBezTo>
                  <a:pt x="37124" y="60223"/>
                  <a:pt x="41180" y="59663"/>
                  <a:pt x="44704" y="58543"/>
                </a:cubicBezTo>
                <a:cubicBezTo>
                  <a:pt x="48228" y="57421"/>
                  <a:pt x="51179" y="55834"/>
                  <a:pt x="53555" y="53783"/>
                </a:cubicBezTo>
                <a:cubicBezTo>
                  <a:pt x="55932" y="51731"/>
                  <a:pt x="57722" y="49283"/>
                  <a:pt x="58924" y="46438"/>
                </a:cubicBezTo>
                <a:cubicBezTo>
                  <a:pt x="60127" y="43594"/>
                  <a:pt x="60728" y="40449"/>
                  <a:pt x="60728" y="37004"/>
                </a:cubicBezTo>
                <a:cubicBezTo>
                  <a:pt x="60728" y="30002"/>
                  <a:pt x="58433" y="24724"/>
                  <a:pt x="53842" y="21168"/>
                </a:cubicBezTo>
                <a:cubicBezTo>
                  <a:pt x="49254" y="17613"/>
                  <a:pt x="42370" y="15835"/>
                  <a:pt x="33191" y="15835"/>
                </a:cubicBezTo>
                <a:lnTo>
                  <a:pt x="15817" y="15835"/>
                </a:lnTo>
                <a:lnTo>
                  <a:pt x="15817" y="60223"/>
                </a:lnTo>
                <a:lnTo>
                  <a:pt x="32533" y="60223"/>
                </a:lnTo>
                <a:moveTo>
                  <a:pt x="86788" y="120859"/>
                </a:moveTo>
                <a:lnTo>
                  <a:pt x="72693" y="120859"/>
                </a:lnTo>
                <a:cubicBezTo>
                  <a:pt x="69796" y="120859"/>
                  <a:pt x="67666" y="119738"/>
                  <a:pt x="66300" y="117496"/>
                </a:cubicBezTo>
                <a:lnTo>
                  <a:pt x="35812" y="75484"/>
                </a:lnTo>
                <a:cubicBezTo>
                  <a:pt x="34884" y="74172"/>
                  <a:pt x="33887" y="73229"/>
                  <a:pt x="32821" y="72655"/>
                </a:cubicBezTo>
                <a:cubicBezTo>
                  <a:pt x="31756" y="72081"/>
                  <a:pt x="30103" y="71794"/>
                  <a:pt x="27864" y="71794"/>
                </a:cubicBezTo>
                <a:lnTo>
                  <a:pt x="15817" y="71794"/>
                </a:lnTo>
                <a:lnTo>
                  <a:pt x="15817" y="120859"/>
                </a:lnTo>
                <a:lnTo>
                  <a:pt x="0" y="120859"/>
                </a:lnTo>
                <a:lnTo>
                  <a:pt x="0" y="3280"/>
                </a:lnTo>
                <a:lnTo>
                  <a:pt x="33191" y="3280"/>
                </a:lnTo>
                <a:cubicBezTo>
                  <a:pt x="40621" y="3280"/>
                  <a:pt x="47040" y="4033"/>
                  <a:pt x="52449" y="5539"/>
                </a:cubicBezTo>
                <a:cubicBezTo>
                  <a:pt x="57858" y="7043"/>
                  <a:pt x="62324" y="9217"/>
                  <a:pt x="65847" y="12062"/>
                </a:cubicBezTo>
                <a:cubicBezTo>
                  <a:pt x="69372" y="14906"/>
                  <a:pt x="71981" y="18338"/>
                  <a:pt x="73676" y="22358"/>
                </a:cubicBezTo>
                <a:cubicBezTo>
                  <a:pt x="75370" y="26378"/>
                  <a:pt x="76217" y="30876"/>
                  <a:pt x="76217" y="35854"/>
                </a:cubicBezTo>
                <a:cubicBezTo>
                  <a:pt x="76217" y="40012"/>
                  <a:pt x="75560" y="43897"/>
                  <a:pt x="74248" y="47508"/>
                </a:cubicBezTo>
                <a:cubicBezTo>
                  <a:pt x="72938" y="51117"/>
                  <a:pt x="71039" y="54358"/>
                  <a:pt x="68553" y="57231"/>
                </a:cubicBezTo>
                <a:cubicBezTo>
                  <a:pt x="66067" y="60102"/>
                  <a:pt x="63034" y="62550"/>
                  <a:pt x="59455" y="64575"/>
                </a:cubicBezTo>
                <a:cubicBezTo>
                  <a:pt x="55876" y="66598"/>
                  <a:pt x="51821" y="68129"/>
                  <a:pt x="47287" y="69167"/>
                </a:cubicBezTo>
                <a:cubicBezTo>
                  <a:pt x="49308" y="70315"/>
                  <a:pt x="51056" y="71984"/>
                  <a:pt x="52532" y="74172"/>
                </a:cubicBezTo>
                <a:lnTo>
                  <a:pt x="86788" y="120859"/>
                </a:lnTo>
                <a:close/>
                <a:moveTo>
                  <a:pt x="136174" y="83445"/>
                </a:moveTo>
                <a:cubicBezTo>
                  <a:pt x="129453" y="83663"/>
                  <a:pt x="123729" y="84197"/>
                  <a:pt x="119004" y="85045"/>
                </a:cubicBezTo>
                <a:cubicBezTo>
                  <a:pt x="114279" y="85893"/>
                  <a:pt x="110427" y="87000"/>
                  <a:pt x="107449" y="88367"/>
                </a:cubicBezTo>
                <a:cubicBezTo>
                  <a:pt x="104471" y="89734"/>
                  <a:pt x="102313" y="91348"/>
                  <a:pt x="100974" y="93207"/>
                </a:cubicBezTo>
                <a:cubicBezTo>
                  <a:pt x="99635" y="95067"/>
                  <a:pt x="98966" y="97146"/>
                  <a:pt x="98966" y="99445"/>
                </a:cubicBezTo>
                <a:cubicBezTo>
                  <a:pt x="98966" y="101632"/>
                  <a:pt x="99321" y="103519"/>
                  <a:pt x="100031" y="105106"/>
                </a:cubicBezTo>
                <a:cubicBezTo>
                  <a:pt x="100742" y="106692"/>
                  <a:pt x="101711" y="107991"/>
                  <a:pt x="102940" y="109002"/>
                </a:cubicBezTo>
                <a:cubicBezTo>
                  <a:pt x="104170" y="110014"/>
                  <a:pt x="105619" y="110753"/>
                  <a:pt x="107284" y="111218"/>
                </a:cubicBezTo>
                <a:cubicBezTo>
                  <a:pt x="108952" y="111683"/>
                  <a:pt x="110742" y="111915"/>
                  <a:pt x="112654" y="111915"/>
                </a:cubicBezTo>
                <a:cubicBezTo>
                  <a:pt x="115222" y="111915"/>
                  <a:pt x="117571" y="111655"/>
                  <a:pt x="119702" y="111136"/>
                </a:cubicBezTo>
                <a:cubicBezTo>
                  <a:pt x="121833" y="110617"/>
                  <a:pt x="123840" y="109865"/>
                  <a:pt x="125724" y="108880"/>
                </a:cubicBezTo>
                <a:cubicBezTo>
                  <a:pt x="127609" y="107895"/>
                  <a:pt x="129411" y="106719"/>
                  <a:pt x="131132" y="105352"/>
                </a:cubicBezTo>
                <a:cubicBezTo>
                  <a:pt x="132854" y="103985"/>
                  <a:pt x="134535" y="102425"/>
                  <a:pt x="136174" y="100674"/>
                </a:cubicBezTo>
                <a:lnTo>
                  <a:pt x="136174" y="83445"/>
                </a:lnTo>
                <a:moveTo>
                  <a:pt x="89049" y="49476"/>
                </a:moveTo>
                <a:cubicBezTo>
                  <a:pt x="93639" y="45045"/>
                  <a:pt x="98584" y="41736"/>
                  <a:pt x="103883" y="39548"/>
                </a:cubicBezTo>
                <a:cubicBezTo>
                  <a:pt x="109183" y="37359"/>
                  <a:pt x="115057" y="36265"/>
                  <a:pt x="121503" y="36265"/>
                </a:cubicBezTo>
                <a:cubicBezTo>
                  <a:pt x="126148" y="36265"/>
                  <a:pt x="130273" y="37031"/>
                  <a:pt x="133878" y="38564"/>
                </a:cubicBezTo>
                <a:cubicBezTo>
                  <a:pt x="137484" y="40094"/>
                  <a:pt x="140516" y="42228"/>
                  <a:pt x="142974" y="44964"/>
                </a:cubicBezTo>
                <a:cubicBezTo>
                  <a:pt x="145433" y="47698"/>
                  <a:pt x="147292" y="51007"/>
                  <a:pt x="148549" y="54892"/>
                </a:cubicBezTo>
                <a:cubicBezTo>
                  <a:pt x="149806" y="58775"/>
                  <a:pt x="150435" y="63041"/>
                  <a:pt x="150435" y="67690"/>
                </a:cubicBezTo>
                <a:lnTo>
                  <a:pt x="150435" y="120859"/>
                </a:lnTo>
                <a:lnTo>
                  <a:pt x="143959" y="120859"/>
                </a:lnTo>
                <a:cubicBezTo>
                  <a:pt x="142539" y="120859"/>
                  <a:pt x="141446" y="120627"/>
                  <a:pt x="140681" y="120163"/>
                </a:cubicBezTo>
                <a:cubicBezTo>
                  <a:pt x="139915" y="119697"/>
                  <a:pt x="139314" y="118780"/>
                  <a:pt x="138877" y="117413"/>
                </a:cubicBezTo>
                <a:lnTo>
                  <a:pt x="137239" y="109536"/>
                </a:lnTo>
                <a:cubicBezTo>
                  <a:pt x="135053" y="111559"/>
                  <a:pt x="132922" y="113350"/>
                  <a:pt x="130847" y="114909"/>
                </a:cubicBezTo>
                <a:cubicBezTo>
                  <a:pt x="128771" y="116468"/>
                  <a:pt x="126585" y="117781"/>
                  <a:pt x="124289" y="118848"/>
                </a:cubicBezTo>
                <a:cubicBezTo>
                  <a:pt x="121995" y="119915"/>
                  <a:pt x="119549" y="120735"/>
                  <a:pt x="116953" y="121309"/>
                </a:cubicBezTo>
                <a:cubicBezTo>
                  <a:pt x="114359" y="121884"/>
                  <a:pt x="111478" y="122171"/>
                  <a:pt x="108310" y="122171"/>
                </a:cubicBezTo>
                <a:cubicBezTo>
                  <a:pt x="105085" y="122171"/>
                  <a:pt x="102052" y="121720"/>
                  <a:pt x="99211" y="120819"/>
                </a:cubicBezTo>
                <a:cubicBezTo>
                  <a:pt x="96371" y="119916"/>
                  <a:pt x="93900" y="118562"/>
                  <a:pt x="91795" y="116757"/>
                </a:cubicBezTo>
                <a:cubicBezTo>
                  <a:pt x="89691" y="114951"/>
                  <a:pt x="88025" y="112667"/>
                  <a:pt x="86796" y="109906"/>
                </a:cubicBezTo>
                <a:cubicBezTo>
                  <a:pt x="85567" y="107144"/>
                  <a:pt x="84953" y="103875"/>
                  <a:pt x="84953" y="100101"/>
                </a:cubicBezTo>
                <a:cubicBezTo>
                  <a:pt x="84953" y="96819"/>
                  <a:pt x="85854" y="93660"/>
                  <a:pt x="87656" y="90623"/>
                </a:cubicBezTo>
                <a:cubicBezTo>
                  <a:pt x="89460" y="87587"/>
                  <a:pt x="92383" y="84893"/>
                  <a:pt x="96425" y="82541"/>
                </a:cubicBezTo>
                <a:cubicBezTo>
                  <a:pt x="100468" y="80189"/>
                  <a:pt x="105740" y="78260"/>
                  <a:pt x="112241" y="76756"/>
                </a:cubicBezTo>
                <a:cubicBezTo>
                  <a:pt x="118744" y="75252"/>
                  <a:pt x="126721" y="74391"/>
                  <a:pt x="136174" y="74172"/>
                </a:cubicBezTo>
                <a:lnTo>
                  <a:pt x="136174" y="67690"/>
                </a:lnTo>
                <a:cubicBezTo>
                  <a:pt x="136174" y="61236"/>
                  <a:pt x="134781" y="56355"/>
                  <a:pt x="131995" y="53046"/>
                </a:cubicBezTo>
                <a:cubicBezTo>
                  <a:pt x="129208" y="49736"/>
                  <a:pt x="125138" y="48081"/>
                  <a:pt x="119782" y="48081"/>
                </a:cubicBezTo>
                <a:cubicBezTo>
                  <a:pt x="116177" y="48081"/>
                  <a:pt x="113158" y="48533"/>
                  <a:pt x="110726" y="49436"/>
                </a:cubicBezTo>
                <a:cubicBezTo>
                  <a:pt x="108295" y="50337"/>
                  <a:pt x="106191" y="51349"/>
                  <a:pt x="104416" y="52471"/>
                </a:cubicBezTo>
                <a:cubicBezTo>
                  <a:pt x="102640" y="53592"/>
                  <a:pt x="101110" y="54605"/>
                  <a:pt x="99826" y="55508"/>
                </a:cubicBezTo>
                <a:cubicBezTo>
                  <a:pt x="98542" y="56409"/>
                  <a:pt x="97273" y="56860"/>
                  <a:pt x="96017" y="56860"/>
                </a:cubicBezTo>
                <a:cubicBezTo>
                  <a:pt x="95033" y="56860"/>
                  <a:pt x="94186" y="56600"/>
                  <a:pt x="93476" y="56081"/>
                </a:cubicBezTo>
                <a:cubicBezTo>
                  <a:pt x="92766" y="55560"/>
                  <a:pt x="92165" y="54918"/>
                  <a:pt x="91673" y="54153"/>
                </a:cubicBezTo>
                <a:lnTo>
                  <a:pt x="89049" y="49476"/>
                </a:lnTo>
                <a:close/>
                <a:moveTo>
                  <a:pt x="180723" y="49804"/>
                </a:moveTo>
                <a:cubicBezTo>
                  <a:pt x="182527" y="47779"/>
                  <a:pt x="184439" y="45946"/>
                  <a:pt x="186460" y="44305"/>
                </a:cubicBezTo>
                <a:cubicBezTo>
                  <a:pt x="188481" y="42664"/>
                  <a:pt x="190625" y="41256"/>
                  <a:pt x="192893" y="40081"/>
                </a:cubicBezTo>
                <a:cubicBezTo>
                  <a:pt x="195161" y="38904"/>
                  <a:pt x="197565" y="38002"/>
                  <a:pt x="200106" y="37374"/>
                </a:cubicBezTo>
                <a:cubicBezTo>
                  <a:pt x="202647" y="36745"/>
                  <a:pt x="205392" y="36430"/>
                  <a:pt x="208342" y="36430"/>
                </a:cubicBezTo>
                <a:cubicBezTo>
                  <a:pt x="212877" y="36430"/>
                  <a:pt x="216879" y="37182"/>
                  <a:pt x="220347" y="38686"/>
                </a:cubicBezTo>
                <a:cubicBezTo>
                  <a:pt x="223817" y="40190"/>
                  <a:pt x="226713" y="42324"/>
                  <a:pt x="229035" y="45086"/>
                </a:cubicBezTo>
                <a:cubicBezTo>
                  <a:pt x="231358" y="47849"/>
                  <a:pt x="233120" y="51173"/>
                  <a:pt x="234320" y="55057"/>
                </a:cubicBezTo>
                <a:cubicBezTo>
                  <a:pt x="235522" y="58940"/>
                  <a:pt x="236123" y="63233"/>
                  <a:pt x="236123" y="67937"/>
                </a:cubicBezTo>
                <a:lnTo>
                  <a:pt x="236123" y="120859"/>
                </a:lnTo>
                <a:lnTo>
                  <a:pt x="221455" y="120859"/>
                </a:lnTo>
                <a:lnTo>
                  <a:pt x="221455" y="67937"/>
                </a:lnTo>
                <a:cubicBezTo>
                  <a:pt x="221455" y="61646"/>
                  <a:pt x="220020" y="56764"/>
                  <a:pt x="217151" y="53292"/>
                </a:cubicBezTo>
                <a:cubicBezTo>
                  <a:pt x="214283" y="49818"/>
                  <a:pt x="209926" y="48081"/>
                  <a:pt x="204080" y="48081"/>
                </a:cubicBezTo>
                <a:cubicBezTo>
                  <a:pt x="199765" y="48081"/>
                  <a:pt x="195736" y="49120"/>
                  <a:pt x="191993" y="51199"/>
                </a:cubicBezTo>
                <a:cubicBezTo>
                  <a:pt x="188249" y="53277"/>
                  <a:pt x="184794" y="56094"/>
                  <a:pt x="181626" y="59649"/>
                </a:cubicBezTo>
                <a:lnTo>
                  <a:pt x="181626" y="120859"/>
                </a:lnTo>
                <a:lnTo>
                  <a:pt x="166955" y="120859"/>
                </a:lnTo>
                <a:lnTo>
                  <a:pt x="166955" y="37742"/>
                </a:lnTo>
                <a:lnTo>
                  <a:pt x="175723" y="37742"/>
                </a:lnTo>
                <a:cubicBezTo>
                  <a:pt x="177801" y="37742"/>
                  <a:pt x="179086" y="38754"/>
                  <a:pt x="179577" y="40777"/>
                </a:cubicBezTo>
                <a:lnTo>
                  <a:pt x="180723" y="49804"/>
                </a:lnTo>
                <a:close/>
                <a:moveTo>
                  <a:pt x="265432" y="0"/>
                </a:moveTo>
                <a:lnTo>
                  <a:pt x="265432" y="71138"/>
                </a:lnTo>
                <a:lnTo>
                  <a:pt x="269201" y="71138"/>
                </a:lnTo>
                <a:cubicBezTo>
                  <a:pt x="270293" y="71138"/>
                  <a:pt x="271208" y="70987"/>
                  <a:pt x="271945" y="70687"/>
                </a:cubicBezTo>
                <a:cubicBezTo>
                  <a:pt x="272683" y="70385"/>
                  <a:pt x="273463" y="69769"/>
                  <a:pt x="274283" y="68839"/>
                </a:cubicBezTo>
                <a:lnTo>
                  <a:pt x="300506" y="40697"/>
                </a:lnTo>
                <a:cubicBezTo>
                  <a:pt x="301272" y="39767"/>
                  <a:pt x="302078" y="39043"/>
                  <a:pt x="302925" y="38523"/>
                </a:cubicBezTo>
                <a:cubicBezTo>
                  <a:pt x="303772" y="38003"/>
                  <a:pt x="304906" y="37742"/>
                  <a:pt x="306326" y="37742"/>
                </a:cubicBezTo>
                <a:lnTo>
                  <a:pt x="319522" y="37742"/>
                </a:lnTo>
                <a:lnTo>
                  <a:pt x="288952" y="70316"/>
                </a:lnTo>
                <a:cubicBezTo>
                  <a:pt x="287476" y="72176"/>
                  <a:pt x="285892" y="73626"/>
                  <a:pt x="284200" y="74666"/>
                </a:cubicBezTo>
                <a:cubicBezTo>
                  <a:pt x="285182" y="75322"/>
                  <a:pt x="286069" y="76074"/>
                  <a:pt x="286861" y="76922"/>
                </a:cubicBezTo>
                <a:cubicBezTo>
                  <a:pt x="287654" y="77770"/>
                  <a:pt x="288406" y="78740"/>
                  <a:pt x="289117" y="79834"/>
                </a:cubicBezTo>
                <a:lnTo>
                  <a:pt x="321570" y="120859"/>
                </a:lnTo>
                <a:lnTo>
                  <a:pt x="308540" y="120859"/>
                </a:lnTo>
                <a:cubicBezTo>
                  <a:pt x="307283" y="120859"/>
                  <a:pt x="306203" y="120653"/>
                  <a:pt x="305301" y="120243"/>
                </a:cubicBezTo>
                <a:cubicBezTo>
                  <a:pt x="304401" y="119832"/>
                  <a:pt x="303623" y="119080"/>
                  <a:pt x="302967" y="117987"/>
                </a:cubicBezTo>
                <a:lnTo>
                  <a:pt x="275676" y="83935"/>
                </a:lnTo>
                <a:cubicBezTo>
                  <a:pt x="274856" y="82787"/>
                  <a:pt x="274050" y="82035"/>
                  <a:pt x="273258" y="81679"/>
                </a:cubicBezTo>
                <a:cubicBezTo>
                  <a:pt x="272466" y="81324"/>
                  <a:pt x="271250" y="81146"/>
                  <a:pt x="269611" y="81146"/>
                </a:cubicBezTo>
                <a:lnTo>
                  <a:pt x="265432" y="81146"/>
                </a:lnTo>
                <a:lnTo>
                  <a:pt x="265432" y="120859"/>
                </a:lnTo>
                <a:lnTo>
                  <a:pt x="250761" y="120859"/>
                </a:lnTo>
                <a:lnTo>
                  <a:pt x="250761" y="0"/>
                </a:lnTo>
                <a:lnTo>
                  <a:pt x="265432" y="0"/>
                </a:lnTo>
                <a:close/>
                <a:moveTo>
                  <a:pt x="341944" y="37742"/>
                </a:moveTo>
                <a:lnTo>
                  <a:pt x="341944" y="120859"/>
                </a:lnTo>
                <a:lnTo>
                  <a:pt x="327356" y="120859"/>
                </a:lnTo>
                <a:lnTo>
                  <a:pt x="327356" y="37742"/>
                </a:lnTo>
                <a:lnTo>
                  <a:pt x="341944" y="37742"/>
                </a:lnTo>
                <a:moveTo>
                  <a:pt x="345058" y="11651"/>
                </a:moveTo>
                <a:cubicBezTo>
                  <a:pt x="345058" y="13073"/>
                  <a:pt x="344771" y="14399"/>
                  <a:pt x="344198" y="15630"/>
                </a:cubicBezTo>
                <a:cubicBezTo>
                  <a:pt x="343624" y="16860"/>
                  <a:pt x="342859" y="17954"/>
                  <a:pt x="341902" y="18912"/>
                </a:cubicBezTo>
                <a:cubicBezTo>
                  <a:pt x="340946" y="19869"/>
                  <a:pt x="339827" y="20621"/>
                  <a:pt x="338543" y="21168"/>
                </a:cubicBezTo>
                <a:cubicBezTo>
                  <a:pt x="337259" y="21716"/>
                  <a:pt x="335907" y="21990"/>
                  <a:pt x="334486" y="21990"/>
                </a:cubicBezTo>
                <a:cubicBezTo>
                  <a:pt x="333066" y="21990"/>
                  <a:pt x="331740" y="21716"/>
                  <a:pt x="330510" y="21168"/>
                </a:cubicBezTo>
                <a:cubicBezTo>
                  <a:pt x="329281" y="20621"/>
                  <a:pt x="328202" y="19869"/>
                  <a:pt x="327273" y="18912"/>
                </a:cubicBezTo>
                <a:cubicBezTo>
                  <a:pt x="326345" y="17954"/>
                  <a:pt x="325607" y="16860"/>
                  <a:pt x="325060" y="15630"/>
                </a:cubicBezTo>
                <a:cubicBezTo>
                  <a:pt x="324515" y="14399"/>
                  <a:pt x="324242" y="13073"/>
                  <a:pt x="324242" y="11651"/>
                </a:cubicBezTo>
                <a:cubicBezTo>
                  <a:pt x="324242" y="10229"/>
                  <a:pt x="324515" y="8875"/>
                  <a:pt x="325060" y="7590"/>
                </a:cubicBezTo>
                <a:cubicBezTo>
                  <a:pt x="325607" y="6304"/>
                  <a:pt x="326345" y="5183"/>
                  <a:pt x="327273" y="4227"/>
                </a:cubicBezTo>
                <a:cubicBezTo>
                  <a:pt x="328202" y="3269"/>
                  <a:pt x="329281" y="2516"/>
                  <a:pt x="330510" y="1968"/>
                </a:cubicBezTo>
                <a:cubicBezTo>
                  <a:pt x="331740" y="1421"/>
                  <a:pt x="333066" y="1147"/>
                  <a:pt x="334486" y="1147"/>
                </a:cubicBezTo>
                <a:cubicBezTo>
                  <a:pt x="335907" y="1147"/>
                  <a:pt x="337259" y="1421"/>
                  <a:pt x="338543" y="1968"/>
                </a:cubicBezTo>
                <a:cubicBezTo>
                  <a:pt x="339827" y="2516"/>
                  <a:pt x="340946" y="3269"/>
                  <a:pt x="341902" y="4227"/>
                </a:cubicBezTo>
                <a:cubicBezTo>
                  <a:pt x="342859" y="5183"/>
                  <a:pt x="343624" y="6304"/>
                  <a:pt x="344198" y="7590"/>
                </a:cubicBezTo>
                <a:cubicBezTo>
                  <a:pt x="344771" y="8875"/>
                  <a:pt x="345058" y="10229"/>
                  <a:pt x="345058" y="11651"/>
                </a:cubicBezTo>
                <a:close/>
                <a:moveTo>
                  <a:pt x="375429" y="49804"/>
                </a:moveTo>
                <a:cubicBezTo>
                  <a:pt x="377233" y="47779"/>
                  <a:pt x="379146" y="45946"/>
                  <a:pt x="381167" y="44305"/>
                </a:cubicBezTo>
                <a:cubicBezTo>
                  <a:pt x="383187" y="42664"/>
                  <a:pt x="385332" y="41256"/>
                  <a:pt x="387599" y="40081"/>
                </a:cubicBezTo>
                <a:cubicBezTo>
                  <a:pt x="389867" y="38904"/>
                  <a:pt x="392271" y="38002"/>
                  <a:pt x="394812" y="37374"/>
                </a:cubicBezTo>
                <a:cubicBezTo>
                  <a:pt x="397353" y="36745"/>
                  <a:pt x="400099" y="36430"/>
                  <a:pt x="403048" y="36430"/>
                </a:cubicBezTo>
                <a:cubicBezTo>
                  <a:pt x="407583" y="36430"/>
                  <a:pt x="411585" y="37182"/>
                  <a:pt x="415053" y="38686"/>
                </a:cubicBezTo>
                <a:cubicBezTo>
                  <a:pt x="418523" y="40190"/>
                  <a:pt x="421419" y="42324"/>
                  <a:pt x="423742" y="45086"/>
                </a:cubicBezTo>
                <a:cubicBezTo>
                  <a:pt x="426064" y="47849"/>
                  <a:pt x="427826" y="51173"/>
                  <a:pt x="429026" y="55057"/>
                </a:cubicBezTo>
                <a:cubicBezTo>
                  <a:pt x="430229" y="58940"/>
                  <a:pt x="430830" y="63233"/>
                  <a:pt x="430830" y="67937"/>
                </a:cubicBezTo>
                <a:lnTo>
                  <a:pt x="430830" y="120859"/>
                </a:lnTo>
                <a:lnTo>
                  <a:pt x="416161" y="120859"/>
                </a:lnTo>
                <a:lnTo>
                  <a:pt x="416161" y="67937"/>
                </a:lnTo>
                <a:cubicBezTo>
                  <a:pt x="416161" y="61646"/>
                  <a:pt x="414726" y="56764"/>
                  <a:pt x="411857" y="53292"/>
                </a:cubicBezTo>
                <a:cubicBezTo>
                  <a:pt x="408989" y="49818"/>
                  <a:pt x="404632" y="48081"/>
                  <a:pt x="398786" y="48081"/>
                </a:cubicBezTo>
                <a:cubicBezTo>
                  <a:pt x="394471" y="48081"/>
                  <a:pt x="390442" y="49120"/>
                  <a:pt x="386699" y="51199"/>
                </a:cubicBezTo>
                <a:cubicBezTo>
                  <a:pt x="382956" y="53277"/>
                  <a:pt x="379500" y="56094"/>
                  <a:pt x="376332" y="59649"/>
                </a:cubicBezTo>
                <a:lnTo>
                  <a:pt x="376332" y="120859"/>
                </a:lnTo>
                <a:lnTo>
                  <a:pt x="361661" y="120859"/>
                </a:lnTo>
                <a:lnTo>
                  <a:pt x="361661" y="37742"/>
                </a:lnTo>
                <a:lnTo>
                  <a:pt x="370430" y="37742"/>
                </a:lnTo>
                <a:cubicBezTo>
                  <a:pt x="372507" y="37742"/>
                  <a:pt x="373792" y="38754"/>
                  <a:pt x="374284" y="40777"/>
                </a:cubicBezTo>
                <a:lnTo>
                  <a:pt x="375429" y="49804"/>
                </a:lnTo>
                <a:close/>
                <a:moveTo>
                  <a:pt x="474396" y="80244"/>
                </a:moveTo>
                <a:cubicBezTo>
                  <a:pt x="477348" y="80244"/>
                  <a:pt x="479943" y="79835"/>
                  <a:pt x="482182" y="79015"/>
                </a:cubicBezTo>
                <a:cubicBezTo>
                  <a:pt x="484423" y="78194"/>
                  <a:pt x="486308" y="77044"/>
                  <a:pt x="487837" y="75567"/>
                </a:cubicBezTo>
                <a:cubicBezTo>
                  <a:pt x="489368" y="74090"/>
                  <a:pt x="490515" y="72326"/>
                  <a:pt x="491278" y="70276"/>
                </a:cubicBezTo>
                <a:cubicBezTo>
                  <a:pt x="492044" y="68225"/>
                  <a:pt x="492426" y="65968"/>
                  <a:pt x="492426" y="63505"/>
                </a:cubicBezTo>
                <a:cubicBezTo>
                  <a:pt x="492426" y="58419"/>
                  <a:pt x="490883" y="54372"/>
                  <a:pt x="487797" y="51364"/>
                </a:cubicBezTo>
                <a:cubicBezTo>
                  <a:pt x="484711" y="48354"/>
                  <a:pt x="480244" y="46849"/>
                  <a:pt x="474396" y="46849"/>
                </a:cubicBezTo>
                <a:cubicBezTo>
                  <a:pt x="468496" y="46849"/>
                  <a:pt x="464002" y="48354"/>
                  <a:pt x="460916" y="51364"/>
                </a:cubicBezTo>
                <a:cubicBezTo>
                  <a:pt x="457830" y="54372"/>
                  <a:pt x="456286" y="58419"/>
                  <a:pt x="456286" y="63505"/>
                </a:cubicBezTo>
                <a:cubicBezTo>
                  <a:pt x="456286" y="65968"/>
                  <a:pt x="456682" y="68225"/>
                  <a:pt x="457474" y="70276"/>
                </a:cubicBezTo>
                <a:cubicBezTo>
                  <a:pt x="458266" y="72326"/>
                  <a:pt x="459427" y="74090"/>
                  <a:pt x="460956" y="75567"/>
                </a:cubicBezTo>
                <a:cubicBezTo>
                  <a:pt x="462487" y="77044"/>
                  <a:pt x="464371" y="78194"/>
                  <a:pt x="466611" y="79015"/>
                </a:cubicBezTo>
                <a:cubicBezTo>
                  <a:pt x="468852" y="79835"/>
                  <a:pt x="471447" y="80244"/>
                  <a:pt x="474396" y="80244"/>
                </a:cubicBezTo>
                <a:moveTo>
                  <a:pt x="500705" y="125371"/>
                </a:moveTo>
                <a:cubicBezTo>
                  <a:pt x="500705" y="123348"/>
                  <a:pt x="500131" y="121707"/>
                  <a:pt x="498984" y="120448"/>
                </a:cubicBezTo>
                <a:cubicBezTo>
                  <a:pt x="497837" y="119189"/>
                  <a:pt x="496293" y="118205"/>
                  <a:pt x="494352" y="117496"/>
                </a:cubicBezTo>
                <a:cubicBezTo>
                  <a:pt x="492413" y="116785"/>
                  <a:pt x="490160" y="116279"/>
                  <a:pt x="487592" y="115978"/>
                </a:cubicBezTo>
                <a:cubicBezTo>
                  <a:pt x="485024" y="115676"/>
                  <a:pt x="482306" y="115443"/>
                  <a:pt x="479436" y="115280"/>
                </a:cubicBezTo>
                <a:cubicBezTo>
                  <a:pt x="476568" y="115115"/>
                  <a:pt x="473659" y="114950"/>
                  <a:pt x="470707" y="114787"/>
                </a:cubicBezTo>
                <a:cubicBezTo>
                  <a:pt x="467758" y="114623"/>
                  <a:pt x="464918" y="114349"/>
                  <a:pt x="462186" y="113965"/>
                </a:cubicBezTo>
                <a:cubicBezTo>
                  <a:pt x="459127" y="115388"/>
                  <a:pt x="456627" y="117180"/>
                  <a:pt x="454686" y="119341"/>
                </a:cubicBezTo>
                <a:cubicBezTo>
                  <a:pt x="452747" y="121501"/>
                  <a:pt x="451777" y="124031"/>
                  <a:pt x="451777" y="126931"/>
                </a:cubicBezTo>
                <a:cubicBezTo>
                  <a:pt x="451777" y="128790"/>
                  <a:pt x="452255" y="130527"/>
                  <a:pt x="453210" y="132139"/>
                </a:cubicBezTo>
                <a:cubicBezTo>
                  <a:pt x="454167" y="133753"/>
                  <a:pt x="455629" y="135148"/>
                  <a:pt x="457597" y="136323"/>
                </a:cubicBezTo>
                <a:cubicBezTo>
                  <a:pt x="459564" y="137500"/>
                  <a:pt x="462036" y="138430"/>
                  <a:pt x="465013" y="139113"/>
                </a:cubicBezTo>
                <a:cubicBezTo>
                  <a:pt x="467990" y="139797"/>
                  <a:pt x="471501" y="140139"/>
                  <a:pt x="475544" y="140139"/>
                </a:cubicBezTo>
                <a:cubicBezTo>
                  <a:pt x="479478" y="140139"/>
                  <a:pt x="483002" y="139784"/>
                  <a:pt x="486116" y="139073"/>
                </a:cubicBezTo>
                <a:cubicBezTo>
                  <a:pt x="489231" y="138363"/>
                  <a:pt x="491867" y="137351"/>
                  <a:pt x="494025" y="136038"/>
                </a:cubicBezTo>
                <a:cubicBezTo>
                  <a:pt x="496184" y="134726"/>
                  <a:pt x="497837" y="133167"/>
                  <a:pt x="498984" y="131360"/>
                </a:cubicBezTo>
                <a:cubicBezTo>
                  <a:pt x="500131" y="129556"/>
                  <a:pt x="500705" y="127559"/>
                  <a:pt x="500705" y="125371"/>
                </a:cubicBezTo>
                <a:moveTo>
                  <a:pt x="515538" y="41025"/>
                </a:moveTo>
                <a:lnTo>
                  <a:pt x="515538" y="46438"/>
                </a:lnTo>
                <a:cubicBezTo>
                  <a:pt x="515538" y="48245"/>
                  <a:pt x="514391" y="49394"/>
                  <a:pt x="512097" y="49886"/>
                </a:cubicBezTo>
                <a:lnTo>
                  <a:pt x="502671" y="51116"/>
                </a:lnTo>
                <a:cubicBezTo>
                  <a:pt x="504528" y="54727"/>
                  <a:pt x="505457" y="58720"/>
                  <a:pt x="505457" y="63095"/>
                </a:cubicBezTo>
                <a:cubicBezTo>
                  <a:pt x="505457" y="67143"/>
                  <a:pt x="504678" y="70822"/>
                  <a:pt x="503121" y="74132"/>
                </a:cubicBezTo>
                <a:cubicBezTo>
                  <a:pt x="501565" y="77441"/>
                  <a:pt x="499421" y="80271"/>
                  <a:pt x="496688" y="82623"/>
                </a:cubicBezTo>
                <a:cubicBezTo>
                  <a:pt x="493957" y="84975"/>
                  <a:pt x="490679" y="86781"/>
                  <a:pt x="486854" y="88039"/>
                </a:cubicBezTo>
                <a:cubicBezTo>
                  <a:pt x="483029" y="89296"/>
                  <a:pt x="478877" y="89925"/>
                  <a:pt x="474396" y="89925"/>
                </a:cubicBezTo>
                <a:cubicBezTo>
                  <a:pt x="470518" y="89925"/>
                  <a:pt x="466857" y="89460"/>
                  <a:pt x="463414" y="88530"/>
                </a:cubicBezTo>
                <a:cubicBezTo>
                  <a:pt x="461667" y="89625"/>
                  <a:pt x="460329" y="90788"/>
                  <a:pt x="459400" y="92018"/>
                </a:cubicBezTo>
                <a:cubicBezTo>
                  <a:pt x="458472" y="93248"/>
                  <a:pt x="458007" y="94493"/>
                  <a:pt x="458007" y="95751"/>
                </a:cubicBezTo>
                <a:cubicBezTo>
                  <a:pt x="458007" y="97721"/>
                  <a:pt x="458812" y="99212"/>
                  <a:pt x="460423" y="100224"/>
                </a:cubicBezTo>
                <a:cubicBezTo>
                  <a:pt x="462035" y="101235"/>
                  <a:pt x="464153" y="101960"/>
                  <a:pt x="466776" y="102397"/>
                </a:cubicBezTo>
                <a:cubicBezTo>
                  <a:pt x="469399" y="102834"/>
                  <a:pt x="472390" y="103108"/>
                  <a:pt x="475749" y="103218"/>
                </a:cubicBezTo>
                <a:cubicBezTo>
                  <a:pt x="479109" y="103327"/>
                  <a:pt x="482551" y="103505"/>
                  <a:pt x="486074" y="103752"/>
                </a:cubicBezTo>
                <a:cubicBezTo>
                  <a:pt x="489599" y="103997"/>
                  <a:pt x="493041" y="104421"/>
                  <a:pt x="496401" y="105024"/>
                </a:cubicBezTo>
                <a:cubicBezTo>
                  <a:pt x="499762" y="105625"/>
                  <a:pt x="502754" y="106610"/>
                  <a:pt x="505377" y="107978"/>
                </a:cubicBezTo>
                <a:cubicBezTo>
                  <a:pt x="508000" y="109346"/>
                  <a:pt x="510116" y="111233"/>
                  <a:pt x="511727" y="113640"/>
                </a:cubicBezTo>
                <a:cubicBezTo>
                  <a:pt x="513339" y="116045"/>
                  <a:pt x="514145" y="119163"/>
                  <a:pt x="514145" y="122992"/>
                </a:cubicBezTo>
                <a:cubicBezTo>
                  <a:pt x="514145" y="126548"/>
                  <a:pt x="513258" y="129994"/>
                  <a:pt x="511482" y="133331"/>
                </a:cubicBezTo>
                <a:cubicBezTo>
                  <a:pt x="509706" y="136668"/>
                  <a:pt x="507152" y="139635"/>
                  <a:pt x="503819" y="142233"/>
                </a:cubicBezTo>
                <a:cubicBezTo>
                  <a:pt x="500486" y="144832"/>
                  <a:pt x="496401" y="146910"/>
                  <a:pt x="491566" y="148467"/>
                </a:cubicBezTo>
                <a:cubicBezTo>
                  <a:pt x="486731" y="150027"/>
                  <a:pt x="481281" y="150806"/>
                  <a:pt x="475217" y="150806"/>
                </a:cubicBezTo>
                <a:cubicBezTo>
                  <a:pt x="469153" y="150806"/>
                  <a:pt x="463853" y="150204"/>
                  <a:pt x="459318" y="149001"/>
                </a:cubicBezTo>
                <a:cubicBezTo>
                  <a:pt x="454782" y="147799"/>
                  <a:pt x="451013" y="146185"/>
                  <a:pt x="448008" y="144161"/>
                </a:cubicBezTo>
                <a:cubicBezTo>
                  <a:pt x="445003" y="142137"/>
                  <a:pt x="442750" y="139799"/>
                  <a:pt x="441248" y="137144"/>
                </a:cubicBezTo>
                <a:cubicBezTo>
                  <a:pt x="439745" y="134492"/>
                  <a:pt x="438994" y="131716"/>
                  <a:pt x="438994" y="128816"/>
                </a:cubicBezTo>
                <a:cubicBezTo>
                  <a:pt x="438994" y="124715"/>
                  <a:pt x="440278" y="121242"/>
                  <a:pt x="442846" y="118397"/>
                </a:cubicBezTo>
                <a:cubicBezTo>
                  <a:pt x="445414" y="115553"/>
                  <a:pt x="448938" y="113283"/>
                  <a:pt x="453418" y="111587"/>
                </a:cubicBezTo>
                <a:cubicBezTo>
                  <a:pt x="450958" y="110493"/>
                  <a:pt x="449005" y="109030"/>
                  <a:pt x="447558" y="107197"/>
                </a:cubicBezTo>
                <a:cubicBezTo>
                  <a:pt x="446111" y="105364"/>
                  <a:pt x="445387" y="102889"/>
                  <a:pt x="445387" y="99773"/>
                </a:cubicBezTo>
                <a:cubicBezTo>
                  <a:pt x="445387" y="98569"/>
                  <a:pt x="445605" y="97325"/>
                  <a:pt x="446042" y="96039"/>
                </a:cubicBezTo>
                <a:cubicBezTo>
                  <a:pt x="446479" y="94754"/>
                  <a:pt x="447148" y="93469"/>
                  <a:pt x="448048" y="92183"/>
                </a:cubicBezTo>
                <a:cubicBezTo>
                  <a:pt x="448950" y="90898"/>
                  <a:pt x="450056" y="89681"/>
                  <a:pt x="451367" y="88533"/>
                </a:cubicBezTo>
                <a:cubicBezTo>
                  <a:pt x="452679" y="87382"/>
                  <a:pt x="454210" y="86370"/>
                  <a:pt x="455959" y="85495"/>
                </a:cubicBezTo>
                <a:cubicBezTo>
                  <a:pt x="451860" y="83198"/>
                  <a:pt x="448663" y="80149"/>
                  <a:pt x="446367" y="76348"/>
                </a:cubicBezTo>
                <a:cubicBezTo>
                  <a:pt x="444073" y="72546"/>
                  <a:pt x="442926" y="68128"/>
                  <a:pt x="442926" y="63095"/>
                </a:cubicBezTo>
                <a:cubicBezTo>
                  <a:pt x="442926" y="59047"/>
                  <a:pt x="443705" y="55368"/>
                  <a:pt x="445262" y="52060"/>
                </a:cubicBezTo>
                <a:cubicBezTo>
                  <a:pt x="446819" y="48751"/>
                  <a:pt x="448991" y="45934"/>
                  <a:pt x="451777" y="43609"/>
                </a:cubicBezTo>
                <a:cubicBezTo>
                  <a:pt x="454565" y="41284"/>
                  <a:pt x="457885" y="39492"/>
                  <a:pt x="461736" y="38235"/>
                </a:cubicBezTo>
                <a:cubicBezTo>
                  <a:pt x="465588" y="36977"/>
                  <a:pt x="469808" y="36348"/>
                  <a:pt x="474396" y="36348"/>
                </a:cubicBezTo>
                <a:cubicBezTo>
                  <a:pt x="478003" y="36348"/>
                  <a:pt x="481363" y="36744"/>
                  <a:pt x="484478" y="37537"/>
                </a:cubicBezTo>
                <a:cubicBezTo>
                  <a:pt x="487593" y="38330"/>
                  <a:pt x="490434" y="39492"/>
                  <a:pt x="493002" y="41025"/>
                </a:cubicBezTo>
                <a:lnTo>
                  <a:pt x="515538" y="41025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EDE680-9DE6-4E93-8910-74225B2C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614" y="828051"/>
            <a:ext cx="86507" cy="300162"/>
          </a:xfrm>
          <a:custGeom xmlns:a="http://schemas.openxmlformats.org/drawingml/2006/main">
            <a:pathLst>
              <a:path w="86507" h="300162">
                <a:moveTo>
                  <a:pt x="51362" y="0"/>
                </a:moveTo>
                <a:lnTo>
                  <a:pt x="35142" y="0"/>
                </a:lnTo>
                <a:lnTo>
                  <a:pt x="35143" y="213553"/>
                </a:lnTo>
                <a:lnTo>
                  <a:pt x="0" y="213553"/>
                </a:lnTo>
                <a:lnTo>
                  <a:pt x="43254" y="300162"/>
                </a:lnTo>
                <a:lnTo>
                  <a:pt x="86507" y="213553"/>
                </a:lnTo>
                <a:lnTo>
                  <a:pt x="51363" y="213553"/>
                </a:lnTo>
                <a:lnTo>
                  <a:pt x="5136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926093-7DBD-4153-90BE-0B68675D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26" y="613233"/>
            <a:ext cx="1243280" cy="214815"/>
          </a:xfrm>
          <a:custGeom xmlns:a="http://schemas.openxmlformats.org/drawingml/2006/main">
            <a:pathLst>
              <a:path w="1243280" h="214815" fill="none">
                <a:moveTo>
                  <a:pt x="0" y="0"/>
                </a:moveTo>
                <a:lnTo>
                  <a:pt x="1243280" y="0"/>
                </a:lnTo>
                <a:lnTo>
                  <a:pt x="1243280" y="214815"/>
                </a:lnTo>
                <a:lnTo>
                  <a:pt x="0" y="21481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820" cap="flat">
            <a:solidFill>
              <a:srgbClr val="000000"/>
            </a:solidFill>
            <a:miter/>
          </a:ln>
        </p:spPr>
      </p:sp>
      <p:sp>
        <p:nvSpPr>
          <p:cNvPr id="54" name="Text TextProcessing">
            <a:extLst xmlns:a="http://schemas.openxmlformats.org/drawingml/2006/main">
              <a:ext uri="{FF2B5EF4-FFF2-40B4-BE49-F238E27FC236}">
                <a16:creationId xmlns:a16="http://schemas.microsoft.com/office/drawing/2014/main" id="{C5FE3BFB-71C9-4E58-9407-29306FF2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524" y="648873"/>
            <a:ext cx="1053141" cy="149659"/>
          </a:xfrm>
          <a:custGeom xmlns:a="http://schemas.openxmlformats.org/drawingml/2006/main">
            <a:pathLst>
              <a:path w="1053141" h="149659">
                <a:moveTo>
                  <a:pt x="91953" y="15510"/>
                </a:moveTo>
                <a:lnTo>
                  <a:pt x="53925" y="15510"/>
                </a:lnTo>
                <a:lnTo>
                  <a:pt x="53925" y="119712"/>
                </a:lnTo>
                <a:lnTo>
                  <a:pt x="38108" y="119712"/>
                </a:lnTo>
                <a:lnTo>
                  <a:pt x="38108" y="15510"/>
                </a:lnTo>
                <a:lnTo>
                  <a:pt x="0" y="15510"/>
                </a:lnTo>
                <a:lnTo>
                  <a:pt x="0" y="2133"/>
                </a:lnTo>
                <a:lnTo>
                  <a:pt x="91953" y="2133"/>
                </a:lnTo>
                <a:lnTo>
                  <a:pt x="91953" y="15510"/>
                </a:lnTo>
                <a:close/>
                <a:moveTo>
                  <a:pt x="153877" y="69087"/>
                </a:moveTo>
                <a:cubicBezTo>
                  <a:pt x="153877" y="65696"/>
                  <a:pt x="153398" y="62592"/>
                  <a:pt x="152441" y="59775"/>
                </a:cubicBezTo>
                <a:cubicBezTo>
                  <a:pt x="151486" y="56957"/>
                  <a:pt x="150093" y="54523"/>
                  <a:pt x="148262" y="52473"/>
                </a:cubicBezTo>
                <a:cubicBezTo>
                  <a:pt x="146433" y="50421"/>
                  <a:pt x="144207" y="48835"/>
                  <a:pt x="141584" y="47713"/>
                </a:cubicBezTo>
                <a:cubicBezTo>
                  <a:pt x="138962" y="46591"/>
                  <a:pt x="135984" y="46030"/>
                  <a:pt x="132651" y="46030"/>
                </a:cubicBezTo>
                <a:cubicBezTo>
                  <a:pt x="125658" y="46030"/>
                  <a:pt x="120125" y="48069"/>
                  <a:pt x="116054" y="52145"/>
                </a:cubicBezTo>
                <a:cubicBezTo>
                  <a:pt x="111984" y="56220"/>
                  <a:pt x="109458" y="61867"/>
                  <a:pt x="108476" y="69087"/>
                </a:cubicBezTo>
                <a:lnTo>
                  <a:pt x="153877" y="69087"/>
                </a:lnTo>
                <a:moveTo>
                  <a:pt x="165679" y="108061"/>
                </a:moveTo>
                <a:cubicBezTo>
                  <a:pt x="163875" y="110249"/>
                  <a:pt x="161717" y="112151"/>
                  <a:pt x="159204" y="113765"/>
                </a:cubicBezTo>
                <a:cubicBezTo>
                  <a:pt x="156691" y="115378"/>
                  <a:pt x="154000" y="116704"/>
                  <a:pt x="151131" y="117744"/>
                </a:cubicBezTo>
                <a:cubicBezTo>
                  <a:pt x="148263" y="118782"/>
                  <a:pt x="145299" y="119561"/>
                  <a:pt x="142240" y="120080"/>
                </a:cubicBezTo>
                <a:cubicBezTo>
                  <a:pt x="139180" y="120601"/>
                  <a:pt x="136148" y="120861"/>
                  <a:pt x="133143" y="120861"/>
                </a:cubicBezTo>
                <a:cubicBezTo>
                  <a:pt x="127406" y="120861"/>
                  <a:pt x="122120" y="119891"/>
                  <a:pt x="117284" y="117949"/>
                </a:cubicBezTo>
                <a:cubicBezTo>
                  <a:pt x="112449" y="116006"/>
                  <a:pt x="108269" y="113162"/>
                  <a:pt x="104744" y="109416"/>
                </a:cubicBezTo>
                <a:cubicBezTo>
                  <a:pt x="101221" y="105668"/>
                  <a:pt x="98476" y="101032"/>
                  <a:pt x="96508" y="95509"/>
                </a:cubicBezTo>
                <a:cubicBezTo>
                  <a:pt x="94542" y="89983"/>
                  <a:pt x="93559" y="83637"/>
                  <a:pt x="93559" y="76471"/>
                </a:cubicBezTo>
                <a:cubicBezTo>
                  <a:pt x="93559" y="70673"/>
                  <a:pt x="94447" y="65259"/>
                  <a:pt x="96223" y="60228"/>
                </a:cubicBezTo>
                <a:cubicBezTo>
                  <a:pt x="97999" y="55195"/>
                  <a:pt x="100552" y="50832"/>
                  <a:pt x="103884" y="47140"/>
                </a:cubicBezTo>
                <a:cubicBezTo>
                  <a:pt x="107217" y="43447"/>
                  <a:pt x="111288" y="40548"/>
                  <a:pt x="116096" y="38443"/>
                </a:cubicBezTo>
                <a:cubicBezTo>
                  <a:pt x="120905" y="36337"/>
                  <a:pt x="126314" y="35283"/>
                  <a:pt x="132323" y="35283"/>
                </a:cubicBezTo>
                <a:cubicBezTo>
                  <a:pt x="137295" y="35283"/>
                  <a:pt x="141898" y="36118"/>
                  <a:pt x="146131" y="37787"/>
                </a:cubicBezTo>
                <a:cubicBezTo>
                  <a:pt x="150366" y="39455"/>
                  <a:pt x="154027" y="41861"/>
                  <a:pt x="157113" y="45006"/>
                </a:cubicBezTo>
                <a:cubicBezTo>
                  <a:pt x="160201" y="48151"/>
                  <a:pt x="162619" y="52035"/>
                  <a:pt x="164366" y="56657"/>
                </a:cubicBezTo>
                <a:cubicBezTo>
                  <a:pt x="166115" y="61279"/>
                  <a:pt x="166990" y="66544"/>
                  <a:pt x="166990" y="72452"/>
                </a:cubicBezTo>
                <a:cubicBezTo>
                  <a:pt x="166990" y="74749"/>
                  <a:pt x="166744" y="76281"/>
                  <a:pt x="166252" y="77047"/>
                </a:cubicBezTo>
                <a:cubicBezTo>
                  <a:pt x="165760" y="77811"/>
                  <a:pt x="164831" y="78194"/>
                  <a:pt x="163466" y="78194"/>
                </a:cubicBezTo>
                <a:lnTo>
                  <a:pt x="107983" y="78194"/>
                </a:lnTo>
                <a:cubicBezTo>
                  <a:pt x="108146" y="83445"/>
                  <a:pt x="108870" y="88013"/>
                  <a:pt x="110154" y="91898"/>
                </a:cubicBezTo>
                <a:cubicBezTo>
                  <a:pt x="111438" y="95781"/>
                  <a:pt x="113227" y="99022"/>
                  <a:pt x="115521" y="101621"/>
                </a:cubicBezTo>
                <a:cubicBezTo>
                  <a:pt x="117817" y="104218"/>
                  <a:pt x="120549" y="106160"/>
                  <a:pt x="123717" y="107445"/>
                </a:cubicBezTo>
                <a:cubicBezTo>
                  <a:pt x="126887" y="108730"/>
                  <a:pt x="130438" y="109373"/>
                  <a:pt x="134371" y="109373"/>
                </a:cubicBezTo>
                <a:cubicBezTo>
                  <a:pt x="138033" y="109373"/>
                  <a:pt x="141188" y="108949"/>
                  <a:pt x="143838" y="108101"/>
                </a:cubicBezTo>
                <a:cubicBezTo>
                  <a:pt x="146487" y="107253"/>
                  <a:pt x="148768" y="106337"/>
                  <a:pt x="150681" y="105354"/>
                </a:cubicBezTo>
                <a:cubicBezTo>
                  <a:pt x="152593" y="104369"/>
                  <a:pt x="154191" y="103453"/>
                  <a:pt x="155475" y="102605"/>
                </a:cubicBezTo>
                <a:cubicBezTo>
                  <a:pt x="156759" y="101757"/>
                  <a:pt x="157865" y="101333"/>
                  <a:pt x="158794" y="101333"/>
                </a:cubicBezTo>
                <a:cubicBezTo>
                  <a:pt x="159996" y="101333"/>
                  <a:pt x="160925" y="101798"/>
                  <a:pt x="161580" y="102728"/>
                </a:cubicBezTo>
                <a:lnTo>
                  <a:pt x="165679" y="108061"/>
                </a:lnTo>
                <a:close/>
                <a:moveTo>
                  <a:pt x="247681" y="119712"/>
                </a:moveTo>
                <a:lnTo>
                  <a:pt x="233667" y="119712"/>
                </a:lnTo>
                <a:cubicBezTo>
                  <a:pt x="232465" y="119712"/>
                  <a:pt x="231522" y="119397"/>
                  <a:pt x="230839" y="118768"/>
                </a:cubicBezTo>
                <a:cubicBezTo>
                  <a:pt x="230157" y="118139"/>
                  <a:pt x="229597" y="117442"/>
                  <a:pt x="229161" y="116677"/>
                </a:cubicBezTo>
                <a:lnTo>
                  <a:pt x="208262" y="84103"/>
                </a:lnTo>
                <a:cubicBezTo>
                  <a:pt x="208043" y="84868"/>
                  <a:pt x="207811" y="85620"/>
                  <a:pt x="207564" y="86359"/>
                </a:cubicBezTo>
                <a:cubicBezTo>
                  <a:pt x="207319" y="87097"/>
                  <a:pt x="206978" y="87767"/>
                  <a:pt x="206541" y="88370"/>
                </a:cubicBezTo>
                <a:lnTo>
                  <a:pt x="187198" y="116677"/>
                </a:lnTo>
                <a:cubicBezTo>
                  <a:pt x="186653" y="117442"/>
                  <a:pt x="186066" y="118139"/>
                  <a:pt x="185437" y="118768"/>
                </a:cubicBezTo>
                <a:cubicBezTo>
                  <a:pt x="184809" y="119397"/>
                  <a:pt x="183948" y="119712"/>
                  <a:pt x="182856" y="119712"/>
                </a:cubicBezTo>
                <a:lnTo>
                  <a:pt x="169826" y="119712"/>
                </a:lnTo>
                <a:lnTo>
                  <a:pt x="198918" y="77047"/>
                </a:lnTo>
                <a:lnTo>
                  <a:pt x="170971" y="36595"/>
                </a:lnTo>
                <a:lnTo>
                  <a:pt x="184987" y="36595"/>
                </a:lnTo>
                <a:cubicBezTo>
                  <a:pt x="186189" y="36595"/>
                  <a:pt x="187063" y="36787"/>
                  <a:pt x="187608" y="37171"/>
                </a:cubicBezTo>
                <a:cubicBezTo>
                  <a:pt x="188155" y="37554"/>
                  <a:pt x="188647" y="38100"/>
                  <a:pt x="189084" y="38811"/>
                </a:cubicBezTo>
                <a:lnTo>
                  <a:pt x="209490" y="69991"/>
                </a:lnTo>
                <a:cubicBezTo>
                  <a:pt x="209928" y="68403"/>
                  <a:pt x="210612" y="66872"/>
                  <a:pt x="211541" y="65396"/>
                </a:cubicBezTo>
                <a:lnTo>
                  <a:pt x="229406" y="39139"/>
                </a:lnTo>
                <a:cubicBezTo>
                  <a:pt x="229897" y="38373"/>
                  <a:pt x="230430" y="37758"/>
                  <a:pt x="231004" y="37294"/>
                </a:cubicBezTo>
                <a:cubicBezTo>
                  <a:pt x="231577" y="36828"/>
                  <a:pt x="232274" y="36595"/>
                  <a:pt x="233095" y="36595"/>
                </a:cubicBezTo>
                <a:lnTo>
                  <a:pt x="246535" y="36595"/>
                </a:lnTo>
                <a:lnTo>
                  <a:pt x="218589" y="76308"/>
                </a:lnTo>
                <a:lnTo>
                  <a:pt x="247681" y="119712"/>
                </a:lnTo>
                <a:close/>
                <a:moveTo>
                  <a:pt x="280758" y="121024"/>
                </a:moveTo>
                <a:cubicBezTo>
                  <a:pt x="274202" y="121024"/>
                  <a:pt x="269161" y="119192"/>
                  <a:pt x="265636" y="115528"/>
                </a:cubicBezTo>
                <a:cubicBezTo>
                  <a:pt x="262113" y="111862"/>
                  <a:pt x="260352" y="106584"/>
                  <a:pt x="260352" y="99693"/>
                </a:cubicBezTo>
                <a:lnTo>
                  <a:pt x="260352" y="48820"/>
                </a:lnTo>
                <a:lnTo>
                  <a:pt x="250353" y="48820"/>
                </a:lnTo>
                <a:cubicBezTo>
                  <a:pt x="249479" y="48820"/>
                  <a:pt x="248741" y="48560"/>
                  <a:pt x="248139" y="48041"/>
                </a:cubicBezTo>
                <a:cubicBezTo>
                  <a:pt x="247539" y="47522"/>
                  <a:pt x="247239" y="46715"/>
                  <a:pt x="247239" y="45620"/>
                </a:cubicBezTo>
                <a:lnTo>
                  <a:pt x="247239" y="39795"/>
                </a:lnTo>
                <a:lnTo>
                  <a:pt x="260844" y="38073"/>
                </a:lnTo>
                <a:lnTo>
                  <a:pt x="264203" y="12390"/>
                </a:lnTo>
                <a:cubicBezTo>
                  <a:pt x="264367" y="11570"/>
                  <a:pt x="264735" y="10901"/>
                  <a:pt x="265309" y="10381"/>
                </a:cubicBezTo>
                <a:cubicBezTo>
                  <a:pt x="265882" y="9861"/>
                  <a:pt x="266633" y="9600"/>
                  <a:pt x="267562" y="9600"/>
                </a:cubicBezTo>
                <a:lnTo>
                  <a:pt x="274940" y="9600"/>
                </a:lnTo>
                <a:lnTo>
                  <a:pt x="274940" y="38235"/>
                </a:lnTo>
                <a:lnTo>
                  <a:pt x="298953" y="38235"/>
                </a:lnTo>
                <a:lnTo>
                  <a:pt x="298953" y="48820"/>
                </a:lnTo>
                <a:lnTo>
                  <a:pt x="274940" y="48820"/>
                </a:lnTo>
                <a:lnTo>
                  <a:pt x="274940" y="98706"/>
                </a:lnTo>
                <a:cubicBezTo>
                  <a:pt x="274940" y="102208"/>
                  <a:pt x="275786" y="104807"/>
                  <a:pt x="277479" y="106504"/>
                </a:cubicBezTo>
                <a:cubicBezTo>
                  <a:pt x="279173" y="108198"/>
                  <a:pt x="281359" y="109045"/>
                  <a:pt x="284036" y="109045"/>
                </a:cubicBezTo>
                <a:cubicBezTo>
                  <a:pt x="285565" y="109045"/>
                  <a:pt x="286890" y="108841"/>
                  <a:pt x="288011" y="108432"/>
                </a:cubicBezTo>
                <a:cubicBezTo>
                  <a:pt x="289131" y="108021"/>
                  <a:pt x="290101" y="107569"/>
                  <a:pt x="290919" y="107077"/>
                </a:cubicBezTo>
                <a:cubicBezTo>
                  <a:pt x="291740" y="106584"/>
                  <a:pt x="292437" y="106133"/>
                  <a:pt x="293010" y="105722"/>
                </a:cubicBezTo>
                <a:cubicBezTo>
                  <a:pt x="293584" y="105312"/>
                  <a:pt x="294089" y="105106"/>
                  <a:pt x="294526" y="105106"/>
                </a:cubicBezTo>
                <a:cubicBezTo>
                  <a:pt x="295291" y="105106"/>
                  <a:pt x="295974" y="105571"/>
                  <a:pt x="296574" y="106501"/>
                </a:cubicBezTo>
                <a:lnTo>
                  <a:pt x="300836" y="113477"/>
                </a:lnTo>
                <a:cubicBezTo>
                  <a:pt x="298323" y="115829"/>
                  <a:pt x="295291" y="117675"/>
                  <a:pt x="291740" y="119016"/>
                </a:cubicBezTo>
                <a:cubicBezTo>
                  <a:pt x="288188" y="120355"/>
                  <a:pt x="284528" y="121024"/>
                  <a:pt x="280758" y="121024"/>
                </a:cubicBezTo>
                <a:close/>
                <a:moveTo>
                  <a:pt x="385429" y="63097"/>
                </a:moveTo>
                <a:cubicBezTo>
                  <a:pt x="389964" y="63097"/>
                  <a:pt x="393966" y="62496"/>
                  <a:pt x="397436" y="61292"/>
                </a:cubicBezTo>
                <a:cubicBezTo>
                  <a:pt x="400906" y="60088"/>
                  <a:pt x="403829" y="58407"/>
                  <a:pt x="406205" y="56246"/>
                </a:cubicBezTo>
                <a:cubicBezTo>
                  <a:pt x="408582" y="54086"/>
                  <a:pt x="410371" y="51502"/>
                  <a:pt x="411572" y="48494"/>
                </a:cubicBezTo>
                <a:cubicBezTo>
                  <a:pt x="412774" y="45484"/>
                  <a:pt x="413375" y="42174"/>
                  <a:pt x="413375" y="38564"/>
                </a:cubicBezTo>
                <a:cubicBezTo>
                  <a:pt x="413375" y="31070"/>
                  <a:pt x="411067" y="25217"/>
                  <a:pt x="406450" y="21006"/>
                </a:cubicBezTo>
                <a:cubicBezTo>
                  <a:pt x="401835" y="16794"/>
                  <a:pt x="394827" y="14688"/>
                  <a:pt x="385429" y="14688"/>
                </a:cubicBezTo>
                <a:lnTo>
                  <a:pt x="366581" y="14688"/>
                </a:lnTo>
                <a:lnTo>
                  <a:pt x="366581" y="63097"/>
                </a:lnTo>
                <a:lnTo>
                  <a:pt x="385429" y="63097"/>
                </a:lnTo>
                <a:moveTo>
                  <a:pt x="385429" y="2133"/>
                </a:moveTo>
                <a:cubicBezTo>
                  <a:pt x="392860" y="2133"/>
                  <a:pt x="399321" y="2996"/>
                  <a:pt x="404812" y="4720"/>
                </a:cubicBezTo>
                <a:cubicBezTo>
                  <a:pt x="410302" y="6443"/>
                  <a:pt x="414851" y="8891"/>
                  <a:pt x="418457" y="12064"/>
                </a:cubicBezTo>
                <a:cubicBezTo>
                  <a:pt x="422064" y="15236"/>
                  <a:pt x="424755" y="19064"/>
                  <a:pt x="426531" y="23550"/>
                </a:cubicBezTo>
                <a:cubicBezTo>
                  <a:pt x="428306" y="28035"/>
                  <a:pt x="429194" y="33040"/>
                  <a:pt x="429194" y="38564"/>
                </a:cubicBezTo>
                <a:cubicBezTo>
                  <a:pt x="429194" y="44034"/>
                  <a:pt x="428238" y="49039"/>
                  <a:pt x="426326" y="53580"/>
                </a:cubicBezTo>
                <a:cubicBezTo>
                  <a:pt x="424413" y="58120"/>
                  <a:pt x="421613" y="62031"/>
                  <a:pt x="417925" y="65313"/>
                </a:cubicBezTo>
                <a:cubicBezTo>
                  <a:pt x="414236" y="68595"/>
                  <a:pt x="409674" y="71153"/>
                  <a:pt x="404236" y="72985"/>
                </a:cubicBezTo>
                <a:cubicBezTo>
                  <a:pt x="398801" y="74817"/>
                  <a:pt x="392532" y="75732"/>
                  <a:pt x="385429" y="75732"/>
                </a:cubicBezTo>
                <a:lnTo>
                  <a:pt x="366581" y="75732"/>
                </a:lnTo>
                <a:lnTo>
                  <a:pt x="366581" y="119712"/>
                </a:lnTo>
                <a:lnTo>
                  <a:pt x="350764" y="119712"/>
                </a:lnTo>
                <a:lnTo>
                  <a:pt x="350764" y="2133"/>
                </a:lnTo>
                <a:lnTo>
                  <a:pt x="385429" y="2133"/>
                </a:lnTo>
                <a:close/>
                <a:moveTo>
                  <a:pt x="453173" y="53252"/>
                </a:moveTo>
                <a:cubicBezTo>
                  <a:pt x="455795" y="47563"/>
                  <a:pt x="459018" y="43118"/>
                  <a:pt x="462842" y="39918"/>
                </a:cubicBezTo>
                <a:cubicBezTo>
                  <a:pt x="466666" y="36718"/>
                  <a:pt x="471338" y="35118"/>
                  <a:pt x="476857" y="35118"/>
                </a:cubicBezTo>
                <a:cubicBezTo>
                  <a:pt x="478606" y="35118"/>
                  <a:pt x="480286" y="35310"/>
                  <a:pt x="481897" y="35694"/>
                </a:cubicBezTo>
                <a:cubicBezTo>
                  <a:pt x="483509" y="36076"/>
                  <a:pt x="484944" y="36677"/>
                  <a:pt x="486201" y="37497"/>
                </a:cubicBezTo>
                <a:lnTo>
                  <a:pt x="485136" y="48412"/>
                </a:lnTo>
                <a:cubicBezTo>
                  <a:pt x="484807" y="49779"/>
                  <a:pt x="483988" y="50462"/>
                  <a:pt x="482677" y="50462"/>
                </a:cubicBezTo>
                <a:cubicBezTo>
                  <a:pt x="481912" y="50462"/>
                  <a:pt x="480791" y="50299"/>
                  <a:pt x="479316" y="49972"/>
                </a:cubicBezTo>
                <a:cubicBezTo>
                  <a:pt x="477840" y="49643"/>
                  <a:pt x="476174" y="49478"/>
                  <a:pt x="474316" y="49478"/>
                </a:cubicBezTo>
                <a:cubicBezTo>
                  <a:pt x="471694" y="49478"/>
                  <a:pt x="469358" y="49861"/>
                  <a:pt x="467308" y="50628"/>
                </a:cubicBezTo>
                <a:cubicBezTo>
                  <a:pt x="465261" y="51392"/>
                  <a:pt x="463431" y="52526"/>
                  <a:pt x="461819" y="54030"/>
                </a:cubicBezTo>
                <a:cubicBezTo>
                  <a:pt x="460206" y="55535"/>
                  <a:pt x="458758" y="57395"/>
                  <a:pt x="457474" y="59612"/>
                </a:cubicBezTo>
                <a:cubicBezTo>
                  <a:pt x="456190" y="61827"/>
                  <a:pt x="455030" y="64356"/>
                  <a:pt x="453993" y="67199"/>
                </a:cubicBezTo>
                <a:lnTo>
                  <a:pt x="453993" y="119712"/>
                </a:lnTo>
                <a:lnTo>
                  <a:pt x="439322" y="119712"/>
                </a:lnTo>
                <a:lnTo>
                  <a:pt x="439322" y="36595"/>
                </a:lnTo>
                <a:lnTo>
                  <a:pt x="447683" y="36595"/>
                </a:lnTo>
                <a:cubicBezTo>
                  <a:pt x="449267" y="36595"/>
                  <a:pt x="450359" y="36897"/>
                  <a:pt x="450959" y="37499"/>
                </a:cubicBezTo>
                <a:cubicBezTo>
                  <a:pt x="451561" y="38100"/>
                  <a:pt x="451971" y="39139"/>
                  <a:pt x="452190" y="40617"/>
                </a:cubicBezTo>
                <a:lnTo>
                  <a:pt x="453173" y="53252"/>
                </a:lnTo>
                <a:close/>
                <a:moveTo>
                  <a:pt x="528455" y="35283"/>
                </a:moveTo>
                <a:cubicBezTo>
                  <a:pt x="534519" y="35283"/>
                  <a:pt x="539982" y="36296"/>
                  <a:pt x="544844" y="38321"/>
                </a:cubicBezTo>
                <a:cubicBezTo>
                  <a:pt x="549708" y="40344"/>
                  <a:pt x="553861" y="43215"/>
                  <a:pt x="557302" y="46934"/>
                </a:cubicBezTo>
                <a:cubicBezTo>
                  <a:pt x="560745" y="50653"/>
                  <a:pt x="563381" y="55152"/>
                  <a:pt x="565210" y="60431"/>
                </a:cubicBezTo>
                <a:cubicBezTo>
                  <a:pt x="567041" y="65709"/>
                  <a:pt x="567956" y="71603"/>
                  <a:pt x="567956" y="78114"/>
                </a:cubicBezTo>
                <a:cubicBezTo>
                  <a:pt x="567956" y="84677"/>
                  <a:pt x="567041" y="90585"/>
                  <a:pt x="565210" y="95837"/>
                </a:cubicBezTo>
                <a:cubicBezTo>
                  <a:pt x="563381" y="101087"/>
                  <a:pt x="560745" y="105572"/>
                  <a:pt x="557302" y="109293"/>
                </a:cubicBezTo>
                <a:cubicBezTo>
                  <a:pt x="553861" y="113012"/>
                  <a:pt x="549708" y="115870"/>
                  <a:pt x="544844" y="117866"/>
                </a:cubicBezTo>
                <a:cubicBezTo>
                  <a:pt x="539982" y="119863"/>
                  <a:pt x="534519" y="120861"/>
                  <a:pt x="528455" y="120861"/>
                </a:cubicBezTo>
                <a:cubicBezTo>
                  <a:pt x="522336" y="120861"/>
                  <a:pt x="516831" y="119863"/>
                  <a:pt x="511941" y="117866"/>
                </a:cubicBezTo>
                <a:cubicBezTo>
                  <a:pt x="507052" y="115870"/>
                  <a:pt x="502886" y="113012"/>
                  <a:pt x="499443" y="109293"/>
                </a:cubicBezTo>
                <a:cubicBezTo>
                  <a:pt x="496002" y="105572"/>
                  <a:pt x="493366" y="101087"/>
                  <a:pt x="491535" y="95837"/>
                </a:cubicBezTo>
                <a:cubicBezTo>
                  <a:pt x="489706" y="90585"/>
                  <a:pt x="488791" y="84677"/>
                  <a:pt x="488791" y="78114"/>
                </a:cubicBezTo>
                <a:cubicBezTo>
                  <a:pt x="488791" y="71603"/>
                  <a:pt x="489706" y="65709"/>
                  <a:pt x="491535" y="60431"/>
                </a:cubicBezTo>
                <a:cubicBezTo>
                  <a:pt x="493366" y="55152"/>
                  <a:pt x="496002" y="50653"/>
                  <a:pt x="499443" y="46934"/>
                </a:cubicBezTo>
                <a:cubicBezTo>
                  <a:pt x="502886" y="43215"/>
                  <a:pt x="507052" y="40344"/>
                  <a:pt x="511941" y="38321"/>
                </a:cubicBezTo>
                <a:cubicBezTo>
                  <a:pt x="516831" y="36296"/>
                  <a:pt x="522336" y="35283"/>
                  <a:pt x="528455" y="35283"/>
                </a:cubicBezTo>
                <a:moveTo>
                  <a:pt x="528455" y="109456"/>
                </a:moveTo>
                <a:cubicBezTo>
                  <a:pt x="536650" y="109456"/>
                  <a:pt x="542769" y="106707"/>
                  <a:pt x="546813" y="101210"/>
                </a:cubicBezTo>
                <a:cubicBezTo>
                  <a:pt x="550856" y="95713"/>
                  <a:pt x="552878" y="88041"/>
                  <a:pt x="552878" y="78194"/>
                </a:cubicBezTo>
                <a:cubicBezTo>
                  <a:pt x="552878" y="68293"/>
                  <a:pt x="550856" y="60581"/>
                  <a:pt x="546813" y="55057"/>
                </a:cubicBezTo>
                <a:cubicBezTo>
                  <a:pt x="542769" y="49532"/>
                  <a:pt x="536650" y="46769"/>
                  <a:pt x="528455" y="46769"/>
                </a:cubicBezTo>
                <a:cubicBezTo>
                  <a:pt x="524303" y="46769"/>
                  <a:pt x="520684" y="47480"/>
                  <a:pt x="517596" y="48902"/>
                </a:cubicBezTo>
                <a:cubicBezTo>
                  <a:pt x="514509" y="50325"/>
                  <a:pt x="511942" y="52376"/>
                  <a:pt x="509892" y="55057"/>
                </a:cubicBezTo>
                <a:cubicBezTo>
                  <a:pt x="507843" y="57736"/>
                  <a:pt x="506313" y="61032"/>
                  <a:pt x="505303" y="64943"/>
                </a:cubicBezTo>
                <a:cubicBezTo>
                  <a:pt x="504293" y="68854"/>
                  <a:pt x="503787" y="73271"/>
                  <a:pt x="503787" y="78194"/>
                </a:cubicBezTo>
                <a:cubicBezTo>
                  <a:pt x="503787" y="88041"/>
                  <a:pt x="505822" y="95713"/>
                  <a:pt x="509892" y="101210"/>
                </a:cubicBezTo>
                <a:cubicBezTo>
                  <a:pt x="513962" y="106707"/>
                  <a:pt x="520150" y="109456"/>
                  <a:pt x="528455" y="109456"/>
                </a:cubicBezTo>
                <a:close/>
                <a:moveTo>
                  <a:pt x="637832" y="51364"/>
                </a:moveTo>
                <a:cubicBezTo>
                  <a:pt x="637395" y="51966"/>
                  <a:pt x="636958" y="52432"/>
                  <a:pt x="636519" y="52761"/>
                </a:cubicBezTo>
                <a:cubicBezTo>
                  <a:pt x="636082" y="53088"/>
                  <a:pt x="635482" y="53252"/>
                  <a:pt x="634718" y="53252"/>
                </a:cubicBezTo>
                <a:cubicBezTo>
                  <a:pt x="633898" y="53252"/>
                  <a:pt x="632996" y="52910"/>
                  <a:pt x="632012" y="52228"/>
                </a:cubicBezTo>
                <a:cubicBezTo>
                  <a:pt x="631028" y="51543"/>
                  <a:pt x="629813" y="50791"/>
                  <a:pt x="628366" y="49972"/>
                </a:cubicBezTo>
                <a:cubicBezTo>
                  <a:pt x="626918" y="49150"/>
                  <a:pt x="625143" y="48397"/>
                  <a:pt x="623038" y="47713"/>
                </a:cubicBezTo>
                <a:cubicBezTo>
                  <a:pt x="620936" y="47029"/>
                  <a:pt x="618355" y="46686"/>
                  <a:pt x="615295" y="46686"/>
                </a:cubicBezTo>
                <a:cubicBezTo>
                  <a:pt x="611197" y="46686"/>
                  <a:pt x="607590" y="47412"/>
                  <a:pt x="604476" y="48862"/>
                </a:cubicBezTo>
                <a:cubicBezTo>
                  <a:pt x="601361" y="50311"/>
                  <a:pt x="598752" y="52404"/>
                  <a:pt x="596647" y="55140"/>
                </a:cubicBezTo>
                <a:cubicBezTo>
                  <a:pt x="594545" y="57874"/>
                  <a:pt x="592961" y="61183"/>
                  <a:pt x="591896" y="65068"/>
                </a:cubicBezTo>
                <a:cubicBezTo>
                  <a:pt x="590830" y="68951"/>
                  <a:pt x="590297" y="73299"/>
                  <a:pt x="590297" y="78114"/>
                </a:cubicBezTo>
                <a:cubicBezTo>
                  <a:pt x="590297" y="83145"/>
                  <a:pt x="590871" y="87616"/>
                  <a:pt x="592018" y="91527"/>
                </a:cubicBezTo>
                <a:cubicBezTo>
                  <a:pt x="593167" y="95438"/>
                  <a:pt x="594793" y="98721"/>
                  <a:pt x="596895" y="101375"/>
                </a:cubicBezTo>
                <a:cubicBezTo>
                  <a:pt x="598999" y="104028"/>
                  <a:pt x="601540" y="106052"/>
                  <a:pt x="604516" y="107447"/>
                </a:cubicBezTo>
                <a:cubicBezTo>
                  <a:pt x="607494" y="108841"/>
                  <a:pt x="610841" y="109538"/>
                  <a:pt x="614557" y="109538"/>
                </a:cubicBezTo>
                <a:cubicBezTo>
                  <a:pt x="618109" y="109538"/>
                  <a:pt x="621032" y="109114"/>
                  <a:pt x="623326" y="108266"/>
                </a:cubicBezTo>
                <a:cubicBezTo>
                  <a:pt x="625620" y="107418"/>
                  <a:pt x="627519" y="106475"/>
                  <a:pt x="629021" y="105437"/>
                </a:cubicBezTo>
                <a:cubicBezTo>
                  <a:pt x="630523" y="104397"/>
                  <a:pt x="631780" y="103453"/>
                  <a:pt x="632790" y="102605"/>
                </a:cubicBezTo>
                <a:cubicBezTo>
                  <a:pt x="633802" y="101757"/>
                  <a:pt x="634800" y="101333"/>
                  <a:pt x="635784" y="101333"/>
                </a:cubicBezTo>
                <a:cubicBezTo>
                  <a:pt x="636984" y="101333"/>
                  <a:pt x="637913" y="101798"/>
                  <a:pt x="638570" y="102728"/>
                </a:cubicBezTo>
                <a:lnTo>
                  <a:pt x="642667" y="108061"/>
                </a:lnTo>
                <a:cubicBezTo>
                  <a:pt x="640864" y="110303"/>
                  <a:pt x="638815" y="112218"/>
                  <a:pt x="636519" y="113805"/>
                </a:cubicBezTo>
                <a:cubicBezTo>
                  <a:pt x="634225" y="115391"/>
                  <a:pt x="631753" y="116717"/>
                  <a:pt x="629103" y="117784"/>
                </a:cubicBezTo>
                <a:cubicBezTo>
                  <a:pt x="626454" y="118851"/>
                  <a:pt x="623681" y="119630"/>
                  <a:pt x="620785" y="120123"/>
                </a:cubicBezTo>
                <a:cubicBezTo>
                  <a:pt x="617889" y="120615"/>
                  <a:pt x="614938" y="120861"/>
                  <a:pt x="611934" y="120861"/>
                </a:cubicBezTo>
                <a:cubicBezTo>
                  <a:pt x="606743" y="120861"/>
                  <a:pt x="601921" y="119904"/>
                  <a:pt x="597468" y="117989"/>
                </a:cubicBezTo>
                <a:cubicBezTo>
                  <a:pt x="593016" y="116074"/>
                  <a:pt x="589151" y="113298"/>
                  <a:pt x="585873" y="109661"/>
                </a:cubicBezTo>
                <a:cubicBezTo>
                  <a:pt x="582595" y="106024"/>
                  <a:pt x="580027" y="101552"/>
                  <a:pt x="578170" y="96247"/>
                </a:cubicBezTo>
                <a:cubicBezTo>
                  <a:pt x="576312" y="90941"/>
                  <a:pt x="575384" y="84896"/>
                  <a:pt x="575384" y="78114"/>
                </a:cubicBezTo>
                <a:cubicBezTo>
                  <a:pt x="575384" y="71932"/>
                  <a:pt x="576244" y="66216"/>
                  <a:pt x="577965" y="60964"/>
                </a:cubicBezTo>
                <a:cubicBezTo>
                  <a:pt x="579685" y="55712"/>
                  <a:pt x="582198" y="51186"/>
                  <a:pt x="585503" y="47385"/>
                </a:cubicBezTo>
                <a:cubicBezTo>
                  <a:pt x="588809" y="43584"/>
                  <a:pt x="592880" y="40617"/>
                  <a:pt x="597715" y="38483"/>
                </a:cubicBezTo>
                <a:cubicBezTo>
                  <a:pt x="602551" y="36350"/>
                  <a:pt x="608110" y="35283"/>
                  <a:pt x="614392" y="35283"/>
                </a:cubicBezTo>
                <a:cubicBezTo>
                  <a:pt x="620238" y="35283"/>
                  <a:pt x="625387" y="36227"/>
                  <a:pt x="629839" y="38115"/>
                </a:cubicBezTo>
                <a:cubicBezTo>
                  <a:pt x="634292" y="40002"/>
                  <a:pt x="638241" y="42668"/>
                  <a:pt x="641684" y="46113"/>
                </a:cubicBezTo>
                <a:lnTo>
                  <a:pt x="637832" y="51364"/>
                </a:lnTo>
                <a:close/>
                <a:moveTo>
                  <a:pt x="708607" y="69087"/>
                </a:moveTo>
                <a:cubicBezTo>
                  <a:pt x="708607" y="65696"/>
                  <a:pt x="708128" y="62592"/>
                  <a:pt x="707171" y="59775"/>
                </a:cubicBezTo>
                <a:cubicBezTo>
                  <a:pt x="706216" y="56957"/>
                  <a:pt x="704823" y="54523"/>
                  <a:pt x="702992" y="52473"/>
                </a:cubicBezTo>
                <a:cubicBezTo>
                  <a:pt x="701163" y="50421"/>
                  <a:pt x="698937" y="48835"/>
                  <a:pt x="696314" y="47713"/>
                </a:cubicBezTo>
                <a:cubicBezTo>
                  <a:pt x="693692" y="46591"/>
                  <a:pt x="690714" y="46030"/>
                  <a:pt x="687381" y="46030"/>
                </a:cubicBezTo>
                <a:cubicBezTo>
                  <a:pt x="680388" y="46030"/>
                  <a:pt x="674855" y="48069"/>
                  <a:pt x="670784" y="52145"/>
                </a:cubicBezTo>
                <a:cubicBezTo>
                  <a:pt x="666714" y="56220"/>
                  <a:pt x="664188" y="61867"/>
                  <a:pt x="663206" y="69087"/>
                </a:cubicBezTo>
                <a:lnTo>
                  <a:pt x="708607" y="69087"/>
                </a:lnTo>
                <a:moveTo>
                  <a:pt x="720409" y="108061"/>
                </a:moveTo>
                <a:cubicBezTo>
                  <a:pt x="718605" y="110249"/>
                  <a:pt x="716447" y="112151"/>
                  <a:pt x="713934" y="113765"/>
                </a:cubicBezTo>
                <a:cubicBezTo>
                  <a:pt x="711421" y="115378"/>
                  <a:pt x="708730" y="116704"/>
                  <a:pt x="705861" y="117744"/>
                </a:cubicBezTo>
                <a:cubicBezTo>
                  <a:pt x="702993" y="118782"/>
                  <a:pt x="700029" y="119561"/>
                  <a:pt x="696970" y="120080"/>
                </a:cubicBezTo>
                <a:cubicBezTo>
                  <a:pt x="693910" y="120601"/>
                  <a:pt x="690878" y="120861"/>
                  <a:pt x="687873" y="120861"/>
                </a:cubicBezTo>
                <a:cubicBezTo>
                  <a:pt x="682136" y="120861"/>
                  <a:pt x="676850" y="119891"/>
                  <a:pt x="672014" y="117949"/>
                </a:cubicBezTo>
                <a:cubicBezTo>
                  <a:pt x="667179" y="116006"/>
                  <a:pt x="662999" y="113162"/>
                  <a:pt x="659474" y="109416"/>
                </a:cubicBezTo>
                <a:cubicBezTo>
                  <a:pt x="655951" y="105668"/>
                  <a:pt x="653206" y="101032"/>
                  <a:pt x="651238" y="95509"/>
                </a:cubicBezTo>
                <a:cubicBezTo>
                  <a:pt x="649272" y="89983"/>
                  <a:pt x="648289" y="83637"/>
                  <a:pt x="648289" y="76471"/>
                </a:cubicBezTo>
                <a:cubicBezTo>
                  <a:pt x="648289" y="70673"/>
                  <a:pt x="649177" y="65259"/>
                  <a:pt x="650953" y="60228"/>
                </a:cubicBezTo>
                <a:cubicBezTo>
                  <a:pt x="652729" y="55195"/>
                  <a:pt x="655282" y="50832"/>
                  <a:pt x="658614" y="47140"/>
                </a:cubicBezTo>
                <a:cubicBezTo>
                  <a:pt x="661947" y="43447"/>
                  <a:pt x="666018" y="40548"/>
                  <a:pt x="670826" y="38443"/>
                </a:cubicBezTo>
                <a:cubicBezTo>
                  <a:pt x="675635" y="36337"/>
                  <a:pt x="681044" y="35283"/>
                  <a:pt x="687053" y="35283"/>
                </a:cubicBezTo>
                <a:cubicBezTo>
                  <a:pt x="692025" y="35283"/>
                  <a:pt x="696628" y="36118"/>
                  <a:pt x="700861" y="37787"/>
                </a:cubicBezTo>
                <a:cubicBezTo>
                  <a:pt x="705096" y="39455"/>
                  <a:pt x="708757" y="41861"/>
                  <a:pt x="711843" y="45006"/>
                </a:cubicBezTo>
                <a:cubicBezTo>
                  <a:pt x="714931" y="48151"/>
                  <a:pt x="717349" y="52035"/>
                  <a:pt x="719096" y="56657"/>
                </a:cubicBezTo>
                <a:cubicBezTo>
                  <a:pt x="720845" y="61279"/>
                  <a:pt x="721720" y="66544"/>
                  <a:pt x="721720" y="72452"/>
                </a:cubicBezTo>
                <a:cubicBezTo>
                  <a:pt x="721720" y="74749"/>
                  <a:pt x="721474" y="76281"/>
                  <a:pt x="720982" y="77047"/>
                </a:cubicBezTo>
                <a:cubicBezTo>
                  <a:pt x="720490" y="77811"/>
                  <a:pt x="719561" y="78194"/>
                  <a:pt x="718196" y="78194"/>
                </a:cubicBezTo>
                <a:lnTo>
                  <a:pt x="662713" y="78194"/>
                </a:lnTo>
                <a:cubicBezTo>
                  <a:pt x="662876" y="83445"/>
                  <a:pt x="663600" y="88013"/>
                  <a:pt x="664884" y="91898"/>
                </a:cubicBezTo>
                <a:cubicBezTo>
                  <a:pt x="666168" y="95781"/>
                  <a:pt x="667957" y="99022"/>
                  <a:pt x="670251" y="101621"/>
                </a:cubicBezTo>
                <a:cubicBezTo>
                  <a:pt x="672547" y="104218"/>
                  <a:pt x="675279" y="106160"/>
                  <a:pt x="678447" y="107445"/>
                </a:cubicBezTo>
                <a:cubicBezTo>
                  <a:pt x="681617" y="108730"/>
                  <a:pt x="685168" y="109373"/>
                  <a:pt x="689101" y="109373"/>
                </a:cubicBezTo>
                <a:cubicBezTo>
                  <a:pt x="692763" y="109373"/>
                  <a:pt x="695918" y="108949"/>
                  <a:pt x="698568" y="108101"/>
                </a:cubicBezTo>
                <a:cubicBezTo>
                  <a:pt x="701217" y="107253"/>
                  <a:pt x="703498" y="106337"/>
                  <a:pt x="705411" y="105354"/>
                </a:cubicBezTo>
                <a:cubicBezTo>
                  <a:pt x="707323" y="104369"/>
                  <a:pt x="708921" y="103453"/>
                  <a:pt x="710205" y="102605"/>
                </a:cubicBezTo>
                <a:cubicBezTo>
                  <a:pt x="711489" y="101757"/>
                  <a:pt x="712595" y="101333"/>
                  <a:pt x="713524" y="101333"/>
                </a:cubicBezTo>
                <a:cubicBezTo>
                  <a:pt x="714726" y="101333"/>
                  <a:pt x="715655" y="101798"/>
                  <a:pt x="716310" y="102728"/>
                </a:cubicBezTo>
                <a:lnTo>
                  <a:pt x="720409" y="108061"/>
                </a:lnTo>
                <a:close/>
                <a:moveTo>
                  <a:pt x="782577" y="50297"/>
                </a:moveTo>
                <a:cubicBezTo>
                  <a:pt x="781922" y="51501"/>
                  <a:pt x="780912" y="52102"/>
                  <a:pt x="779546" y="52102"/>
                </a:cubicBezTo>
                <a:cubicBezTo>
                  <a:pt x="778726" y="52102"/>
                  <a:pt x="777796" y="51802"/>
                  <a:pt x="776758" y="51201"/>
                </a:cubicBezTo>
                <a:cubicBezTo>
                  <a:pt x="775720" y="50598"/>
                  <a:pt x="774451" y="49928"/>
                  <a:pt x="772949" y="49190"/>
                </a:cubicBezTo>
                <a:cubicBezTo>
                  <a:pt x="771446" y="48452"/>
                  <a:pt x="769657" y="47769"/>
                  <a:pt x="767581" y="47140"/>
                </a:cubicBezTo>
                <a:cubicBezTo>
                  <a:pt x="765505" y="46510"/>
                  <a:pt x="763047" y="46196"/>
                  <a:pt x="760206" y="46196"/>
                </a:cubicBezTo>
                <a:cubicBezTo>
                  <a:pt x="757746" y="46196"/>
                  <a:pt x="755533" y="46510"/>
                  <a:pt x="753565" y="47140"/>
                </a:cubicBezTo>
                <a:cubicBezTo>
                  <a:pt x="751600" y="47769"/>
                  <a:pt x="749920" y="48630"/>
                  <a:pt x="748526" y="49724"/>
                </a:cubicBezTo>
                <a:cubicBezTo>
                  <a:pt x="747134" y="50817"/>
                  <a:pt x="746068" y="52089"/>
                  <a:pt x="745330" y="53540"/>
                </a:cubicBezTo>
                <a:cubicBezTo>
                  <a:pt x="744593" y="54989"/>
                  <a:pt x="744224" y="56561"/>
                  <a:pt x="744224" y="58257"/>
                </a:cubicBezTo>
                <a:cubicBezTo>
                  <a:pt x="744224" y="60391"/>
                  <a:pt x="744839" y="62168"/>
                  <a:pt x="746067" y="63591"/>
                </a:cubicBezTo>
                <a:cubicBezTo>
                  <a:pt x="747298" y="65013"/>
                  <a:pt x="748924" y="66244"/>
                  <a:pt x="750944" y="67284"/>
                </a:cubicBezTo>
                <a:cubicBezTo>
                  <a:pt x="752965" y="68322"/>
                  <a:pt x="755260" y="69238"/>
                  <a:pt x="757827" y="70031"/>
                </a:cubicBezTo>
                <a:cubicBezTo>
                  <a:pt x="760397" y="70824"/>
                  <a:pt x="763034" y="71672"/>
                  <a:pt x="765738" y="72575"/>
                </a:cubicBezTo>
                <a:cubicBezTo>
                  <a:pt x="768442" y="73476"/>
                  <a:pt x="771079" y="74474"/>
                  <a:pt x="773646" y="75570"/>
                </a:cubicBezTo>
                <a:cubicBezTo>
                  <a:pt x="776214" y="76663"/>
                  <a:pt x="778508" y="78030"/>
                  <a:pt x="780529" y="79671"/>
                </a:cubicBezTo>
                <a:cubicBezTo>
                  <a:pt x="782552" y="81312"/>
                  <a:pt x="784177" y="83323"/>
                  <a:pt x="785406" y="85703"/>
                </a:cubicBezTo>
                <a:cubicBezTo>
                  <a:pt x="786635" y="88082"/>
                  <a:pt x="787249" y="90940"/>
                  <a:pt x="787249" y="94277"/>
                </a:cubicBezTo>
                <a:cubicBezTo>
                  <a:pt x="787249" y="98106"/>
                  <a:pt x="786567" y="101648"/>
                  <a:pt x="785201" y="104903"/>
                </a:cubicBezTo>
                <a:cubicBezTo>
                  <a:pt x="783836" y="108157"/>
                  <a:pt x="781814" y="110974"/>
                  <a:pt x="779136" y="113354"/>
                </a:cubicBezTo>
                <a:cubicBezTo>
                  <a:pt x="776460" y="115733"/>
                  <a:pt x="773182" y="117606"/>
                  <a:pt x="769302" y="118973"/>
                </a:cubicBezTo>
                <a:cubicBezTo>
                  <a:pt x="765422" y="120340"/>
                  <a:pt x="760942" y="121024"/>
                  <a:pt x="755861" y="121024"/>
                </a:cubicBezTo>
                <a:cubicBezTo>
                  <a:pt x="750071" y="121024"/>
                  <a:pt x="744826" y="120081"/>
                  <a:pt x="740127" y="118195"/>
                </a:cubicBezTo>
                <a:cubicBezTo>
                  <a:pt x="735429" y="116307"/>
                  <a:pt x="731440" y="113886"/>
                  <a:pt x="728160" y="110933"/>
                </a:cubicBezTo>
                <a:lnTo>
                  <a:pt x="731604" y="105354"/>
                </a:lnTo>
                <a:cubicBezTo>
                  <a:pt x="732041" y="104643"/>
                  <a:pt x="732559" y="104096"/>
                  <a:pt x="733160" y="103714"/>
                </a:cubicBezTo>
                <a:cubicBezTo>
                  <a:pt x="733761" y="103330"/>
                  <a:pt x="734527" y="103138"/>
                  <a:pt x="735455" y="103138"/>
                </a:cubicBezTo>
                <a:cubicBezTo>
                  <a:pt x="736439" y="103138"/>
                  <a:pt x="737477" y="103521"/>
                  <a:pt x="738569" y="104287"/>
                </a:cubicBezTo>
                <a:cubicBezTo>
                  <a:pt x="739661" y="105052"/>
                  <a:pt x="740986" y="105899"/>
                  <a:pt x="742543" y="106829"/>
                </a:cubicBezTo>
                <a:cubicBezTo>
                  <a:pt x="744101" y="107759"/>
                  <a:pt x="745999" y="108607"/>
                  <a:pt x="748238" y="109373"/>
                </a:cubicBezTo>
                <a:cubicBezTo>
                  <a:pt x="750479" y="110139"/>
                  <a:pt x="753266" y="110522"/>
                  <a:pt x="756599" y="110522"/>
                </a:cubicBezTo>
                <a:cubicBezTo>
                  <a:pt x="759440" y="110522"/>
                  <a:pt x="761926" y="110153"/>
                  <a:pt x="764057" y="109416"/>
                </a:cubicBezTo>
                <a:cubicBezTo>
                  <a:pt x="766188" y="108676"/>
                  <a:pt x="767964" y="107678"/>
                  <a:pt x="769385" y="106421"/>
                </a:cubicBezTo>
                <a:cubicBezTo>
                  <a:pt x="770805" y="105162"/>
                  <a:pt x="771856" y="103712"/>
                  <a:pt x="772538" y="102071"/>
                </a:cubicBezTo>
                <a:cubicBezTo>
                  <a:pt x="773222" y="100431"/>
                  <a:pt x="773564" y="98680"/>
                  <a:pt x="773564" y="96821"/>
                </a:cubicBezTo>
                <a:cubicBezTo>
                  <a:pt x="773564" y="94522"/>
                  <a:pt x="772949" y="92621"/>
                  <a:pt x="771718" y="91117"/>
                </a:cubicBezTo>
                <a:cubicBezTo>
                  <a:pt x="770489" y="89613"/>
                  <a:pt x="768864" y="88327"/>
                  <a:pt x="766843" y="87261"/>
                </a:cubicBezTo>
                <a:cubicBezTo>
                  <a:pt x="764823" y="86194"/>
                  <a:pt x="762514" y="85264"/>
                  <a:pt x="759918" y="84471"/>
                </a:cubicBezTo>
                <a:cubicBezTo>
                  <a:pt x="757324" y="83678"/>
                  <a:pt x="754674" y="82844"/>
                  <a:pt x="751970" y="81970"/>
                </a:cubicBezTo>
                <a:cubicBezTo>
                  <a:pt x="749265" y="81093"/>
                  <a:pt x="746615" y="80095"/>
                  <a:pt x="744019" y="78975"/>
                </a:cubicBezTo>
                <a:cubicBezTo>
                  <a:pt x="741425" y="77853"/>
                  <a:pt x="739116" y="76444"/>
                  <a:pt x="737094" y="74748"/>
                </a:cubicBezTo>
                <a:cubicBezTo>
                  <a:pt x="735073" y="73052"/>
                  <a:pt x="733447" y="70960"/>
                  <a:pt x="732217" y="68471"/>
                </a:cubicBezTo>
                <a:cubicBezTo>
                  <a:pt x="730988" y="65982"/>
                  <a:pt x="730373" y="62960"/>
                  <a:pt x="730373" y="59406"/>
                </a:cubicBezTo>
                <a:cubicBezTo>
                  <a:pt x="730373" y="56233"/>
                  <a:pt x="731029" y="53183"/>
                  <a:pt x="732339" y="50257"/>
                </a:cubicBezTo>
                <a:cubicBezTo>
                  <a:pt x="733651" y="47331"/>
                  <a:pt x="735564" y="44760"/>
                  <a:pt x="738077" y="42545"/>
                </a:cubicBezTo>
                <a:cubicBezTo>
                  <a:pt x="740591" y="40330"/>
                  <a:pt x="743678" y="38566"/>
                  <a:pt x="747338" y="37254"/>
                </a:cubicBezTo>
                <a:cubicBezTo>
                  <a:pt x="750999" y="35940"/>
                  <a:pt x="755179" y="35283"/>
                  <a:pt x="759878" y="35283"/>
                </a:cubicBezTo>
                <a:cubicBezTo>
                  <a:pt x="765340" y="35283"/>
                  <a:pt x="770243" y="36145"/>
                  <a:pt x="774587" y="37867"/>
                </a:cubicBezTo>
                <a:cubicBezTo>
                  <a:pt x="778932" y="39590"/>
                  <a:pt x="782688" y="41956"/>
                  <a:pt x="785856" y="44964"/>
                </a:cubicBezTo>
                <a:lnTo>
                  <a:pt x="782577" y="50297"/>
                </a:lnTo>
                <a:close/>
                <a:moveTo>
                  <a:pt x="847534" y="50297"/>
                </a:moveTo>
                <a:cubicBezTo>
                  <a:pt x="846879" y="51501"/>
                  <a:pt x="845868" y="52102"/>
                  <a:pt x="844503" y="52102"/>
                </a:cubicBezTo>
                <a:cubicBezTo>
                  <a:pt x="843683" y="52102"/>
                  <a:pt x="842753" y="51802"/>
                  <a:pt x="841714" y="51201"/>
                </a:cubicBezTo>
                <a:cubicBezTo>
                  <a:pt x="840677" y="50598"/>
                  <a:pt x="839407" y="49928"/>
                  <a:pt x="837905" y="49190"/>
                </a:cubicBezTo>
                <a:cubicBezTo>
                  <a:pt x="836403" y="48452"/>
                  <a:pt x="834614" y="47769"/>
                  <a:pt x="832538" y="47140"/>
                </a:cubicBezTo>
                <a:cubicBezTo>
                  <a:pt x="830462" y="46510"/>
                  <a:pt x="828004" y="46196"/>
                  <a:pt x="825162" y="46196"/>
                </a:cubicBezTo>
                <a:cubicBezTo>
                  <a:pt x="822703" y="46196"/>
                  <a:pt x="820490" y="46510"/>
                  <a:pt x="818522" y="47140"/>
                </a:cubicBezTo>
                <a:cubicBezTo>
                  <a:pt x="816556" y="47769"/>
                  <a:pt x="814876" y="48630"/>
                  <a:pt x="813483" y="49724"/>
                </a:cubicBezTo>
                <a:cubicBezTo>
                  <a:pt x="812090" y="50817"/>
                  <a:pt x="811025" y="52089"/>
                  <a:pt x="810286" y="53540"/>
                </a:cubicBezTo>
                <a:cubicBezTo>
                  <a:pt x="809549" y="54989"/>
                  <a:pt x="809181" y="56561"/>
                  <a:pt x="809181" y="58257"/>
                </a:cubicBezTo>
                <a:cubicBezTo>
                  <a:pt x="809181" y="60391"/>
                  <a:pt x="809795" y="62168"/>
                  <a:pt x="811024" y="63591"/>
                </a:cubicBezTo>
                <a:cubicBezTo>
                  <a:pt x="812255" y="65013"/>
                  <a:pt x="813880" y="66244"/>
                  <a:pt x="815901" y="67284"/>
                </a:cubicBezTo>
                <a:cubicBezTo>
                  <a:pt x="817922" y="68322"/>
                  <a:pt x="820216" y="69238"/>
                  <a:pt x="822784" y="70031"/>
                </a:cubicBezTo>
                <a:cubicBezTo>
                  <a:pt x="825353" y="70824"/>
                  <a:pt x="827990" y="71672"/>
                  <a:pt x="830695" y="72575"/>
                </a:cubicBezTo>
                <a:cubicBezTo>
                  <a:pt x="833399" y="73476"/>
                  <a:pt x="836035" y="74474"/>
                  <a:pt x="838603" y="75570"/>
                </a:cubicBezTo>
                <a:cubicBezTo>
                  <a:pt x="841171" y="76663"/>
                  <a:pt x="843465" y="78030"/>
                  <a:pt x="845486" y="79671"/>
                </a:cubicBezTo>
                <a:cubicBezTo>
                  <a:pt x="847508" y="81312"/>
                  <a:pt x="849134" y="83323"/>
                  <a:pt x="850363" y="85703"/>
                </a:cubicBezTo>
                <a:cubicBezTo>
                  <a:pt x="851592" y="88082"/>
                  <a:pt x="852206" y="90940"/>
                  <a:pt x="852206" y="94277"/>
                </a:cubicBezTo>
                <a:cubicBezTo>
                  <a:pt x="852206" y="98106"/>
                  <a:pt x="851523" y="101648"/>
                  <a:pt x="850158" y="104903"/>
                </a:cubicBezTo>
                <a:cubicBezTo>
                  <a:pt x="848792" y="108157"/>
                  <a:pt x="846771" y="110974"/>
                  <a:pt x="844093" y="113354"/>
                </a:cubicBezTo>
                <a:cubicBezTo>
                  <a:pt x="841417" y="115733"/>
                  <a:pt x="838139" y="117606"/>
                  <a:pt x="834259" y="118973"/>
                </a:cubicBezTo>
                <a:cubicBezTo>
                  <a:pt x="830379" y="120340"/>
                  <a:pt x="825899" y="121024"/>
                  <a:pt x="820818" y="121024"/>
                </a:cubicBezTo>
                <a:cubicBezTo>
                  <a:pt x="815027" y="121024"/>
                  <a:pt x="809783" y="120081"/>
                  <a:pt x="805084" y="118195"/>
                </a:cubicBezTo>
                <a:cubicBezTo>
                  <a:pt x="800385" y="116307"/>
                  <a:pt x="796396" y="113886"/>
                  <a:pt x="793117" y="110933"/>
                </a:cubicBezTo>
                <a:lnTo>
                  <a:pt x="796561" y="105354"/>
                </a:lnTo>
                <a:cubicBezTo>
                  <a:pt x="796997" y="104643"/>
                  <a:pt x="797516" y="104096"/>
                  <a:pt x="798116" y="103714"/>
                </a:cubicBezTo>
                <a:cubicBezTo>
                  <a:pt x="798718" y="103330"/>
                  <a:pt x="799483" y="103138"/>
                  <a:pt x="800412" y="103138"/>
                </a:cubicBezTo>
                <a:cubicBezTo>
                  <a:pt x="801396" y="103138"/>
                  <a:pt x="802434" y="103521"/>
                  <a:pt x="803526" y="104287"/>
                </a:cubicBezTo>
                <a:cubicBezTo>
                  <a:pt x="804618" y="105052"/>
                  <a:pt x="805943" y="105899"/>
                  <a:pt x="807500" y="106829"/>
                </a:cubicBezTo>
                <a:cubicBezTo>
                  <a:pt x="809057" y="107759"/>
                  <a:pt x="810956" y="108607"/>
                  <a:pt x="813195" y="109373"/>
                </a:cubicBezTo>
                <a:cubicBezTo>
                  <a:pt x="815436" y="110139"/>
                  <a:pt x="818223" y="110522"/>
                  <a:pt x="821556" y="110522"/>
                </a:cubicBezTo>
                <a:cubicBezTo>
                  <a:pt x="824397" y="110522"/>
                  <a:pt x="826883" y="110153"/>
                  <a:pt x="829014" y="109416"/>
                </a:cubicBezTo>
                <a:cubicBezTo>
                  <a:pt x="831145" y="108676"/>
                  <a:pt x="832921" y="107678"/>
                  <a:pt x="834341" y="106421"/>
                </a:cubicBezTo>
                <a:cubicBezTo>
                  <a:pt x="835762" y="105162"/>
                  <a:pt x="836813" y="103712"/>
                  <a:pt x="837495" y="102071"/>
                </a:cubicBezTo>
                <a:cubicBezTo>
                  <a:pt x="838179" y="100431"/>
                  <a:pt x="838520" y="98680"/>
                  <a:pt x="838520" y="96821"/>
                </a:cubicBezTo>
                <a:cubicBezTo>
                  <a:pt x="838520" y="94522"/>
                  <a:pt x="837905" y="92621"/>
                  <a:pt x="836675" y="91117"/>
                </a:cubicBezTo>
                <a:cubicBezTo>
                  <a:pt x="835446" y="89613"/>
                  <a:pt x="833821" y="88327"/>
                  <a:pt x="831800" y="87261"/>
                </a:cubicBezTo>
                <a:cubicBezTo>
                  <a:pt x="829779" y="86194"/>
                  <a:pt x="827471" y="85264"/>
                  <a:pt x="824875" y="84471"/>
                </a:cubicBezTo>
                <a:cubicBezTo>
                  <a:pt x="822280" y="83678"/>
                  <a:pt x="819631" y="82844"/>
                  <a:pt x="816926" y="81970"/>
                </a:cubicBezTo>
                <a:cubicBezTo>
                  <a:pt x="814222" y="81093"/>
                  <a:pt x="811572" y="80095"/>
                  <a:pt x="808976" y="78975"/>
                </a:cubicBezTo>
                <a:cubicBezTo>
                  <a:pt x="806381" y="77853"/>
                  <a:pt x="804073" y="76444"/>
                  <a:pt x="802050" y="74748"/>
                </a:cubicBezTo>
                <a:cubicBezTo>
                  <a:pt x="800029" y="73052"/>
                  <a:pt x="798404" y="70960"/>
                  <a:pt x="797173" y="68471"/>
                </a:cubicBezTo>
                <a:cubicBezTo>
                  <a:pt x="795944" y="65982"/>
                  <a:pt x="795330" y="62960"/>
                  <a:pt x="795330" y="59406"/>
                </a:cubicBezTo>
                <a:cubicBezTo>
                  <a:pt x="795330" y="56233"/>
                  <a:pt x="795985" y="53183"/>
                  <a:pt x="797296" y="50257"/>
                </a:cubicBezTo>
                <a:cubicBezTo>
                  <a:pt x="798608" y="47331"/>
                  <a:pt x="800521" y="44760"/>
                  <a:pt x="803033" y="42545"/>
                </a:cubicBezTo>
                <a:cubicBezTo>
                  <a:pt x="805548" y="40330"/>
                  <a:pt x="808635" y="38566"/>
                  <a:pt x="812295" y="37254"/>
                </a:cubicBezTo>
                <a:cubicBezTo>
                  <a:pt x="815956" y="35940"/>
                  <a:pt x="820136" y="35283"/>
                  <a:pt x="824835" y="35283"/>
                </a:cubicBezTo>
                <a:cubicBezTo>
                  <a:pt x="830297" y="35283"/>
                  <a:pt x="835200" y="36145"/>
                  <a:pt x="839543" y="37867"/>
                </a:cubicBezTo>
                <a:cubicBezTo>
                  <a:pt x="843889" y="39590"/>
                  <a:pt x="847645" y="41956"/>
                  <a:pt x="850813" y="44964"/>
                </a:cubicBezTo>
                <a:lnTo>
                  <a:pt x="847534" y="50297"/>
                </a:lnTo>
                <a:close/>
                <a:moveTo>
                  <a:pt x="879547" y="36595"/>
                </a:moveTo>
                <a:lnTo>
                  <a:pt x="879547" y="119712"/>
                </a:lnTo>
                <a:lnTo>
                  <a:pt x="864959" y="119712"/>
                </a:lnTo>
                <a:lnTo>
                  <a:pt x="864959" y="36595"/>
                </a:lnTo>
                <a:lnTo>
                  <a:pt x="879547" y="36595"/>
                </a:lnTo>
                <a:moveTo>
                  <a:pt x="882661" y="10504"/>
                </a:moveTo>
                <a:cubicBezTo>
                  <a:pt x="882661" y="11926"/>
                  <a:pt x="882374" y="13253"/>
                  <a:pt x="881801" y="14483"/>
                </a:cubicBezTo>
                <a:cubicBezTo>
                  <a:pt x="881227" y="15713"/>
                  <a:pt x="880462" y="16807"/>
                  <a:pt x="879505" y="17766"/>
                </a:cubicBezTo>
                <a:cubicBezTo>
                  <a:pt x="878549" y="18722"/>
                  <a:pt x="877430" y="19474"/>
                  <a:pt x="876146" y="20022"/>
                </a:cubicBezTo>
                <a:cubicBezTo>
                  <a:pt x="874862" y="20569"/>
                  <a:pt x="873510" y="20843"/>
                  <a:pt x="872089" y="20843"/>
                </a:cubicBezTo>
                <a:cubicBezTo>
                  <a:pt x="870669" y="20843"/>
                  <a:pt x="869343" y="20569"/>
                  <a:pt x="868112" y="20022"/>
                </a:cubicBezTo>
                <a:cubicBezTo>
                  <a:pt x="866884" y="19474"/>
                  <a:pt x="865805" y="18722"/>
                  <a:pt x="864876" y="17766"/>
                </a:cubicBezTo>
                <a:cubicBezTo>
                  <a:pt x="863947" y="16807"/>
                  <a:pt x="863210" y="15713"/>
                  <a:pt x="862663" y="14483"/>
                </a:cubicBezTo>
                <a:cubicBezTo>
                  <a:pt x="862117" y="13253"/>
                  <a:pt x="861845" y="11926"/>
                  <a:pt x="861845" y="10504"/>
                </a:cubicBezTo>
                <a:cubicBezTo>
                  <a:pt x="861845" y="9082"/>
                  <a:pt x="862117" y="7728"/>
                  <a:pt x="862663" y="6443"/>
                </a:cubicBezTo>
                <a:cubicBezTo>
                  <a:pt x="863210" y="5157"/>
                  <a:pt x="863947" y="4036"/>
                  <a:pt x="864876" y="3080"/>
                </a:cubicBezTo>
                <a:cubicBezTo>
                  <a:pt x="865805" y="2122"/>
                  <a:pt x="866884" y="1369"/>
                  <a:pt x="868112" y="821"/>
                </a:cubicBezTo>
                <a:cubicBezTo>
                  <a:pt x="869343" y="274"/>
                  <a:pt x="870669" y="0"/>
                  <a:pt x="872089" y="0"/>
                </a:cubicBezTo>
                <a:cubicBezTo>
                  <a:pt x="873510" y="0"/>
                  <a:pt x="874862" y="274"/>
                  <a:pt x="876146" y="821"/>
                </a:cubicBezTo>
                <a:cubicBezTo>
                  <a:pt x="877430" y="1369"/>
                  <a:pt x="878549" y="2122"/>
                  <a:pt x="879505" y="3080"/>
                </a:cubicBezTo>
                <a:cubicBezTo>
                  <a:pt x="880462" y="4036"/>
                  <a:pt x="881227" y="5157"/>
                  <a:pt x="881801" y="6443"/>
                </a:cubicBezTo>
                <a:cubicBezTo>
                  <a:pt x="882374" y="7728"/>
                  <a:pt x="882661" y="9082"/>
                  <a:pt x="882661" y="10504"/>
                </a:cubicBezTo>
                <a:close/>
                <a:moveTo>
                  <a:pt x="913032" y="48657"/>
                </a:moveTo>
                <a:cubicBezTo>
                  <a:pt x="914836" y="46632"/>
                  <a:pt x="916748" y="44799"/>
                  <a:pt x="918769" y="43158"/>
                </a:cubicBezTo>
                <a:cubicBezTo>
                  <a:pt x="920790" y="41517"/>
                  <a:pt x="922934" y="40109"/>
                  <a:pt x="925202" y="38934"/>
                </a:cubicBezTo>
                <a:cubicBezTo>
                  <a:pt x="927470" y="37757"/>
                  <a:pt x="929874" y="36855"/>
                  <a:pt x="932415" y="36227"/>
                </a:cubicBezTo>
                <a:cubicBezTo>
                  <a:pt x="934956" y="35598"/>
                  <a:pt x="937701" y="35283"/>
                  <a:pt x="940651" y="35283"/>
                </a:cubicBezTo>
                <a:cubicBezTo>
                  <a:pt x="945186" y="35283"/>
                  <a:pt x="949188" y="36035"/>
                  <a:pt x="952656" y="37539"/>
                </a:cubicBezTo>
                <a:cubicBezTo>
                  <a:pt x="956126" y="39043"/>
                  <a:pt x="959022" y="41177"/>
                  <a:pt x="961344" y="43940"/>
                </a:cubicBezTo>
                <a:cubicBezTo>
                  <a:pt x="963667" y="46702"/>
                  <a:pt x="965429" y="50026"/>
                  <a:pt x="966629" y="53910"/>
                </a:cubicBezTo>
                <a:cubicBezTo>
                  <a:pt x="967831" y="57793"/>
                  <a:pt x="968432" y="62087"/>
                  <a:pt x="968432" y="66791"/>
                </a:cubicBezTo>
                <a:lnTo>
                  <a:pt x="968432" y="119712"/>
                </a:lnTo>
                <a:lnTo>
                  <a:pt x="953764" y="119712"/>
                </a:lnTo>
                <a:lnTo>
                  <a:pt x="953764" y="66791"/>
                </a:lnTo>
                <a:cubicBezTo>
                  <a:pt x="953764" y="60499"/>
                  <a:pt x="952329" y="55617"/>
                  <a:pt x="949460" y="52145"/>
                </a:cubicBezTo>
                <a:cubicBezTo>
                  <a:pt x="946592" y="48671"/>
                  <a:pt x="942235" y="46934"/>
                  <a:pt x="936389" y="46934"/>
                </a:cubicBezTo>
                <a:cubicBezTo>
                  <a:pt x="932074" y="46934"/>
                  <a:pt x="928045" y="47973"/>
                  <a:pt x="924302" y="50052"/>
                </a:cubicBezTo>
                <a:cubicBezTo>
                  <a:pt x="920558" y="52130"/>
                  <a:pt x="917103" y="54947"/>
                  <a:pt x="913935" y="58503"/>
                </a:cubicBezTo>
                <a:lnTo>
                  <a:pt x="913935" y="119712"/>
                </a:lnTo>
                <a:lnTo>
                  <a:pt x="899264" y="119712"/>
                </a:lnTo>
                <a:lnTo>
                  <a:pt x="899264" y="36595"/>
                </a:lnTo>
                <a:lnTo>
                  <a:pt x="908032" y="36595"/>
                </a:lnTo>
                <a:cubicBezTo>
                  <a:pt x="910110" y="36595"/>
                  <a:pt x="911395" y="37607"/>
                  <a:pt x="911886" y="39630"/>
                </a:cubicBezTo>
                <a:lnTo>
                  <a:pt x="913032" y="48657"/>
                </a:lnTo>
                <a:close/>
                <a:moveTo>
                  <a:pt x="1011999" y="79098"/>
                </a:moveTo>
                <a:cubicBezTo>
                  <a:pt x="1014951" y="79098"/>
                  <a:pt x="1017546" y="78688"/>
                  <a:pt x="1019785" y="77868"/>
                </a:cubicBezTo>
                <a:cubicBezTo>
                  <a:pt x="1022026" y="77047"/>
                  <a:pt x="1023911" y="75898"/>
                  <a:pt x="1025440" y="74420"/>
                </a:cubicBezTo>
                <a:cubicBezTo>
                  <a:pt x="1026971" y="72943"/>
                  <a:pt x="1028118" y="71179"/>
                  <a:pt x="1028881" y="69129"/>
                </a:cubicBezTo>
                <a:cubicBezTo>
                  <a:pt x="1029647" y="67078"/>
                  <a:pt x="1030029" y="64821"/>
                  <a:pt x="1030029" y="62359"/>
                </a:cubicBezTo>
                <a:cubicBezTo>
                  <a:pt x="1030029" y="57272"/>
                  <a:pt x="1028486" y="53225"/>
                  <a:pt x="1025400" y="50217"/>
                </a:cubicBezTo>
                <a:cubicBezTo>
                  <a:pt x="1022314" y="47207"/>
                  <a:pt x="1017847" y="45702"/>
                  <a:pt x="1011999" y="45702"/>
                </a:cubicBezTo>
                <a:cubicBezTo>
                  <a:pt x="1006099" y="45702"/>
                  <a:pt x="1001605" y="47207"/>
                  <a:pt x="998519" y="50217"/>
                </a:cubicBezTo>
                <a:cubicBezTo>
                  <a:pt x="995433" y="53225"/>
                  <a:pt x="993889" y="57272"/>
                  <a:pt x="993889" y="62359"/>
                </a:cubicBezTo>
                <a:cubicBezTo>
                  <a:pt x="993889" y="64821"/>
                  <a:pt x="994285" y="67078"/>
                  <a:pt x="995077" y="69129"/>
                </a:cubicBezTo>
                <a:cubicBezTo>
                  <a:pt x="995869" y="71179"/>
                  <a:pt x="997030" y="72943"/>
                  <a:pt x="998559" y="74420"/>
                </a:cubicBezTo>
                <a:cubicBezTo>
                  <a:pt x="1000089" y="75898"/>
                  <a:pt x="1001974" y="77047"/>
                  <a:pt x="1004214" y="77868"/>
                </a:cubicBezTo>
                <a:cubicBezTo>
                  <a:pt x="1006455" y="78688"/>
                  <a:pt x="1009050" y="79098"/>
                  <a:pt x="1011999" y="79098"/>
                </a:cubicBezTo>
                <a:moveTo>
                  <a:pt x="1038308" y="124224"/>
                </a:moveTo>
                <a:cubicBezTo>
                  <a:pt x="1038308" y="122201"/>
                  <a:pt x="1037734" y="120560"/>
                  <a:pt x="1036587" y="119301"/>
                </a:cubicBezTo>
                <a:cubicBezTo>
                  <a:pt x="1035440" y="118043"/>
                  <a:pt x="1033896" y="117059"/>
                  <a:pt x="1031955" y="116349"/>
                </a:cubicBezTo>
                <a:cubicBezTo>
                  <a:pt x="1030016" y="115638"/>
                  <a:pt x="1027763" y="115132"/>
                  <a:pt x="1025195" y="114832"/>
                </a:cubicBezTo>
                <a:cubicBezTo>
                  <a:pt x="1022627" y="114530"/>
                  <a:pt x="1019909" y="114297"/>
                  <a:pt x="1017039" y="114133"/>
                </a:cubicBezTo>
                <a:cubicBezTo>
                  <a:pt x="1014171" y="113968"/>
                  <a:pt x="1011262" y="113803"/>
                  <a:pt x="1008310" y="113640"/>
                </a:cubicBezTo>
                <a:cubicBezTo>
                  <a:pt x="1005361" y="113476"/>
                  <a:pt x="1002521" y="113202"/>
                  <a:pt x="999789" y="112818"/>
                </a:cubicBezTo>
                <a:cubicBezTo>
                  <a:pt x="996730" y="114241"/>
                  <a:pt x="994230" y="116033"/>
                  <a:pt x="992289" y="118195"/>
                </a:cubicBezTo>
                <a:cubicBezTo>
                  <a:pt x="990350" y="120355"/>
                  <a:pt x="989380" y="122884"/>
                  <a:pt x="989380" y="125784"/>
                </a:cubicBezTo>
                <a:cubicBezTo>
                  <a:pt x="989380" y="127644"/>
                  <a:pt x="989858" y="129380"/>
                  <a:pt x="990813" y="130992"/>
                </a:cubicBezTo>
                <a:cubicBezTo>
                  <a:pt x="991770" y="132606"/>
                  <a:pt x="993232" y="134001"/>
                  <a:pt x="995200" y="135176"/>
                </a:cubicBezTo>
                <a:cubicBezTo>
                  <a:pt x="997167" y="136353"/>
                  <a:pt x="999639" y="137283"/>
                  <a:pt x="1002616" y="137966"/>
                </a:cubicBezTo>
                <a:cubicBezTo>
                  <a:pt x="1005593" y="138650"/>
                  <a:pt x="1009104" y="138992"/>
                  <a:pt x="1013147" y="138992"/>
                </a:cubicBezTo>
                <a:cubicBezTo>
                  <a:pt x="1017081" y="138992"/>
                  <a:pt x="1020605" y="138637"/>
                  <a:pt x="1023719" y="137926"/>
                </a:cubicBezTo>
                <a:cubicBezTo>
                  <a:pt x="1026834" y="137216"/>
                  <a:pt x="1029470" y="136205"/>
                  <a:pt x="1031628" y="134891"/>
                </a:cubicBezTo>
                <a:cubicBezTo>
                  <a:pt x="1033787" y="133579"/>
                  <a:pt x="1035440" y="132020"/>
                  <a:pt x="1036587" y="130214"/>
                </a:cubicBezTo>
                <a:cubicBezTo>
                  <a:pt x="1037734" y="128409"/>
                  <a:pt x="1038308" y="126413"/>
                  <a:pt x="1038308" y="124224"/>
                </a:cubicBezTo>
                <a:moveTo>
                  <a:pt x="1053141" y="39878"/>
                </a:moveTo>
                <a:lnTo>
                  <a:pt x="1053141" y="45292"/>
                </a:lnTo>
                <a:cubicBezTo>
                  <a:pt x="1053141" y="47098"/>
                  <a:pt x="1051994" y="48247"/>
                  <a:pt x="1049700" y="48740"/>
                </a:cubicBezTo>
                <a:lnTo>
                  <a:pt x="1040274" y="49969"/>
                </a:lnTo>
                <a:cubicBezTo>
                  <a:pt x="1042131" y="53580"/>
                  <a:pt x="1043060" y="57573"/>
                  <a:pt x="1043060" y="61948"/>
                </a:cubicBezTo>
                <a:cubicBezTo>
                  <a:pt x="1043060" y="65996"/>
                  <a:pt x="1042281" y="69675"/>
                  <a:pt x="1040724" y="72985"/>
                </a:cubicBezTo>
                <a:cubicBezTo>
                  <a:pt x="1039168" y="76294"/>
                  <a:pt x="1037024" y="79124"/>
                  <a:pt x="1034291" y="81476"/>
                </a:cubicBezTo>
                <a:cubicBezTo>
                  <a:pt x="1031560" y="83828"/>
                  <a:pt x="1028282" y="85634"/>
                  <a:pt x="1024457" y="86892"/>
                </a:cubicBezTo>
                <a:cubicBezTo>
                  <a:pt x="1020632" y="88149"/>
                  <a:pt x="1016480" y="88778"/>
                  <a:pt x="1011999" y="88778"/>
                </a:cubicBezTo>
                <a:cubicBezTo>
                  <a:pt x="1008121" y="88778"/>
                  <a:pt x="1004460" y="88313"/>
                  <a:pt x="1001017" y="87383"/>
                </a:cubicBezTo>
                <a:cubicBezTo>
                  <a:pt x="999270" y="88478"/>
                  <a:pt x="997932" y="89641"/>
                  <a:pt x="997003" y="90871"/>
                </a:cubicBezTo>
                <a:cubicBezTo>
                  <a:pt x="996074" y="92102"/>
                  <a:pt x="995610" y="93346"/>
                  <a:pt x="995610" y="94605"/>
                </a:cubicBezTo>
                <a:cubicBezTo>
                  <a:pt x="995610" y="96574"/>
                  <a:pt x="996415" y="98065"/>
                  <a:pt x="998026" y="99077"/>
                </a:cubicBezTo>
                <a:cubicBezTo>
                  <a:pt x="999638" y="100088"/>
                  <a:pt x="1001756" y="100813"/>
                  <a:pt x="1004379" y="101250"/>
                </a:cubicBezTo>
                <a:cubicBezTo>
                  <a:pt x="1007002" y="101688"/>
                  <a:pt x="1009993" y="101961"/>
                  <a:pt x="1013352" y="102071"/>
                </a:cubicBezTo>
                <a:cubicBezTo>
                  <a:pt x="1016712" y="102180"/>
                  <a:pt x="1020154" y="102358"/>
                  <a:pt x="1023677" y="102605"/>
                </a:cubicBezTo>
                <a:cubicBezTo>
                  <a:pt x="1027202" y="102850"/>
                  <a:pt x="1030644" y="103274"/>
                  <a:pt x="1034004" y="103877"/>
                </a:cubicBezTo>
                <a:cubicBezTo>
                  <a:pt x="1037365" y="104478"/>
                  <a:pt x="1040357" y="105463"/>
                  <a:pt x="1042980" y="106832"/>
                </a:cubicBezTo>
                <a:cubicBezTo>
                  <a:pt x="1045603" y="108199"/>
                  <a:pt x="1047719" y="110086"/>
                  <a:pt x="1049330" y="112493"/>
                </a:cubicBezTo>
                <a:cubicBezTo>
                  <a:pt x="1050942" y="114898"/>
                  <a:pt x="1051748" y="118016"/>
                  <a:pt x="1051748" y="121845"/>
                </a:cubicBezTo>
                <a:cubicBezTo>
                  <a:pt x="1051748" y="125401"/>
                  <a:pt x="1050861" y="128847"/>
                  <a:pt x="1049085" y="132184"/>
                </a:cubicBezTo>
                <a:cubicBezTo>
                  <a:pt x="1047309" y="135521"/>
                  <a:pt x="1044755" y="138488"/>
                  <a:pt x="1041422" y="141086"/>
                </a:cubicBezTo>
                <a:cubicBezTo>
                  <a:pt x="1038089" y="143685"/>
                  <a:pt x="1034004" y="145763"/>
                  <a:pt x="1029169" y="147321"/>
                </a:cubicBezTo>
                <a:cubicBezTo>
                  <a:pt x="1024334" y="148880"/>
                  <a:pt x="1018884" y="149659"/>
                  <a:pt x="1012820" y="149659"/>
                </a:cubicBezTo>
                <a:cubicBezTo>
                  <a:pt x="1006756" y="149659"/>
                  <a:pt x="1001456" y="149057"/>
                  <a:pt x="996921" y="147854"/>
                </a:cubicBezTo>
                <a:cubicBezTo>
                  <a:pt x="992385" y="146652"/>
                  <a:pt x="988616" y="145039"/>
                  <a:pt x="985611" y="143014"/>
                </a:cubicBezTo>
                <a:cubicBezTo>
                  <a:pt x="982606" y="140991"/>
                  <a:pt x="980353" y="138652"/>
                  <a:pt x="978851" y="135998"/>
                </a:cubicBezTo>
                <a:cubicBezTo>
                  <a:pt x="977348" y="133345"/>
                  <a:pt x="976597" y="130569"/>
                  <a:pt x="976597" y="127669"/>
                </a:cubicBezTo>
                <a:cubicBezTo>
                  <a:pt x="976597" y="123568"/>
                  <a:pt x="977881" y="120095"/>
                  <a:pt x="980449" y="117251"/>
                </a:cubicBezTo>
                <a:cubicBezTo>
                  <a:pt x="983017" y="114406"/>
                  <a:pt x="986541" y="112136"/>
                  <a:pt x="991021" y="110440"/>
                </a:cubicBezTo>
                <a:cubicBezTo>
                  <a:pt x="988561" y="109346"/>
                  <a:pt x="986608" y="107883"/>
                  <a:pt x="985161" y="106050"/>
                </a:cubicBezTo>
                <a:cubicBezTo>
                  <a:pt x="983714" y="104217"/>
                  <a:pt x="982990" y="101743"/>
                  <a:pt x="982990" y="98626"/>
                </a:cubicBezTo>
                <a:cubicBezTo>
                  <a:pt x="982990" y="97422"/>
                  <a:pt x="983208" y="96178"/>
                  <a:pt x="983645" y="94893"/>
                </a:cubicBezTo>
                <a:cubicBezTo>
                  <a:pt x="984082" y="93607"/>
                  <a:pt x="984751" y="92322"/>
                  <a:pt x="985651" y="91037"/>
                </a:cubicBezTo>
                <a:cubicBezTo>
                  <a:pt x="986553" y="89751"/>
                  <a:pt x="987659" y="88534"/>
                  <a:pt x="988970" y="87386"/>
                </a:cubicBezTo>
                <a:cubicBezTo>
                  <a:pt x="990282" y="86236"/>
                  <a:pt x="991813" y="85223"/>
                  <a:pt x="993562" y="84348"/>
                </a:cubicBezTo>
                <a:cubicBezTo>
                  <a:pt x="989463" y="82051"/>
                  <a:pt x="986266" y="79002"/>
                  <a:pt x="983970" y="75201"/>
                </a:cubicBezTo>
                <a:cubicBezTo>
                  <a:pt x="981676" y="71399"/>
                  <a:pt x="980529" y="66981"/>
                  <a:pt x="980529" y="61948"/>
                </a:cubicBezTo>
                <a:cubicBezTo>
                  <a:pt x="980529" y="57900"/>
                  <a:pt x="981308" y="54222"/>
                  <a:pt x="982865" y="50913"/>
                </a:cubicBezTo>
                <a:cubicBezTo>
                  <a:pt x="984422" y="47604"/>
                  <a:pt x="986594" y="44788"/>
                  <a:pt x="989380" y="42462"/>
                </a:cubicBezTo>
                <a:cubicBezTo>
                  <a:pt x="992168" y="40137"/>
                  <a:pt x="995488" y="38346"/>
                  <a:pt x="999339" y="37089"/>
                </a:cubicBezTo>
                <a:cubicBezTo>
                  <a:pt x="1003191" y="35830"/>
                  <a:pt x="1007411" y="35201"/>
                  <a:pt x="1011999" y="35201"/>
                </a:cubicBezTo>
                <a:cubicBezTo>
                  <a:pt x="1015606" y="35201"/>
                  <a:pt x="1018966" y="35597"/>
                  <a:pt x="1022081" y="36390"/>
                </a:cubicBezTo>
                <a:cubicBezTo>
                  <a:pt x="1025196" y="37183"/>
                  <a:pt x="1028037" y="38346"/>
                  <a:pt x="1030605" y="39878"/>
                </a:cubicBezTo>
                <a:lnTo>
                  <a:pt x="1053141" y="39878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D4456F-1749-48F8-B4A0-1B3206ED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350" y="1326957"/>
            <a:ext cx="86503" cy="205734"/>
          </a:xfrm>
          <a:custGeom xmlns:a="http://schemas.openxmlformats.org/drawingml/2006/main">
            <a:pathLst>
              <a:path w="86503" h="205734">
                <a:moveTo>
                  <a:pt x="86503" y="87000"/>
                </a:moveTo>
                <a:lnTo>
                  <a:pt x="44043" y="0"/>
                </a:lnTo>
                <a:lnTo>
                  <a:pt x="0" y="86207"/>
                </a:lnTo>
                <a:lnTo>
                  <a:pt x="35142" y="86529"/>
                </a:lnTo>
                <a:lnTo>
                  <a:pt x="34055" y="205584"/>
                </a:lnTo>
                <a:lnTo>
                  <a:pt x="50274" y="205734"/>
                </a:lnTo>
                <a:lnTo>
                  <a:pt x="51361" y="86678"/>
                </a:lnTo>
                <a:lnTo>
                  <a:pt x="86503" y="870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Docs">
            <a:extLst xmlns:a="http://schemas.openxmlformats.org/drawingml/2006/main">
              <a:ext uri="{FF2B5EF4-FFF2-40B4-BE49-F238E27FC236}">
                <a16:creationId xmlns:a16="http://schemas.microsoft.com/office/drawing/2014/main" id="{0B6FAD79-CEDB-4C5E-A732-B25F6E72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422" y="1722857"/>
            <a:ext cx="346698" cy="109293"/>
          </a:xfrm>
          <a:custGeom xmlns:a="http://schemas.openxmlformats.org/drawingml/2006/main">
            <a:pathLst>
              <a:path w="346698" h="109293">
                <a:moveTo>
                  <a:pt x="0" y="107851"/>
                </a:moveTo>
                <a:lnTo>
                  <a:pt x="0" y="0"/>
                </a:lnTo>
                <a:lnTo>
                  <a:pt x="34574" y="0"/>
                </a:lnTo>
                <a:cubicBezTo>
                  <a:pt x="45832" y="0"/>
                  <a:pt x="55436" y="2123"/>
                  <a:pt x="63386" y="6370"/>
                </a:cubicBezTo>
                <a:cubicBezTo>
                  <a:pt x="71336" y="10617"/>
                  <a:pt x="77405" y="16773"/>
                  <a:pt x="81594" y="24839"/>
                </a:cubicBezTo>
                <a:cubicBezTo>
                  <a:pt x="85782" y="32905"/>
                  <a:pt x="87876" y="42601"/>
                  <a:pt x="87876" y="53925"/>
                </a:cubicBezTo>
                <a:cubicBezTo>
                  <a:pt x="87876" y="65303"/>
                  <a:pt x="85769" y="75025"/>
                  <a:pt x="81554" y="83091"/>
                </a:cubicBezTo>
                <a:cubicBezTo>
                  <a:pt x="77339" y="91158"/>
                  <a:pt x="71270" y="97301"/>
                  <a:pt x="63346" y="101521"/>
                </a:cubicBezTo>
                <a:cubicBezTo>
                  <a:pt x="55423" y="105741"/>
                  <a:pt x="45832" y="107851"/>
                  <a:pt x="34574" y="107851"/>
                </a:cubicBezTo>
                <a:lnTo>
                  <a:pt x="0" y="107851"/>
                </a:lnTo>
                <a:moveTo>
                  <a:pt x="14406" y="95751"/>
                </a:moveTo>
                <a:lnTo>
                  <a:pt x="31373" y="95751"/>
                </a:lnTo>
                <a:cubicBezTo>
                  <a:pt x="40817" y="95751"/>
                  <a:pt x="48607" y="94242"/>
                  <a:pt x="54743" y="91224"/>
                </a:cubicBezTo>
                <a:cubicBezTo>
                  <a:pt x="60879" y="88206"/>
                  <a:pt x="65467" y="83586"/>
                  <a:pt x="68508" y="77362"/>
                </a:cubicBezTo>
                <a:cubicBezTo>
                  <a:pt x="71550" y="71139"/>
                  <a:pt x="73070" y="63300"/>
                  <a:pt x="73070" y="53845"/>
                </a:cubicBezTo>
                <a:cubicBezTo>
                  <a:pt x="73070" y="44444"/>
                  <a:pt x="71523" y="36658"/>
                  <a:pt x="68428" y="30488"/>
                </a:cubicBezTo>
                <a:cubicBezTo>
                  <a:pt x="65334" y="24318"/>
                  <a:pt x="60705" y="19711"/>
                  <a:pt x="54543" y="16666"/>
                </a:cubicBezTo>
                <a:cubicBezTo>
                  <a:pt x="48380" y="13622"/>
                  <a:pt x="40657" y="12099"/>
                  <a:pt x="31373" y="12099"/>
                </a:cubicBezTo>
                <a:lnTo>
                  <a:pt x="14406" y="12099"/>
                </a:lnTo>
                <a:lnTo>
                  <a:pt x="14406" y="95751"/>
                </a:lnTo>
                <a:close/>
                <a:moveTo>
                  <a:pt x="142991" y="109293"/>
                </a:moveTo>
                <a:cubicBezTo>
                  <a:pt x="135682" y="109293"/>
                  <a:pt x="129439" y="107624"/>
                  <a:pt x="124263" y="104285"/>
                </a:cubicBezTo>
                <a:cubicBezTo>
                  <a:pt x="119088" y="100946"/>
                  <a:pt x="115126" y="96147"/>
                  <a:pt x="112379" y="89887"/>
                </a:cubicBezTo>
                <a:cubicBezTo>
                  <a:pt x="109631" y="83627"/>
                  <a:pt x="108257" y="76157"/>
                  <a:pt x="108257" y="67477"/>
                </a:cubicBezTo>
                <a:cubicBezTo>
                  <a:pt x="108257" y="58685"/>
                  <a:pt x="109631" y="51131"/>
                  <a:pt x="112379" y="44816"/>
                </a:cubicBezTo>
                <a:cubicBezTo>
                  <a:pt x="115126" y="38501"/>
                  <a:pt x="119088" y="33647"/>
                  <a:pt x="124263" y="30253"/>
                </a:cubicBezTo>
                <a:cubicBezTo>
                  <a:pt x="129439" y="26857"/>
                  <a:pt x="135682" y="25160"/>
                  <a:pt x="142991" y="25160"/>
                </a:cubicBezTo>
                <a:cubicBezTo>
                  <a:pt x="150461" y="25160"/>
                  <a:pt x="156864" y="26857"/>
                  <a:pt x="162199" y="30253"/>
                </a:cubicBezTo>
                <a:cubicBezTo>
                  <a:pt x="167535" y="33647"/>
                  <a:pt x="171616" y="38501"/>
                  <a:pt x="174444" y="44816"/>
                </a:cubicBezTo>
                <a:cubicBezTo>
                  <a:pt x="177272" y="51131"/>
                  <a:pt x="178686" y="58685"/>
                  <a:pt x="178686" y="67477"/>
                </a:cubicBezTo>
                <a:cubicBezTo>
                  <a:pt x="178686" y="76157"/>
                  <a:pt x="177272" y="83627"/>
                  <a:pt x="174444" y="89887"/>
                </a:cubicBezTo>
                <a:cubicBezTo>
                  <a:pt x="171616" y="96147"/>
                  <a:pt x="167535" y="100946"/>
                  <a:pt x="162199" y="104285"/>
                </a:cubicBezTo>
                <a:cubicBezTo>
                  <a:pt x="156864" y="107624"/>
                  <a:pt x="150461" y="109293"/>
                  <a:pt x="142991" y="109293"/>
                </a:cubicBezTo>
                <a:moveTo>
                  <a:pt x="142991" y="98716"/>
                </a:moveTo>
                <a:cubicBezTo>
                  <a:pt x="148380" y="98716"/>
                  <a:pt x="152662" y="97362"/>
                  <a:pt x="155837" y="94652"/>
                </a:cubicBezTo>
                <a:cubicBezTo>
                  <a:pt x="159011" y="91943"/>
                  <a:pt x="161306" y="88246"/>
                  <a:pt x="162719" y="83562"/>
                </a:cubicBezTo>
                <a:cubicBezTo>
                  <a:pt x="164133" y="78876"/>
                  <a:pt x="164840" y="73514"/>
                  <a:pt x="164840" y="67474"/>
                </a:cubicBezTo>
                <a:cubicBezTo>
                  <a:pt x="164840" y="61435"/>
                  <a:pt x="164133" y="56045"/>
                  <a:pt x="162719" y="51304"/>
                </a:cubicBezTo>
                <a:cubicBezTo>
                  <a:pt x="161306" y="46561"/>
                  <a:pt x="159011" y="42821"/>
                  <a:pt x="155837" y="40083"/>
                </a:cubicBezTo>
                <a:cubicBezTo>
                  <a:pt x="152662" y="37346"/>
                  <a:pt x="148380" y="35977"/>
                  <a:pt x="142991" y="35977"/>
                </a:cubicBezTo>
                <a:cubicBezTo>
                  <a:pt x="137922" y="35977"/>
                  <a:pt x="133841" y="37346"/>
                  <a:pt x="130746" y="40083"/>
                </a:cubicBezTo>
                <a:cubicBezTo>
                  <a:pt x="127652" y="42821"/>
                  <a:pt x="125424" y="46561"/>
                  <a:pt x="124063" y="51304"/>
                </a:cubicBezTo>
                <a:cubicBezTo>
                  <a:pt x="122703" y="56045"/>
                  <a:pt x="122023" y="61463"/>
                  <a:pt x="122023" y="67559"/>
                </a:cubicBezTo>
                <a:cubicBezTo>
                  <a:pt x="122023" y="73542"/>
                  <a:pt x="122703" y="78876"/>
                  <a:pt x="124063" y="83562"/>
                </a:cubicBezTo>
                <a:cubicBezTo>
                  <a:pt x="125424" y="88246"/>
                  <a:pt x="127652" y="91943"/>
                  <a:pt x="130746" y="94652"/>
                </a:cubicBezTo>
                <a:cubicBezTo>
                  <a:pt x="133841" y="97362"/>
                  <a:pt x="137922" y="98716"/>
                  <a:pt x="142991" y="98716"/>
                </a:cubicBezTo>
                <a:close/>
                <a:moveTo>
                  <a:pt x="232592" y="109293"/>
                </a:moveTo>
                <a:cubicBezTo>
                  <a:pt x="225762" y="109293"/>
                  <a:pt x="219707" y="107734"/>
                  <a:pt x="214424" y="104616"/>
                </a:cubicBezTo>
                <a:cubicBezTo>
                  <a:pt x="209142" y="101496"/>
                  <a:pt x="205007" y="96831"/>
                  <a:pt x="202019" y="90621"/>
                </a:cubicBezTo>
                <a:cubicBezTo>
                  <a:pt x="199031" y="84409"/>
                  <a:pt x="197537" y="76680"/>
                  <a:pt x="197537" y="67434"/>
                </a:cubicBezTo>
                <a:cubicBezTo>
                  <a:pt x="197537" y="58190"/>
                  <a:pt x="199005" y="50421"/>
                  <a:pt x="201939" y="44127"/>
                </a:cubicBezTo>
                <a:cubicBezTo>
                  <a:pt x="204874" y="37832"/>
                  <a:pt x="208969" y="33097"/>
                  <a:pt x="214224" y="29922"/>
                </a:cubicBezTo>
                <a:cubicBezTo>
                  <a:pt x="219480" y="26747"/>
                  <a:pt x="225602" y="25160"/>
                  <a:pt x="232592" y="25160"/>
                </a:cubicBezTo>
                <a:cubicBezTo>
                  <a:pt x="238461" y="25160"/>
                  <a:pt x="243730" y="26192"/>
                  <a:pt x="248399" y="28257"/>
                </a:cubicBezTo>
                <a:cubicBezTo>
                  <a:pt x="253067" y="30320"/>
                  <a:pt x="256802" y="33431"/>
                  <a:pt x="259603" y="37589"/>
                </a:cubicBezTo>
                <a:cubicBezTo>
                  <a:pt x="262404" y="41746"/>
                  <a:pt x="263912" y="47004"/>
                  <a:pt x="264125" y="53364"/>
                </a:cubicBezTo>
                <a:lnTo>
                  <a:pt x="250920" y="53364"/>
                </a:lnTo>
                <a:cubicBezTo>
                  <a:pt x="250546" y="47971"/>
                  <a:pt x="248745" y="43725"/>
                  <a:pt x="245517" y="40627"/>
                </a:cubicBezTo>
                <a:cubicBezTo>
                  <a:pt x="242289" y="37527"/>
                  <a:pt x="238061" y="35977"/>
                  <a:pt x="232832" y="35977"/>
                </a:cubicBezTo>
                <a:cubicBezTo>
                  <a:pt x="225736" y="35977"/>
                  <a:pt x="220374" y="38733"/>
                  <a:pt x="216745" y="44245"/>
                </a:cubicBezTo>
                <a:cubicBezTo>
                  <a:pt x="213117" y="49757"/>
                  <a:pt x="211303" y="57488"/>
                  <a:pt x="211303" y="67439"/>
                </a:cubicBezTo>
                <a:cubicBezTo>
                  <a:pt x="211303" y="73996"/>
                  <a:pt x="212103" y="79593"/>
                  <a:pt x="213704" y="84228"/>
                </a:cubicBezTo>
                <a:cubicBezTo>
                  <a:pt x="215305" y="88864"/>
                  <a:pt x="217706" y="92398"/>
                  <a:pt x="220907" y="94830"/>
                </a:cubicBezTo>
                <a:cubicBezTo>
                  <a:pt x="224108" y="97261"/>
                  <a:pt x="228083" y="98476"/>
                  <a:pt x="232832" y="98476"/>
                </a:cubicBezTo>
                <a:cubicBezTo>
                  <a:pt x="238168" y="98476"/>
                  <a:pt x="242569" y="96898"/>
                  <a:pt x="246038" y="93743"/>
                </a:cubicBezTo>
                <a:cubicBezTo>
                  <a:pt x="249506" y="90588"/>
                  <a:pt x="251320" y="85943"/>
                  <a:pt x="251480" y="79806"/>
                </a:cubicBezTo>
                <a:lnTo>
                  <a:pt x="264605" y="79806"/>
                </a:lnTo>
                <a:cubicBezTo>
                  <a:pt x="264499" y="86340"/>
                  <a:pt x="263018" y="91799"/>
                  <a:pt x="260163" y="96185"/>
                </a:cubicBezTo>
                <a:cubicBezTo>
                  <a:pt x="257309" y="100568"/>
                  <a:pt x="253494" y="103849"/>
                  <a:pt x="248719" y="106028"/>
                </a:cubicBezTo>
                <a:cubicBezTo>
                  <a:pt x="243943" y="108205"/>
                  <a:pt x="238568" y="109293"/>
                  <a:pt x="232592" y="109293"/>
                </a:cubicBezTo>
                <a:close/>
                <a:moveTo>
                  <a:pt x="315805" y="109293"/>
                </a:moveTo>
                <a:cubicBezTo>
                  <a:pt x="311376" y="109293"/>
                  <a:pt x="307201" y="108802"/>
                  <a:pt x="303280" y="107821"/>
                </a:cubicBezTo>
                <a:cubicBezTo>
                  <a:pt x="299358" y="106839"/>
                  <a:pt x="295903" y="105255"/>
                  <a:pt x="292915" y="103068"/>
                </a:cubicBezTo>
                <a:cubicBezTo>
                  <a:pt x="289927" y="100880"/>
                  <a:pt x="287593" y="98047"/>
                  <a:pt x="285912" y="94570"/>
                </a:cubicBezTo>
                <a:cubicBezTo>
                  <a:pt x="284232" y="91092"/>
                  <a:pt x="283391" y="86857"/>
                  <a:pt x="283391" y="81865"/>
                </a:cubicBezTo>
                <a:lnTo>
                  <a:pt x="296277" y="81865"/>
                </a:lnTo>
                <a:cubicBezTo>
                  <a:pt x="296277" y="88330"/>
                  <a:pt x="298171" y="92862"/>
                  <a:pt x="301959" y="95461"/>
                </a:cubicBezTo>
                <a:cubicBezTo>
                  <a:pt x="305747" y="98058"/>
                  <a:pt x="310469" y="99357"/>
                  <a:pt x="316125" y="99357"/>
                </a:cubicBezTo>
                <a:cubicBezTo>
                  <a:pt x="321194" y="99357"/>
                  <a:pt x="325369" y="98323"/>
                  <a:pt x="328650" y="96255"/>
                </a:cubicBezTo>
                <a:cubicBezTo>
                  <a:pt x="331932" y="94187"/>
                  <a:pt x="333572" y="90792"/>
                  <a:pt x="333572" y="86071"/>
                </a:cubicBezTo>
                <a:cubicBezTo>
                  <a:pt x="333572" y="82033"/>
                  <a:pt x="332092" y="79061"/>
                  <a:pt x="329130" y="77155"/>
                </a:cubicBezTo>
                <a:cubicBezTo>
                  <a:pt x="326169" y="75247"/>
                  <a:pt x="320927" y="73311"/>
                  <a:pt x="313404" y="71348"/>
                </a:cubicBezTo>
                <a:cubicBezTo>
                  <a:pt x="307321" y="69834"/>
                  <a:pt x="302226" y="68081"/>
                  <a:pt x="298118" y="66090"/>
                </a:cubicBezTo>
                <a:cubicBezTo>
                  <a:pt x="294009" y="64098"/>
                  <a:pt x="290915" y="61574"/>
                  <a:pt x="288834" y="58518"/>
                </a:cubicBezTo>
                <a:cubicBezTo>
                  <a:pt x="286753" y="55461"/>
                  <a:pt x="285712" y="51605"/>
                  <a:pt x="285712" y="46949"/>
                </a:cubicBezTo>
                <a:cubicBezTo>
                  <a:pt x="285712" y="43360"/>
                  <a:pt x="286446" y="40206"/>
                  <a:pt x="287913" y="37487"/>
                </a:cubicBezTo>
                <a:cubicBezTo>
                  <a:pt x="289381" y="34766"/>
                  <a:pt x="291435" y="32494"/>
                  <a:pt x="294076" y="30671"/>
                </a:cubicBezTo>
                <a:cubicBezTo>
                  <a:pt x="296717" y="28848"/>
                  <a:pt x="299812" y="27474"/>
                  <a:pt x="303360" y="26550"/>
                </a:cubicBezTo>
                <a:cubicBezTo>
                  <a:pt x="306908" y="25623"/>
                  <a:pt x="310763" y="25160"/>
                  <a:pt x="314924" y="25160"/>
                </a:cubicBezTo>
                <a:cubicBezTo>
                  <a:pt x="319033" y="25160"/>
                  <a:pt x="322888" y="25665"/>
                  <a:pt x="326489" y="26675"/>
                </a:cubicBezTo>
                <a:cubicBezTo>
                  <a:pt x="330091" y="27685"/>
                  <a:pt x="333279" y="29241"/>
                  <a:pt x="336053" y="31345"/>
                </a:cubicBezTo>
                <a:cubicBezTo>
                  <a:pt x="338828" y="33448"/>
                  <a:pt x="341002" y="36168"/>
                  <a:pt x="342576" y="39505"/>
                </a:cubicBezTo>
                <a:cubicBezTo>
                  <a:pt x="344150" y="42842"/>
                  <a:pt x="344937" y="46810"/>
                  <a:pt x="344937" y="51409"/>
                </a:cubicBezTo>
                <a:lnTo>
                  <a:pt x="331972" y="51409"/>
                </a:lnTo>
                <a:cubicBezTo>
                  <a:pt x="331972" y="45561"/>
                  <a:pt x="330331" y="41407"/>
                  <a:pt x="327050" y="38947"/>
                </a:cubicBezTo>
                <a:cubicBezTo>
                  <a:pt x="323768" y="36486"/>
                  <a:pt x="319726" y="35256"/>
                  <a:pt x="314924" y="35256"/>
                </a:cubicBezTo>
                <a:cubicBezTo>
                  <a:pt x="310122" y="35256"/>
                  <a:pt x="306228" y="36166"/>
                  <a:pt x="303240" y="37988"/>
                </a:cubicBezTo>
                <a:cubicBezTo>
                  <a:pt x="300252" y="39807"/>
                  <a:pt x="298758" y="42654"/>
                  <a:pt x="298758" y="46529"/>
                </a:cubicBezTo>
                <a:cubicBezTo>
                  <a:pt x="298758" y="48715"/>
                  <a:pt x="299425" y="50567"/>
                  <a:pt x="300759" y="52082"/>
                </a:cubicBezTo>
                <a:cubicBezTo>
                  <a:pt x="302093" y="53596"/>
                  <a:pt x="304333" y="54957"/>
                  <a:pt x="307481" y="56164"/>
                </a:cubicBezTo>
                <a:cubicBezTo>
                  <a:pt x="310629" y="57369"/>
                  <a:pt x="314844" y="58644"/>
                  <a:pt x="320127" y="59990"/>
                </a:cubicBezTo>
                <a:cubicBezTo>
                  <a:pt x="325996" y="61449"/>
                  <a:pt x="330891" y="63188"/>
                  <a:pt x="334813" y="65208"/>
                </a:cubicBezTo>
                <a:cubicBezTo>
                  <a:pt x="338734" y="67226"/>
                  <a:pt x="341696" y="69835"/>
                  <a:pt x="343696" y="73033"/>
                </a:cubicBezTo>
                <a:cubicBezTo>
                  <a:pt x="345697" y="76230"/>
                  <a:pt x="346698" y="80352"/>
                  <a:pt x="346698" y="85400"/>
                </a:cubicBezTo>
                <a:cubicBezTo>
                  <a:pt x="346698" y="89550"/>
                  <a:pt x="345924" y="93140"/>
                  <a:pt x="344377" y="96170"/>
                </a:cubicBezTo>
                <a:cubicBezTo>
                  <a:pt x="342829" y="99198"/>
                  <a:pt x="340655" y="101679"/>
                  <a:pt x="337854" y="103614"/>
                </a:cubicBezTo>
                <a:cubicBezTo>
                  <a:pt x="335053" y="105549"/>
                  <a:pt x="331771" y="106978"/>
                  <a:pt x="328010" y="107903"/>
                </a:cubicBezTo>
                <a:cubicBezTo>
                  <a:pt x="324248" y="108830"/>
                  <a:pt x="320180" y="109293"/>
                  <a:pt x="315805" y="1092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RetrievedDocs">
            <a:extLst xmlns:a="http://schemas.openxmlformats.org/drawingml/2006/main">
              <a:ext uri="{FF2B5EF4-FFF2-40B4-BE49-F238E27FC236}">
                <a16:creationId xmlns:a16="http://schemas.microsoft.com/office/drawing/2014/main" id="{F9A9E46A-12AE-4986-AB75-DC03AD21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747" y="1824071"/>
            <a:ext cx="925587" cy="112979"/>
          </a:xfrm>
          <a:custGeom xmlns:a="http://schemas.openxmlformats.org/drawingml/2006/main">
            <a:pathLst>
              <a:path w="925587" h="112979">
                <a:moveTo>
                  <a:pt x="0" y="111536"/>
                </a:moveTo>
                <a:lnTo>
                  <a:pt x="0" y="3686"/>
                </a:lnTo>
                <a:lnTo>
                  <a:pt x="40737" y="3686"/>
                </a:lnTo>
                <a:cubicBezTo>
                  <a:pt x="46926" y="3686"/>
                  <a:pt x="52568" y="4674"/>
                  <a:pt x="57664" y="6651"/>
                </a:cubicBezTo>
                <a:cubicBezTo>
                  <a:pt x="62759" y="8627"/>
                  <a:pt x="66854" y="11725"/>
                  <a:pt x="69949" y="15945"/>
                </a:cubicBezTo>
                <a:cubicBezTo>
                  <a:pt x="73044" y="20165"/>
                  <a:pt x="74591" y="25641"/>
                  <a:pt x="74591" y="32371"/>
                </a:cubicBezTo>
                <a:cubicBezTo>
                  <a:pt x="74591" y="39209"/>
                  <a:pt x="72683" y="45031"/>
                  <a:pt x="68869" y="49839"/>
                </a:cubicBezTo>
                <a:cubicBezTo>
                  <a:pt x="65054" y="54646"/>
                  <a:pt x="59411" y="57905"/>
                  <a:pt x="51942" y="59614"/>
                </a:cubicBezTo>
                <a:cubicBezTo>
                  <a:pt x="55836" y="60202"/>
                  <a:pt x="59091" y="61444"/>
                  <a:pt x="61706" y="63340"/>
                </a:cubicBezTo>
                <a:cubicBezTo>
                  <a:pt x="64320" y="65237"/>
                  <a:pt x="66521" y="67921"/>
                  <a:pt x="68308" y="71393"/>
                </a:cubicBezTo>
                <a:cubicBezTo>
                  <a:pt x="70096" y="74865"/>
                  <a:pt x="71656" y="79245"/>
                  <a:pt x="72990" y="84534"/>
                </a:cubicBezTo>
                <a:lnTo>
                  <a:pt x="80033" y="111536"/>
                </a:lnTo>
                <a:lnTo>
                  <a:pt x="65387" y="111536"/>
                </a:lnTo>
                <a:lnTo>
                  <a:pt x="59145" y="86777"/>
                </a:lnTo>
                <a:cubicBezTo>
                  <a:pt x="57917" y="81809"/>
                  <a:pt x="56477" y="77790"/>
                  <a:pt x="54823" y="74718"/>
                </a:cubicBezTo>
                <a:cubicBezTo>
                  <a:pt x="53169" y="71647"/>
                  <a:pt x="51141" y="69403"/>
                  <a:pt x="48740" y="67988"/>
                </a:cubicBezTo>
                <a:cubicBezTo>
                  <a:pt x="46339" y="66572"/>
                  <a:pt x="43325" y="65864"/>
                  <a:pt x="39696" y="65864"/>
                </a:cubicBezTo>
                <a:lnTo>
                  <a:pt x="14406" y="65864"/>
                </a:lnTo>
                <a:lnTo>
                  <a:pt x="14406" y="111536"/>
                </a:lnTo>
                <a:lnTo>
                  <a:pt x="0" y="111536"/>
                </a:lnTo>
                <a:moveTo>
                  <a:pt x="14406" y="53845"/>
                </a:moveTo>
                <a:lnTo>
                  <a:pt x="38896" y="53845"/>
                </a:lnTo>
                <a:cubicBezTo>
                  <a:pt x="42844" y="53845"/>
                  <a:pt x="46419" y="53097"/>
                  <a:pt x="49621" y="51602"/>
                </a:cubicBezTo>
                <a:cubicBezTo>
                  <a:pt x="52822" y="50106"/>
                  <a:pt x="55370" y="47943"/>
                  <a:pt x="57264" y="45111"/>
                </a:cubicBezTo>
                <a:cubicBezTo>
                  <a:pt x="59158" y="42280"/>
                  <a:pt x="60105" y="38861"/>
                  <a:pt x="60105" y="34855"/>
                </a:cubicBezTo>
                <a:cubicBezTo>
                  <a:pt x="60105" y="28819"/>
                  <a:pt x="58331" y="24118"/>
                  <a:pt x="54783" y="20753"/>
                </a:cubicBezTo>
                <a:cubicBezTo>
                  <a:pt x="51235" y="17388"/>
                  <a:pt x="46099" y="15705"/>
                  <a:pt x="39376" y="15705"/>
                </a:cubicBezTo>
                <a:lnTo>
                  <a:pt x="14406" y="15705"/>
                </a:lnTo>
                <a:lnTo>
                  <a:pt x="14406" y="53845"/>
                </a:lnTo>
                <a:close/>
                <a:moveTo>
                  <a:pt x="119707" y="112979"/>
                </a:moveTo>
                <a:cubicBezTo>
                  <a:pt x="111597" y="112979"/>
                  <a:pt x="104901" y="111131"/>
                  <a:pt x="99619" y="107435"/>
                </a:cubicBezTo>
                <a:cubicBezTo>
                  <a:pt x="94337" y="103737"/>
                  <a:pt x="90402" y="98706"/>
                  <a:pt x="87814" y="92341"/>
                </a:cubicBezTo>
                <a:cubicBezTo>
                  <a:pt x="85227" y="85976"/>
                  <a:pt x="83933" y="78819"/>
                  <a:pt x="83933" y="70870"/>
                </a:cubicBezTo>
                <a:cubicBezTo>
                  <a:pt x="83933" y="62588"/>
                  <a:pt x="85187" y="55292"/>
                  <a:pt x="87694" y="48982"/>
                </a:cubicBezTo>
                <a:cubicBezTo>
                  <a:pt x="90202" y="42673"/>
                  <a:pt x="94004" y="37739"/>
                  <a:pt x="99099" y="34182"/>
                </a:cubicBezTo>
                <a:cubicBezTo>
                  <a:pt x="104194" y="30624"/>
                  <a:pt x="110584" y="28846"/>
                  <a:pt x="118267" y="28846"/>
                </a:cubicBezTo>
                <a:cubicBezTo>
                  <a:pt x="128565" y="28846"/>
                  <a:pt x="136621" y="32184"/>
                  <a:pt x="142437" y="38861"/>
                </a:cubicBezTo>
                <a:cubicBezTo>
                  <a:pt x="148253" y="45537"/>
                  <a:pt x="151161" y="55134"/>
                  <a:pt x="151161" y="67652"/>
                </a:cubicBezTo>
                <a:cubicBezTo>
                  <a:pt x="151161" y="68487"/>
                  <a:pt x="151147" y="69474"/>
                  <a:pt x="151121" y="70614"/>
                </a:cubicBezTo>
                <a:cubicBezTo>
                  <a:pt x="151094" y="71754"/>
                  <a:pt x="151027" y="72575"/>
                  <a:pt x="150920" y="73076"/>
                </a:cubicBezTo>
                <a:lnTo>
                  <a:pt x="97378" y="73076"/>
                </a:lnTo>
                <a:cubicBezTo>
                  <a:pt x="97432" y="78426"/>
                  <a:pt x="98205" y="83339"/>
                  <a:pt x="99699" y="87816"/>
                </a:cubicBezTo>
                <a:cubicBezTo>
                  <a:pt x="101193" y="92294"/>
                  <a:pt x="103581" y="95884"/>
                  <a:pt x="106862" y="98588"/>
                </a:cubicBezTo>
                <a:cubicBezTo>
                  <a:pt x="110144" y="101291"/>
                  <a:pt x="114425" y="102642"/>
                  <a:pt x="119707" y="102642"/>
                </a:cubicBezTo>
                <a:cubicBezTo>
                  <a:pt x="125417" y="102642"/>
                  <a:pt x="129858" y="101149"/>
                  <a:pt x="133033" y="98163"/>
                </a:cubicBezTo>
                <a:cubicBezTo>
                  <a:pt x="136208" y="95176"/>
                  <a:pt x="137875" y="90868"/>
                  <a:pt x="138035" y="85237"/>
                </a:cubicBezTo>
                <a:lnTo>
                  <a:pt x="151241" y="85237"/>
                </a:lnTo>
                <a:cubicBezTo>
                  <a:pt x="151080" y="90958"/>
                  <a:pt x="149707" y="95888"/>
                  <a:pt x="147119" y="100026"/>
                </a:cubicBezTo>
                <a:cubicBezTo>
                  <a:pt x="144531" y="104162"/>
                  <a:pt x="140916" y="107356"/>
                  <a:pt x="136274" y="109606"/>
                </a:cubicBezTo>
                <a:cubicBezTo>
                  <a:pt x="131632" y="111854"/>
                  <a:pt x="126110" y="112979"/>
                  <a:pt x="119707" y="112979"/>
                </a:cubicBezTo>
                <a:moveTo>
                  <a:pt x="97458" y="63300"/>
                </a:moveTo>
                <a:lnTo>
                  <a:pt x="137955" y="63300"/>
                </a:lnTo>
                <a:cubicBezTo>
                  <a:pt x="137795" y="55464"/>
                  <a:pt x="136008" y="49472"/>
                  <a:pt x="132593" y="45324"/>
                </a:cubicBezTo>
                <a:cubicBezTo>
                  <a:pt x="129178" y="41176"/>
                  <a:pt x="124403" y="39102"/>
                  <a:pt x="118267" y="39102"/>
                </a:cubicBezTo>
                <a:cubicBezTo>
                  <a:pt x="112024" y="39102"/>
                  <a:pt x="107156" y="41162"/>
                  <a:pt x="103661" y="45282"/>
                </a:cubicBezTo>
                <a:cubicBezTo>
                  <a:pt x="100166" y="49401"/>
                  <a:pt x="98099" y="55408"/>
                  <a:pt x="97458" y="63300"/>
                </a:cubicBezTo>
                <a:close/>
                <a:moveTo>
                  <a:pt x="190440" y="111536"/>
                </a:moveTo>
                <a:cubicBezTo>
                  <a:pt x="184197" y="111536"/>
                  <a:pt x="179382" y="110487"/>
                  <a:pt x="175994" y="108389"/>
                </a:cubicBezTo>
                <a:cubicBezTo>
                  <a:pt x="172606" y="106291"/>
                  <a:pt x="170285" y="103268"/>
                  <a:pt x="169031" y="99322"/>
                </a:cubicBezTo>
                <a:cubicBezTo>
                  <a:pt x="167777" y="95376"/>
                  <a:pt x="167150" y="90633"/>
                  <a:pt x="167150" y="85092"/>
                </a:cubicBezTo>
                <a:lnTo>
                  <a:pt x="167150" y="41105"/>
                </a:lnTo>
                <a:lnTo>
                  <a:pt x="154185" y="41105"/>
                </a:lnTo>
                <a:lnTo>
                  <a:pt x="154185" y="30288"/>
                </a:lnTo>
                <a:lnTo>
                  <a:pt x="167150" y="30288"/>
                </a:lnTo>
                <a:lnTo>
                  <a:pt x="167150" y="12420"/>
                </a:lnTo>
                <a:lnTo>
                  <a:pt x="180516" y="12420"/>
                </a:lnTo>
                <a:lnTo>
                  <a:pt x="180516" y="30288"/>
                </a:lnTo>
                <a:lnTo>
                  <a:pt x="199804" y="30288"/>
                </a:lnTo>
                <a:lnTo>
                  <a:pt x="199804" y="41105"/>
                </a:lnTo>
                <a:lnTo>
                  <a:pt x="180516" y="41105"/>
                </a:lnTo>
                <a:lnTo>
                  <a:pt x="180516" y="84804"/>
                </a:lnTo>
                <a:cubicBezTo>
                  <a:pt x="180516" y="89941"/>
                  <a:pt x="181143" y="93864"/>
                  <a:pt x="182397" y="96575"/>
                </a:cubicBezTo>
                <a:cubicBezTo>
                  <a:pt x="183651" y="99285"/>
                  <a:pt x="186625" y="100639"/>
                  <a:pt x="191320" y="100639"/>
                </a:cubicBezTo>
                <a:lnTo>
                  <a:pt x="199804" y="100639"/>
                </a:lnTo>
                <a:lnTo>
                  <a:pt x="199804" y="111536"/>
                </a:lnTo>
                <a:lnTo>
                  <a:pt x="190440" y="111536"/>
                </a:lnTo>
                <a:close/>
                <a:moveTo>
                  <a:pt x="209412" y="111536"/>
                </a:moveTo>
                <a:lnTo>
                  <a:pt x="209412" y="30288"/>
                </a:lnTo>
                <a:lnTo>
                  <a:pt x="221977" y="30288"/>
                </a:lnTo>
                <a:lnTo>
                  <a:pt x="222457" y="43028"/>
                </a:lnTo>
                <a:cubicBezTo>
                  <a:pt x="224698" y="39022"/>
                  <a:pt x="227766" y="35656"/>
                  <a:pt x="231661" y="32932"/>
                </a:cubicBezTo>
                <a:cubicBezTo>
                  <a:pt x="235556" y="30208"/>
                  <a:pt x="240598" y="28846"/>
                  <a:pt x="246788" y="28846"/>
                </a:cubicBezTo>
                <a:lnTo>
                  <a:pt x="248388" y="28846"/>
                </a:lnTo>
                <a:lnTo>
                  <a:pt x="248388" y="41105"/>
                </a:lnTo>
                <a:lnTo>
                  <a:pt x="246547" y="41105"/>
                </a:lnTo>
                <a:cubicBezTo>
                  <a:pt x="242652" y="41105"/>
                  <a:pt x="239238" y="41641"/>
                  <a:pt x="236303" y="42713"/>
                </a:cubicBezTo>
                <a:cubicBezTo>
                  <a:pt x="233369" y="43783"/>
                  <a:pt x="230821" y="45262"/>
                  <a:pt x="228660" y="47152"/>
                </a:cubicBezTo>
                <a:cubicBezTo>
                  <a:pt x="226499" y="49040"/>
                  <a:pt x="224538" y="51224"/>
                  <a:pt x="222778" y="53702"/>
                </a:cubicBezTo>
                <a:lnTo>
                  <a:pt x="222778" y="111536"/>
                </a:lnTo>
                <a:lnTo>
                  <a:pt x="209412" y="111536"/>
                </a:lnTo>
                <a:close/>
                <a:moveTo>
                  <a:pt x="255355" y="111536"/>
                </a:moveTo>
                <a:lnTo>
                  <a:pt x="255355" y="30288"/>
                </a:lnTo>
                <a:lnTo>
                  <a:pt x="268721" y="30288"/>
                </a:lnTo>
                <a:lnTo>
                  <a:pt x="268721" y="111536"/>
                </a:lnTo>
                <a:lnTo>
                  <a:pt x="255355" y="111536"/>
                </a:lnTo>
                <a:moveTo>
                  <a:pt x="262078" y="15545"/>
                </a:moveTo>
                <a:cubicBezTo>
                  <a:pt x="259517" y="15545"/>
                  <a:pt x="257490" y="14810"/>
                  <a:pt x="255996" y="13341"/>
                </a:cubicBezTo>
                <a:cubicBezTo>
                  <a:pt x="254502" y="11872"/>
                  <a:pt x="253755" y="10016"/>
                  <a:pt x="253755" y="7772"/>
                </a:cubicBezTo>
                <a:cubicBezTo>
                  <a:pt x="253755" y="5529"/>
                  <a:pt x="254502" y="3672"/>
                  <a:pt x="255996" y="2203"/>
                </a:cubicBezTo>
                <a:cubicBezTo>
                  <a:pt x="257490" y="734"/>
                  <a:pt x="259517" y="0"/>
                  <a:pt x="262078" y="0"/>
                </a:cubicBezTo>
                <a:cubicBezTo>
                  <a:pt x="264586" y="0"/>
                  <a:pt x="266613" y="734"/>
                  <a:pt x="268161" y="2203"/>
                </a:cubicBezTo>
                <a:cubicBezTo>
                  <a:pt x="269708" y="3672"/>
                  <a:pt x="270482" y="5529"/>
                  <a:pt x="270482" y="7772"/>
                </a:cubicBezTo>
                <a:cubicBezTo>
                  <a:pt x="270482" y="10016"/>
                  <a:pt x="269708" y="11872"/>
                  <a:pt x="268161" y="13341"/>
                </a:cubicBezTo>
                <a:cubicBezTo>
                  <a:pt x="266613" y="14810"/>
                  <a:pt x="264586" y="15545"/>
                  <a:pt x="262078" y="15545"/>
                </a:cubicBezTo>
                <a:close/>
                <a:moveTo>
                  <a:pt x="319872" y="112979"/>
                </a:moveTo>
                <a:cubicBezTo>
                  <a:pt x="311762" y="112979"/>
                  <a:pt x="305066" y="111131"/>
                  <a:pt x="299784" y="107435"/>
                </a:cubicBezTo>
                <a:cubicBezTo>
                  <a:pt x="294501" y="103737"/>
                  <a:pt x="290566" y="98706"/>
                  <a:pt x="287979" y="92341"/>
                </a:cubicBezTo>
                <a:cubicBezTo>
                  <a:pt x="285391" y="85976"/>
                  <a:pt x="284097" y="78819"/>
                  <a:pt x="284097" y="70870"/>
                </a:cubicBezTo>
                <a:cubicBezTo>
                  <a:pt x="284097" y="62588"/>
                  <a:pt x="285351" y="55292"/>
                  <a:pt x="287859" y="48982"/>
                </a:cubicBezTo>
                <a:cubicBezTo>
                  <a:pt x="290366" y="42673"/>
                  <a:pt x="294168" y="37739"/>
                  <a:pt x="299263" y="34182"/>
                </a:cubicBezTo>
                <a:cubicBezTo>
                  <a:pt x="304359" y="30624"/>
                  <a:pt x="310748" y="28846"/>
                  <a:pt x="318431" y="28846"/>
                </a:cubicBezTo>
                <a:cubicBezTo>
                  <a:pt x="328729" y="28846"/>
                  <a:pt x="336786" y="32184"/>
                  <a:pt x="342601" y="38861"/>
                </a:cubicBezTo>
                <a:cubicBezTo>
                  <a:pt x="348417" y="45537"/>
                  <a:pt x="351325" y="55134"/>
                  <a:pt x="351325" y="67652"/>
                </a:cubicBezTo>
                <a:cubicBezTo>
                  <a:pt x="351325" y="68487"/>
                  <a:pt x="351312" y="69474"/>
                  <a:pt x="351285" y="70614"/>
                </a:cubicBezTo>
                <a:cubicBezTo>
                  <a:pt x="351258" y="71754"/>
                  <a:pt x="351192" y="72575"/>
                  <a:pt x="351085" y="73076"/>
                </a:cubicBezTo>
                <a:lnTo>
                  <a:pt x="297543" y="73076"/>
                </a:lnTo>
                <a:cubicBezTo>
                  <a:pt x="297596" y="78426"/>
                  <a:pt x="298370" y="83339"/>
                  <a:pt x="299864" y="87816"/>
                </a:cubicBezTo>
                <a:cubicBezTo>
                  <a:pt x="301358" y="92294"/>
                  <a:pt x="303745" y="95884"/>
                  <a:pt x="307027" y="98588"/>
                </a:cubicBezTo>
                <a:cubicBezTo>
                  <a:pt x="310308" y="101291"/>
                  <a:pt x="314590" y="102642"/>
                  <a:pt x="319872" y="102642"/>
                </a:cubicBezTo>
                <a:cubicBezTo>
                  <a:pt x="325581" y="102642"/>
                  <a:pt x="330023" y="101149"/>
                  <a:pt x="333197" y="98163"/>
                </a:cubicBezTo>
                <a:cubicBezTo>
                  <a:pt x="336372" y="95176"/>
                  <a:pt x="338039" y="90868"/>
                  <a:pt x="338200" y="85237"/>
                </a:cubicBezTo>
                <a:lnTo>
                  <a:pt x="351405" y="85237"/>
                </a:lnTo>
                <a:cubicBezTo>
                  <a:pt x="351245" y="90958"/>
                  <a:pt x="349871" y="95888"/>
                  <a:pt x="347283" y="100026"/>
                </a:cubicBezTo>
                <a:cubicBezTo>
                  <a:pt x="344696" y="104162"/>
                  <a:pt x="341081" y="107356"/>
                  <a:pt x="336439" y="109606"/>
                </a:cubicBezTo>
                <a:cubicBezTo>
                  <a:pt x="331797" y="111854"/>
                  <a:pt x="326275" y="112979"/>
                  <a:pt x="319872" y="112979"/>
                </a:cubicBezTo>
                <a:moveTo>
                  <a:pt x="297623" y="63300"/>
                </a:moveTo>
                <a:lnTo>
                  <a:pt x="338120" y="63300"/>
                </a:lnTo>
                <a:cubicBezTo>
                  <a:pt x="337959" y="55464"/>
                  <a:pt x="336172" y="49472"/>
                  <a:pt x="332757" y="45324"/>
                </a:cubicBezTo>
                <a:cubicBezTo>
                  <a:pt x="329343" y="41176"/>
                  <a:pt x="324567" y="39102"/>
                  <a:pt x="318431" y="39102"/>
                </a:cubicBezTo>
                <a:cubicBezTo>
                  <a:pt x="312189" y="39102"/>
                  <a:pt x="307320" y="41162"/>
                  <a:pt x="303825" y="45282"/>
                </a:cubicBezTo>
                <a:cubicBezTo>
                  <a:pt x="300331" y="49401"/>
                  <a:pt x="298263" y="55408"/>
                  <a:pt x="297623" y="63300"/>
                </a:cubicBezTo>
                <a:close/>
                <a:moveTo>
                  <a:pt x="381321" y="111536"/>
                </a:moveTo>
                <a:lnTo>
                  <a:pt x="352749" y="30288"/>
                </a:lnTo>
                <a:lnTo>
                  <a:pt x="366835" y="30288"/>
                </a:lnTo>
                <a:lnTo>
                  <a:pt x="388684" y="97855"/>
                </a:lnTo>
                <a:lnTo>
                  <a:pt x="410693" y="30288"/>
                </a:lnTo>
                <a:lnTo>
                  <a:pt x="424298" y="30288"/>
                </a:lnTo>
                <a:lnTo>
                  <a:pt x="396047" y="111536"/>
                </a:lnTo>
                <a:lnTo>
                  <a:pt x="381321" y="111536"/>
                </a:lnTo>
                <a:close/>
                <a:moveTo>
                  <a:pt x="460603" y="112979"/>
                </a:moveTo>
                <a:cubicBezTo>
                  <a:pt x="452493" y="112979"/>
                  <a:pt x="445797" y="111131"/>
                  <a:pt x="440515" y="107435"/>
                </a:cubicBezTo>
                <a:cubicBezTo>
                  <a:pt x="435232" y="103737"/>
                  <a:pt x="431297" y="98706"/>
                  <a:pt x="428710" y="92341"/>
                </a:cubicBezTo>
                <a:cubicBezTo>
                  <a:pt x="426122" y="85976"/>
                  <a:pt x="424828" y="78819"/>
                  <a:pt x="424828" y="70870"/>
                </a:cubicBezTo>
                <a:cubicBezTo>
                  <a:pt x="424828" y="62588"/>
                  <a:pt x="426082" y="55292"/>
                  <a:pt x="428590" y="48982"/>
                </a:cubicBezTo>
                <a:cubicBezTo>
                  <a:pt x="431097" y="42673"/>
                  <a:pt x="434899" y="37739"/>
                  <a:pt x="439994" y="34182"/>
                </a:cubicBezTo>
                <a:cubicBezTo>
                  <a:pt x="445090" y="30624"/>
                  <a:pt x="451479" y="28846"/>
                  <a:pt x="459162" y="28846"/>
                </a:cubicBezTo>
                <a:cubicBezTo>
                  <a:pt x="469460" y="28846"/>
                  <a:pt x="477517" y="32184"/>
                  <a:pt x="483332" y="38861"/>
                </a:cubicBezTo>
                <a:cubicBezTo>
                  <a:pt x="489148" y="45537"/>
                  <a:pt x="492056" y="55134"/>
                  <a:pt x="492056" y="67652"/>
                </a:cubicBezTo>
                <a:cubicBezTo>
                  <a:pt x="492056" y="68487"/>
                  <a:pt x="492043" y="69474"/>
                  <a:pt x="492016" y="70614"/>
                </a:cubicBezTo>
                <a:cubicBezTo>
                  <a:pt x="491989" y="71754"/>
                  <a:pt x="491923" y="72575"/>
                  <a:pt x="491816" y="73076"/>
                </a:cubicBezTo>
                <a:lnTo>
                  <a:pt x="438274" y="73076"/>
                </a:lnTo>
                <a:cubicBezTo>
                  <a:pt x="438327" y="78426"/>
                  <a:pt x="439101" y="83339"/>
                  <a:pt x="440595" y="87816"/>
                </a:cubicBezTo>
                <a:cubicBezTo>
                  <a:pt x="442089" y="92294"/>
                  <a:pt x="444476" y="95884"/>
                  <a:pt x="447758" y="98588"/>
                </a:cubicBezTo>
                <a:cubicBezTo>
                  <a:pt x="451039" y="101291"/>
                  <a:pt x="455321" y="102642"/>
                  <a:pt x="460603" y="102642"/>
                </a:cubicBezTo>
                <a:cubicBezTo>
                  <a:pt x="466312" y="102642"/>
                  <a:pt x="470754" y="101149"/>
                  <a:pt x="473928" y="98163"/>
                </a:cubicBezTo>
                <a:cubicBezTo>
                  <a:pt x="477103" y="95176"/>
                  <a:pt x="478770" y="90868"/>
                  <a:pt x="478931" y="85237"/>
                </a:cubicBezTo>
                <a:lnTo>
                  <a:pt x="492136" y="85237"/>
                </a:lnTo>
                <a:cubicBezTo>
                  <a:pt x="491976" y="90958"/>
                  <a:pt x="490602" y="95888"/>
                  <a:pt x="488014" y="100026"/>
                </a:cubicBezTo>
                <a:cubicBezTo>
                  <a:pt x="485427" y="104162"/>
                  <a:pt x="481812" y="107356"/>
                  <a:pt x="477170" y="109606"/>
                </a:cubicBezTo>
                <a:cubicBezTo>
                  <a:pt x="472528" y="111854"/>
                  <a:pt x="467006" y="112979"/>
                  <a:pt x="460603" y="112979"/>
                </a:cubicBezTo>
                <a:moveTo>
                  <a:pt x="438354" y="63300"/>
                </a:moveTo>
                <a:lnTo>
                  <a:pt x="478851" y="63300"/>
                </a:lnTo>
                <a:cubicBezTo>
                  <a:pt x="478690" y="55464"/>
                  <a:pt x="476903" y="49472"/>
                  <a:pt x="473488" y="45324"/>
                </a:cubicBezTo>
                <a:cubicBezTo>
                  <a:pt x="470074" y="41176"/>
                  <a:pt x="465298" y="39102"/>
                  <a:pt x="459162" y="39102"/>
                </a:cubicBezTo>
                <a:cubicBezTo>
                  <a:pt x="452920" y="39102"/>
                  <a:pt x="448051" y="41162"/>
                  <a:pt x="444556" y="45282"/>
                </a:cubicBezTo>
                <a:cubicBezTo>
                  <a:pt x="441062" y="49401"/>
                  <a:pt x="438994" y="55408"/>
                  <a:pt x="438354" y="63300"/>
                </a:cubicBezTo>
                <a:close/>
                <a:moveTo>
                  <a:pt x="530535" y="112979"/>
                </a:moveTo>
                <a:cubicBezTo>
                  <a:pt x="524453" y="112979"/>
                  <a:pt x="519170" y="111410"/>
                  <a:pt x="514689" y="108274"/>
                </a:cubicBezTo>
                <a:cubicBezTo>
                  <a:pt x="510207" y="105136"/>
                  <a:pt x="506739" y="100484"/>
                  <a:pt x="504284" y="94319"/>
                </a:cubicBezTo>
                <a:cubicBezTo>
                  <a:pt x="501830" y="88154"/>
                  <a:pt x="500603" y="80519"/>
                  <a:pt x="500603" y="71413"/>
                </a:cubicBezTo>
                <a:cubicBezTo>
                  <a:pt x="500603" y="62026"/>
                  <a:pt x="501857" y="54182"/>
                  <a:pt x="504364" y="47881"/>
                </a:cubicBezTo>
                <a:cubicBezTo>
                  <a:pt x="506872" y="41577"/>
                  <a:pt x="510447" y="36829"/>
                  <a:pt x="515089" y="33636"/>
                </a:cubicBezTo>
                <a:cubicBezTo>
                  <a:pt x="519731" y="30442"/>
                  <a:pt x="525200" y="28846"/>
                  <a:pt x="531496" y="28846"/>
                </a:cubicBezTo>
                <a:cubicBezTo>
                  <a:pt x="537151" y="28846"/>
                  <a:pt x="541913" y="30048"/>
                  <a:pt x="545781" y="32451"/>
                </a:cubicBezTo>
                <a:cubicBezTo>
                  <a:pt x="549650" y="34855"/>
                  <a:pt x="552784" y="38114"/>
                  <a:pt x="555185" y="42227"/>
                </a:cubicBezTo>
                <a:lnTo>
                  <a:pt x="555185" y="3686"/>
                </a:lnTo>
                <a:lnTo>
                  <a:pt x="568231" y="3686"/>
                </a:lnTo>
                <a:lnTo>
                  <a:pt x="568231" y="111536"/>
                </a:lnTo>
                <a:lnTo>
                  <a:pt x="555906" y="111536"/>
                </a:lnTo>
                <a:lnTo>
                  <a:pt x="555025" y="99758"/>
                </a:lnTo>
                <a:cubicBezTo>
                  <a:pt x="552518" y="103711"/>
                  <a:pt x="549236" y="106902"/>
                  <a:pt x="545181" y="109333"/>
                </a:cubicBezTo>
                <a:cubicBezTo>
                  <a:pt x="541126" y="111763"/>
                  <a:pt x="536244" y="112979"/>
                  <a:pt x="530535" y="112979"/>
                </a:cubicBezTo>
                <a:moveTo>
                  <a:pt x="532856" y="102001"/>
                </a:moveTo>
                <a:cubicBezTo>
                  <a:pt x="538245" y="102001"/>
                  <a:pt x="542740" y="100537"/>
                  <a:pt x="546342" y="97609"/>
                </a:cubicBezTo>
                <a:cubicBezTo>
                  <a:pt x="549943" y="94680"/>
                  <a:pt x="552758" y="91188"/>
                  <a:pt x="554785" y="87133"/>
                </a:cubicBezTo>
                <a:lnTo>
                  <a:pt x="554785" y="55200"/>
                </a:lnTo>
                <a:cubicBezTo>
                  <a:pt x="552811" y="50638"/>
                  <a:pt x="550103" y="46934"/>
                  <a:pt x="546662" y="44090"/>
                </a:cubicBezTo>
                <a:cubicBezTo>
                  <a:pt x="543220" y="41245"/>
                  <a:pt x="538965" y="39823"/>
                  <a:pt x="533897" y="39823"/>
                </a:cubicBezTo>
                <a:cubicBezTo>
                  <a:pt x="527387" y="39823"/>
                  <a:pt x="522505" y="42541"/>
                  <a:pt x="519250" y="47976"/>
                </a:cubicBezTo>
                <a:cubicBezTo>
                  <a:pt x="515996" y="53411"/>
                  <a:pt x="514368" y="61198"/>
                  <a:pt x="514368" y="71335"/>
                </a:cubicBezTo>
                <a:cubicBezTo>
                  <a:pt x="514368" y="81248"/>
                  <a:pt x="515929" y="88837"/>
                  <a:pt x="519050" y="94104"/>
                </a:cubicBezTo>
                <a:cubicBezTo>
                  <a:pt x="522172" y="99369"/>
                  <a:pt x="526774" y="102001"/>
                  <a:pt x="532856" y="102001"/>
                </a:cubicBezTo>
                <a:close/>
                <a:moveTo>
                  <a:pt x="613999" y="111536"/>
                </a:moveTo>
                <a:lnTo>
                  <a:pt x="613999" y="3686"/>
                </a:lnTo>
                <a:lnTo>
                  <a:pt x="648573" y="3686"/>
                </a:lnTo>
                <a:cubicBezTo>
                  <a:pt x="659831" y="3686"/>
                  <a:pt x="669435" y="5809"/>
                  <a:pt x="677385" y="10056"/>
                </a:cubicBezTo>
                <a:cubicBezTo>
                  <a:pt x="685335" y="14303"/>
                  <a:pt x="691404" y="20459"/>
                  <a:pt x="695593" y="28525"/>
                </a:cubicBezTo>
                <a:cubicBezTo>
                  <a:pt x="699781" y="36591"/>
                  <a:pt x="701875" y="46287"/>
                  <a:pt x="701875" y="57611"/>
                </a:cubicBezTo>
                <a:cubicBezTo>
                  <a:pt x="701875" y="68989"/>
                  <a:pt x="699768" y="78711"/>
                  <a:pt x="695553" y="86777"/>
                </a:cubicBezTo>
                <a:cubicBezTo>
                  <a:pt x="691337" y="94843"/>
                  <a:pt x="685268" y="100986"/>
                  <a:pt x="677345" y="105206"/>
                </a:cubicBezTo>
                <a:cubicBezTo>
                  <a:pt x="669422" y="109426"/>
                  <a:pt x="659831" y="111536"/>
                  <a:pt x="648573" y="111536"/>
                </a:cubicBezTo>
                <a:lnTo>
                  <a:pt x="613999" y="111536"/>
                </a:lnTo>
                <a:moveTo>
                  <a:pt x="628405" y="99437"/>
                </a:moveTo>
                <a:lnTo>
                  <a:pt x="645372" y="99437"/>
                </a:lnTo>
                <a:cubicBezTo>
                  <a:pt x="654816" y="99437"/>
                  <a:pt x="662606" y="97928"/>
                  <a:pt x="668741" y="94910"/>
                </a:cubicBezTo>
                <a:cubicBezTo>
                  <a:pt x="674877" y="91892"/>
                  <a:pt x="679466" y="87271"/>
                  <a:pt x="682507" y="81048"/>
                </a:cubicBezTo>
                <a:cubicBezTo>
                  <a:pt x="685548" y="74825"/>
                  <a:pt x="687069" y="66986"/>
                  <a:pt x="687069" y="57531"/>
                </a:cubicBezTo>
                <a:cubicBezTo>
                  <a:pt x="687069" y="48129"/>
                  <a:pt x="685522" y="40344"/>
                  <a:pt x="682427" y="34174"/>
                </a:cubicBezTo>
                <a:cubicBezTo>
                  <a:pt x="679332" y="28004"/>
                  <a:pt x="674704" y="23397"/>
                  <a:pt x="668541" y="20352"/>
                </a:cubicBezTo>
                <a:cubicBezTo>
                  <a:pt x="662379" y="17307"/>
                  <a:pt x="654656" y="15785"/>
                  <a:pt x="645372" y="15785"/>
                </a:cubicBezTo>
                <a:lnTo>
                  <a:pt x="628405" y="15785"/>
                </a:lnTo>
                <a:lnTo>
                  <a:pt x="628405" y="99437"/>
                </a:lnTo>
                <a:close/>
                <a:moveTo>
                  <a:pt x="743484" y="112979"/>
                </a:moveTo>
                <a:cubicBezTo>
                  <a:pt x="736174" y="112979"/>
                  <a:pt x="729932" y="111309"/>
                  <a:pt x="724756" y="107971"/>
                </a:cubicBezTo>
                <a:cubicBezTo>
                  <a:pt x="719581" y="104632"/>
                  <a:pt x="715619" y="99833"/>
                  <a:pt x="712871" y="93573"/>
                </a:cubicBezTo>
                <a:cubicBezTo>
                  <a:pt x="710124" y="87313"/>
                  <a:pt x="708750" y="79843"/>
                  <a:pt x="708750" y="71163"/>
                </a:cubicBezTo>
                <a:cubicBezTo>
                  <a:pt x="708750" y="62370"/>
                  <a:pt x="710124" y="54817"/>
                  <a:pt x="712871" y="48502"/>
                </a:cubicBezTo>
                <a:cubicBezTo>
                  <a:pt x="715619" y="42187"/>
                  <a:pt x="719581" y="37332"/>
                  <a:pt x="724756" y="33939"/>
                </a:cubicBezTo>
                <a:cubicBezTo>
                  <a:pt x="729932" y="30543"/>
                  <a:pt x="736174" y="28846"/>
                  <a:pt x="743484" y="28846"/>
                </a:cubicBezTo>
                <a:cubicBezTo>
                  <a:pt x="750954" y="28846"/>
                  <a:pt x="757356" y="30543"/>
                  <a:pt x="762692" y="33939"/>
                </a:cubicBezTo>
                <a:cubicBezTo>
                  <a:pt x="768028" y="37332"/>
                  <a:pt x="772109" y="42187"/>
                  <a:pt x="774937" y="48502"/>
                </a:cubicBezTo>
                <a:cubicBezTo>
                  <a:pt x="777765" y="54817"/>
                  <a:pt x="779179" y="62370"/>
                  <a:pt x="779179" y="71163"/>
                </a:cubicBezTo>
                <a:cubicBezTo>
                  <a:pt x="779179" y="79843"/>
                  <a:pt x="777765" y="87313"/>
                  <a:pt x="774937" y="93573"/>
                </a:cubicBezTo>
                <a:cubicBezTo>
                  <a:pt x="772109" y="99833"/>
                  <a:pt x="768028" y="104632"/>
                  <a:pt x="762692" y="107971"/>
                </a:cubicBezTo>
                <a:cubicBezTo>
                  <a:pt x="757356" y="111309"/>
                  <a:pt x="750954" y="112979"/>
                  <a:pt x="743484" y="112979"/>
                </a:cubicBezTo>
                <a:moveTo>
                  <a:pt x="743484" y="102402"/>
                </a:moveTo>
                <a:cubicBezTo>
                  <a:pt x="748873" y="102402"/>
                  <a:pt x="753155" y="101047"/>
                  <a:pt x="756329" y="98338"/>
                </a:cubicBezTo>
                <a:cubicBezTo>
                  <a:pt x="759504" y="95629"/>
                  <a:pt x="761798" y="91932"/>
                  <a:pt x="763212" y="87248"/>
                </a:cubicBezTo>
                <a:cubicBezTo>
                  <a:pt x="764626" y="82562"/>
                  <a:pt x="765333" y="77200"/>
                  <a:pt x="765333" y="71160"/>
                </a:cubicBezTo>
                <a:cubicBezTo>
                  <a:pt x="765333" y="65121"/>
                  <a:pt x="764626" y="59730"/>
                  <a:pt x="763212" y="54989"/>
                </a:cubicBezTo>
                <a:cubicBezTo>
                  <a:pt x="761798" y="50247"/>
                  <a:pt x="759504" y="46507"/>
                  <a:pt x="756329" y="43769"/>
                </a:cubicBezTo>
                <a:cubicBezTo>
                  <a:pt x="753155" y="41032"/>
                  <a:pt x="748873" y="39663"/>
                  <a:pt x="743484" y="39663"/>
                </a:cubicBezTo>
                <a:cubicBezTo>
                  <a:pt x="738415" y="39663"/>
                  <a:pt x="734334" y="41032"/>
                  <a:pt x="731239" y="43769"/>
                </a:cubicBezTo>
                <a:cubicBezTo>
                  <a:pt x="728144" y="46507"/>
                  <a:pt x="725917" y="50247"/>
                  <a:pt x="724556" y="54989"/>
                </a:cubicBezTo>
                <a:cubicBezTo>
                  <a:pt x="723196" y="59730"/>
                  <a:pt x="722515" y="65149"/>
                  <a:pt x="722515" y="71245"/>
                </a:cubicBezTo>
                <a:cubicBezTo>
                  <a:pt x="722515" y="77228"/>
                  <a:pt x="723196" y="82562"/>
                  <a:pt x="724556" y="87248"/>
                </a:cubicBezTo>
                <a:cubicBezTo>
                  <a:pt x="725917" y="91932"/>
                  <a:pt x="728144" y="95629"/>
                  <a:pt x="731239" y="98338"/>
                </a:cubicBezTo>
                <a:cubicBezTo>
                  <a:pt x="734334" y="101047"/>
                  <a:pt x="738415" y="102402"/>
                  <a:pt x="743484" y="102402"/>
                </a:cubicBezTo>
                <a:close/>
                <a:moveTo>
                  <a:pt x="822201" y="112979"/>
                </a:moveTo>
                <a:cubicBezTo>
                  <a:pt x="815372" y="112979"/>
                  <a:pt x="809316" y="111420"/>
                  <a:pt x="804034" y="108301"/>
                </a:cubicBezTo>
                <a:cubicBezTo>
                  <a:pt x="798752" y="105181"/>
                  <a:pt x="794617" y="100517"/>
                  <a:pt x="791629" y="94307"/>
                </a:cubicBezTo>
                <a:cubicBezTo>
                  <a:pt x="788641" y="88095"/>
                  <a:pt x="787147" y="80366"/>
                  <a:pt x="787147" y="71120"/>
                </a:cubicBezTo>
                <a:cubicBezTo>
                  <a:pt x="787147" y="61875"/>
                  <a:pt x="788614" y="54106"/>
                  <a:pt x="791549" y="47813"/>
                </a:cubicBezTo>
                <a:cubicBezTo>
                  <a:pt x="794483" y="41518"/>
                  <a:pt x="798578" y="36783"/>
                  <a:pt x="803834" y="33608"/>
                </a:cubicBezTo>
                <a:cubicBezTo>
                  <a:pt x="809089" y="30433"/>
                  <a:pt x="815212" y="28846"/>
                  <a:pt x="822201" y="28846"/>
                </a:cubicBezTo>
                <a:cubicBezTo>
                  <a:pt x="828070" y="28846"/>
                  <a:pt x="833339" y="29878"/>
                  <a:pt x="838008" y="31943"/>
                </a:cubicBezTo>
                <a:cubicBezTo>
                  <a:pt x="842677" y="34006"/>
                  <a:pt x="846411" y="37117"/>
                  <a:pt x="849213" y="41275"/>
                </a:cubicBezTo>
                <a:cubicBezTo>
                  <a:pt x="852014" y="45432"/>
                  <a:pt x="853521" y="50690"/>
                  <a:pt x="853734" y="57050"/>
                </a:cubicBezTo>
                <a:lnTo>
                  <a:pt x="840529" y="57050"/>
                </a:lnTo>
                <a:cubicBezTo>
                  <a:pt x="840155" y="51657"/>
                  <a:pt x="838355" y="47411"/>
                  <a:pt x="835127" y="44313"/>
                </a:cubicBezTo>
                <a:cubicBezTo>
                  <a:pt x="831899" y="41213"/>
                  <a:pt x="827670" y="39663"/>
                  <a:pt x="822441" y="39663"/>
                </a:cubicBezTo>
                <a:cubicBezTo>
                  <a:pt x="815345" y="39663"/>
                  <a:pt x="809983" y="42419"/>
                  <a:pt x="806355" y="47931"/>
                </a:cubicBezTo>
                <a:cubicBezTo>
                  <a:pt x="802727" y="53443"/>
                  <a:pt x="800913" y="61174"/>
                  <a:pt x="800913" y="71125"/>
                </a:cubicBezTo>
                <a:cubicBezTo>
                  <a:pt x="800913" y="77682"/>
                  <a:pt x="801713" y="83278"/>
                  <a:pt x="803314" y="87914"/>
                </a:cubicBezTo>
                <a:cubicBezTo>
                  <a:pt x="804914" y="92550"/>
                  <a:pt x="807315" y="96084"/>
                  <a:pt x="810517" y="98516"/>
                </a:cubicBezTo>
                <a:cubicBezTo>
                  <a:pt x="813718" y="100946"/>
                  <a:pt x="817693" y="102162"/>
                  <a:pt x="822441" y="102162"/>
                </a:cubicBezTo>
                <a:cubicBezTo>
                  <a:pt x="827777" y="102162"/>
                  <a:pt x="832179" y="100584"/>
                  <a:pt x="835647" y="97429"/>
                </a:cubicBezTo>
                <a:cubicBezTo>
                  <a:pt x="839115" y="94274"/>
                  <a:pt x="840929" y="89628"/>
                  <a:pt x="841089" y="83492"/>
                </a:cubicBezTo>
                <a:lnTo>
                  <a:pt x="854215" y="83492"/>
                </a:lnTo>
                <a:cubicBezTo>
                  <a:pt x="854108" y="90026"/>
                  <a:pt x="852627" y="95485"/>
                  <a:pt x="849773" y="99871"/>
                </a:cubicBezTo>
                <a:cubicBezTo>
                  <a:pt x="846918" y="104254"/>
                  <a:pt x="843103" y="107535"/>
                  <a:pt x="838328" y="109714"/>
                </a:cubicBezTo>
                <a:cubicBezTo>
                  <a:pt x="833553" y="111890"/>
                  <a:pt x="828177" y="112979"/>
                  <a:pt x="822201" y="112979"/>
                </a:cubicBezTo>
                <a:close/>
                <a:moveTo>
                  <a:pt x="894695" y="112979"/>
                </a:moveTo>
                <a:cubicBezTo>
                  <a:pt x="890266" y="112979"/>
                  <a:pt x="886091" y="112488"/>
                  <a:pt x="882169" y="111506"/>
                </a:cubicBezTo>
                <a:cubicBezTo>
                  <a:pt x="878248" y="110525"/>
                  <a:pt x="874793" y="108941"/>
                  <a:pt x="871805" y="106754"/>
                </a:cubicBezTo>
                <a:cubicBezTo>
                  <a:pt x="868817" y="104565"/>
                  <a:pt x="866483" y="101733"/>
                  <a:pt x="864802" y="98255"/>
                </a:cubicBezTo>
                <a:cubicBezTo>
                  <a:pt x="863122" y="94778"/>
                  <a:pt x="862281" y="90543"/>
                  <a:pt x="862281" y="85550"/>
                </a:cubicBezTo>
                <a:lnTo>
                  <a:pt x="875167" y="85550"/>
                </a:lnTo>
                <a:cubicBezTo>
                  <a:pt x="875167" y="92016"/>
                  <a:pt x="877061" y="96548"/>
                  <a:pt x="880849" y="99147"/>
                </a:cubicBezTo>
                <a:cubicBezTo>
                  <a:pt x="884637" y="101744"/>
                  <a:pt x="889359" y="103043"/>
                  <a:pt x="895015" y="103043"/>
                </a:cubicBezTo>
                <a:cubicBezTo>
                  <a:pt x="900084" y="103043"/>
                  <a:pt x="904259" y="102009"/>
                  <a:pt x="907540" y="99941"/>
                </a:cubicBezTo>
                <a:cubicBezTo>
                  <a:pt x="910821" y="97872"/>
                  <a:pt x="912462" y="94478"/>
                  <a:pt x="912462" y="89757"/>
                </a:cubicBezTo>
                <a:cubicBezTo>
                  <a:pt x="912462" y="85719"/>
                  <a:pt x="910981" y="82747"/>
                  <a:pt x="908020" y="80840"/>
                </a:cubicBezTo>
                <a:cubicBezTo>
                  <a:pt x="905059" y="78932"/>
                  <a:pt x="899817" y="76997"/>
                  <a:pt x="892294" y="75034"/>
                </a:cubicBezTo>
                <a:cubicBezTo>
                  <a:pt x="886211" y="73520"/>
                  <a:pt x="881116" y="71767"/>
                  <a:pt x="877007" y="69775"/>
                </a:cubicBezTo>
                <a:cubicBezTo>
                  <a:pt x="872899" y="67784"/>
                  <a:pt x="869804" y="65260"/>
                  <a:pt x="867723" y="62203"/>
                </a:cubicBezTo>
                <a:cubicBezTo>
                  <a:pt x="865643" y="59147"/>
                  <a:pt x="864602" y="55291"/>
                  <a:pt x="864602" y="50635"/>
                </a:cubicBezTo>
                <a:cubicBezTo>
                  <a:pt x="864602" y="47046"/>
                  <a:pt x="865336" y="43892"/>
                  <a:pt x="866803" y="41173"/>
                </a:cubicBezTo>
                <a:cubicBezTo>
                  <a:pt x="868270" y="38452"/>
                  <a:pt x="870325" y="36180"/>
                  <a:pt x="872966" y="34357"/>
                </a:cubicBezTo>
                <a:cubicBezTo>
                  <a:pt x="875607" y="32534"/>
                  <a:pt x="878701" y="31160"/>
                  <a:pt x="882249" y="30235"/>
                </a:cubicBezTo>
                <a:cubicBezTo>
                  <a:pt x="885798" y="29309"/>
                  <a:pt x="889653" y="28846"/>
                  <a:pt x="893814" y="28846"/>
                </a:cubicBezTo>
                <a:cubicBezTo>
                  <a:pt x="897923" y="28846"/>
                  <a:pt x="901778" y="29351"/>
                  <a:pt x="905379" y="30361"/>
                </a:cubicBezTo>
                <a:cubicBezTo>
                  <a:pt x="908981" y="31370"/>
                  <a:pt x="912169" y="32927"/>
                  <a:pt x="914943" y="35030"/>
                </a:cubicBezTo>
                <a:cubicBezTo>
                  <a:pt x="917718" y="37134"/>
                  <a:pt x="919892" y="39854"/>
                  <a:pt x="921466" y="43191"/>
                </a:cubicBezTo>
                <a:cubicBezTo>
                  <a:pt x="923040" y="46528"/>
                  <a:pt x="923827" y="50496"/>
                  <a:pt x="923827" y="55095"/>
                </a:cubicBezTo>
                <a:lnTo>
                  <a:pt x="910861" y="55095"/>
                </a:lnTo>
                <a:cubicBezTo>
                  <a:pt x="910861" y="49247"/>
                  <a:pt x="909221" y="45093"/>
                  <a:pt x="905939" y="42632"/>
                </a:cubicBezTo>
                <a:cubicBezTo>
                  <a:pt x="902658" y="40172"/>
                  <a:pt x="898616" y="38942"/>
                  <a:pt x="893814" y="38942"/>
                </a:cubicBezTo>
                <a:cubicBezTo>
                  <a:pt x="889012" y="38942"/>
                  <a:pt x="885117" y="39852"/>
                  <a:pt x="882129" y="41673"/>
                </a:cubicBezTo>
                <a:cubicBezTo>
                  <a:pt x="879142" y="43493"/>
                  <a:pt x="877648" y="46340"/>
                  <a:pt x="877648" y="50214"/>
                </a:cubicBezTo>
                <a:cubicBezTo>
                  <a:pt x="877648" y="52401"/>
                  <a:pt x="878315" y="54253"/>
                  <a:pt x="879648" y="55768"/>
                </a:cubicBezTo>
                <a:cubicBezTo>
                  <a:pt x="880982" y="57282"/>
                  <a:pt x="883223" y="58643"/>
                  <a:pt x="886371" y="59850"/>
                </a:cubicBezTo>
                <a:cubicBezTo>
                  <a:pt x="889519" y="61055"/>
                  <a:pt x="893734" y="62330"/>
                  <a:pt x="899016" y="63676"/>
                </a:cubicBezTo>
                <a:cubicBezTo>
                  <a:pt x="904886" y="65135"/>
                  <a:pt x="909781" y="66874"/>
                  <a:pt x="913703" y="68894"/>
                </a:cubicBezTo>
                <a:cubicBezTo>
                  <a:pt x="917624" y="70912"/>
                  <a:pt x="920585" y="73520"/>
                  <a:pt x="922586" y="76719"/>
                </a:cubicBezTo>
                <a:cubicBezTo>
                  <a:pt x="924587" y="79916"/>
                  <a:pt x="925587" y="84038"/>
                  <a:pt x="925587" y="89086"/>
                </a:cubicBezTo>
                <a:cubicBezTo>
                  <a:pt x="925587" y="93236"/>
                  <a:pt x="924814" y="96826"/>
                  <a:pt x="923266" y="99855"/>
                </a:cubicBezTo>
                <a:cubicBezTo>
                  <a:pt x="921719" y="102884"/>
                  <a:pt x="919545" y="105365"/>
                  <a:pt x="916744" y="107300"/>
                </a:cubicBezTo>
                <a:cubicBezTo>
                  <a:pt x="913943" y="109234"/>
                  <a:pt x="910661" y="110664"/>
                  <a:pt x="906900" y="111589"/>
                </a:cubicBezTo>
                <a:cubicBezTo>
                  <a:pt x="903138" y="112516"/>
                  <a:pt x="899070" y="112979"/>
                  <a:pt x="894695" y="1129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86D31D-F845-40BA-9512-503AE720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841" y="2819661"/>
            <a:ext cx="1243280" cy="214815"/>
          </a:xfrm>
          <a:custGeom xmlns:a="http://schemas.openxmlformats.org/drawingml/2006/main">
            <a:pathLst>
              <a:path w="1243280" h="214815" fill="none">
                <a:moveTo>
                  <a:pt x="0" y="0"/>
                </a:moveTo>
                <a:lnTo>
                  <a:pt x="1243280" y="0"/>
                </a:lnTo>
                <a:lnTo>
                  <a:pt x="1243280" y="214815"/>
                </a:lnTo>
                <a:lnTo>
                  <a:pt x="0" y="21481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820" cap="flat">
            <a:solidFill>
              <a:srgbClr val="000000"/>
            </a:solidFill>
            <a:miter/>
          </a:ln>
        </p:spPr>
      </p:sp>
      <p:sp>
        <p:nvSpPr>
          <p:cNvPr id="59" name="Text Reading">
            <a:extLst xmlns:a="http://schemas.openxmlformats.org/drawingml/2006/main">
              <a:ext uri="{FF2B5EF4-FFF2-40B4-BE49-F238E27FC236}">
                <a16:creationId xmlns:a16="http://schemas.microsoft.com/office/drawing/2014/main" id="{E1128019-23A8-4FA5-9DCE-0B22331A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00" y="2857204"/>
            <a:ext cx="520948" cy="150806"/>
          </a:xfrm>
          <a:custGeom xmlns:a="http://schemas.openxmlformats.org/drawingml/2006/main">
            <a:pathLst>
              <a:path w="520948" h="150806">
                <a:moveTo>
                  <a:pt x="32533" y="60223"/>
                </a:moveTo>
                <a:cubicBezTo>
                  <a:pt x="37124" y="60223"/>
                  <a:pt x="41180" y="59663"/>
                  <a:pt x="44704" y="58543"/>
                </a:cubicBezTo>
                <a:cubicBezTo>
                  <a:pt x="48228" y="57421"/>
                  <a:pt x="51179" y="55834"/>
                  <a:pt x="53555" y="53783"/>
                </a:cubicBezTo>
                <a:cubicBezTo>
                  <a:pt x="55932" y="51731"/>
                  <a:pt x="57722" y="49283"/>
                  <a:pt x="58924" y="46438"/>
                </a:cubicBezTo>
                <a:cubicBezTo>
                  <a:pt x="60127" y="43594"/>
                  <a:pt x="60728" y="40449"/>
                  <a:pt x="60728" y="37004"/>
                </a:cubicBezTo>
                <a:cubicBezTo>
                  <a:pt x="60728" y="30002"/>
                  <a:pt x="58433" y="24724"/>
                  <a:pt x="53842" y="21168"/>
                </a:cubicBezTo>
                <a:cubicBezTo>
                  <a:pt x="49254" y="17613"/>
                  <a:pt x="42370" y="15835"/>
                  <a:pt x="33191" y="15835"/>
                </a:cubicBezTo>
                <a:lnTo>
                  <a:pt x="15817" y="15835"/>
                </a:lnTo>
                <a:lnTo>
                  <a:pt x="15817" y="60223"/>
                </a:lnTo>
                <a:lnTo>
                  <a:pt x="32533" y="60223"/>
                </a:lnTo>
                <a:moveTo>
                  <a:pt x="86788" y="120859"/>
                </a:moveTo>
                <a:lnTo>
                  <a:pt x="72693" y="120859"/>
                </a:lnTo>
                <a:cubicBezTo>
                  <a:pt x="69796" y="120859"/>
                  <a:pt x="67666" y="119738"/>
                  <a:pt x="66300" y="117496"/>
                </a:cubicBezTo>
                <a:lnTo>
                  <a:pt x="35812" y="75484"/>
                </a:lnTo>
                <a:cubicBezTo>
                  <a:pt x="34884" y="74172"/>
                  <a:pt x="33887" y="73229"/>
                  <a:pt x="32821" y="72655"/>
                </a:cubicBezTo>
                <a:cubicBezTo>
                  <a:pt x="31756" y="72081"/>
                  <a:pt x="30103" y="71794"/>
                  <a:pt x="27864" y="71794"/>
                </a:cubicBezTo>
                <a:lnTo>
                  <a:pt x="15817" y="71794"/>
                </a:lnTo>
                <a:lnTo>
                  <a:pt x="15817" y="120859"/>
                </a:lnTo>
                <a:lnTo>
                  <a:pt x="0" y="120859"/>
                </a:lnTo>
                <a:lnTo>
                  <a:pt x="0" y="3280"/>
                </a:lnTo>
                <a:lnTo>
                  <a:pt x="33191" y="3280"/>
                </a:lnTo>
                <a:cubicBezTo>
                  <a:pt x="40621" y="3280"/>
                  <a:pt x="47040" y="4033"/>
                  <a:pt x="52449" y="5539"/>
                </a:cubicBezTo>
                <a:cubicBezTo>
                  <a:pt x="57858" y="7043"/>
                  <a:pt x="62324" y="9217"/>
                  <a:pt x="65847" y="12062"/>
                </a:cubicBezTo>
                <a:cubicBezTo>
                  <a:pt x="69372" y="14906"/>
                  <a:pt x="71981" y="18338"/>
                  <a:pt x="73676" y="22358"/>
                </a:cubicBezTo>
                <a:cubicBezTo>
                  <a:pt x="75370" y="26378"/>
                  <a:pt x="76217" y="30876"/>
                  <a:pt x="76217" y="35854"/>
                </a:cubicBezTo>
                <a:cubicBezTo>
                  <a:pt x="76217" y="40012"/>
                  <a:pt x="75560" y="43897"/>
                  <a:pt x="74248" y="47508"/>
                </a:cubicBezTo>
                <a:cubicBezTo>
                  <a:pt x="72938" y="51117"/>
                  <a:pt x="71039" y="54358"/>
                  <a:pt x="68553" y="57231"/>
                </a:cubicBezTo>
                <a:cubicBezTo>
                  <a:pt x="66067" y="60102"/>
                  <a:pt x="63034" y="62550"/>
                  <a:pt x="59455" y="64575"/>
                </a:cubicBezTo>
                <a:cubicBezTo>
                  <a:pt x="55876" y="66598"/>
                  <a:pt x="51821" y="68129"/>
                  <a:pt x="47287" y="69167"/>
                </a:cubicBezTo>
                <a:cubicBezTo>
                  <a:pt x="49308" y="70315"/>
                  <a:pt x="51056" y="71984"/>
                  <a:pt x="52532" y="74172"/>
                </a:cubicBezTo>
                <a:lnTo>
                  <a:pt x="86788" y="120859"/>
                </a:lnTo>
                <a:close/>
                <a:moveTo>
                  <a:pt x="146746" y="70234"/>
                </a:moveTo>
                <a:cubicBezTo>
                  <a:pt x="146746" y="66843"/>
                  <a:pt x="146267" y="63739"/>
                  <a:pt x="145310" y="60921"/>
                </a:cubicBezTo>
                <a:cubicBezTo>
                  <a:pt x="144355" y="58104"/>
                  <a:pt x="142962" y="55670"/>
                  <a:pt x="141131" y="53620"/>
                </a:cubicBezTo>
                <a:cubicBezTo>
                  <a:pt x="139302" y="51568"/>
                  <a:pt x="137076" y="49982"/>
                  <a:pt x="134453" y="48860"/>
                </a:cubicBezTo>
                <a:cubicBezTo>
                  <a:pt x="131830" y="47738"/>
                  <a:pt x="128852" y="47177"/>
                  <a:pt x="125519" y="47177"/>
                </a:cubicBezTo>
                <a:cubicBezTo>
                  <a:pt x="118526" y="47177"/>
                  <a:pt x="112994" y="49215"/>
                  <a:pt x="108922" y="53292"/>
                </a:cubicBezTo>
                <a:cubicBezTo>
                  <a:pt x="104852" y="57367"/>
                  <a:pt x="102326" y="63014"/>
                  <a:pt x="101344" y="70234"/>
                </a:cubicBezTo>
                <a:lnTo>
                  <a:pt x="146746" y="70234"/>
                </a:lnTo>
                <a:moveTo>
                  <a:pt x="158548" y="109208"/>
                </a:moveTo>
                <a:cubicBezTo>
                  <a:pt x="156744" y="111396"/>
                  <a:pt x="154586" y="113298"/>
                  <a:pt x="152073" y="114912"/>
                </a:cubicBezTo>
                <a:cubicBezTo>
                  <a:pt x="149560" y="116524"/>
                  <a:pt x="146869" y="117851"/>
                  <a:pt x="144000" y="118891"/>
                </a:cubicBezTo>
                <a:cubicBezTo>
                  <a:pt x="141132" y="119929"/>
                  <a:pt x="138168" y="120708"/>
                  <a:pt x="135108" y="121227"/>
                </a:cubicBezTo>
                <a:cubicBezTo>
                  <a:pt x="132049" y="121748"/>
                  <a:pt x="129017" y="122008"/>
                  <a:pt x="126012" y="122008"/>
                </a:cubicBezTo>
                <a:cubicBezTo>
                  <a:pt x="120275" y="122008"/>
                  <a:pt x="114988" y="121037"/>
                  <a:pt x="110153" y="119096"/>
                </a:cubicBezTo>
                <a:cubicBezTo>
                  <a:pt x="105318" y="117153"/>
                  <a:pt x="101138" y="114308"/>
                  <a:pt x="97613" y="110562"/>
                </a:cubicBezTo>
                <a:cubicBezTo>
                  <a:pt x="94090" y="106815"/>
                  <a:pt x="91344" y="102179"/>
                  <a:pt x="89377" y="96655"/>
                </a:cubicBezTo>
                <a:cubicBezTo>
                  <a:pt x="87411" y="91130"/>
                  <a:pt x="86428" y="84784"/>
                  <a:pt x="86428" y="77618"/>
                </a:cubicBezTo>
                <a:cubicBezTo>
                  <a:pt x="86428" y="71820"/>
                  <a:pt x="87316" y="66406"/>
                  <a:pt x="89092" y="61375"/>
                </a:cubicBezTo>
                <a:cubicBezTo>
                  <a:pt x="90867" y="56342"/>
                  <a:pt x="93421" y="51979"/>
                  <a:pt x="96752" y="48286"/>
                </a:cubicBezTo>
                <a:cubicBezTo>
                  <a:pt x="100085" y="44594"/>
                  <a:pt x="104156" y="41695"/>
                  <a:pt x="108965" y="39590"/>
                </a:cubicBezTo>
                <a:cubicBezTo>
                  <a:pt x="113774" y="37483"/>
                  <a:pt x="119183" y="36430"/>
                  <a:pt x="125192" y="36430"/>
                </a:cubicBezTo>
                <a:cubicBezTo>
                  <a:pt x="130164" y="36430"/>
                  <a:pt x="134767" y="37265"/>
                  <a:pt x="139000" y="38934"/>
                </a:cubicBezTo>
                <a:cubicBezTo>
                  <a:pt x="143235" y="40602"/>
                  <a:pt x="146896" y="43008"/>
                  <a:pt x="149982" y="46153"/>
                </a:cubicBezTo>
                <a:cubicBezTo>
                  <a:pt x="153070" y="49298"/>
                  <a:pt x="155488" y="53182"/>
                  <a:pt x="157235" y="57804"/>
                </a:cubicBezTo>
                <a:cubicBezTo>
                  <a:pt x="158984" y="62426"/>
                  <a:pt x="159859" y="67691"/>
                  <a:pt x="159859" y="73599"/>
                </a:cubicBezTo>
                <a:cubicBezTo>
                  <a:pt x="159859" y="75896"/>
                  <a:pt x="159613" y="77428"/>
                  <a:pt x="159121" y="78194"/>
                </a:cubicBezTo>
                <a:cubicBezTo>
                  <a:pt x="158629" y="78958"/>
                  <a:pt x="157700" y="79341"/>
                  <a:pt x="156335" y="79341"/>
                </a:cubicBezTo>
                <a:lnTo>
                  <a:pt x="100852" y="79341"/>
                </a:lnTo>
                <a:cubicBezTo>
                  <a:pt x="101015" y="84592"/>
                  <a:pt x="101739" y="89160"/>
                  <a:pt x="103023" y="93045"/>
                </a:cubicBezTo>
                <a:cubicBezTo>
                  <a:pt x="104306" y="96928"/>
                  <a:pt x="106095" y="100168"/>
                  <a:pt x="108390" y="102768"/>
                </a:cubicBezTo>
                <a:cubicBezTo>
                  <a:pt x="110686" y="105365"/>
                  <a:pt x="113418" y="107306"/>
                  <a:pt x="116586" y="108592"/>
                </a:cubicBezTo>
                <a:cubicBezTo>
                  <a:pt x="119755" y="109877"/>
                  <a:pt x="123307" y="110520"/>
                  <a:pt x="127240" y="110520"/>
                </a:cubicBezTo>
                <a:cubicBezTo>
                  <a:pt x="130902" y="110520"/>
                  <a:pt x="134057" y="110096"/>
                  <a:pt x="136706" y="109248"/>
                </a:cubicBezTo>
                <a:cubicBezTo>
                  <a:pt x="139356" y="108400"/>
                  <a:pt x="141637" y="107484"/>
                  <a:pt x="143549" y="106501"/>
                </a:cubicBezTo>
                <a:cubicBezTo>
                  <a:pt x="145462" y="105516"/>
                  <a:pt x="147060" y="104600"/>
                  <a:pt x="148344" y="103752"/>
                </a:cubicBezTo>
                <a:cubicBezTo>
                  <a:pt x="149628" y="102904"/>
                  <a:pt x="150734" y="102480"/>
                  <a:pt x="151663" y="102480"/>
                </a:cubicBezTo>
                <a:cubicBezTo>
                  <a:pt x="152865" y="102480"/>
                  <a:pt x="153794" y="102945"/>
                  <a:pt x="154449" y="103874"/>
                </a:cubicBezTo>
                <a:lnTo>
                  <a:pt x="158548" y="109208"/>
                </a:lnTo>
                <a:close/>
                <a:moveTo>
                  <a:pt x="217357" y="83445"/>
                </a:moveTo>
                <a:cubicBezTo>
                  <a:pt x="210636" y="83663"/>
                  <a:pt x="204913" y="84197"/>
                  <a:pt x="200188" y="85045"/>
                </a:cubicBezTo>
                <a:cubicBezTo>
                  <a:pt x="195462" y="85893"/>
                  <a:pt x="191611" y="87000"/>
                  <a:pt x="188633" y="88367"/>
                </a:cubicBezTo>
                <a:cubicBezTo>
                  <a:pt x="185655" y="89734"/>
                  <a:pt x="183497" y="91348"/>
                  <a:pt x="182158" y="93207"/>
                </a:cubicBezTo>
                <a:cubicBezTo>
                  <a:pt x="180819" y="95067"/>
                  <a:pt x="180149" y="97146"/>
                  <a:pt x="180149" y="99445"/>
                </a:cubicBezTo>
                <a:cubicBezTo>
                  <a:pt x="180149" y="101632"/>
                  <a:pt x="180505" y="103519"/>
                  <a:pt x="181215" y="105106"/>
                </a:cubicBezTo>
                <a:cubicBezTo>
                  <a:pt x="181925" y="106692"/>
                  <a:pt x="182895" y="107991"/>
                  <a:pt x="184124" y="109002"/>
                </a:cubicBezTo>
                <a:cubicBezTo>
                  <a:pt x="185354" y="110014"/>
                  <a:pt x="186802" y="110753"/>
                  <a:pt x="188468" y="111218"/>
                </a:cubicBezTo>
                <a:cubicBezTo>
                  <a:pt x="190135" y="111683"/>
                  <a:pt x="191925" y="111915"/>
                  <a:pt x="193838" y="111915"/>
                </a:cubicBezTo>
                <a:cubicBezTo>
                  <a:pt x="196405" y="111915"/>
                  <a:pt x="198755" y="111655"/>
                  <a:pt x="200885" y="111136"/>
                </a:cubicBezTo>
                <a:cubicBezTo>
                  <a:pt x="203016" y="110617"/>
                  <a:pt x="205024" y="109865"/>
                  <a:pt x="206908" y="108880"/>
                </a:cubicBezTo>
                <a:cubicBezTo>
                  <a:pt x="208792" y="107895"/>
                  <a:pt x="210595" y="106719"/>
                  <a:pt x="212315" y="105352"/>
                </a:cubicBezTo>
                <a:cubicBezTo>
                  <a:pt x="214038" y="103985"/>
                  <a:pt x="215718" y="102425"/>
                  <a:pt x="217357" y="100674"/>
                </a:cubicBezTo>
                <a:lnTo>
                  <a:pt x="217357" y="83445"/>
                </a:lnTo>
                <a:moveTo>
                  <a:pt x="170233" y="49476"/>
                </a:moveTo>
                <a:cubicBezTo>
                  <a:pt x="174823" y="45045"/>
                  <a:pt x="179768" y="41736"/>
                  <a:pt x="185066" y="39548"/>
                </a:cubicBezTo>
                <a:cubicBezTo>
                  <a:pt x="190367" y="37359"/>
                  <a:pt x="196240" y="36265"/>
                  <a:pt x="202686" y="36265"/>
                </a:cubicBezTo>
                <a:cubicBezTo>
                  <a:pt x="207331" y="36265"/>
                  <a:pt x="211457" y="37031"/>
                  <a:pt x="215061" y="38564"/>
                </a:cubicBezTo>
                <a:cubicBezTo>
                  <a:pt x="218668" y="40094"/>
                  <a:pt x="221700" y="42228"/>
                  <a:pt x="224158" y="44964"/>
                </a:cubicBezTo>
                <a:cubicBezTo>
                  <a:pt x="226617" y="47698"/>
                  <a:pt x="228475" y="51007"/>
                  <a:pt x="229732" y="54892"/>
                </a:cubicBezTo>
                <a:cubicBezTo>
                  <a:pt x="230990" y="58775"/>
                  <a:pt x="231618" y="63041"/>
                  <a:pt x="231618" y="67690"/>
                </a:cubicBezTo>
                <a:lnTo>
                  <a:pt x="231618" y="120859"/>
                </a:lnTo>
                <a:lnTo>
                  <a:pt x="225143" y="120859"/>
                </a:lnTo>
                <a:cubicBezTo>
                  <a:pt x="223722" y="120859"/>
                  <a:pt x="222630" y="120627"/>
                  <a:pt x="221864" y="120163"/>
                </a:cubicBezTo>
                <a:cubicBezTo>
                  <a:pt x="221099" y="119697"/>
                  <a:pt x="220498" y="118780"/>
                  <a:pt x="220061" y="117413"/>
                </a:cubicBezTo>
                <a:lnTo>
                  <a:pt x="218423" y="109536"/>
                </a:lnTo>
                <a:cubicBezTo>
                  <a:pt x="216237" y="111559"/>
                  <a:pt x="214106" y="113350"/>
                  <a:pt x="212030" y="114909"/>
                </a:cubicBezTo>
                <a:cubicBezTo>
                  <a:pt x="209954" y="116468"/>
                  <a:pt x="207768" y="117781"/>
                  <a:pt x="205472" y="118848"/>
                </a:cubicBezTo>
                <a:cubicBezTo>
                  <a:pt x="203178" y="119915"/>
                  <a:pt x="200733" y="120735"/>
                  <a:pt x="198137" y="121309"/>
                </a:cubicBezTo>
                <a:cubicBezTo>
                  <a:pt x="195542" y="121884"/>
                  <a:pt x="192661" y="122171"/>
                  <a:pt x="189493" y="122171"/>
                </a:cubicBezTo>
                <a:cubicBezTo>
                  <a:pt x="186269" y="122171"/>
                  <a:pt x="183236" y="121720"/>
                  <a:pt x="180395" y="120819"/>
                </a:cubicBezTo>
                <a:cubicBezTo>
                  <a:pt x="177555" y="119916"/>
                  <a:pt x="175083" y="118562"/>
                  <a:pt x="172979" y="116757"/>
                </a:cubicBezTo>
                <a:cubicBezTo>
                  <a:pt x="170875" y="114951"/>
                  <a:pt x="169208" y="112667"/>
                  <a:pt x="167979" y="109906"/>
                </a:cubicBezTo>
                <a:cubicBezTo>
                  <a:pt x="166751" y="107144"/>
                  <a:pt x="166136" y="103875"/>
                  <a:pt x="166136" y="100101"/>
                </a:cubicBezTo>
                <a:cubicBezTo>
                  <a:pt x="166136" y="96819"/>
                  <a:pt x="167037" y="93660"/>
                  <a:pt x="168840" y="90623"/>
                </a:cubicBezTo>
                <a:cubicBezTo>
                  <a:pt x="170644" y="87587"/>
                  <a:pt x="173567" y="84893"/>
                  <a:pt x="177608" y="82541"/>
                </a:cubicBezTo>
                <a:cubicBezTo>
                  <a:pt x="181652" y="80189"/>
                  <a:pt x="186924" y="78260"/>
                  <a:pt x="193425" y="76756"/>
                </a:cubicBezTo>
                <a:cubicBezTo>
                  <a:pt x="199928" y="75252"/>
                  <a:pt x="207905" y="74391"/>
                  <a:pt x="217357" y="74172"/>
                </a:cubicBezTo>
                <a:lnTo>
                  <a:pt x="217357" y="67690"/>
                </a:lnTo>
                <a:cubicBezTo>
                  <a:pt x="217357" y="61236"/>
                  <a:pt x="215964" y="56355"/>
                  <a:pt x="213178" y="53046"/>
                </a:cubicBezTo>
                <a:cubicBezTo>
                  <a:pt x="210392" y="49736"/>
                  <a:pt x="206321" y="48081"/>
                  <a:pt x="200966" y="48081"/>
                </a:cubicBezTo>
                <a:cubicBezTo>
                  <a:pt x="197361" y="48081"/>
                  <a:pt x="194342" y="48533"/>
                  <a:pt x="191909" y="49436"/>
                </a:cubicBezTo>
                <a:cubicBezTo>
                  <a:pt x="189478" y="50337"/>
                  <a:pt x="187375" y="51349"/>
                  <a:pt x="185599" y="52471"/>
                </a:cubicBezTo>
                <a:cubicBezTo>
                  <a:pt x="183823" y="53592"/>
                  <a:pt x="182294" y="54605"/>
                  <a:pt x="181010" y="55508"/>
                </a:cubicBezTo>
                <a:cubicBezTo>
                  <a:pt x="179726" y="56409"/>
                  <a:pt x="178456" y="56860"/>
                  <a:pt x="177201" y="56860"/>
                </a:cubicBezTo>
                <a:cubicBezTo>
                  <a:pt x="176217" y="56860"/>
                  <a:pt x="175370" y="56600"/>
                  <a:pt x="174660" y="56081"/>
                </a:cubicBezTo>
                <a:cubicBezTo>
                  <a:pt x="173949" y="55560"/>
                  <a:pt x="173348" y="54918"/>
                  <a:pt x="172856" y="54153"/>
                </a:cubicBezTo>
                <a:lnTo>
                  <a:pt x="170233" y="49476"/>
                </a:lnTo>
                <a:close/>
                <a:moveTo>
                  <a:pt x="302228" y="57516"/>
                </a:moveTo>
                <a:cubicBezTo>
                  <a:pt x="299497" y="53852"/>
                  <a:pt x="296547" y="51295"/>
                  <a:pt x="293377" y="49846"/>
                </a:cubicBezTo>
                <a:cubicBezTo>
                  <a:pt x="290209" y="48396"/>
                  <a:pt x="286658" y="47670"/>
                  <a:pt x="282723" y="47670"/>
                </a:cubicBezTo>
                <a:cubicBezTo>
                  <a:pt x="275019" y="47670"/>
                  <a:pt x="269091" y="50433"/>
                  <a:pt x="264938" y="55959"/>
                </a:cubicBezTo>
                <a:cubicBezTo>
                  <a:pt x="260786" y="61482"/>
                  <a:pt x="258710" y="69359"/>
                  <a:pt x="258710" y="79588"/>
                </a:cubicBezTo>
                <a:cubicBezTo>
                  <a:pt x="258710" y="85004"/>
                  <a:pt x="259175" y="89639"/>
                  <a:pt x="260103" y="93495"/>
                </a:cubicBezTo>
                <a:cubicBezTo>
                  <a:pt x="261032" y="97352"/>
                  <a:pt x="262398" y="100524"/>
                  <a:pt x="264200" y="103013"/>
                </a:cubicBezTo>
                <a:cubicBezTo>
                  <a:pt x="266004" y="105502"/>
                  <a:pt x="268217" y="107321"/>
                  <a:pt x="270840" y="108469"/>
                </a:cubicBezTo>
                <a:cubicBezTo>
                  <a:pt x="273463" y="109618"/>
                  <a:pt x="276441" y="110192"/>
                  <a:pt x="279774" y="110192"/>
                </a:cubicBezTo>
                <a:cubicBezTo>
                  <a:pt x="284581" y="110192"/>
                  <a:pt x="288773" y="109098"/>
                  <a:pt x="292352" y="106912"/>
                </a:cubicBezTo>
                <a:cubicBezTo>
                  <a:pt x="295931" y="104723"/>
                  <a:pt x="299224" y="101632"/>
                  <a:pt x="302228" y="97639"/>
                </a:cubicBezTo>
                <a:lnTo>
                  <a:pt x="302228" y="57516"/>
                </a:lnTo>
                <a:moveTo>
                  <a:pt x="316817" y="0"/>
                </a:moveTo>
                <a:lnTo>
                  <a:pt x="316817" y="120859"/>
                </a:lnTo>
                <a:lnTo>
                  <a:pt x="308128" y="120859"/>
                </a:lnTo>
                <a:cubicBezTo>
                  <a:pt x="306052" y="120859"/>
                  <a:pt x="304742" y="119847"/>
                  <a:pt x="304197" y="117824"/>
                </a:cubicBezTo>
                <a:lnTo>
                  <a:pt x="302884" y="107730"/>
                </a:lnTo>
                <a:cubicBezTo>
                  <a:pt x="299332" y="111997"/>
                  <a:pt x="295289" y="115443"/>
                  <a:pt x="290753" y="118069"/>
                </a:cubicBezTo>
                <a:cubicBezTo>
                  <a:pt x="286220" y="120695"/>
                  <a:pt x="280975" y="122008"/>
                  <a:pt x="275019" y="122008"/>
                </a:cubicBezTo>
                <a:cubicBezTo>
                  <a:pt x="270266" y="122008"/>
                  <a:pt x="265949" y="121092"/>
                  <a:pt x="262069" y="119259"/>
                </a:cubicBezTo>
                <a:cubicBezTo>
                  <a:pt x="258191" y="117426"/>
                  <a:pt x="254886" y="114732"/>
                  <a:pt x="252155" y="111176"/>
                </a:cubicBezTo>
                <a:cubicBezTo>
                  <a:pt x="249424" y="107620"/>
                  <a:pt x="247320" y="103190"/>
                  <a:pt x="245845" y="97885"/>
                </a:cubicBezTo>
                <a:cubicBezTo>
                  <a:pt x="244369" y="92578"/>
                  <a:pt x="243631" y="86479"/>
                  <a:pt x="243631" y="79588"/>
                </a:cubicBezTo>
                <a:cubicBezTo>
                  <a:pt x="243631" y="73462"/>
                  <a:pt x="244451" y="67760"/>
                  <a:pt x="246090" y="62481"/>
                </a:cubicBezTo>
                <a:cubicBezTo>
                  <a:pt x="247729" y="57201"/>
                  <a:pt x="250078" y="52620"/>
                  <a:pt x="253138" y="48737"/>
                </a:cubicBezTo>
                <a:cubicBezTo>
                  <a:pt x="256197" y="44853"/>
                  <a:pt x="259953" y="41803"/>
                  <a:pt x="264405" y="39588"/>
                </a:cubicBezTo>
                <a:cubicBezTo>
                  <a:pt x="268859" y="37372"/>
                  <a:pt x="273872" y="36265"/>
                  <a:pt x="279446" y="36265"/>
                </a:cubicBezTo>
                <a:cubicBezTo>
                  <a:pt x="284527" y="36265"/>
                  <a:pt x="288884" y="37127"/>
                  <a:pt x="292517" y="38851"/>
                </a:cubicBezTo>
                <a:cubicBezTo>
                  <a:pt x="296150" y="40574"/>
                  <a:pt x="299387" y="42967"/>
                  <a:pt x="302228" y="46030"/>
                </a:cubicBezTo>
                <a:lnTo>
                  <a:pt x="302228" y="0"/>
                </a:lnTo>
                <a:lnTo>
                  <a:pt x="316817" y="0"/>
                </a:lnTo>
                <a:close/>
                <a:moveTo>
                  <a:pt x="347353" y="37742"/>
                </a:moveTo>
                <a:lnTo>
                  <a:pt x="347353" y="120859"/>
                </a:lnTo>
                <a:lnTo>
                  <a:pt x="332765" y="120859"/>
                </a:lnTo>
                <a:lnTo>
                  <a:pt x="332765" y="37742"/>
                </a:lnTo>
                <a:lnTo>
                  <a:pt x="347353" y="37742"/>
                </a:lnTo>
                <a:moveTo>
                  <a:pt x="350467" y="11651"/>
                </a:moveTo>
                <a:cubicBezTo>
                  <a:pt x="350467" y="13073"/>
                  <a:pt x="350180" y="14399"/>
                  <a:pt x="349607" y="15630"/>
                </a:cubicBezTo>
                <a:cubicBezTo>
                  <a:pt x="349033" y="16860"/>
                  <a:pt x="348268" y="17954"/>
                  <a:pt x="347311" y="18912"/>
                </a:cubicBezTo>
                <a:cubicBezTo>
                  <a:pt x="346355" y="19869"/>
                  <a:pt x="345236" y="20621"/>
                  <a:pt x="343952" y="21168"/>
                </a:cubicBezTo>
                <a:cubicBezTo>
                  <a:pt x="342668" y="21716"/>
                  <a:pt x="341316" y="21990"/>
                  <a:pt x="339895" y="21990"/>
                </a:cubicBezTo>
                <a:cubicBezTo>
                  <a:pt x="338475" y="21990"/>
                  <a:pt x="337149" y="21716"/>
                  <a:pt x="335919" y="21168"/>
                </a:cubicBezTo>
                <a:cubicBezTo>
                  <a:pt x="334690" y="20621"/>
                  <a:pt x="333611" y="19869"/>
                  <a:pt x="332682" y="18912"/>
                </a:cubicBezTo>
                <a:cubicBezTo>
                  <a:pt x="331754" y="17954"/>
                  <a:pt x="331016" y="16860"/>
                  <a:pt x="330469" y="15630"/>
                </a:cubicBezTo>
                <a:cubicBezTo>
                  <a:pt x="329924" y="14399"/>
                  <a:pt x="329651" y="13073"/>
                  <a:pt x="329651" y="11651"/>
                </a:cubicBezTo>
                <a:cubicBezTo>
                  <a:pt x="329651" y="10229"/>
                  <a:pt x="329924" y="8875"/>
                  <a:pt x="330469" y="7590"/>
                </a:cubicBezTo>
                <a:cubicBezTo>
                  <a:pt x="331016" y="6304"/>
                  <a:pt x="331754" y="5183"/>
                  <a:pt x="332682" y="4227"/>
                </a:cubicBezTo>
                <a:cubicBezTo>
                  <a:pt x="333611" y="3269"/>
                  <a:pt x="334690" y="2516"/>
                  <a:pt x="335919" y="1968"/>
                </a:cubicBezTo>
                <a:cubicBezTo>
                  <a:pt x="337149" y="1421"/>
                  <a:pt x="338475" y="1147"/>
                  <a:pt x="339895" y="1147"/>
                </a:cubicBezTo>
                <a:cubicBezTo>
                  <a:pt x="341316" y="1147"/>
                  <a:pt x="342668" y="1421"/>
                  <a:pt x="343952" y="1968"/>
                </a:cubicBezTo>
                <a:cubicBezTo>
                  <a:pt x="345236" y="2516"/>
                  <a:pt x="346355" y="3269"/>
                  <a:pt x="347311" y="4227"/>
                </a:cubicBezTo>
                <a:cubicBezTo>
                  <a:pt x="348268" y="5183"/>
                  <a:pt x="349033" y="6304"/>
                  <a:pt x="349607" y="7590"/>
                </a:cubicBezTo>
                <a:cubicBezTo>
                  <a:pt x="350180" y="8875"/>
                  <a:pt x="350467" y="10229"/>
                  <a:pt x="350467" y="11651"/>
                </a:cubicBezTo>
                <a:close/>
                <a:moveTo>
                  <a:pt x="380838" y="49804"/>
                </a:moveTo>
                <a:cubicBezTo>
                  <a:pt x="382642" y="47779"/>
                  <a:pt x="384555" y="45946"/>
                  <a:pt x="386575" y="44305"/>
                </a:cubicBezTo>
                <a:cubicBezTo>
                  <a:pt x="388596" y="42664"/>
                  <a:pt x="390741" y="41256"/>
                  <a:pt x="393008" y="40081"/>
                </a:cubicBezTo>
                <a:cubicBezTo>
                  <a:pt x="395276" y="38904"/>
                  <a:pt x="397680" y="38002"/>
                  <a:pt x="400221" y="37374"/>
                </a:cubicBezTo>
                <a:cubicBezTo>
                  <a:pt x="402762" y="36745"/>
                  <a:pt x="405507" y="36430"/>
                  <a:pt x="408457" y="36430"/>
                </a:cubicBezTo>
                <a:cubicBezTo>
                  <a:pt x="412992" y="36430"/>
                  <a:pt x="416994" y="37182"/>
                  <a:pt x="420462" y="38686"/>
                </a:cubicBezTo>
                <a:cubicBezTo>
                  <a:pt x="423932" y="40190"/>
                  <a:pt x="426828" y="42324"/>
                  <a:pt x="429151" y="45086"/>
                </a:cubicBezTo>
                <a:cubicBezTo>
                  <a:pt x="431473" y="47849"/>
                  <a:pt x="433235" y="51173"/>
                  <a:pt x="434435" y="55057"/>
                </a:cubicBezTo>
                <a:cubicBezTo>
                  <a:pt x="435637" y="58940"/>
                  <a:pt x="436239" y="63233"/>
                  <a:pt x="436239" y="67937"/>
                </a:cubicBezTo>
                <a:lnTo>
                  <a:pt x="436239" y="120859"/>
                </a:lnTo>
                <a:lnTo>
                  <a:pt x="421570" y="120859"/>
                </a:lnTo>
                <a:lnTo>
                  <a:pt x="421570" y="67937"/>
                </a:lnTo>
                <a:cubicBezTo>
                  <a:pt x="421570" y="61646"/>
                  <a:pt x="420135" y="56764"/>
                  <a:pt x="417266" y="53292"/>
                </a:cubicBezTo>
                <a:cubicBezTo>
                  <a:pt x="414398" y="49818"/>
                  <a:pt x="410041" y="48081"/>
                  <a:pt x="404195" y="48081"/>
                </a:cubicBezTo>
                <a:cubicBezTo>
                  <a:pt x="399880" y="48081"/>
                  <a:pt x="395851" y="49120"/>
                  <a:pt x="392108" y="51199"/>
                </a:cubicBezTo>
                <a:cubicBezTo>
                  <a:pt x="388365" y="53277"/>
                  <a:pt x="384909" y="56094"/>
                  <a:pt x="381741" y="59649"/>
                </a:cubicBezTo>
                <a:lnTo>
                  <a:pt x="381741" y="120859"/>
                </a:lnTo>
                <a:lnTo>
                  <a:pt x="367070" y="120859"/>
                </a:lnTo>
                <a:lnTo>
                  <a:pt x="367070" y="37742"/>
                </a:lnTo>
                <a:lnTo>
                  <a:pt x="375839" y="37742"/>
                </a:lnTo>
                <a:cubicBezTo>
                  <a:pt x="377916" y="37742"/>
                  <a:pt x="379201" y="38754"/>
                  <a:pt x="379693" y="40777"/>
                </a:cubicBezTo>
                <a:lnTo>
                  <a:pt x="380838" y="49804"/>
                </a:lnTo>
                <a:close/>
                <a:moveTo>
                  <a:pt x="479806" y="80244"/>
                </a:moveTo>
                <a:cubicBezTo>
                  <a:pt x="482757" y="80244"/>
                  <a:pt x="485352" y="79835"/>
                  <a:pt x="487591" y="79015"/>
                </a:cubicBezTo>
                <a:cubicBezTo>
                  <a:pt x="489832" y="78194"/>
                  <a:pt x="491717" y="77044"/>
                  <a:pt x="493246" y="75567"/>
                </a:cubicBezTo>
                <a:cubicBezTo>
                  <a:pt x="494777" y="74090"/>
                  <a:pt x="495924" y="72326"/>
                  <a:pt x="496688" y="70276"/>
                </a:cubicBezTo>
                <a:cubicBezTo>
                  <a:pt x="497453" y="68225"/>
                  <a:pt x="497836" y="65968"/>
                  <a:pt x="497836" y="63505"/>
                </a:cubicBezTo>
                <a:cubicBezTo>
                  <a:pt x="497836" y="58419"/>
                  <a:pt x="496292" y="54372"/>
                  <a:pt x="493206" y="51364"/>
                </a:cubicBezTo>
                <a:cubicBezTo>
                  <a:pt x="490120" y="48354"/>
                  <a:pt x="485653" y="46849"/>
                  <a:pt x="479806" y="46849"/>
                </a:cubicBezTo>
                <a:cubicBezTo>
                  <a:pt x="473905" y="46849"/>
                  <a:pt x="469411" y="48354"/>
                  <a:pt x="466325" y="51364"/>
                </a:cubicBezTo>
                <a:cubicBezTo>
                  <a:pt x="463239" y="54372"/>
                  <a:pt x="461696" y="58419"/>
                  <a:pt x="461696" y="63505"/>
                </a:cubicBezTo>
                <a:cubicBezTo>
                  <a:pt x="461696" y="65968"/>
                  <a:pt x="462092" y="68225"/>
                  <a:pt x="462884" y="70276"/>
                </a:cubicBezTo>
                <a:cubicBezTo>
                  <a:pt x="463676" y="72326"/>
                  <a:pt x="464836" y="74090"/>
                  <a:pt x="466365" y="75567"/>
                </a:cubicBezTo>
                <a:cubicBezTo>
                  <a:pt x="467896" y="77044"/>
                  <a:pt x="469781" y="78194"/>
                  <a:pt x="472020" y="79015"/>
                </a:cubicBezTo>
                <a:cubicBezTo>
                  <a:pt x="474261" y="79835"/>
                  <a:pt x="476856" y="80244"/>
                  <a:pt x="479806" y="80244"/>
                </a:cubicBezTo>
                <a:moveTo>
                  <a:pt x="506114" y="125371"/>
                </a:moveTo>
                <a:cubicBezTo>
                  <a:pt x="506114" y="123348"/>
                  <a:pt x="505540" y="121707"/>
                  <a:pt x="504393" y="120448"/>
                </a:cubicBezTo>
                <a:cubicBezTo>
                  <a:pt x="503246" y="119189"/>
                  <a:pt x="501702" y="118205"/>
                  <a:pt x="499761" y="117496"/>
                </a:cubicBezTo>
                <a:cubicBezTo>
                  <a:pt x="497822" y="116785"/>
                  <a:pt x="495569" y="116279"/>
                  <a:pt x="493001" y="115978"/>
                </a:cubicBezTo>
                <a:cubicBezTo>
                  <a:pt x="490433" y="115676"/>
                  <a:pt x="487715" y="115443"/>
                  <a:pt x="484845" y="115280"/>
                </a:cubicBezTo>
                <a:cubicBezTo>
                  <a:pt x="481977" y="115115"/>
                  <a:pt x="479068" y="114950"/>
                  <a:pt x="476117" y="114787"/>
                </a:cubicBezTo>
                <a:cubicBezTo>
                  <a:pt x="473167" y="114623"/>
                  <a:pt x="470327" y="114349"/>
                  <a:pt x="467596" y="113965"/>
                </a:cubicBezTo>
                <a:cubicBezTo>
                  <a:pt x="464536" y="115388"/>
                  <a:pt x="462036" y="117180"/>
                  <a:pt x="460095" y="119341"/>
                </a:cubicBezTo>
                <a:cubicBezTo>
                  <a:pt x="458156" y="121501"/>
                  <a:pt x="457186" y="124031"/>
                  <a:pt x="457186" y="126931"/>
                </a:cubicBezTo>
                <a:cubicBezTo>
                  <a:pt x="457186" y="128790"/>
                  <a:pt x="457664" y="130527"/>
                  <a:pt x="458619" y="132139"/>
                </a:cubicBezTo>
                <a:cubicBezTo>
                  <a:pt x="459576" y="133753"/>
                  <a:pt x="461039" y="135148"/>
                  <a:pt x="463006" y="136323"/>
                </a:cubicBezTo>
                <a:cubicBezTo>
                  <a:pt x="464974" y="137500"/>
                  <a:pt x="467445" y="138430"/>
                  <a:pt x="470422" y="139113"/>
                </a:cubicBezTo>
                <a:cubicBezTo>
                  <a:pt x="473400" y="139797"/>
                  <a:pt x="476910" y="140139"/>
                  <a:pt x="480954" y="140139"/>
                </a:cubicBezTo>
                <a:cubicBezTo>
                  <a:pt x="484887" y="140139"/>
                  <a:pt x="488411" y="139784"/>
                  <a:pt x="491525" y="139073"/>
                </a:cubicBezTo>
                <a:cubicBezTo>
                  <a:pt x="494640" y="138363"/>
                  <a:pt x="497276" y="137351"/>
                  <a:pt x="499434" y="136038"/>
                </a:cubicBezTo>
                <a:cubicBezTo>
                  <a:pt x="501593" y="134726"/>
                  <a:pt x="503246" y="133167"/>
                  <a:pt x="504393" y="131360"/>
                </a:cubicBezTo>
                <a:cubicBezTo>
                  <a:pt x="505540" y="129556"/>
                  <a:pt x="506114" y="127559"/>
                  <a:pt x="506114" y="125371"/>
                </a:cubicBezTo>
                <a:moveTo>
                  <a:pt x="520948" y="41025"/>
                </a:moveTo>
                <a:lnTo>
                  <a:pt x="520948" y="46438"/>
                </a:lnTo>
                <a:cubicBezTo>
                  <a:pt x="520948" y="48245"/>
                  <a:pt x="519800" y="49394"/>
                  <a:pt x="517506" y="49886"/>
                </a:cubicBezTo>
                <a:lnTo>
                  <a:pt x="508080" y="51116"/>
                </a:lnTo>
                <a:cubicBezTo>
                  <a:pt x="509937" y="54727"/>
                  <a:pt x="510866" y="58720"/>
                  <a:pt x="510866" y="63095"/>
                </a:cubicBezTo>
                <a:cubicBezTo>
                  <a:pt x="510866" y="67143"/>
                  <a:pt x="510087" y="70822"/>
                  <a:pt x="508530" y="74132"/>
                </a:cubicBezTo>
                <a:cubicBezTo>
                  <a:pt x="506974" y="77441"/>
                  <a:pt x="504830" y="80271"/>
                  <a:pt x="502097" y="82623"/>
                </a:cubicBezTo>
                <a:cubicBezTo>
                  <a:pt x="499366" y="84975"/>
                  <a:pt x="496088" y="86781"/>
                  <a:pt x="492263" y="88039"/>
                </a:cubicBezTo>
                <a:cubicBezTo>
                  <a:pt x="488438" y="89296"/>
                  <a:pt x="484286" y="89925"/>
                  <a:pt x="479806" y="89925"/>
                </a:cubicBezTo>
                <a:cubicBezTo>
                  <a:pt x="475927" y="89925"/>
                  <a:pt x="472267" y="89460"/>
                  <a:pt x="468824" y="88530"/>
                </a:cubicBezTo>
                <a:cubicBezTo>
                  <a:pt x="467076" y="89625"/>
                  <a:pt x="465738" y="90788"/>
                  <a:pt x="464809" y="92018"/>
                </a:cubicBezTo>
                <a:cubicBezTo>
                  <a:pt x="463881" y="93248"/>
                  <a:pt x="463416" y="94493"/>
                  <a:pt x="463416" y="95751"/>
                </a:cubicBezTo>
                <a:cubicBezTo>
                  <a:pt x="463416" y="97721"/>
                  <a:pt x="464222" y="99212"/>
                  <a:pt x="465832" y="100224"/>
                </a:cubicBezTo>
                <a:cubicBezTo>
                  <a:pt x="467445" y="101235"/>
                  <a:pt x="469562" y="101960"/>
                  <a:pt x="472185" y="102397"/>
                </a:cubicBezTo>
                <a:cubicBezTo>
                  <a:pt x="474808" y="102834"/>
                  <a:pt x="477799" y="103108"/>
                  <a:pt x="481159" y="103218"/>
                </a:cubicBezTo>
                <a:cubicBezTo>
                  <a:pt x="484518" y="103327"/>
                  <a:pt x="487960" y="103505"/>
                  <a:pt x="491483" y="103752"/>
                </a:cubicBezTo>
                <a:cubicBezTo>
                  <a:pt x="495008" y="103997"/>
                  <a:pt x="498450" y="104421"/>
                  <a:pt x="501810" y="105024"/>
                </a:cubicBezTo>
                <a:cubicBezTo>
                  <a:pt x="505171" y="105625"/>
                  <a:pt x="508163" y="106610"/>
                  <a:pt x="510786" y="107978"/>
                </a:cubicBezTo>
                <a:cubicBezTo>
                  <a:pt x="513409" y="109346"/>
                  <a:pt x="515525" y="111233"/>
                  <a:pt x="517136" y="113640"/>
                </a:cubicBezTo>
                <a:cubicBezTo>
                  <a:pt x="518748" y="116045"/>
                  <a:pt x="519555" y="119163"/>
                  <a:pt x="519555" y="122992"/>
                </a:cubicBezTo>
                <a:cubicBezTo>
                  <a:pt x="519555" y="126548"/>
                  <a:pt x="518667" y="129994"/>
                  <a:pt x="516891" y="133331"/>
                </a:cubicBezTo>
                <a:cubicBezTo>
                  <a:pt x="515115" y="136668"/>
                  <a:pt x="512561" y="139635"/>
                  <a:pt x="509228" y="142233"/>
                </a:cubicBezTo>
                <a:cubicBezTo>
                  <a:pt x="505895" y="144832"/>
                  <a:pt x="501811" y="146910"/>
                  <a:pt x="496975" y="148467"/>
                </a:cubicBezTo>
                <a:cubicBezTo>
                  <a:pt x="492140" y="150027"/>
                  <a:pt x="486690" y="150806"/>
                  <a:pt x="480626" y="150806"/>
                </a:cubicBezTo>
                <a:cubicBezTo>
                  <a:pt x="474562" y="150806"/>
                  <a:pt x="469262" y="150204"/>
                  <a:pt x="464727" y="149001"/>
                </a:cubicBezTo>
                <a:cubicBezTo>
                  <a:pt x="460192" y="147799"/>
                  <a:pt x="456422" y="146185"/>
                  <a:pt x="453417" y="144161"/>
                </a:cubicBezTo>
                <a:cubicBezTo>
                  <a:pt x="450413" y="142137"/>
                  <a:pt x="448159" y="139799"/>
                  <a:pt x="446657" y="137144"/>
                </a:cubicBezTo>
                <a:cubicBezTo>
                  <a:pt x="445155" y="134492"/>
                  <a:pt x="444403" y="131716"/>
                  <a:pt x="444403" y="128816"/>
                </a:cubicBezTo>
                <a:cubicBezTo>
                  <a:pt x="444403" y="124715"/>
                  <a:pt x="445687" y="121242"/>
                  <a:pt x="448255" y="118397"/>
                </a:cubicBezTo>
                <a:cubicBezTo>
                  <a:pt x="450823" y="115553"/>
                  <a:pt x="454347" y="113283"/>
                  <a:pt x="458827" y="111587"/>
                </a:cubicBezTo>
                <a:cubicBezTo>
                  <a:pt x="456368" y="110493"/>
                  <a:pt x="454414" y="109030"/>
                  <a:pt x="452967" y="107197"/>
                </a:cubicBezTo>
                <a:cubicBezTo>
                  <a:pt x="451520" y="105364"/>
                  <a:pt x="450796" y="102889"/>
                  <a:pt x="450796" y="99773"/>
                </a:cubicBezTo>
                <a:cubicBezTo>
                  <a:pt x="450796" y="98569"/>
                  <a:pt x="451014" y="97325"/>
                  <a:pt x="451451" y="96039"/>
                </a:cubicBezTo>
                <a:cubicBezTo>
                  <a:pt x="451888" y="94754"/>
                  <a:pt x="452557" y="93469"/>
                  <a:pt x="453457" y="92183"/>
                </a:cubicBezTo>
                <a:cubicBezTo>
                  <a:pt x="454359" y="90898"/>
                  <a:pt x="455465" y="89681"/>
                  <a:pt x="456776" y="88533"/>
                </a:cubicBezTo>
                <a:cubicBezTo>
                  <a:pt x="458088" y="87382"/>
                  <a:pt x="459619" y="86370"/>
                  <a:pt x="461368" y="85495"/>
                </a:cubicBezTo>
                <a:cubicBezTo>
                  <a:pt x="457270" y="83198"/>
                  <a:pt x="454072" y="80149"/>
                  <a:pt x="451776" y="76348"/>
                </a:cubicBezTo>
                <a:cubicBezTo>
                  <a:pt x="449482" y="72546"/>
                  <a:pt x="448335" y="68128"/>
                  <a:pt x="448335" y="63095"/>
                </a:cubicBezTo>
                <a:cubicBezTo>
                  <a:pt x="448335" y="59047"/>
                  <a:pt x="449114" y="55368"/>
                  <a:pt x="450671" y="52060"/>
                </a:cubicBezTo>
                <a:cubicBezTo>
                  <a:pt x="452228" y="48751"/>
                  <a:pt x="454400" y="45934"/>
                  <a:pt x="457186" y="43609"/>
                </a:cubicBezTo>
                <a:cubicBezTo>
                  <a:pt x="459974" y="41284"/>
                  <a:pt x="463294" y="39492"/>
                  <a:pt x="467145" y="38235"/>
                </a:cubicBezTo>
                <a:cubicBezTo>
                  <a:pt x="470997" y="36977"/>
                  <a:pt x="475217" y="36348"/>
                  <a:pt x="479806" y="36348"/>
                </a:cubicBezTo>
                <a:cubicBezTo>
                  <a:pt x="483412" y="36348"/>
                  <a:pt x="486773" y="36744"/>
                  <a:pt x="489887" y="37537"/>
                </a:cubicBezTo>
                <a:cubicBezTo>
                  <a:pt x="493002" y="38330"/>
                  <a:pt x="495843" y="39492"/>
                  <a:pt x="498411" y="41025"/>
                </a:cubicBezTo>
                <a:lnTo>
                  <a:pt x="520948" y="41025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254B11-E1E2-45E0-9CA6-74193614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229" y="2650721"/>
            <a:ext cx="86507" cy="168940"/>
          </a:xfrm>
          <a:custGeom xmlns:a="http://schemas.openxmlformats.org/drawingml/2006/main">
            <a:pathLst>
              <a:path w="86507" h="168940">
                <a:moveTo>
                  <a:pt x="51363" y="0"/>
                </a:moveTo>
                <a:lnTo>
                  <a:pt x="35143" y="0"/>
                </a:lnTo>
                <a:lnTo>
                  <a:pt x="35143" y="82334"/>
                </a:lnTo>
                <a:lnTo>
                  <a:pt x="0" y="82334"/>
                </a:lnTo>
                <a:lnTo>
                  <a:pt x="43254" y="168940"/>
                </a:lnTo>
                <a:lnTo>
                  <a:pt x="86507" y="82334"/>
                </a:lnTo>
                <a:lnTo>
                  <a:pt x="51363" y="82334"/>
                </a:lnTo>
                <a:lnTo>
                  <a:pt x="5136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8367E0-55B6-4FED-8F1F-CF2F1E59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841" y="2435903"/>
            <a:ext cx="1243280" cy="214815"/>
          </a:xfrm>
          <a:custGeom xmlns:a="http://schemas.openxmlformats.org/drawingml/2006/main">
            <a:pathLst>
              <a:path w="1243280" h="214815" fill="none">
                <a:moveTo>
                  <a:pt x="0" y="0"/>
                </a:moveTo>
                <a:lnTo>
                  <a:pt x="1243280" y="0"/>
                </a:lnTo>
                <a:lnTo>
                  <a:pt x="1243280" y="214815"/>
                </a:lnTo>
                <a:lnTo>
                  <a:pt x="0" y="21481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820" cap="flat">
            <a:solidFill>
              <a:srgbClr val="000000"/>
            </a:solidFill>
            <a:miter/>
          </a:ln>
        </p:spPr>
      </p:sp>
      <p:sp>
        <p:nvSpPr>
          <p:cNvPr id="62" name="Text Selection">
            <a:extLst xmlns:a="http://schemas.openxmlformats.org/drawingml/2006/main">
              <a:ext uri="{FF2B5EF4-FFF2-40B4-BE49-F238E27FC236}">
                <a16:creationId xmlns:a16="http://schemas.microsoft.com/office/drawing/2014/main" id="{4ED4AE22-6315-4707-A5C8-BF99AC5B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3" y="2470381"/>
            <a:ext cx="602671" cy="122171"/>
          </a:xfrm>
          <a:custGeom xmlns:a="http://schemas.openxmlformats.org/drawingml/2006/main">
            <a:pathLst>
              <a:path w="602671" h="122171">
                <a:moveTo>
                  <a:pt x="69659" y="21659"/>
                </a:moveTo>
                <a:cubicBezTo>
                  <a:pt x="69169" y="22481"/>
                  <a:pt x="68636" y="23097"/>
                  <a:pt x="68061" y="23507"/>
                </a:cubicBezTo>
                <a:cubicBezTo>
                  <a:pt x="67487" y="23918"/>
                  <a:pt x="66791" y="24123"/>
                  <a:pt x="65972" y="24123"/>
                </a:cubicBezTo>
                <a:cubicBezTo>
                  <a:pt x="65044" y="24123"/>
                  <a:pt x="63951" y="23658"/>
                  <a:pt x="62693" y="22728"/>
                </a:cubicBezTo>
                <a:cubicBezTo>
                  <a:pt x="61438" y="21797"/>
                  <a:pt x="59867" y="20771"/>
                  <a:pt x="57982" y="19651"/>
                </a:cubicBezTo>
                <a:cubicBezTo>
                  <a:pt x="56097" y="18529"/>
                  <a:pt x="53830" y="17504"/>
                  <a:pt x="51179" y="16574"/>
                </a:cubicBezTo>
                <a:cubicBezTo>
                  <a:pt x="48529" y="15644"/>
                  <a:pt x="45320" y="15179"/>
                  <a:pt x="41550" y="15179"/>
                </a:cubicBezTo>
                <a:cubicBezTo>
                  <a:pt x="37998" y="15179"/>
                  <a:pt x="34870" y="15658"/>
                  <a:pt x="32166" y="16616"/>
                </a:cubicBezTo>
                <a:cubicBezTo>
                  <a:pt x="29461" y="17573"/>
                  <a:pt x="27194" y="18872"/>
                  <a:pt x="25363" y="20512"/>
                </a:cubicBezTo>
                <a:cubicBezTo>
                  <a:pt x="23534" y="22153"/>
                  <a:pt x="22155" y="24081"/>
                  <a:pt x="21226" y="26297"/>
                </a:cubicBezTo>
                <a:cubicBezTo>
                  <a:pt x="20298" y="28512"/>
                  <a:pt x="19833" y="30905"/>
                  <a:pt x="19833" y="33475"/>
                </a:cubicBezTo>
                <a:cubicBezTo>
                  <a:pt x="19833" y="36757"/>
                  <a:pt x="20639" y="39479"/>
                  <a:pt x="22249" y="41641"/>
                </a:cubicBezTo>
                <a:cubicBezTo>
                  <a:pt x="23862" y="43801"/>
                  <a:pt x="25992" y="45647"/>
                  <a:pt x="28642" y="47180"/>
                </a:cubicBezTo>
                <a:cubicBezTo>
                  <a:pt x="31291" y="48710"/>
                  <a:pt x="34296" y="50037"/>
                  <a:pt x="37656" y="51158"/>
                </a:cubicBezTo>
                <a:cubicBezTo>
                  <a:pt x="41017" y="52279"/>
                  <a:pt x="44459" y="53440"/>
                  <a:pt x="47982" y="54644"/>
                </a:cubicBezTo>
                <a:cubicBezTo>
                  <a:pt x="51507" y="55848"/>
                  <a:pt x="54949" y="57201"/>
                  <a:pt x="58309" y="58705"/>
                </a:cubicBezTo>
                <a:cubicBezTo>
                  <a:pt x="61669" y="60209"/>
                  <a:pt x="64673" y="62111"/>
                  <a:pt x="67323" y="64409"/>
                </a:cubicBezTo>
                <a:cubicBezTo>
                  <a:pt x="69974" y="66706"/>
                  <a:pt x="72105" y="69523"/>
                  <a:pt x="73716" y="72860"/>
                </a:cubicBezTo>
                <a:cubicBezTo>
                  <a:pt x="75328" y="76197"/>
                  <a:pt x="76134" y="80300"/>
                  <a:pt x="76134" y="85167"/>
                </a:cubicBezTo>
                <a:cubicBezTo>
                  <a:pt x="76134" y="90309"/>
                  <a:pt x="75260" y="95136"/>
                  <a:pt x="73510" y="99650"/>
                </a:cubicBezTo>
                <a:cubicBezTo>
                  <a:pt x="71763" y="104162"/>
                  <a:pt x="69210" y="108087"/>
                  <a:pt x="65850" y="111424"/>
                </a:cubicBezTo>
                <a:cubicBezTo>
                  <a:pt x="62490" y="114761"/>
                  <a:pt x="58365" y="117387"/>
                  <a:pt x="53475" y="119301"/>
                </a:cubicBezTo>
                <a:cubicBezTo>
                  <a:pt x="48584" y="121214"/>
                  <a:pt x="43025" y="122171"/>
                  <a:pt x="36798" y="122171"/>
                </a:cubicBezTo>
                <a:cubicBezTo>
                  <a:pt x="29148" y="122171"/>
                  <a:pt x="22208" y="120790"/>
                  <a:pt x="15979" y="118029"/>
                </a:cubicBezTo>
                <a:cubicBezTo>
                  <a:pt x="9752" y="115267"/>
                  <a:pt x="4425" y="111533"/>
                  <a:pt x="0" y="106829"/>
                </a:cubicBezTo>
                <a:lnTo>
                  <a:pt x="4589" y="99280"/>
                </a:lnTo>
                <a:cubicBezTo>
                  <a:pt x="5026" y="98679"/>
                  <a:pt x="5559" y="98173"/>
                  <a:pt x="6188" y="97762"/>
                </a:cubicBezTo>
                <a:cubicBezTo>
                  <a:pt x="6816" y="97352"/>
                  <a:pt x="7512" y="97146"/>
                  <a:pt x="8276" y="97146"/>
                </a:cubicBezTo>
                <a:cubicBezTo>
                  <a:pt x="8986" y="97146"/>
                  <a:pt x="9792" y="97433"/>
                  <a:pt x="10694" y="98008"/>
                </a:cubicBezTo>
                <a:cubicBezTo>
                  <a:pt x="11596" y="98582"/>
                  <a:pt x="12621" y="99307"/>
                  <a:pt x="13768" y="100184"/>
                </a:cubicBezTo>
                <a:cubicBezTo>
                  <a:pt x="14915" y="101058"/>
                  <a:pt x="16226" y="102016"/>
                  <a:pt x="17700" y="103056"/>
                </a:cubicBezTo>
                <a:cubicBezTo>
                  <a:pt x="19175" y="104094"/>
                  <a:pt x="20855" y="105051"/>
                  <a:pt x="22739" y="105928"/>
                </a:cubicBezTo>
                <a:cubicBezTo>
                  <a:pt x="24625" y="106802"/>
                  <a:pt x="26770" y="107527"/>
                  <a:pt x="29175" y="108101"/>
                </a:cubicBezTo>
                <a:cubicBezTo>
                  <a:pt x="31579" y="108675"/>
                  <a:pt x="34283" y="108962"/>
                  <a:pt x="37288" y="108962"/>
                </a:cubicBezTo>
                <a:cubicBezTo>
                  <a:pt x="41058" y="108962"/>
                  <a:pt x="44418" y="108442"/>
                  <a:pt x="47367" y="107402"/>
                </a:cubicBezTo>
                <a:cubicBezTo>
                  <a:pt x="50318" y="106362"/>
                  <a:pt x="52819" y="104899"/>
                  <a:pt x="54868" y="103013"/>
                </a:cubicBezTo>
                <a:cubicBezTo>
                  <a:pt x="56917" y="101125"/>
                  <a:pt x="58488" y="98869"/>
                  <a:pt x="59580" y="96245"/>
                </a:cubicBezTo>
                <a:cubicBezTo>
                  <a:pt x="60672" y="93619"/>
                  <a:pt x="61218" y="90692"/>
                  <a:pt x="61218" y="87463"/>
                </a:cubicBezTo>
                <a:cubicBezTo>
                  <a:pt x="61218" y="83909"/>
                  <a:pt x="60412" y="80997"/>
                  <a:pt x="58799" y="78727"/>
                </a:cubicBezTo>
                <a:cubicBezTo>
                  <a:pt x="57189" y="76457"/>
                  <a:pt x="55072" y="74556"/>
                  <a:pt x="52449" y="73026"/>
                </a:cubicBezTo>
                <a:cubicBezTo>
                  <a:pt x="49826" y="71493"/>
                  <a:pt x="46821" y="70194"/>
                  <a:pt x="43433" y="69127"/>
                </a:cubicBezTo>
                <a:cubicBezTo>
                  <a:pt x="40047" y="68060"/>
                  <a:pt x="36605" y="66966"/>
                  <a:pt x="33109" y="65844"/>
                </a:cubicBezTo>
                <a:cubicBezTo>
                  <a:pt x="29612" y="64722"/>
                  <a:pt x="26170" y="63424"/>
                  <a:pt x="22782" y="61948"/>
                </a:cubicBezTo>
                <a:cubicBezTo>
                  <a:pt x="19396" y="60471"/>
                  <a:pt x="16391" y="58556"/>
                  <a:pt x="13768" y="56204"/>
                </a:cubicBezTo>
                <a:cubicBezTo>
                  <a:pt x="11145" y="53852"/>
                  <a:pt x="9028" y="50912"/>
                  <a:pt x="7416" y="47385"/>
                </a:cubicBezTo>
                <a:cubicBezTo>
                  <a:pt x="5805" y="43856"/>
                  <a:pt x="5000" y="39493"/>
                  <a:pt x="5000" y="34297"/>
                </a:cubicBezTo>
                <a:cubicBezTo>
                  <a:pt x="5000" y="30139"/>
                  <a:pt x="5805" y="26118"/>
                  <a:pt x="7416" y="22235"/>
                </a:cubicBezTo>
                <a:cubicBezTo>
                  <a:pt x="9028" y="18351"/>
                  <a:pt x="11377" y="14904"/>
                  <a:pt x="14463" y="11896"/>
                </a:cubicBezTo>
                <a:cubicBezTo>
                  <a:pt x="17551" y="8888"/>
                  <a:pt x="21349" y="6482"/>
                  <a:pt x="25856" y="4677"/>
                </a:cubicBezTo>
                <a:cubicBezTo>
                  <a:pt x="30363" y="2871"/>
                  <a:pt x="35540" y="1968"/>
                  <a:pt x="41387" y="1968"/>
                </a:cubicBezTo>
                <a:cubicBezTo>
                  <a:pt x="47943" y="1968"/>
                  <a:pt x="53912" y="3008"/>
                  <a:pt x="59292" y="5088"/>
                </a:cubicBezTo>
                <a:cubicBezTo>
                  <a:pt x="64674" y="7166"/>
                  <a:pt x="69415" y="10174"/>
                  <a:pt x="73513" y="14112"/>
                </a:cubicBezTo>
                <a:lnTo>
                  <a:pt x="69659" y="21659"/>
                </a:lnTo>
                <a:close/>
                <a:moveTo>
                  <a:pt x="142812" y="70234"/>
                </a:moveTo>
                <a:cubicBezTo>
                  <a:pt x="142812" y="66843"/>
                  <a:pt x="142334" y="63739"/>
                  <a:pt x="141377" y="60921"/>
                </a:cubicBezTo>
                <a:cubicBezTo>
                  <a:pt x="140421" y="58104"/>
                  <a:pt x="139028" y="55670"/>
                  <a:pt x="137197" y="53620"/>
                </a:cubicBezTo>
                <a:cubicBezTo>
                  <a:pt x="135368" y="51568"/>
                  <a:pt x="133142" y="49982"/>
                  <a:pt x="130520" y="48860"/>
                </a:cubicBezTo>
                <a:cubicBezTo>
                  <a:pt x="127897" y="47738"/>
                  <a:pt x="124919" y="47177"/>
                  <a:pt x="121586" y="47177"/>
                </a:cubicBezTo>
                <a:cubicBezTo>
                  <a:pt x="114593" y="47177"/>
                  <a:pt x="109061" y="49215"/>
                  <a:pt x="104989" y="53292"/>
                </a:cubicBezTo>
                <a:cubicBezTo>
                  <a:pt x="100919" y="57367"/>
                  <a:pt x="98393" y="63014"/>
                  <a:pt x="97411" y="70234"/>
                </a:cubicBezTo>
                <a:lnTo>
                  <a:pt x="142812" y="70234"/>
                </a:lnTo>
                <a:moveTo>
                  <a:pt x="154615" y="109208"/>
                </a:moveTo>
                <a:cubicBezTo>
                  <a:pt x="152810" y="111396"/>
                  <a:pt x="150652" y="113298"/>
                  <a:pt x="148139" y="114912"/>
                </a:cubicBezTo>
                <a:cubicBezTo>
                  <a:pt x="145627" y="116524"/>
                  <a:pt x="142936" y="117851"/>
                  <a:pt x="140066" y="118891"/>
                </a:cubicBezTo>
                <a:cubicBezTo>
                  <a:pt x="137198" y="119929"/>
                  <a:pt x="134234" y="120708"/>
                  <a:pt x="131175" y="121227"/>
                </a:cubicBezTo>
                <a:cubicBezTo>
                  <a:pt x="128115" y="121748"/>
                  <a:pt x="125083" y="122008"/>
                  <a:pt x="122079" y="122008"/>
                </a:cubicBezTo>
                <a:cubicBezTo>
                  <a:pt x="116341" y="122008"/>
                  <a:pt x="111055" y="121037"/>
                  <a:pt x="106220" y="119096"/>
                </a:cubicBezTo>
                <a:cubicBezTo>
                  <a:pt x="101384" y="117153"/>
                  <a:pt x="97204" y="114308"/>
                  <a:pt x="93679" y="110562"/>
                </a:cubicBezTo>
                <a:cubicBezTo>
                  <a:pt x="90156" y="106815"/>
                  <a:pt x="87411" y="102179"/>
                  <a:pt x="85443" y="96655"/>
                </a:cubicBezTo>
                <a:cubicBezTo>
                  <a:pt x="83478" y="91130"/>
                  <a:pt x="82495" y="84784"/>
                  <a:pt x="82495" y="77618"/>
                </a:cubicBezTo>
                <a:cubicBezTo>
                  <a:pt x="82495" y="71820"/>
                  <a:pt x="83383" y="66406"/>
                  <a:pt x="85158" y="61375"/>
                </a:cubicBezTo>
                <a:cubicBezTo>
                  <a:pt x="86934" y="56342"/>
                  <a:pt x="89488" y="51979"/>
                  <a:pt x="92819" y="48286"/>
                </a:cubicBezTo>
                <a:cubicBezTo>
                  <a:pt x="96152" y="44594"/>
                  <a:pt x="100223" y="41695"/>
                  <a:pt x="105032" y="39590"/>
                </a:cubicBezTo>
                <a:cubicBezTo>
                  <a:pt x="109840" y="37483"/>
                  <a:pt x="115249" y="36430"/>
                  <a:pt x="121258" y="36430"/>
                </a:cubicBezTo>
                <a:cubicBezTo>
                  <a:pt x="126230" y="36430"/>
                  <a:pt x="130833" y="37265"/>
                  <a:pt x="135066" y="38934"/>
                </a:cubicBezTo>
                <a:cubicBezTo>
                  <a:pt x="139302" y="40602"/>
                  <a:pt x="142962" y="43008"/>
                  <a:pt x="146049" y="46153"/>
                </a:cubicBezTo>
                <a:cubicBezTo>
                  <a:pt x="149136" y="49298"/>
                  <a:pt x="151554" y="53182"/>
                  <a:pt x="153302" y="57804"/>
                </a:cubicBezTo>
                <a:cubicBezTo>
                  <a:pt x="155051" y="62426"/>
                  <a:pt x="155925" y="67691"/>
                  <a:pt x="155925" y="73599"/>
                </a:cubicBezTo>
                <a:cubicBezTo>
                  <a:pt x="155925" y="75896"/>
                  <a:pt x="155679" y="77428"/>
                  <a:pt x="155187" y="78194"/>
                </a:cubicBezTo>
                <a:cubicBezTo>
                  <a:pt x="154695" y="78958"/>
                  <a:pt x="153767" y="79341"/>
                  <a:pt x="152401" y="79341"/>
                </a:cubicBezTo>
                <a:lnTo>
                  <a:pt x="96918" y="79341"/>
                </a:lnTo>
                <a:cubicBezTo>
                  <a:pt x="97082" y="84592"/>
                  <a:pt x="97805" y="89160"/>
                  <a:pt x="99089" y="93045"/>
                </a:cubicBezTo>
                <a:cubicBezTo>
                  <a:pt x="100373" y="96928"/>
                  <a:pt x="102162" y="100168"/>
                  <a:pt x="104456" y="102768"/>
                </a:cubicBezTo>
                <a:cubicBezTo>
                  <a:pt x="106752" y="105365"/>
                  <a:pt x="109484" y="107306"/>
                  <a:pt x="112652" y="108592"/>
                </a:cubicBezTo>
                <a:cubicBezTo>
                  <a:pt x="115822" y="109877"/>
                  <a:pt x="119373" y="110520"/>
                  <a:pt x="123307" y="110520"/>
                </a:cubicBezTo>
                <a:cubicBezTo>
                  <a:pt x="126968" y="110520"/>
                  <a:pt x="130124" y="110096"/>
                  <a:pt x="132773" y="109248"/>
                </a:cubicBezTo>
                <a:cubicBezTo>
                  <a:pt x="135422" y="108400"/>
                  <a:pt x="137703" y="107484"/>
                  <a:pt x="139616" y="106501"/>
                </a:cubicBezTo>
                <a:cubicBezTo>
                  <a:pt x="141528" y="105516"/>
                  <a:pt x="143126" y="104600"/>
                  <a:pt x="144410" y="103752"/>
                </a:cubicBezTo>
                <a:cubicBezTo>
                  <a:pt x="145694" y="102904"/>
                  <a:pt x="146801" y="102480"/>
                  <a:pt x="147729" y="102480"/>
                </a:cubicBezTo>
                <a:cubicBezTo>
                  <a:pt x="148931" y="102480"/>
                  <a:pt x="149860" y="102945"/>
                  <a:pt x="150515" y="103874"/>
                </a:cubicBezTo>
                <a:lnTo>
                  <a:pt x="154615" y="109208"/>
                </a:lnTo>
                <a:close/>
                <a:moveTo>
                  <a:pt x="183430" y="0"/>
                </a:moveTo>
                <a:lnTo>
                  <a:pt x="183430" y="120859"/>
                </a:lnTo>
                <a:lnTo>
                  <a:pt x="168841" y="120859"/>
                </a:lnTo>
                <a:lnTo>
                  <a:pt x="168841" y="0"/>
                </a:lnTo>
                <a:lnTo>
                  <a:pt x="183430" y="0"/>
                </a:lnTo>
                <a:close/>
                <a:moveTo>
                  <a:pt x="259121" y="70234"/>
                </a:moveTo>
                <a:cubicBezTo>
                  <a:pt x="259121" y="66843"/>
                  <a:pt x="258643" y="63739"/>
                  <a:pt x="257686" y="60921"/>
                </a:cubicBezTo>
                <a:cubicBezTo>
                  <a:pt x="256730" y="58104"/>
                  <a:pt x="255337" y="55670"/>
                  <a:pt x="253506" y="53620"/>
                </a:cubicBezTo>
                <a:cubicBezTo>
                  <a:pt x="251677" y="51568"/>
                  <a:pt x="249451" y="49982"/>
                  <a:pt x="246829" y="48860"/>
                </a:cubicBezTo>
                <a:cubicBezTo>
                  <a:pt x="244206" y="47738"/>
                  <a:pt x="241228" y="47177"/>
                  <a:pt x="237895" y="47177"/>
                </a:cubicBezTo>
                <a:cubicBezTo>
                  <a:pt x="230902" y="47177"/>
                  <a:pt x="225370" y="49215"/>
                  <a:pt x="221298" y="53292"/>
                </a:cubicBezTo>
                <a:cubicBezTo>
                  <a:pt x="217228" y="57367"/>
                  <a:pt x="214702" y="63014"/>
                  <a:pt x="213720" y="70234"/>
                </a:cubicBezTo>
                <a:lnTo>
                  <a:pt x="259121" y="70234"/>
                </a:lnTo>
                <a:moveTo>
                  <a:pt x="270924" y="109208"/>
                </a:moveTo>
                <a:cubicBezTo>
                  <a:pt x="269120" y="111396"/>
                  <a:pt x="266961" y="113298"/>
                  <a:pt x="264448" y="114912"/>
                </a:cubicBezTo>
                <a:cubicBezTo>
                  <a:pt x="261936" y="116524"/>
                  <a:pt x="259245" y="117851"/>
                  <a:pt x="256375" y="118891"/>
                </a:cubicBezTo>
                <a:cubicBezTo>
                  <a:pt x="253507" y="119929"/>
                  <a:pt x="250544" y="120708"/>
                  <a:pt x="247484" y="121227"/>
                </a:cubicBezTo>
                <a:cubicBezTo>
                  <a:pt x="244424" y="121748"/>
                  <a:pt x="241392" y="122008"/>
                  <a:pt x="238388" y="122008"/>
                </a:cubicBezTo>
                <a:cubicBezTo>
                  <a:pt x="232650" y="122008"/>
                  <a:pt x="227364" y="121037"/>
                  <a:pt x="222529" y="119096"/>
                </a:cubicBezTo>
                <a:cubicBezTo>
                  <a:pt x="217693" y="117153"/>
                  <a:pt x="213513" y="114308"/>
                  <a:pt x="209988" y="110562"/>
                </a:cubicBezTo>
                <a:cubicBezTo>
                  <a:pt x="206465" y="106815"/>
                  <a:pt x="203720" y="102179"/>
                  <a:pt x="201752" y="96655"/>
                </a:cubicBezTo>
                <a:cubicBezTo>
                  <a:pt x="199787" y="91130"/>
                  <a:pt x="198804" y="84784"/>
                  <a:pt x="198804" y="77618"/>
                </a:cubicBezTo>
                <a:cubicBezTo>
                  <a:pt x="198804" y="71820"/>
                  <a:pt x="199692" y="66406"/>
                  <a:pt x="201467" y="61375"/>
                </a:cubicBezTo>
                <a:cubicBezTo>
                  <a:pt x="203243" y="56342"/>
                  <a:pt x="205797" y="51979"/>
                  <a:pt x="209128" y="48286"/>
                </a:cubicBezTo>
                <a:cubicBezTo>
                  <a:pt x="212461" y="44594"/>
                  <a:pt x="216532" y="41695"/>
                  <a:pt x="221341" y="39590"/>
                </a:cubicBezTo>
                <a:cubicBezTo>
                  <a:pt x="226149" y="37483"/>
                  <a:pt x="231558" y="36430"/>
                  <a:pt x="237567" y="36430"/>
                </a:cubicBezTo>
                <a:cubicBezTo>
                  <a:pt x="242539" y="36430"/>
                  <a:pt x="247142" y="37265"/>
                  <a:pt x="251376" y="38934"/>
                </a:cubicBezTo>
                <a:cubicBezTo>
                  <a:pt x="255611" y="40602"/>
                  <a:pt x="259271" y="43008"/>
                  <a:pt x="262358" y="46153"/>
                </a:cubicBezTo>
                <a:cubicBezTo>
                  <a:pt x="265446" y="49298"/>
                  <a:pt x="267863" y="53182"/>
                  <a:pt x="269611" y="57804"/>
                </a:cubicBezTo>
                <a:cubicBezTo>
                  <a:pt x="271360" y="62426"/>
                  <a:pt x="272234" y="67691"/>
                  <a:pt x="272234" y="73599"/>
                </a:cubicBezTo>
                <a:cubicBezTo>
                  <a:pt x="272234" y="75896"/>
                  <a:pt x="271988" y="77428"/>
                  <a:pt x="271496" y="78194"/>
                </a:cubicBezTo>
                <a:cubicBezTo>
                  <a:pt x="271005" y="78958"/>
                  <a:pt x="270076" y="79341"/>
                  <a:pt x="268710" y="79341"/>
                </a:cubicBezTo>
                <a:lnTo>
                  <a:pt x="213227" y="79341"/>
                </a:lnTo>
                <a:cubicBezTo>
                  <a:pt x="213391" y="84592"/>
                  <a:pt x="214114" y="89160"/>
                  <a:pt x="215398" y="93045"/>
                </a:cubicBezTo>
                <a:cubicBezTo>
                  <a:pt x="216682" y="96928"/>
                  <a:pt x="218471" y="100168"/>
                  <a:pt x="220765" y="102768"/>
                </a:cubicBezTo>
                <a:cubicBezTo>
                  <a:pt x="223061" y="105365"/>
                  <a:pt x="225793" y="107306"/>
                  <a:pt x="228961" y="108592"/>
                </a:cubicBezTo>
                <a:cubicBezTo>
                  <a:pt x="232131" y="109877"/>
                  <a:pt x="235682" y="110520"/>
                  <a:pt x="239616" y="110520"/>
                </a:cubicBezTo>
                <a:cubicBezTo>
                  <a:pt x="243277" y="110520"/>
                  <a:pt x="246433" y="110096"/>
                  <a:pt x="249082" y="109248"/>
                </a:cubicBezTo>
                <a:cubicBezTo>
                  <a:pt x="251732" y="108400"/>
                  <a:pt x="254012" y="107484"/>
                  <a:pt x="255925" y="106501"/>
                </a:cubicBezTo>
                <a:cubicBezTo>
                  <a:pt x="257837" y="105516"/>
                  <a:pt x="259436" y="104600"/>
                  <a:pt x="260719" y="103752"/>
                </a:cubicBezTo>
                <a:cubicBezTo>
                  <a:pt x="262003" y="102904"/>
                  <a:pt x="263110" y="102480"/>
                  <a:pt x="264038" y="102480"/>
                </a:cubicBezTo>
                <a:cubicBezTo>
                  <a:pt x="265240" y="102480"/>
                  <a:pt x="266169" y="102945"/>
                  <a:pt x="266824" y="103874"/>
                </a:cubicBezTo>
                <a:lnTo>
                  <a:pt x="270924" y="109208"/>
                </a:lnTo>
                <a:close/>
                <a:moveTo>
                  <a:pt x="342436" y="52511"/>
                </a:moveTo>
                <a:cubicBezTo>
                  <a:pt x="341999" y="53113"/>
                  <a:pt x="341562" y="53579"/>
                  <a:pt x="341123" y="53908"/>
                </a:cubicBezTo>
                <a:cubicBezTo>
                  <a:pt x="340686" y="54235"/>
                  <a:pt x="340086" y="54399"/>
                  <a:pt x="339322" y="54399"/>
                </a:cubicBezTo>
                <a:cubicBezTo>
                  <a:pt x="338502" y="54399"/>
                  <a:pt x="337600" y="54057"/>
                  <a:pt x="336616" y="53374"/>
                </a:cubicBezTo>
                <a:cubicBezTo>
                  <a:pt x="335633" y="52690"/>
                  <a:pt x="334417" y="51938"/>
                  <a:pt x="332970" y="51118"/>
                </a:cubicBezTo>
                <a:cubicBezTo>
                  <a:pt x="331523" y="50297"/>
                  <a:pt x="329747" y="49544"/>
                  <a:pt x="327643" y="48860"/>
                </a:cubicBezTo>
                <a:cubicBezTo>
                  <a:pt x="325540" y="48175"/>
                  <a:pt x="322959" y="47833"/>
                  <a:pt x="319899" y="47833"/>
                </a:cubicBezTo>
                <a:cubicBezTo>
                  <a:pt x="315801" y="47833"/>
                  <a:pt x="312195" y="48558"/>
                  <a:pt x="309080" y="50009"/>
                </a:cubicBezTo>
                <a:cubicBezTo>
                  <a:pt x="305965" y="51458"/>
                  <a:pt x="303356" y="53551"/>
                  <a:pt x="301252" y="56287"/>
                </a:cubicBezTo>
                <a:cubicBezTo>
                  <a:pt x="299149" y="59021"/>
                  <a:pt x="297565" y="62330"/>
                  <a:pt x="296500" y="66215"/>
                </a:cubicBezTo>
                <a:cubicBezTo>
                  <a:pt x="295434" y="70098"/>
                  <a:pt x="294902" y="74446"/>
                  <a:pt x="294902" y="79260"/>
                </a:cubicBezTo>
                <a:cubicBezTo>
                  <a:pt x="294902" y="84292"/>
                  <a:pt x="295475" y="88763"/>
                  <a:pt x="296622" y="92674"/>
                </a:cubicBezTo>
                <a:cubicBezTo>
                  <a:pt x="297771" y="96585"/>
                  <a:pt x="299397" y="99868"/>
                  <a:pt x="301499" y="102522"/>
                </a:cubicBezTo>
                <a:cubicBezTo>
                  <a:pt x="303603" y="105175"/>
                  <a:pt x="306144" y="107199"/>
                  <a:pt x="309120" y="108594"/>
                </a:cubicBezTo>
                <a:cubicBezTo>
                  <a:pt x="312098" y="109988"/>
                  <a:pt x="315445" y="110685"/>
                  <a:pt x="319162" y="110685"/>
                </a:cubicBezTo>
                <a:cubicBezTo>
                  <a:pt x="322713" y="110685"/>
                  <a:pt x="325636" y="110261"/>
                  <a:pt x="327930" y="109413"/>
                </a:cubicBezTo>
                <a:cubicBezTo>
                  <a:pt x="330225" y="108565"/>
                  <a:pt x="332123" y="107622"/>
                  <a:pt x="333625" y="106584"/>
                </a:cubicBezTo>
                <a:cubicBezTo>
                  <a:pt x="335127" y="105544"/>
                  <a:pt x="336384" y="104600"/>
                  <a:pt x="337394" y="103752"/>
                </a:cubicBezTo>
                <a:cubicBezTo>
                  <a:pt x="338406" y="102904"/>
                  <a:pt x="339404" y="102480"/>
                  <a:pt x="340388" y="102480"/>
                </a:cubicBezTo>
                <a:cubicBezTo>
                  <a:pt x="341588" y="102480"/>
                  <a:pt x="342517" y="102945"/>
                  <a:pt x="343174" y="103874"/>
                </a:cubicBezTo>
                <a:lnTo>
                  <a:pt x="347271" y="109208"/>
                </a:lnTo>
                <a:cubicBezTo>
                  <a:pt x="345468" y="111450"/>
                  <a:pt x="343419" y="113364"/>
                  <a:pt x="341123" y="114952"/>
                </a:cubicBezTo>
                <a:cubicBezTo>
                  <a:pt x="338829" y="116538"/>
                  <a:pt x="336357" y="117864"/>
                  <a:pt x="333708" y="118931"/>
                </a:cubicBezTo>
                <a:cubicBezTo>
                  <a:pt x="331058" y="119997"/>
                  <a:pt x="328285" y="120777"/>
                  <a:pt x="325389" y="121269"/>
                </a:cubicBezTo>
                <a:cubicBezTo>
                  <a:pt x="322493" y="121762"/>
                  <a:pt x="319543" y="122008"/>
                  <a:pt x="316538" y="122008"/>
                </a:cubicBezTo>
                <a:cubicBezTo>
                  <a:pt x="311348" y="122008"/>
                  <a:pt x="306526" y="121051"/>
                  <a:pt x="302072" y="119136"/>
                </a:cubicBezTo>
                <a:cubicBezTo>
                  <a:pt x="297620" y="117221"/>
                  <a:pt x="293755" y="114445"/>
                  <a:pt x="290477" y="110808"/>
                </a:cubicBezTo>
                <a:cubicBezTo>
                  <a:pt x="287199" y="107170"/>
                  <a:pt x="284631" y="102699"/>
                  <a:pt x="282774" y="97394"/>
                </a:cubicBezTo>
                <a:cubicBezTo>
                  <a:pt x="280917" y="92087"/>
                  <a:pt x="279988" y="86043"/>
                  <a:pt x="279988" y="79260"/>
                </a:cubicBezTo>
                <a:cubicBezTo>
                  <a:pt x="279988" y="73079"/>
                  <a:pt x="280848" y="67362"/>
                  <a:pt x="282569" y="62111"/>
                </a:cubicBezTo>
                <a:cubicBezTo>
                  <a:pt x="284290" y="56859"/>
                  <a:pt x="286802" y="52333"/>
                  <a:pt x="290107" y="48532"/>
                </a:cubicBezTo>
                <a:cubicBezTo>
                  <a:pt x="293413" y="44731"/>
                  <a:pt x="297484" y="41764"/>
                  <a:pt x="302320" y="39630"/>
                </a:cubicBezTo>
                <a:cubicBezTo>
                  <a:pt x="307155" y="37497"/>
                  <a:pt x="312714" y="36430"/>
                  <a:pt x="318997" y="36430"/>
                </a:cubicBezTo>
                <a:cubicBezTo>
                  <a:pt x="324842" y="36430"/>
                  <a:pt x="329991" y="37374"/>
                  <a:pt x="334443" y="39262"/>
                </a:cubicBezTo>
                <a:cubicBezTo>
                  <a:pt x="338896" y="41148"/>
                  <a:pt x="342845" y="43814"/>
                  <a:pt x="346288" y="47260"/>
                </a:cubicBezTo>
                <a:lnTo>
                  <a:pt x="342436" y="52511"/>
                </a:lnTo>
                <a:close/>
                <a:moveTo>
                  <a:pt x="383216" y="122171"/>
                </a:moveTo>
                <a:cubicBezTo>
                  <a:pt x="376660" y="122171"/>
                  <a:pt x="371619" y="120339"/>
                  <a:pt x="368094" y="116675"/>
                </a:cubicBezTo>
                <a:cubicBezTo>
                  <a:pt x="364571" y="113009"/>
                  <a:pt x="362810" y="107730"/>
                  <a:pt x="362810" y="100840"/>
                </a:cubicBezTo>
                <a:lnTo>
                  <a:pt x="362810" y="49967"/>
                </a:lnTo>
                <a:lnTo>
                  <a:pt x="352810" y="49967"/>
                </a:lnTo>
                <a:cubicBezTo>
                  <a:pt x="351937" y="49967"/>
                  <a:pt x="351199" y="49707"/>
                  <a:pt x="350597" y="49188"/>
                </a:cubicBezTo>
                <a:cubicBezTo>
                  <a:pt x="349997" y="48669"/>
                  <a:pt x="349697" y="47862"/>
                  <a:pt x="349697" y="46766"/>
                </a:cubicBezTo>
                <a:lnTo>
                  <a:pt x="349697" y="40942"/>
                </a:lnTo>
                <a:lnTo>
                  <a:pt x="363302" y="39220"/>
                </a:lnTo>
                <a:lnTo>
                  <a:pt x="366661" y="13536"/>
                </a:lnTo>
                <a:cubicBezTo>
                  <a:pt x="366825" y="12717"/>
                  <a:pt x="367193" y="12047"/>
                  <a:pt x="367767" y="11528"/>
                </a:cubicBezTo>
                <a:cubicBezTo>
                  <a:pt x="368340" y="11007"/>
                  <a:pt x="369091" y="10747"/>
                  <a:pt x="370020" y="10747"/>
                </a:cubicBezTo>
                <a:lnTo>
                  <a:pt x="377398" y="10747"/>
                </a:lnTo>
                <a:lnTo>
                  <a:pt x="377398" y="39382"/>
                </a:lnTo>
                <a:lnTo>
                  <a:pt x="401411" y="39382"/>
                </a:lnTo>
                <a:lnTo>
                  <a:pt x="401411" y="49967"/>
                </a:lnTo>
                <a:lnTo>
                  <a:pt x="377398" y="49967"/>
                </a:lnTo>
                <a:lnTo>
                  <a:pt x="377398" y="99853"/>
                </a:lnTo>
                <a:cubicBezTo>
                  <a:pt x="377398" y="103355"/>
                  <a:pt x="378244" y="105954"/>
                  <a:pt x="379937" y="107650"/>
                </a:cubicBezTo>
                <a:cubicBezTo>
                  <a:pt x="381631" y="109345"/>
                  <a:pt x="383817" y="110192"/>
                  <a:pt x="386494" y="110192"/>
                </a:cubicBezTo>
                <a:cubicBezTo>
                  <a:pt x="388023" y="110192"/>
                  <a:pt x="389348" y="109987"/>
                  <a:pt x="390469" y="109578"/>
                </a:cubicBezTo>
                <a:cubicBezTo>
                  <a:pt x="391589" y="109168"/>
                  <a:pt x="392559" y="108716"/>
                  <a:pt x="393377" y="108224"/>
                </a:cubicBezTo>
                <a:cubicBezTo>
                  <a:pt x="394198" y="107731"/>
                  <a:pt x="394895" y="107280"/>
                  <a:pt x="395468" y="106869"/>
                </a:cubicBezTo>
                <a:cubicBezTo>
                  <a:pt x="396042" y="106458"/>
                  <a:pt x="396547" y="106253"/>
                  <a:pt x="396984" y="106253"/>
                </a:cubicBezTo>
                <a:cubicBezTo>
                  <a:pt x="397749" y="106253"/>
                  <a:pt x="398432" y="106718"/>
                  <a:pt x="399032" y="107648"/>
                </a:cubicBezTo>
                <a:lnTo>
                  <a:pt x="403294" y="114624"/>
                </a:lnTo>
                <a:cubicBezTo>
                  <a:pt x="400781" y="116976"/>
                  <a:pt x="397749" y="118822"/>
                  <a:pt x="394198" y="120163"/>
                </a:cubicBezTo>
                <a:cubicBezTo>
                  <a:pt x="390646" y="121501"/>
                  <a:pt x="386985" y="122171"/>
                  <a:pt x="383216" y="122171"/>
                </a:cubicBezTo>
                <a:close/>
                <a:moveTo>
                  <a:pt x="427193" y="37742"/>
                </a:moveTo>
                <a:lnTo>
                  <a:pt x="427193" y="120859"/>
                </a:lnTo>
                <a:lnTo>
                  <a:pt x="412605" y="120859"/>
                </a:lnTo>
                <a:lnTo>
                  <a:pt x="412605" y="37742"/>
                </a:lnTo>
                <a:lnTo>
                  <a:pt x="427193" y="37742"/>
                </a:lnTo>
                <a:moveTo>
                  <a:pt x="430307" y="11651"/>
                </a:moveTo>
                <a:cubicBezTo>
                  <a:pt x="430307" y="13073"/>
                  <a:pt x="430020" y="14399"/>
                  <a:pt x="429447" y="15630"/>
                </a:cubicBezTo>
                <a:cubicBezTo>
                  <a:pt x="428873" y="16860"/>
                  <a:pt x="428108" y="17954"/>
                  <a:pt x="427151" y="18912"/>
                </a:cubicBezTo>
                <a:cubicBezTo>
                  <a:pt x="426195" y="19869"/>
                  <a:pt x="425076" y="20621"/>
                  <a:pt x="423792" y="21168"/>
                </a:cubicBezTo>
                <a:cubicBezTo>
                  <a:pt x="422508" y="21716"/>
                  <a:pt x="421156" y="21990"/>
                  <a:pt x="419735" y="21990"/>
                </a:cubicBezTo>
                <a:cubicBezTo>
                  <a:pt x="418314" y="21990"/>
                  <a:pt x="416989" y="21716"/>
                  <a:pt x="415758" y="21168"/>
                </a:cubicBezTo>
                <a:cubicBezTo>
                  <a:pt x="414530" y="20621"/>
                  <a:pt x="413451" y="19869"/>
                  <a:pt x="412522" y="18912"/>
                </a:cubicBezTo>
                <a:cubicBezTo>
                  <a:pt x="411593" y="17954"/>
                  <a:pt x="410856" y="16860"/>
                  <a:pt x="410309" y="15630"/>
                </a:cubicBezTo>
                <a:cubicBezTo>
                  <a:pt x="409763" y="14399"/>
                  <a:pt x="409491" y="13073"/>
                  <a:pt x="409491" y="11651"/>
                </a:cubicBezTo>
                <a:cubicBezTo>
                  <a:pt x="409491" y="10229"/>
                  <a:pt x="409763" y="8875"/>
                  <a:pt x="410309" y="7590"/>
                </a:cubicBezTo>
                <a:cubicBezTo>
                  <a:pt x="410856" y="6304"/>
                  <a:pt x="411593" y="5183"/>
                  <a:pt x="412522" y="4227"/>
                </a:cubicBezTo>
                <a:cubicBezTo>
                  <a:pt x="413451" y="3269"/>
                  <a:pt x="414530" y="2516"/>
                  <a:pt x="415758" y="1968"/>
                </a:cubicBezTo>
                <a:cubicBezTo>
                  <a:pt x="416989" y="1421"/>
                  <a:pt x="418314" y="1147"/>
                  <a:pt x="419735" y="1147"/>
                </a:cubicBezTo>
                <a:cubicBezTo>
                  <a:pt x="421156" y="1147"/>
                  <a:pt x="422508" y="1421"/>
                  <a:pt x="423792" y="1968"/>
                </a:cubicBezTo>
                <a:cubicBezTo>
                  <a:pt x="425076" y="2516"/>
                  <a:pt x="426195" y="3269"/>
                  <a:pt x="427151" y="4227"/>
                </a:cubicBezTo>
                <a:cubicBezTo>
                  <a:pt x="428108" y="5183"/>
                  <a:pt x="428873" y="6304"/>
                  <a:pt x="429447" y="7590"/>
                </a:cubicBezTo>
                <a:cubicBezTo>
                  <a:pt x="430020" y="8875"/>
                  <a:pt x="430307" y="10229"/>
                  <a:pt x="430307" y="11651"/>
                </a:cubicBezTo>
                <a:close/>
                <a:moveTo>
                  <a:pt x="481986" y="36430"/>
                </a:moveTo>
                <a:cubicBezTo>
                  <a:pt x="488050" y="36430"/>
                  <a:pt x="493514" y="37443"/>
                  <a:pt x="498376" y="39467"/>
                </a:cubicBezTo>
                <a:cubicBezTo>
                  <a:pt x="503239" y="41491"/>
                  <a:pt x="507392" y="44362"/>
                  <a:pt x="510833" y="48081"/>
                </a:cubicBezTo>
                <a:cubicBezTo>
                  <a:pt x="514276" y="51800"/>
                  <a:pt x="516912" y="56299"/>
                  <a:pt x="518742" y="61577"/>
                </a:cubicBezTo>
                <a:cubicBezTo>
                  <a:pt x="520572" y="66856"/>
                  <a:pt x="521488" y="72750"/>
                  <a:pt x="521488" y="79260"/>
                </a:cubicBezTo>
                <a:cubicBezTo>
                  <a:pt x="521488" y="85824"/>
                  <a:pt x="520572" y="91732"/>
                  <a:pt x="518742" y="96983"/>
                </a:cubicBezTo>
                <a:cubicBezTo>
                  <a:pt x="516912" y="102233"/>
                  <a:pt x="514276" y="106719"/>
                  <a:pt x="510833" y="110440"/>
                </a:cubicBezTo>
                <a:cubicBezTo>
                  <a:pt x="507392" y="114159"/>
                  <a:pt x="503239" y="117017"/>
                  <a:pt x="498376" y="119013"/>
                </a:cubicBezTo>
                <a:cubicBezTo>
                  <a:pt x="493514" y="121010"/>
                  <a:pt x="488050" y="122008"/>
                  <a:pt x="481986" y="122008"/>
                </a:cubicBezTo>
                <a:cubicBezTo>
                  <a:pt x="475867" y="122008"/>
                  <a:pt x="470362" y="121010"/>
                  <a:pt x="465472" y="119013"/>
                </a:cubicBezTo>
                <a:cubicBezTo>
                  <a:pt x="460583" y="117017"/>
                  <a:pt x="456417" y="114159"/>
                  <a:pt x="452974" y="110440"/>
                </a:cubicBezTo>
                <a:cubicBezTo>
                  <a:pt x="449533" y="106719"/>
                  <a:pt x="446897" y="102233"/>
                  <a:pt x="445066" y="96983"/>
                </a:cubicBezTo>
                <a:cubicBezTo>
                  <a:pt x="443237" y="91732"/>
                  <a:pt x="442322" y="85824"/>
                  <a:pt x="442322" y="79260"/>
                </a:cubicBezTo>
                <a:cubicBezTo>
                  <a:pt x="442322" y="72750"/>
                  <a:pt x="443237" y="66856"/>
                  <a:pt x="445066" y="61577"/>
                </a:cubicBezTo>
                <a:cubicBezTo>
                  <a:pt x="446897" y="56299"/>
                  <a:pt x="449533" y="51800"/>
                  <a:pt x="452974" y="48081"/>
                </a:cubicBezTo>
                <a:cubicBezTo>
                  <a:pt x="456417" y="44362"/>
                  <a:pt x="460583" y="41491"/>
                  <a:pt x="465472" y="39467"/>
                </a:cubicBezTo>
                <a:cubicBezTo>
                  <a:pt x="470362" y="37443"/>
                  <a:pt x="475867" y="36430"/>
                  <a:pt x="481986" y="36430"/>
                </a:cubicBezTo>
                <a:moveTo>
                  <a:pt x="481986" y="110602"/>
                </a:moveTo>
                <a:cubicBezTo>
                  <a:pt x="490181" y="110602"/>
                  <a:pt x="496301" y="107854"/>
                  <a:pt x="500344" y="102357"/>
                </a:cubicBezTo>
                <a:cubicBezTo>
                  <a:pt x="504387" y="96860"/>
                  <a:pt x="506409" y="89188"/>
                  <a:pt x="506409" y="79341"/>
                </a:cubicBezTo>
                <a:cubicBezTo>
                  <a:pt x="506409" y="69440"/>
                  <a:pt x="504387" y="61728"/>
                  <a:pt x="500344" y="56204"/>
                </a:cubicBezTo>
                <a:cubicBezTo>
                  <a:pt x="496301" y="50679"/>
                  <a:pt x="490181" y="47916"/>
                  <a:pt x="481986" y="47916"/>
                </a:cubicBezTo>
                <a:cubicBezTo>
                  <a:pt x="477835" y="47916"/>
                  <a:pt x="474215" y="48627"/>
                  <a:pt x="471127" y="50049"/>
                </a:cubicBezTo>
                <a:cubicBezTo>
                  <a:pt x="468041" y="51471"/>
                  <a:pt x="465473" y="53523"/>
                  <a:pt x="463424" y="56204"/>
                </a:cubicBezTo>
                <a:cubicBezTo>
                  <a:pt x="461374" y="58883"/>
                  <a:pt x="459845" y="62178"/>
                  <a:pt x="458834" y="66090"/>
                </a:cubicBezTo>
                <a:cubicBezTo>
                  <a:pt x="457824" y="70001"/>
                  <a:pt x="457319" y="74418"/>
                  <a:pt x="457319" y="79341"/>
                </a:cubicBezTo>
                <a:cubicBezTo>
                  <a:pt x="457319" y="89188"/>
                  <a:pt x="459354" y="96860"/>
                  <a:pt x="463424" y="102357"/>
                </a:cubicBezTo>
                <a:cubicBezTo>
                  <a:pt x="467494" y="107854"/>
                  <a:pt x="473681" y="110602"/>
                  <a:pt x="481986" y="110602"/>
                </a:cubicBezTo>
                <a:close/>
                <a:moveTo>
                  <a:pt x="547271" y="49804"/>
                </a:moveTo>
                <a:cubicBezTo>
                  <a:pt x="549075" y="47779"/>
                  <a:pt x="550987" y="45946"/>
                  <a:pt x="553008" y="44305"/>
                </a:cubicBezTo>
                <a:cubicBezTo>
                  <a:pt x="555029" y="42664"/>
                  <a:pt x="557173" y="41256"/>
                  <a:pt x="559441" y="40081"/>
                </a:cubicBezTo>
                <a:cubicBezTo>
                  <a:pt x="561708" y="38904"/>
                  <a:pt x="564112" y="38002"/>
                  <a:pt x="566654" y="37374"/>
                </a:cubicBezTo>
                <a:cubicBezTo>
                  <a:pt x="569195" y="36745"/>
                  <a:pt x="571940" y="36430"/>
                  <a:pt x="574889" y="36430"/>
                </a:cubicBezTo>
                <a:cubicBezTo>
                  <a:pt x="579425" y="36430"/>
                  <a:pt x="583426" y="37182"/>
                  <a:pt x="586894" y="38686"/>
                </a:cubicBezTo>
                <a:cubicBezTo>
                  <a:pt x="590364" y="40190"/>
                  <a:pt x="593260" y="42324"/>
                  <a:pt x="595583" y="45086"/>
                </a:cubicBezTo>
                <a:cubicBezTo>
                  <a:pt x="597906" y="47849"/>
                  <a:pt x="599667" y="51173"/>
                  <a:pt x="600868" y="55057"/>
                </a:cubicBezTo>
                <a:cubicBezTo>
                  <a:pt x="602070" y="58940"/>
                  <a:pt x="602671" y="63233"/>
                  <a:pt x="602671" y="67937"/>
                </a:cubicBezTo>
                <a:lnTo>
                  <a:pt x="602671" y="120859"/>
                </a:lnTo>
                <a:lnTo>
                  <a:pt x="588002" y="120859"/>
                </a:lnTo>
                <a:lnTo>
                  <a:pt x="588002" y="67937"/>
                </a:lnTo>
                <a:cubicBezTo>
                  <a:pt x="588002" y="61646"/>
                  <a:pt x="586568" y="56764"/>
                  <a:pt x="583698" y="53292"/>
                </a:cubicBezTo>
                <a:cubicBezTo>
                  <a:pt x="580830" y="49818"/>
                  <a:pt x="576473" y="48081"/>
                  <a:pt x="570628" y="48081"/>
                </a:cubicBezTo>
                <a:cubicBezTo>
                  <a:pt x="566313" y="48081"/>
                  <a:pt x="562283" y="49120"/>
                  <a:pt x="558540" y="51199"/>
                </a:cubicBezTo>
                <a:cubicBezTo>
                  <a:pt x="554797" y="53277"/>
                  <a:pt x="551341" y="56094"/>
                  <a:pt x="548173" y="59649"/>
                </a:cubicBezTo>
                <a:lnTo>
                  <a:pt x="548173" y="120859"/>
                </a:lnTo>
                <a:lnTo>
                  <a:pt x="533502" y="120859"/>
                </a:lnTo>
                <a:lnTo>
                  <a:pt x="533502" y="37742"/>
                </a:lnTo>
                <a:lnTo>
                  <a:pt x="542271" y="37742"/>
                </a:lnTo>
                <a:cubicBezTo>
                  <a:pt x="544348" y="37742"/>
                  <a:pt x="545633" y="38754"/>
                  <a:pt x="546125" y="40777"/>
                </a:cubicBezTo>
                <a:lnTo>
                  <a:pt x="547271" y="49804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154C8E-0CEA-467B-8C57-8163BE1C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3" y="307884"/>
            <a:ext cx="1714321" cy="1615939"/>
          </a:xfrm>
          <a:custGeom xmlns:a="http://schemas.openxmlformats.org/drawingml/2006/main">
            <a:pathLst>
              <a:path w="1714321" h="1615939" fill="none">
                <a:moveTo>
                  <a:pt x="0" y="0"/>
                </a:moveTo>
                <a:lnTo>
                  <a:pt x="1714321" y="0"/>
                </a:lnTo>
                <a:lnTo>
                  <a:pt x="1714321" y="1615939"/>
                </a:lnTo>
                <a:lnTo>
                  <a:pt x="0" y="16159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639" cap="flat">
            <a:solidFill>
              <a:srgbClr val="000000"/>
            </a:solidFill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A9A928-58FE-4F1B-B607-C17F293B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9" y="2069198"/>
            <a:ext cx="1700303" cy="1041550"/>
          </a:xfrm>
          <a:custGeom xmlns:a="http://schemas.openxmlformats.org/drawingml/2006/main">
            <a:pathLst>
              <a:path w="1700303" h="1041550" fill="none">
                <a:moveTo>
                  <a:pt x="0" y="0"/>
                </a:moveTo>
                <a:lnTo>
                  <a:pt x="1700303" y="0"/>
                </a:lnTo>
                <a:lnTo>
                  <a:pt x="1700303" y="1041550"/>
                </a:lnTo>
                <a:lnTo>
                  <a:pt x="0" y="104155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639" cap="flat">
            <a:solidFill>
              <a:srgbClr val="000000"/>
            </a:solidFill>
            <a:miter/>
          </a:ln>
        </p:spPr>
      </p:sp>
      <p:sp>
        <p:nvSpPr>
          <p:cNvPr id="65" name="Text Keyword-basedIR">
            <a:extLst xmlns:a="http://schemas.openxmlformats.org/drawingml/2006/main">
              <a:ext uri="{FF2B5EF4-FFF2-40B4-BE49-F238E27FC236}">
                <a16:creationId xmlns:a16="http://schemas.microsoft.com/office/drawing/2014/main" id="{51929B8C-65E9-442F-902D-0343C9FD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20" y="391926"/>
            <a:ext cx="1256051" cy="136536"/>
          </a:xfrm>
          <a:custGeom xmlns:a="http://schemas.openxmlformats.org/drawingml/2006/main">
            <a:pathLst>
              <a:path w="1256051" h="136536">
                <a:moveTo>
                  <a:pt x="0" y="107851"/>
                </a:moveTo>
                <a:lnTo>
                  <a:pt x="0" y="0"/>
                </a:lnTo>
                <a:lnTo>
                  <a:pt x="14406" y="0"/>
                </a:lnTo>
                <a:lnTo>
                  <a:pt x="14406" y="51842"/>
                </a:lnTo>
                <a:lnTo>
                  <a:pt x="58664" y="0"/>
                </a:lnTo>
                <a:lnTo>
                  <a:pt x="75151" y="0"/>
                </a:lnTo>
                <a:lnTo>
                  <a:pt x="30173" y="51682"/>
                </a:lnTo>
                <a:lnTo>
                  <a:pt x="78833" y="107851"/>
                </a:lnTo>
                <a:lnTo>
                  <a:pt x="62106" y="107851"/>
                </a:lnTo>
                <a:lnTo>
                  <a:pt x="14406" y="52483"/>
                </a:lnTo>
                <a:lnTo>
                  <a:pt x="14406" y="107851"/>
                </a:lnTo>
                <a:lnTo>
                  <a:pt x="0" y="107851"/>
                </a:lnTo>
                <a:close/>
                <a:moveTo>
                  <a:pt x="125117" y="109293"/>
                </a:moveTo>
                <a:cubicBezTo>
                  <a:pt x="117007" y="109293"/>
                  <a:pt x="110311" y="107445"/>
                  <a:pt x="105028" y="103749"/>
                </a:cubicBezTo>
                <a:cubicBezTo>
                  <a:pt x="99746" y="100052"/>
                  <a:pt x="95811" y="95020"/>
                  <a:pt x="93223" y="88655"/>
                </a:cubicBezTo>
                <a:cubicBezTo>
                  <a:pt x="90636" y="82290"/>
                  <a:pt x="89342" y="75133"/>
                  <a:pt x="89342" y="67184"/>
                </a:cubicBezTo>
                <a:cubicBezTo>
                  <a:pt x="89342" y="58902"/>
                  <a:pt x="90596" y="51607"/>
                  <a:pt x="93103" y="45297"/>
                </a:cubicBezTo>
                <a:cubicBezTo>
                  <a:pt x="95611" y="38987"/>
                  <a:pt x="99413" y="34053"/>
                  <a:pt x="104508" y="30496"/>
                </a:cubicBezTo>
                <a:cubicBezTo>
                  <a:pt x="109604" y="26938"/>
                  <a:pt x="115993" y="25160"/>
                  <a:pt x="123676" y="25160"/>
                </a:cubicBezTo>
                <a:cubicBezTo>
                  <a:pt x="133974" y="25160"/>
                  <a:pt x="142030" y="28498"/>
                  <a:pt x="147846" y="35176"/>
                </a:cubicBezTo>
                <a:cubicBezTo>
                  <a:pt x="153662" y="41851"/>
                  <a:pt x="156570" y="51448"/>
                  <a:pt x="156570" y="63966"/>
                </a:cubicBezTo>
                <a:cubicBezTo>
                  <a:pt x="156570" y="64801"/>
                  <a:pt x="156556" y="65788"/>
                  <a:pt x="156530" y="66928"/>
                </a:cubicBezTo>
                <a:cubicBezTo>
                  <a:pt x="156503" y="68069"/>
                  <a:pt x="156436" y="68889"/>
                  <a:pt x="156330" y="69390"/>
                </a:cubicBezTo>
                <a:lnTo>
                  <a:pt x="102787" y="69390"/>
                </a:lnTo>
                <a:cubicBezTo>
                  <a:pt x="102841" y="74740"/>
                  <a:pt x="103614" y="79654"/>
                  <a:pt x="105108" y="84131"/>
                </a:cubicBezTo>
                <a:cubicBezTo>
                  <a:pt x="106602" y="88608"/>
                  <a:pt x="108990" y="92198"/>
                  <a:pt x="112271" y="94903"/>
                </a:cubicBezTo>
                <a:cubicBezTo>
                  <a:pt x="115553" y="97605"/>
                  <a:pt x="119834" y="98957"/>
                  <a:pt x="125117" y="98957"/>
                </a:cubicBezTo>
                <a:cubicBezTo>
                  <a:pt x="130826" y="98957"/>
                  <a:pt x="135268" y="97463"/>
                  <a:pt x="138442" y="94477"/>
                </a:cubicBezTo>
                <a:cubicBezTo>
                  <a:pt x="141617" y="91491"/>
                  <a:pt x="143284" y="87182"/>
                  <a:pt x="143444" y="81552"/>
                </a:cubicBezTo>
                <a:lnTo>
                  <a:pt x="156650" y="81552"/>
                </a:lnTo>
                <a:cubicBezTo>
                  <a:pt x="156490" y="87272"/>
                  <a:pt x="155116" y="92202"/>
                  <a:pt x="152528" y="96340"/>
                </a:cubicBezTo>
                <a:cubicBezTo>
                  <a:pt x="149940" y="100476"/>
                  <a:pt x="146325" y="103670"/>
                  <a:pt x="141684" y="105920"/>
                </a:cubicBezTo>
                <a:cubicBezTo>
                  <a:pt x="137042" y="108169"/>
                  <a:pt x="131519" y="109293"/>
                  <a:pt x="125117" y="109293"/>
                </a:cubicBezTo>
                <a:moveTo>
                  <a:pt x="102867" y="59614"/>
                </a:moveTo>
                <a:lnTo>
                  <a:pt x="143364" y="59614"/>
                </a:lnTo>
                <a:cubicBezTo>
                  <a:pt x="143204" y="51779"/>
                  <a:pt x="141417" y="45787"/>
                  <a:pt x="138002" y="41638"/>
                </a:cubicBezTo>
                <a:cubicBezTo>
                  <a:pt x="134587" y="37490"/>
                  <a:pt x="129812" y="35416"/>
                  <a:pt x="123676" y="35416"/>
                </a:cubicBezTo>
                <a:cubicBezTo>
                  <a:pt x="117433" y="35416"/>
                  <a:pt x="112565" y="37476"/>
                  <a:pt x="109070" y="41596"/>
                </a:cubicBezTo>
                <a:cubicBezTo>
                  <a:pt x="105575" y="45716"/>
                  <a:pt x="103508" y="51722"/>
                  <a:pt x="102867" y="59614"/>
                </a:cubicBezTo>
                <a:close/>
                <a:moveTo>
                  <a:pt x="175770" y="136536"/>
                </a:moveTo>
                <a:lnTo>
                  <a:pt x="175770" y="125479"/>
                </a:lnTo>
                <a:lnTo>
                  <a:pt x="182413" y="125479"/>
                </a:lnTo>
                <a:cubicBezTo>
                  <a:pt x="185668" y="125479"/>
                  <a:pt x="188282" y="124648"/>
                  <a:pt x="190256" y="122987"/>
                </a:cubicBezTo>
                <a:cubicBezTo>
                  <a:pt x="192231" y="121328"/>
                  <a:pt x="193991" y="118601"/>
                  <a:pt x="195539" y="114807"/>
                </a:cubicBezTo>
                <a:lnTo>
                  <a:pt x="198500" y="107851"/>
                </a:lnTo>
                <a:lnTo>
                  <a:pt x="168648" y="26602"/>
                </a:lnTo>
                <a:lnTo>
                  <a:pt x="182733" y="26602"/>
                </a:lnTo>
                <a:lnTo>
                  <a:pt x="205543" y="93085"/>
                </a:lnTo>
                <a:lnTo>
                  <a:pt x="226592" y="26602"/>
                </a:lnTo>
                <a:lnTo>
                  <a:pt x="240197" y="26602"/>
                </a:lnTo>
                <a:lnTo>
                  <a:pt x="212186" y="106809"/>
                </a:lnTo>
                <a:lnTo>
                  <a:pt x="208664" y="116196"/>
                </a:lnTo>
                <a:cubicBezTo>
                  <a:pt x="206797" y="121301"/>
                  <a:pt x="204783" y="125336"/>
                  <a:pt x="202622" y="128300"/>
                </a:cubicBezTo>
                <a:cubicBezTo>
                  <a:pt x="200461" y="131265"/>
                  <a:pt x="197886" y="133379"/>
                  <a:pt x="194898" y="134641"/>
                </a:cubicBezTo>
                <a:cubicBezTo>
                  <a:pt x="191911" y="135904"/>
                  <a:pt x="188202" y="136536"/>
                  <a:pt x="183774" y="136536"/>
                </a:cubicBezTo>
                <a:lnTo>
                  <a:pt x="175770" y="136536"/>
                </a:lnTo>
                <a:close/>
                <a:moveTo>
                  <a:pt x="270193" y="107851"/>
                </a:moveTo>
                <a:lnTo>
                  <a:pt x="245222" y="26602"/>
                </a:lnTo>
                <a:lnTo>
                  <a:pt x="259148" y="26602"/>
                </a:lnTo>
                <a:lnTo>
                  <a:pt x="277636" y="92168"/>
                </a:lnTo>
                <a:lnTo>
                  <a:pt x="296364" y="26602"/>
                </a:lnTo>
                <a:lnTo>
                  <a:pt x="311170" y="26602"/>
                </a:lnTo>
                <a:lnTo>
                  <a:pt x="330138" y="92086"/>
                </a:lnTo>
                <a:lnTo>
                  <a:pt x="348465" y="26602"/>
                </a:lnTo>
                <a:lnTo>
                  <a:pt x="361591" y="26602"/>
                </a:lnTo>
                <a:lnTo>
                  <a:pt x="336700" y="107851"/>
                </a:lnTo>
                <a:lnTo>
                  <a:pt x="322534" y="107851"/>
                </a:lnTo>
                <a:lnTo>
                  <a:pt x="303487" y="41701"/>
                </a:lnTo>
                <a:lnTo>
                  <a:pt x="284359" y="107851"/>
                </a:lnTo>
                <a:lnTo>
                  <a:pt x="270193" y="107851"/>
                </a:lnTo>
                <a:close/>
                <a:moveTo>
                  <a:pt x="410571" y="109293"/>
                </a:moveTo>
                <a:cubicBezTo>
                  <a:pt x="403261" y="109293"/>
                  <a:pt x="397019" y="107624"/>
                  <a:pt x="391843" y="104285"/>
                </a:cubicBezTo>
                <a:cubicBezTo>
                  <a:pt x="386668" y="100946"/>
                  <a:pt x="382706" y="96147"/>
                  <a:pt x="379958" y="89887"/>
                </a:cubicBezTo>
                <a:cubicBezTo>
                  <a:pt x="377210" y="83627"/>
                  <a:pt x="375837" y="76157"/>
                  <a:pt x="375837" y="67477"/>
                </a:cubicBezTo>
                <a:cubicBezTo>
                  <a:pt x="375837" y="58685"/>
                  <a:pt x="377210" y="51131"/>
                  <a:pt x="379958" y="44816"/>
                </a:cubicBezTo>
                <a:cubicBezTo>
                  <a:pt x="382706" y="38501"/>
                  <a:pt x="386668" y="33647"/>
                  <a:pt x="391843" y="30253"/>
                </a:cubicBezTo>
                <a:cubicBezTo>
                  <a:pt x="397019" y="26857"/>
                  <a:pt x="403261" y="25160"/>
                  <a:pt x="410571" y="25160"/>
                </a:cubicBezTo>
                <a:cubicBezTo>
                  <a:pt x="418041" y="25160"/>
                  <a:pt x="424443" y="26857"/>
                  <a:pt x="429779" y="30253"/>
                </a:cubicBezTo>
                <a:cubicBezTo>
                  <a:pt x="435114" y="33647"/>
                  <a:pt x="439196" y="38501"/>
                  <a:pt x="442024" y="44816"/>
                </a:cubicBezTo>
                <a:cubicBezTo>
                  <a:pt x="444852" y="51131"/>
                  <a:pt x="446266" y="58685"/>
                  <a:pt x="446266" y="67477"/>
                </a:cubicBezTo>
                <a:cubicBezTo>
                  <a:pt x="446266" y="76157"/>
                  <a:pt x="444852" y="83627"/>
                  <a:pt x="442024" y="89887"/>
                </a:cubicBezTo>
                <a:cubicBezTo>
                  <a:pt x="439196" y="96147"/>
                  <a:pt x="435114" y="100946"/>
                  <a:pt x="429779" y="104285"/>
                </a:cubicBezTo>
                <a:cubicBezTo>
                  <a:pt x="424443" y="107624"/>
                  <a:pt x="418041" y="109293"/>
                  <a:pt x="410571" y="109293"/>
                </a:cubicBezTo>
                <a:moveTo>
                  <a:pt x="410571" y="98716"/>
                </a:moveTo>
                <a:cubicBezTo>
                  <a:pt x="415960" y="98716"/>
                  <a:pt x="420242" y="97362"/>
                  <a:pt x="423416" y="94652"/>
                </a:cubicBezTo>
                <a:cubicBezTo>
                  <a:pt x="426591" y="91943"/>
                  <a:pt x="428885" y="88246"/>
                  <a:pt x="430299" y="83562"/>
                </a:cubicBezTo>
                <a:cubicBezTo>
                  <a:pt x="431713" y="78876"/>
                  <a:pt x="432420" y="73514"/>
                  <a:pt x="432420" y="67474"/>
                </a:cubicBezTo>
                <a:cubicBezTo>
                  <a:pt x="432420" y="61435"/>
                  <a:pt x="431713" y="56045"/>
                  <a:pt x="430299" y="51304"/>
                </a:cubicBezTo>
                <a:cubicBezTo>
                  <a:pt x="428885" y="46561"/>
                  <a:pt x="426591" y="42821"/>
                  <a:pt x="423416" y="40083"/>
                </a:cubicBezTo>
                <a:cubicBezTo>
                  <a:pt x="420242" y="37346"/>
                  <a:pt x="415960" y="35977"/>
                  <a:pt x="410571" y="35977"/>
                </a:cubicBezTo>
                <a:cubicBezTo>
                  <a:pt x="405502" y="35977"/>
                  <a:pt x="401420" y="37346"/>
                  <a:pt x="398326" y="40083"/>
                </a:cubicBezTo>
                <a:cubicBezTo>
                  <a:pt x="395231" y="42821"/>
                  <a:pt x="393004" y="46561"/>
                  <a:pt x="391643" y="51304"/>
                </a:cubicBezTo>
                <a:cubicBezTo>
                  <a:pt x="390282" y="56045"/>
                  <a:pt x="389602" y="61463"/>
                  <a:pt x="389602" y="67559"/>
                </a:cubicBezTo>
                <a:cubicBezTo>
                  <a:pt x="389602" y="73542"/>
                  <a:pt x="390282" y="78876"/>
                  <a:pt x="391643" y="83562"/>
                </a:cubicBezTo>
                <a:cubicBezTo>
                  <a:pt x="393004" y="88246"/>
                  <a:pt x="395231" y="91943"/>
                  <a:pt x="398326" y="94652"/>
                </a:cubicBezTo>
                <a:cubicBezTo>
                  <a:pt x="401420" y="97362"/>
                  <a:pt x="405502" y="98716"/>
                  <a:pt x="410571" y="98716"/>
                </a:cubicBezTo>
                <a:close/>
                <a:moveTo>
                  <a:pt x="468813" y="107851"/>
                </a:moveTo>
                <a:lnTo>
                  <a:pt x="468813" y="26602"/>
                </a:lnTo>
                <a:lnTo>
                  <a:pt x="481378" y="26602"/>
                </a:lnTo>
                <a:lnTo>
                  <a:pt x="481858" y="39342"/>
                </a:lnTo>
                <a:cubicBezTo>
                  <a:pt x="484099" y="35336"/>
                  <a:pt x="487167" y="31971"/>
                  <a:pt x="491062" y="29246"/>
                </a:cubicBezTo>
                <a:cubicBezTo>
                  <a:pt x="494957" y="26522"/>
                  <a:pt x="499999" y="25160"/>
                  <a:pt x="506189" y="25160"/>
                </a:cubicBezTo>
                <a:lnTo>
                  <a:pt x="507789" y="25160"/>
                </a:lnTo>
                <a:lnTo>
                  <a:pt x="507789" y="37419"/>
                </a:lnTo>
                <a:lnTo>
                  <a:pt x="505948" y="37419"/>
                </a:lnTo>
                <a:cubicBezTo>
                  <a:pt x="502053" y="37419"/>
                  <a:pt x="498639" y="37955"/>
                  <a:pt x="495704" y="39027"/>
                </a:cubicBezTo>
                <a:cubicBezTo>
                  <a:pt x="492770" y="40097"/>
                  <a:pt x="490222" y="41577"/>
                  <a:pt x="488061" y="43466"/>
                </a:cubicBezTo>
                <a:cubicBezTo>
                  <a:pt x="485900" y="45354"/>
                  <a:pt x="483939" y="47538"/>
                  <a:pt x="482179" y="50017"/>
                </a:cubicBezTo>
                <a:lnTo>
                  <a:pt x="482179" y="107851"/>
                </a:lnTo>
                <a:lnTo>
                  <a:pt x="468813" y="107851"/>
                </a:lnTo>
                <a:close/>
                <a:moveTo>
                  <a:pt x="549123" y="109293"/>
                </a:moveTo>
                <a:cubicBezTo>
                  <a:pt x="543040" y="109293"/>
                  <a:pt x="537758" y="107725"/>
                  <a:pt x="533276" y="104588"/>
                </a:cubicBezTo>
                <a:cubicBezTo>
                  <a:pt x="528794" y="101450"/>
                  <a:pt x="525326" y="96798"/>
                  <a:pt x="522872" y="90633"/>
                </a:cubicBezTo>
                <a:cubicBezTo>
                  <a:pt x="520417" y="84469"/>
                  <a:pt x="519190" y="76833"/>
                  <a:pt x="519190" y="67727"/>
                </a:cubicBezTo>
                <a:cubicBezTo>
                  <a:pt x="519190" y="58341"/>
                  <a:pt x="520444" y="50497"/>
                  <a:pt x="522952" y="44195"/>
                </a:cubicBezTo>
                <a:cubicBezTo>
                  <a:pt x="525460" y="37892"/>
                  <a:pt x="529034" y="33143"/>
                  <a:pt x="533676" y="29950"/>
                </a:cubicBezTo>
                <a:cubicBezTo>
                  <a:pt x="538318" y="26756"/>
                  <a:pt x="543787" y="25160"/>
                  <a:pt x="550083" y="25160"/>
                </a:cubicBezTo>
                <a:cubicBezTo>
                  <a:pt x="555739" y="25160"/>
                  <a:pt x="560501" y="26362"/>
                  <a:pt x="564369" y="28766"/>
                </a:cubicBezTo>
                <a:cubicBezTo>
                  <a:pt x="568237" y="31169"/>
                  <a:pt x="571372" y="34428"/>
                  <a:pt x="573773" y="38541"/>
                </a:cubicBezTo>
                <a:lnTo>
                  <a:pt x="573773" y="0"/>
                </a:lnTo>
                <a:lnTo>
                  <a:pt x="586818" y="0"/>
                </a:lnTo>
                <a:lnTo>
                  <a:pt x="586818" y="107851"/>
                </a:lnTo>
                <a:lnTo>
                  <a:pt x="574493" y="107851"/>
                </a:lnTo>
                <a:lnTo>
                  <a:pt x="573613" y="96072"/>
                </a:lnTo>
                <a:cubicBezTo>
                  <a:pt x="571105" y="100025"/>
                  <a:pt x="567824" y="103217"/>
                  <a:pt x="563769" y="105647"/>
                </a:cubicBezTo>
                <a:cubicBezTo>
                  <a:pt x="559714" y="108078"/>
                  <a:pt x="554832" y="109293"/>
                  <a:pt x="549123" y="109293"/>
                </a:cubicBezTo>
                <a:moveTo>
                  <a:pt x="551444" y="98316"/>
                </a:moveTo>
                <a:cubicBezTo>
                  <a:pt x="556833" y="98316"/>
                  <a:pt x="561328" y="96852"/>
                  <a:pt x="564929" y="93924"/>
                </a:cubicBezTo>
                <a:cubicBezTo>
                  <a:pt x="568531" y="90994"/>
                  <a:pt x="571345" y="87502"/>
                  <a:pt x="573373" y="83447"/>
                </a:cubicBezTo>
                <a:lnTo>
                  <a:pt x="573373" y="51514"/>
                </a:lnTo>
                <a:cubicBezTo>
                  <a:pt x="571399" y="46952"/>
                  <a:pt x="568691" y="43248"/>
                  <a:pt x="565249" y="40404"/>
                </a:cubicBezTo>
                <a:cubicBezTo>
                  <a:pt x="561808" y="37559"/>
                  <a:pt x="557553" y="36137"/>
                  <a:pt x="552484" y="36137"/>
                </a:cubicBezTo>
                <a:cubicBezTo>
                  <a:pt x="545975" y="36137"/>
                  <a:pt x="541093" y="38855"/>
                  <a:pt x="537838" y="44290"/>
                </a:cubicBezTo>
                <a:cubicBezTo>
                  <a:pt x="534583" y="49725"/>
                  <a:pt x="532956" y="57512"/>
                  <a:pt x="532956" y="67650"/>
                </a:cubicBezTo>
                <a:cubicBezTo>
                  <a:pt x="532956" y="77562"/>
                  <a:pt x="534517" y="85151"/>
                  <a:pt x="537638" y="90418"/>
                </a:cubicBezTo>
                <a:cubicBezTo>
                  <a:pt x="540759" y="95683"/>
                  <a:pt x="545361" y="98316"/>
                  <a:pt x="551444" y="98316"/>
                </a:cubicBezTo>
                <a:close/>
                <a:moveTo>
                  <a:pt x="610137" y="70351"/>
                </a:moveTo>
                <a:lnTo>
                  <a:pt x="610137" y="58493"/>
                </a:lnTo>
                <a:lnTo>
                  <a:pt x="650074" y="58493"/>
                </a:lnTo>
                <a:lnTo>
                  <a:pt x="650074" y="70351"/>
                </a:lnTo>
                <a:lnTo>
                  <a:pt x="610137" y="70351"/>
                </a:lnTo>
                <a:close/>
                <a:moveTo>
                  <a:pt x="709227" y="109293"/>
                </a:moveTo>
                <a:cubicBezTo>
                  <a:pt x="703572" y="109293"/>
                  <a:pt x="698730" y="108238"/>
                  <a:pt x="694701" y="106128"/>
                </a:cubicBezTo>
                <a:cubicBezTo>
                  <a:pt x="690673" y="104018"/>
                  <a:pt x="687378" y="100906"/>
                  <a:pt x="684817" y="96793"/>
                </a:cubicBezTo>
                <a:lnTo>
                  <a:pt x="684177" y="107851"/>
                </a:lnTo>
                <a:lnTo>
                  <a:pt x="671612" y="107851"/>
                </a:lnTo>
                <a:lnTo>
                  <a:pt x="671612" y="0"/>
                </a:lnTo>
                <a:lnTo>
                  <a:pt x="685057" y="0"/>
                </a:lnTo>
                <a:lnTo>
                  <a:pt x="685057" y="38861"/>
                </a:lnTo>
                <a:cubicBezTo>
                  <a:pt x="687565" y="35122"/>
                  <a:pt x="690873" y="31904"/>
                  <a:pt x="694981" y="29206"/>
                </a:cubicBezTo>
                <a:cubicBezTo>
                  <a:pt x="699090" y="26509"/>
                  <a:pt x="703972" y="25160"/>
                  <a:pt x="709627" y="25160"/>
                </a:cubicBezTo>
                <a:cubicBezTo>
                  <a:pt x="715710" y="25160"/>
                  <a:pt x="720952" y="26731"/>
                  <a:pt x="725354" y="29872"/>
                </a:cubicBezTo>
                <a:cubicBezTo>
                  <a:pt x="729756" y="33012"/>
                  <a:pt x="733157" y="37695"/>
                  <a:pt x="735558" y="43922"/>
                </a:cubicBezTo>
                <a:cubicBezTo>
                  <a:pt x="737959" y="50147"/>
                  <a:pt x="739160" y="57901"/>
                  <a:pt x="739160" y="67184"/>
                </a:cubicBezTo>
                <a:cubicBezTo>
                  <a:pt x="739160" y="76412"/>
                  <a:pt x="737946" y="84153"/>
                  <a:pt x="735518" y="90408"/>
                </a:cubicBezTo>
                <a:cubicBezTo>
                  <a:pt x="733091" y="96661"/>
                  <a:pt x="729636" y="101372"/>
                  <a:pt x="725154" y="104540"/>
                </a:cubicBezTo>
                <a:cubicBezTo>
                  <a:pt x="720672" y="107709"/>
                  <a:pt x="715363" y="109293"/>
                  <a:pt x="709227" y="109293"/>
                </a:cubicBezTo>
                <a:moveTo>
                  <a:pt x="706666" y="98316"/>
                </a:moveTo>
                <a:cubicBezTo>
                  <a:pt x="713016" y="98316"/>
                  <a:pt x="717724" y="95595"/>
                  <a:pt x="720792" y="90153"/>
                </a:cubicBezTo>
                <a:cubicBezTo>
                  <a:pt x="723860" y="84711"/>
                  <a:pt x="725394" y="77028"/>
                  <a:pt x="725394" y="67104"/>
                </a:cubicBezTo>
                <a:cubicBezTo>
                  <a:pt x="725394" y="57066"/>
                  <a:pt x="723873" y="49369"/>
                  <a:pt x="720832" y="44012"/>
                </a:cubicBezTo>
                <a:cubicBezTo>
                  <a:pt x="717791" y="38655"/>
                  <a:pt x="713202" y="35977"/>
                  <a:pt x="707066" y="35977"/>
                </a:cubicBezTo>
                <a:cubicBezTo>
                  <a:pt x="701731" y="35977"/>
                  <a:pt x="697236" y="37599"/>
                  <a:pt x="693581" y="40842"/>
                </a:cubicBezTo>
                <a:cubicBezTo>
                  <a:pt x="689926" y="44084"/>
                  <a:pt x="687085" y="47819"/>
                  <a:pt x="685057" y="52047"/>
                </a:cubicBezTo>
                <a:lnTo>
                  <a:pt x="685057" y="83935"/>
                </a:lnTo>
                <a:cubicBezTo>
                  <a:pt x="687085" y="88334"/>
                  <a:pt x="689899" y="91830"/>
                  <a:pt x="693501" y="94424"/>
                </a:cubicBezTo>
                <a:cubicBezTo>
                  <a:pt x="697102" y="97018"/>
                  <a:pt x="701491" y="98316"/>
                  <a:pt x="706666" y="98316"/>
                </a:cubicBezTo>
                <a:close/>
                <a:moveTo>
                  <a:pt x="780035" y="109293"/>
                </a:moveTo>
                <a:cubicBezTo>
                  <a:pt x="775820" y="109293"/>
                  <a:pt x="771978" y="108437"/>
                  <a:pt x="768510" y="106726"/>
                </a:cubicBezTo>
                <a:cubicBezTo>
                  <a:pt x="765042" y="105014"/>
                  <a:pt x="762267" y="102446"/>
                  <a:pt x="760187" y="99024"/>
                </a:cubicBezTo>
                <a:cubicBezTo>
                  <a:pt x="758106" y="95600"/>
                  <a:pt x="757065" y="91349"/>
                  <a:pt x="757065" y="86269"/>
                </a:cubicBezTo>
                <a:cubicBezTo>
                  <a:pt x="757065" y="78982"/>
                  <a:pt x="759133" y="73462"/>
                  <a:pt x="763268" y="69708"/>
                </a:cubicBezTo>
                <a:cubicBezTo>
                  <a:pt x="767403" y="65954"/>
                  <a:pt x="773259" y="63414"/>
                  <a:pt x="780835" y="62088"/>
                </a:cubicBezTo>
                <a:cubicBezTo>
                  <a:pt x="788412" y="60763"/>
                  <a:pt x="797269" y="60045"/>
                  <a:pt x="807406" y="59935"/>
                </a:cubicBezTo>
                <a:lnTo>
                  <a:pt x="807406" y="53833"/>
                </a:lnTo>
                <a:cubicBezTo>
                  <a:pt x="807406" y="46670"/>
                  <a:pt x="805886" y="41756"/>
                  <a:pt x="802844" y="39092"/>
                </a:cubicBezTo>
                <a:cubicBezTo>
                  <a:pt x="799803" y="36428"/>
                  <a:pt x="795988" y="35096"/>
                  <a:pt x="791400" y="35096"/>
                </a:cubicBezTo>
                <a:cubicBezTo>
                  <a:pt x="786384" y="35096"/>
                  <a:pt x="782169" y="36504"/>
                  <a:pt x="778754" y="39320"/>
                </a:cubicBezTo>
                <a:cubicBezTo>
                  <a:pt x="775340" y="42136"/>
                  <a:pt x="773632" y="46644"/>
                  <a:pt x="773632" y="52844"/>
                </a:cubicBezTo>
                <a:lnTo>
                  <a:pt x="760667" y="52844"/>
                </a:lnTo>
                <a:cubicBezTo>
                  <a:pt x="760667" y="46283"/>
                  <a:pt x="761987" y="40961"/>
                  <a:pt x="764628" y="36876"/>
                </a:cubicBezTo>
                <a:cubicBezTo>
                  <a:pt x="767270" y="32789"/>
                  <a:pt x="770911" y="29816"/>
                  <a:pt x="775553" y="27954"/>
                </a:cubicBezTo>
                <a:cubicBezTo>
                  <a:pt x="780195" y="26091"/>
                  <a:pt x="785477" y="25160"/>
                  <a:pt x="791400" y="25160"/>
                </a:cubicBezTo>
                <a:cubicBezTo>
                  <a:pt x="795134" y="25160"/>
                  <a:pt x="798736" y="25550"/>
                  <a:pt x="802204" y="26329"/>
                </a:cubicBezTo>
                <a:cubicBezTo>
                  <a:pt x="805672" y="27107"/>
                  <a:pt x="808793" y="28525"/>
                  <a:pt x="811568" y="30583"/>
                </a:cubicBezTo>
                <a:cubicBezTo>
                  <a:pt x="814342" y="32642"/>
                  <a:pt x="816530" y="35520"/>
                  <a:pt x="818131" y="39220"/>
                </a:cubicBezTo>
                <a:cubicBezTo>
                  <a:pt x="819731" y="42919"/>
                  <a:pt x="820532" y="47689"/>
                  <a:pt x="820532" y="53530"/>
                </a:cubicBezTo>
                <a:lnTo>
                  <a:pt x="820532" y="107851"/>
                </a:lnTo>
                <a:lnTo>
                  <a:pt x="808206" y="107851"/>
                </a:lnTo>
                <a:lnTo>
                  <a:pt x="807726" y="96473"/>
                </a:lnTo>
                <a:cubicBezTo>
                  <a:pt x="804312" y="100426"/>
                  <a:pt x="800337" y="103550"/>
                  <a:pt x="795801" y="105847"/>
                </a:cubicBezTo>
                <a:cubicBezTo>
                  <a:pt x="791266" y="108144"/>
                  <a:pt x="786011" y="109293"/>
                  <a:pt x="780035" y="109293"/>
                </a:cubicBezTo>
                <a:moveTo>
                  <a:pt x="783556" y="99037"/>
                </a:moveTo>
                <a:cubicBezTo>
                  <a:pt x="788625" y="99037"/>
                  <a:pt x="793160" y="97783"/>
                  <a:pt x="797162" y="95276"/>
                </a:cubicBezTo>
                <a:cubicBezTo>
                  <a:pt x="801164" y="92768"/>
                  <a:pt x="804552" y="89486"/>
                  <a:pt x="807326" y="85428"/>
                </a:cubicBezTo>
                <a:lnTo>
                  <a:pt x="807326" y="68268"/>
                </a:lnTo>
                <a:cubicBezTo>
                  <a:pt x="794147" y="68437"/>
                  <a:pt x="784703" y="69860"/>
                  <a:pt x="778994" y="72537"/>
                </a:cubicBezTo>
                <a:cubicBezTo>
                  <a:pt x="773285" y="75213"/>
                  <a:pt x="770431" y="79623"/>
                  <a:pt x="770431" y="85766"/>
                </a:cubicBezTo>
                <a:cubicBezTo>
                  <a:pt x="770431" y="89824"/>
                  <a:pt x="771525" y="93051"/>
                  <a:pt x="773712" y="95446"/>
                </a:cubicBezTo>
                <a:cubicBezTo>
                  <a:pt x="775900" y="97840"/>
                  <a:pt x="779181" y="99037"/>
                  <a:pt x="783556" y="99037"/>
                </a:cubicBezTo>
                <a:close/>
                <a:moveTo>
                  <a:pt x="872644" y="109293"/>
                </a:moveTo>
                <a:cubicBezTo>
                  <a:pt x="868216" y="109293"/>
                  <a:pt x="864041" y="108802"/>
                  <a:pt x="860119" y="107821"/>
                </a:cubicBezTo>
                <a:cubicBezTo>
                  <a:pt x="856198" y="106839"/>
                  <a:pt x="852743" y="105255"/>
                  <a:pt x="849755" y="103068"/>
                </a:cubicBezTo>
                <a:cubicBezTo>
                  <a:pt x="846767" y="100880"/>
                  <a:pt x="844433" y="98047"/>
                  <a:pt x="842752" y="94570"/>
                </a:cubicBezTo>
                <a:cubicBezTo>
                  <a:pt x="841071" y="91092"/>
                  <a:pt x="840231" y="86857"/>
                  <a:pt x="840231" y="81865"/>
                </a:cubicBezTo>
                <a:lnTo>
                  <a:pt x="853116" y="81865"/>
                </a:lnTo>
                <a:cubicBezTo>
                  <a:pt x="853116" y="88330"/>
                  <a:pt x="855011" y="92862"/>
                  <a:pt x="858799" y="95461"/>
                </a:cubicBezTo>
                <a:cubicBezTo>
                  <a:pt x="862587" y="98058"/>
                  <a:pt x="867309" y="99357"/>
                  <a:pt x="872965" y="99357"/>
                </a:cubicBezTo>
                <a:cubicBezTo>
                  <a:pt x="878033" y="99357"/>
                  <a:pt x="882208" y="98323"/>
                  <a:pt x="885490" y="96255"/>
                </a:cubicBezTo>
                <a:cubicBezTo>
                  <a:pt x="888771" y="94187"/>
                  <a:pt x="890412" y="90792"/>
                  <a:pt x="890412" y="86071"/>
                </a:cubicBezTo>
                <a:cubicBezTo>
                  <a:pt x="890412" y="82033"/>
                  <a:pt x="888931" y="79061"/>
                  <a:pt x="885970" y="77155"/>
                </a:cubicBezTo>
                <a:cubicBezTo>
                  <a:pt x="883009" y="75247"/>
                  <a:pt x="877767" y="73311"/>
                  <a:pt x="870243" y="71348"/>
                </a:cubicBezTo>
                <a:cubicBezTo>
                  <a:pt x="864161" y="69834"/>
                  <a:pt x="859066" y="68081"/>
                  <a:pt x="854957" y="66090"/>
                </a:cubicBezTo>
                <a:cubicBezTo>
                  <a:pt x="850849" y="64098"/>
                  <a:pt x="847754" y="61574"/>
                  <a:pt x="845673" y="58518"/>
                </a:cubicBezTo>
                <a:cubicBezTo>
                  <a:pt x="843592" y="55461"/>
                  <a:pt x="842552" y="51605"/>
                  <a:pt x="842552" y="46949"/>
                </a:cubicBezTo>
                <a:cubicBezTo>
                  <a:pt x="842552" y="43360"/>
                  <a:pt x="843286" y="40206"/>
                  <a:pt x="844753" y="37487"/>
                </a:cubicBezTo>
                <a:cubicBezTo>
                  <a:pt x="846220" y="34766"/>
                  <a:pt x="848274" y="32494"/>
                  <a:pt x="850915" y="30671"/>
                </a:cubicBezTo>
                <a:cubicBezTo>
                  <a:pt x="853557" y="28848"/>
                  <a:pt x="856651" y="27474"/>
                  <a:pt x="860199" y="26550"/>
                </a:cubicBezTo>
                <a:cubicBezTo>
                  <a:pt x="863747" y="25623"/>
                  <a:pt x="867602" y="25160"/>
                  <a:pt x="871764" y="25160"/>
                </a:cubicBezTo>
                <a:cubicBezTo>
                  <a:pt x="875872" y="25160"/>
                  <a:pt x="879727" y="25665"/>
                  <a:pt x="883329" y="26675"/>
                </a:cubicBezTo>
                <a:cubicBezTo>
                  <a:pt x="886930" y="27685"/>
                  <a:pt x="890118" y="29241"/>
                  <a:pt x="892893" y="31345"/>
                </a:cubicBezTo>
                <a:cubicBezTo>
                  <a:pt x="895667" y="33448"/>
                  <a:pt x="897842" y="36168"/>
                  <a:pt x="899416" y="39505"/>
                </a:cubicBezTo>
                <a:cubicBezTo>
                  <a:pt x="900990" y="42842"/>
                  <a:pt x="901777" y="46810"/>
                  <a:pt x="901777" y="51409"/>
                </a:cubicBezTo>
                <a:lnTo>
                  <a:pt x="888811" y="51409"/>
                </a:lnTo>
                <a:cubicBezTo>
                  <a:pt x="888811" y="45561"/>
                  <a:pt x="887170" y="41407"/>
                  <a:pt x="883889" y="38947"/>
                </a:cubicBezTo>
                <a:cubicBezTo>
                  <a:pt x="880608" y="36486"/>
                  <a:pt x="876566" y="35256"/>
                  <a:pt x="871764" y="35256"/>
                </a:cubicBezTo>
                <a:cubicBezTo>
                  <a:pt x="866962" y="35256"/>
                  <a:pt x="863067" y="36166"/>
                  <a:pt x="860079" y="37988"/>
                </a:cubicBezTo>
                <a:cubicBezTo>
                  <a:pt x="857091" y="39807"/>
                  <a:pt x="855597" y="42654"/>
                  <a:pt x="855597" y="46529"/>
                </a:cubicBezTo>
                <a:cubicBezTo>
                  <a:pt x="855597" y="48715"/>
                  <a:pt x="856264" y="50567"/>
                  <a:pt x="857598" y="52082"/>
                </a:cubicBezTo>
                <a:cubicBezTo>
                  <a:pt x="858932" y="53596"/>
                  <a:pt x="861173" y="54957"/>
                  <a:pt x="864321" y="56164"/>
                </a:cubicBezTo>
                <a:cubicBezTo>
                  <a:pt x="867469" y="57369"/>
                  <a:pt x="871684" y="58644"/>
                  <a:pt x="876966" y="59990"/>
                </a:cubicBezTo>
                <a:cubicBezTo>
                  <a:pt x="882835" y="61449"/>
                  <a:pt x="887731" y="63188"/>
                  <a:pt x="891652" y="65208"/>
                </a:cubicBezTo>
                <a:cubicBezTo>
                  <a:pt x="895574" y="67226"/>
                  <a:pt x="898535" y="69835"/>
                  <a:pt x="900536" y="73033"/>
                </a:cubicBezTo>
                <a:cubicBezTo>
                  <a:pt x="902537" y="76230"/>
                  <a:pt x="903537" y="80352"/>
                  <a:pt x="903537" y="85400"/>
                </a:cubicBezTo>
                <a:cubicBezTo>
                  <a:pt x="903537" y="89550"/>
                  <a:pt x="902764" y="93140"/>
                  <a:pt x="901216" y="96170"/>
                </a:cubicBezTo>
                <a:cubicBezTo>
                  <a:pt x="899669" y="99198"/>
                  <a:pt x="897495" y="101679"/>
                  <a:pt x="894694" y="103614"/>
                </a:cubicBezTo>
                <a:cubicBezTo>
                  <a:pt x="891892" y="105549"/>
                  <a:pt x="888611" y="106978"/>
                  <a:pt x="884850" y="107903"/>
                </a:cubicBezTo>
                <a:cubicBezTo>
                  <a:pt x="881088" y="108830"/>
                  <a:pt x="877020" y="109293"/>
                  <a:pt x="872644" y="109293"/>
                </a:cubicBezTo>
                <a:close/>
                <a:moveTo>
                  <a:pt x="957830" y="109293"/>
                </a:moveTo>
                <a:cubicBezTo>
                  <a:pt x="949720" y="109293"/>
                  <a:pt x="943024" y="107445"/>
                  <a:pt x="937741" y="103749"/>
                </a:cubicBezTo>
                <a:cubicBezTo>
                  <a:pt x="932459" y="100052"/>
                  <a:pt x="928524" y="95020"/>
                  <a:pt x="925936" y="88655"/>
                </a:cubicBezTo>
                <a:cubicBezTo>
                  <a:pt x="923349" y="82290"/>
                  <a:pt x="922055" y="75133"/>
                  <a:pt x="922055" y="67184"/>
                </a:cubicBezTo>
                <a:cubicBezTo>
                  <a:pt x="922055" y="58902"/>
                  <a:pt x="923309" y="51607"/>
                  <a:pt x="925816" y="45297"/>
                </a:cubicBezTo>
                <a:cubicBezTo>
                  <a:pt x="928324" y="38987"/>
                  <a:pt x="932126" y="34053"/>
                  <a:pt x="937221" y="30496"/>
                </a:cubicBezTo>
                <a:cubicBezTo>
                  <a:pt x="942317" y="26938"/>
                  <a:pt x="948706" y="25160"/>
                  <a:pt x="956389" y="25160"/>
                </a:cubicBezTo>
                <a:cubicBezTo>
                  <a:pt x="966687" y="25160"/>
                  <a:pt x="974743" y="28498"/>
                  <a:pt x="980559" y="35176"/>
                </a:cubicBezTo>
                <a:cubicBezTo>
                  <a:pt x="986375" y="41851"/>
                  <a:pt x="989283" y="51448"/>
                  <a:pt x="989283" y="63966"/>
                </a:cubicBezTo>
                <a:cubicBezTo>
                  <a:pt x="989283" y="64801"/>
                  <a:pt x="989269" y="65788"/>
                  <a:pt x="989243" y="66928"/>
                </a:cubicBezTo>
                <a:cubicBezTo>
                  <a:pt x="989216" y="68069"/>
                  <a:pt x="989149" y="68889"/>
                  <a:pt x="989043" y="69390"/>
                </a:cubicBezTo>
                <a:lnTo>
                  <a:pt x="935500" y="69390"/>
                </a:lnTo>
                <a:cubicBezTo>
                  <a:pt x="935554" y="74740"/>
                  <a:pt x="936327" y="79654"/>
                  <a:pt x="937821" y="84131"/>
                </a:cubicBezTo>
                <a:cubicBezTo>
                  <a:pt x="939315" y="88608"/>
                  <a:pt x="941703" y="92198"/>
                  <a:pt x="944984" y="94903"/>
                </a:cubicBezTo>
                <a:cubicBezTo>
                  <a:pt x="948266" y="97605"/>
                  <a:pt x="952548" y="98957"/>
                  <a:pt x="957830" y="98957"/>
                </a:cubicBezTo>
                <a:cubicBezTo>
                  <a:pt x="963539" y="98957"/>
                  <a:pt x="967981" y="97463"/>
                  <a:pt x="971155" y="94477"/>
                </a:cubicBezTo>
                <a:cubicBezTo>
                  <a:pt x="974330" y="91491"/>
                  <a:pt x="975997" y="87182"/>
                  <a:pt x="976157" y="81552"/>
                </a:cubicBezTo>
                <a:lnTo>
                  <a:pt x="989363" y="81552"/>
                </a:lnTo>
                <a:cubicBezTo>
                  <a:pt x="989203" y="87272"/>
                  <a:pt x="987829" y="92202"/>
                  <a:pt x="985241" y="96340"/>
                </a:cubicBezTo>
                <a:cubicBezTo>
                  <a:pt x="982653" y="100476"/>
                  <a:pt x="979038" y="103670"/>
                  <a:pt x="974397" y="105920"/>
                </a:cubicBezTo>
                <a:cubicBezTo>
                  <a:pt x="969755" y="108169"/>
                  <a:pt x="964232" y="109293"/>
                  <a:pt x="957830" y="109293"/>
                </a:cubicBezTo>
                <a:moveTo>
                  <a:pt x="935580" y="59614"/>
                </a:moveTo>
                <a:lnTo>
                  <a:pt x="976077" y="59614"/>
                </a:lnTo>
                <a:cubicBezTo>
                  <a:pt x="975917" y="51779"/>
                  <a:pt x="974130" y="45787"/>
                  <a:pt x="970715" y="41638"/>
                </a:cubicBezTo>
                <a:cubicBezTo>
                  <a:pt x="967300" y="37490"/>
                  <a:pt x="962525" y="35416"/>
                  <a:pt x="956389" y="35416"/>
                </a:cubicBezTo>
                <a:cubicBezTo>
                  <a:pt x="950147" y="35416"/>
                  <a:pt x="945278" y="37476"/>
                  <a:pt x="941783" y="41596"/>
                </a:cubicBezTo>
                <a:cubicBezTo>
                  <a:pt x="938288" y="45716"/>
                  <a:pt x="936221" y="51722"/>
                  <a:pt x="935580" y="59614"/>
                </a:cubicBezTo>
                <a:close/>
                <a:moveTo>
                  <a:pt x="1038416" y="109293"/>
                </a:moveTo>
                <a:cubicBezTo>
                  <a:pt x="1032334" y="109293"/>
                  <a:pt x="1027051" y="107725"/>
                  <a:pt x="1022569" y="104588"/>
                </a:cubicBezTo>
                <a:cubicBezTo>
                  <a:pt x="1018088" y="101450"/>
                  <a:pt x="1014620" y="96798"/>
                  <a:pt x="1012165" y="90633"/>
                </a:cubicBezTo>
                <a:cubicBezTo>
                  <a:pt x="1009711" y="84469"/>
                  <a:pt x="1008484" y="76833"/>
                  <a:pt x="1008484" y="67727"/>
                </a:cubicBezTo>
                <a:cubicBezTo>
                  <a:pt x="1008484" y="58341"/>
                  <a:pt x="1009737" y="50497"/>
                  <a:pt x="1012245" y="44195"/>
                </a:cubicBezTo>
                <a:cubicBezTo>
                  <a:pt x="1014753" y="37892"/>
                  <a:pt x="1018328" y="33143"/>
                  <a:pt x="1022970" y="29950"/>
                </a:cubicBezTo>
                <a:cubicBezTo>
                  <a:pt x="1027612" y="26756"/>
                  <a:pt x="1033080" y="25160"/>
                  <a:pt x="1039376" y="25160"/>
                </a:cubicBezTo>
                <a:cubicBezTo>
                  <a:pt x="1045032" y="25160"/>
                  <a:pt x="1049794" y="26362"/>
                  <a:pt x="1053662" y="28766"/>
                </a:cubicBezTo>
                <a:cubicBezTo>
                  <a:pt x="1057531" y="31169"/>
                  <a:pt x="1060665" y="34428"/>
                  <a:pt x="1063066" y="38541"/>
                </a:cubicBezTo>
                <a:lnTo>
                  <a:pt x="1063066" y="0"/>
                </a:lnTo>
                <a:lnTo>
                  <a:pt x="1076112" y="0"/>
                </a:lnTo>
                <a:lnTo>
                  <a:pt x="1076112" y="107851"/>
                </a:lnTo>
                <a:lnTo>
                  <a:pt x="1063787" y="107851"/>
                </a:lnTo>
                <a:lnTo>
                  <a:pt x="1062906" y="96072"/>
                </a:lnTo>
                <a:cubicBezTo>
                  <a:pt x="1060398" y="100025"/>
                  <a:pt x="1057117" y="103217"/>
                  <a:pt x="1053062" y="105647"/>
                </a:cubicBezTo>
                <a:cubicBezTo>
                  <a:pt x="1049007" y="108078"/>
                  <a:pt x="1044125" y="109293"/>
                  <a:pt x="1038416" y="109293"/>
                </a:cubicBezTo>
                <a:moveTo>
                  <a:pt x="1040737" y="98316"/>
                </a:moveTo>
                <a:cubicBezTo>
                  <a:pt x="1046126" y="98316"/>
                  <a:pt x="1050621" y="96852"/>
                  <a:pt x="1054223" y="93924"/>
                </a:cubicBezTo>
                <a:cubicBezTo>
                  <a:pt x="1057824" y="90994"/>
                  <a:pt x="1060639" y="87502"/>
                  <a:pt x="1062666" y="83447"/>
                </a:cubicBezTo>
                <a:lnTo>
                  <a:pt x="1062666" y="51514"/>
                </a:lnTo>
                <a:cubicBezTo>
                  <a:pt x="1060692" y="46952"/>
                  <a:pt x="1057984" y="43248"/>
                  <a:pt x="1054543" y="40404"/>
                </a:cubicBezTo>
                <a:cubicBezTo>
                  <a:pt x="1051101" y="37559"/>
                  <a:pt x="1046846" y="36137"/>
                  <a:pt x="1041777" y="36137"/>
                </a:cubicBezTo>
                <a:cubicBezTo>
                  <a:pt x="1035268" y="36137"/>
                  <a:pt x="1030386" y="38855"/>
                  <a:pt x="1027131" y="44290"/>
                </a:cubicBezTo>
                <a:cubicBezTo>
                  <a:pt x="1023877" y="49725"/>
                  <a:pt x="1022249" y="57512"/>
                  <a:pt x="1022249" y="67650"/>
                </a:cubicBezTo>
                <a:cubicBezTo>
                  <a:pt x="1022249" y="77562"/>
                  <a:pt x="1023810" y="85151"/>
                  <a:pt x="1026931" y="90418"/>
                </a:cubicBezTo>
                <a:cubicBezTo>
                  <a:pt x="1030053" y="95683"/>
                  <a:pt x="1034654" y="98316"/>
                  <a:pt x="1040737" y="98316"/>
                </a:cubicBezTo>
                <a:close/>
                <a:moveTo>
                  <a:pt x="1135484" y="107851"/>
                </a:moveTo>
                <a:lnTo>
                  <a:pt x="1135484" y="0"/>
                </a:lnTo>
                <a:lnTo>
                  <a:pt x="1149890" y="0"/>
                </a:lnTo>
                <a:lnTo>
                  <a:pt x="1149890" y="107851"/>
                </a:lnTo>
                <a:lnTo>
                  <a:pt x="1135484" y="107851"/>
                </a:lnTo>
                <a:close/>
                <a:moveTo>
                  <a:pt x="1176018" y="107851"/>
                </a:moveTo>
                <a:lnTo>
                  <a:pt x="1176018" y="0"/>
                </a:lnTo>
                <a:lnTo>
                  <a:pt x="1216755" y="0"/>
                </a:lnTo>
                <a:cubicBezTo>
                  <a:pt x="1222944" y="0"/>
                  <a:pt x="1228587" y="988"/>
                  <a:pt x="1233682" y="2965"/>
                </a:cubicBezTo>
                <a:cubicBezTo>
                  <a:pt x="1238777" y="4941"/>
                  <a:pt x="1242873" y="8039"/>
                  <a:pt x="1245967" y="12259"/>
                </a:cubicBezTo>
                <a:cubicBezTo>
                  <a:pt x="1249062" y="16479"/>
                  <a:pt x="1250609" y="21955"/>
                  <a:pt x="1250609" y="28685"/>
                </a:cubicBezTo>
                <a:cubicBezTo>
                  <a:pt x="1250609" y="35523"/>
                  <a:pt x="1248702" y="41345"/>
                  <a:pt x="1244887" y="46153"/>
                </a:cubicBezTo>
                <a:cubicBezTo>
                  <a:pt x="1241072" y="50961"/>
                  <a:pt x="1235429" y="54219"/>
                  <a:pt x="1227960" y="55928"/>
                </a:cubicBezTo>
                <a:cubicBezTo>
                  <a:pt x="1231855" y="56516"/>
                  <a:pt x="1235109" y="57758"/>
                  <a:pt x="1237724" y="59654"/>
                </a:cubicBezTo>
                <a:cubicBezTo>
                  <a:pt x="1240338" y="61551"/>
                  <a:pt x="1242539" y="64235"/>
                  <a:pt x="1244326" y="67707"/>
                </a:cubicBezTo>
                <a:cubicBezTo>
                  <a:pt x="1246114" y="71179"/>
                  <a:pt x="1247675" y="75560"/>
                  <a:pt x="1249008" y="80848"/>
                </a:cubicBezTo>
                <a:lnTo>
                  <a:pt x="1256051" y="107851"/>
                </a:lnTo>
                <a:lnTo>
                  <a:pt x="1241405" y="107851"/>
                </a:lnTo>
                <a:lnTo>
                  <a:pt x="1235163" y="83091"/>
                </a:lnTo>
                <a:cubicBezTo>
                  <a:pt x="1233935" y="78124"/>
                  <a:pt x="1232495" y="74104"/>
                  <a:pt x="1230841" y="71032"/>
                </a:cubicBezTo>
                <a:cubicBezTo>
                  <a:pt x="1229187" y="67961"/>
                  <a:pt x="1227159" y="65717"/>
                  <a:pt x="1224758" y="64302"/>
                </a:cubicBezTo>
                <a:cubicBezTo>
                  <a:pt x="1222357" y="62886"/>
                  <a:pt x="1219343" y="62178"/>
                  <a:pt x="1215715" y="62178"/>
                </a:cubicBezTo>
                <a:lnTo>
                  <a:pt x="1190424" y="62178"/>
                </a:lnTo>
                <a:lnTo>
                  <a:pt x="1190424" y="107851"/>
                </a:lnTo>
                <a:lnTo>
                  <a:pt x="1176018" y="107851"/>
                </a:lnTo>
                <a:moveTo>
                  <a:pt x="1190424" y="50159"/>
                </a:moveTo>
                <a:lnTo>
                  <a:pt x="1214914" y="50159"/>
                </a:lnTo>
                <a:cubicBezTo>
                  <a:pt x="1218863" y="50159"/>
                  <a:pt x="1222437" y="49412"/>
                  <a:pt x="1225639" y="47916"/>
                </a:cubicBezTo>
                <a:cubicBezTo>
                  <a:pt x="1228840" y="46420"/>
                  <a:pt x="1231388" y="44257"/>
                  <a:pt x="1233282" y="41426"/>
                </a:cubicBezTo>
                <a:cubicBezTo>
                  <a:pt x="1235176" y="38594"/>
                  <a:pt x="1236123" y="35176"/>
                  <a:pt x="1236123" y="31169"/>
                </a:cubicBezTo>
                <a:cubicBezTo>
                  <a:pt x="1236123" y="25133"/>
                  <a:pt x="1234349" y="20432"/>
                  <a:pt x="1230801" y="17067"/>
                </a:cubicBezTo>
                <a:cubicBezTo>
                  <a:pt x="1227253" y="13702"/>
                  <a:pt x="1222117" y="12019"/>
                  <a:pt x="1215394" y="12019"/>
                </a:cubicBezTo>
                <a:lnTo>
                  <a:pt x="1190424" y="12019"/>
                </a:lnTo>
                <a:lnTo>
                  <a:pt x="1190424" y="50159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Query">
            <a:extLst xmlns:a="http://schemas.openxmlformats.org/drawingml/2006/main">
              <a:ext uri="{FF2B5EF4-FFF2-40B4-BE49-F238E27FC236}">
                <a16:creationId xmlns:a16="http://schemas.microsoft.com/office/drawing/2014/main" id="{11177BE5-A556-4C7E-8545-FB357D5C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746" y="941213"/>
            <a:ext cx="412794" cy="137978"/>
          </a:xfrm>
          <a:custGeom xmlns:a="http://schemas.openxmlformats.org/drawingml/2006/main">
            <a:pathLst>
              <a:path w="412794" h="137978">
                <a:moveTo>
                  <a:pt x="68110" y="107981"/>
                </a:moveTo>
                <a:lnTo>
                  <a:pt x="69184" y="107601"/>
                </a:lnTo>
                <a:lnTo>
                  <a:pt x="70240" y="107197"/>
                </a:lnTo>
                <a:lnTo>
                  <a:pt x="71277" y="106769"/>
                </a:lnTo>
                <a:lnTo>
                  <a:pt x="72296" y="106316"/>
                </a:lnTo>
                <a:lnTo>
                  <a:pt x="73296" y="105839"/>
                </a:lnTo>
                <a:lnTo>
                  <a:pt x="74278" y="105337"/>
                </a:lnTo>
                <a:lnTo>
                  <a:pt x="75241" y="104810"/>
                </a:lnTo>
                <a:lnTo>
                  <a:pt x="76186" y="104259"/>
                </a:lnTo>
                <a:lnTo>
                  <a:pt x="77112" y="103684"/>
                </a:lnTo>
                <a:lnTo>
                  <a:pt x="78020" y="103087"/>
                </a:lnTo>
                <a:lnTo>
                  <a:pt x="78909" y="102472"/>
                </a:lnTo>
                <a:lnTo>
                  <a:pt x="79779" y="101837"/>
                </a:lnTo>
                <a:lnTo>
                  <a:pt x="80630" y="101185"/>
                </a:lnTo>
                <a:lnTo>
                  <a:pt x="81463" y="100513"/>
                </a:lnTo>
                <a:lnTo>
                  <a:pt x="82277" y="99823"/>
                </a:lnTo>
                <a:lnTo>
                  <a:pt x="83072" y="99114"/>
                </a:lnTo>
                <a:lnTo>
                  <a:pt x="83848" y="98387"/>
                </a:lnTo>
                <a:lnTo>
                  <a:pt x="84606" y="97641"/>
                </a:lnTo>
                <a:lnTo>
                  <a:pt x="85345" y="96876"/>
                </a:lnTo>
                <a:lnTo>
                  <a:pt x="86065" y="96093"/>
                </a:lnTo>
                <a:lnTo>
                  <a:pt x="86766" y="95291"/>
                </a:lnTo>
                <a:lnTo>
                  <a:pt x="87449" y="94470"/>
                </a:lnTo>
                <a:lnTo>
                  <a:pt x="88112" y="93631"/>
                </a:lnTo>
                <a:lnTo>
                  <a:pt x="88757" y="92773"/>
                </a:lnTo>
                <a:lnTo>
                  <a:pt x="89384" y="91896"/>
                </a:lnTo>
                <a:lnTo>
                  <a:pt x="89991" y="91001"/>
                </a:lnTo>
                <a:lnTo>
                  <a:pt x="90580" y="90088"/>
                </a:lnTo>
                <a:lnTo>
                  <a:pt x="91150" y="89155"/>
                </a:lnTo>
                <a:lnTo>
                  <a:pt x="91701" y="88204"/>
                </a:lnTo>
                <a:lnTo>
                  <a:pt x="92234" y="87234"/>
                </a:lnTo>
                <a:lnTo>
                  <a:pt x="92748" y="86246"/>
                </a:lnTo>
                <a:lnTo>
                  <a:pt x="93243" y="85239"/>
                </a:lnTo>
                <a:lnTo>
                  <a:pt x="93719" y="84213"/>
                </a:lnTo>
                <a:lnTo>
                  <a:pt x="94176" y="83171"/>
                </a:lnTo>
                <a:lnTo>
                  <a:pt x="94614" y="82116"/>
                </a:lnTo>
                <a:lnTo>
                  <a:pt x="95032" y="81047"/>
                </a:lnTo>
                <a:lnTo>
                  <a:pt x="95431" y="79964"/>
                </a:lnTo>
                <a:lnTo>
                  <a:pt x="95810" y="78868"/>
                </a:lnTo>
                <a:lnTo>
                  <a:pt x="96170" y="77758"/>
                </a:lnTo>
                <a:lnTo>
                  <a:pt x="96510" y="76634"/>
                </a:lnTo>
                <a:lnTo>
                  <a:pt x="96831" y="75497"/>
                </a:lnTo>
                <a:lnTo>
                  <a:pt x="97133" y="74346"/>
                </a:lnTo>
                <a:lnTo>
                  <a:pt x="97415" y="73182"/>
                </a:lnTo>
                <a:lnTo>
                  <a:pt x="97677" y="72004"/>
                </a:lnTo>
                <a:lnTo>
                  <a:pt x="97921" y="70812"/>
                </a:lnTo>
                <a:lnTo>
                  <a:pt x="98144" y="69607"/>
                </a:lnTo>
                <a:lnTo>
                  <a:pt x="98349" y="68388"/>
                </a:lnTo>
                <a:lnTo>
                  <a:pt x="98533" y="67155"/>
                </a:lnTo>
                <a:lnTo>
                  <a:pt x="98699" y="65909"/>
                </a:lnTo>
                <a:lnTo>
                  <a:pt x="98845" y="64649"/>
                </a:lnTo>
                <a:lnTo>
                  <a:pt x="98971" y="63375"/>
                </a:lnTo>
                <a:lnTo>
                  <a:pt x="99078" y="62088"/>
                </a:lnTo>
                <a:lnTo>
                  <a:pt x="99166" y="60787"/>
                </a:lnTo>
                <a:lnTo>
                  <a:pt x="99234" y="59473"/>
                </a:lnTo>
                <a:lnTo>
                  <a:pt x="99282" y="58145"/>
                </a:lnTo>
                <a:lnTo>
                  <a:pt x="99311" y="56803"/>
                </a:lnTo>
                <a:lnTo>
                  <a:pt x="99321" y="55448"/>
                </a:lnTo>
                <a:lnTo>
                  <a:pt x="99311" y="54092"/>
                </a:lnTo>
                <a:lnTo>
                  <a:pt x="99282" y="52750"/>
                </a:lnTo>
                <a:lnTo>
                  <a:pt x="99234" y="51421"/>
                </a:lnTo>
                <a:lnTo>
                  <a:pt x="99166" y="50106"/>
                </a:lnTo>
                <a:lnTo>
                  <a:pt x="99078" y="48804"/>
                </a:lnTo>
                <a:lnTo>
                  <a:pt x="98971" y="47515"/>
                </a:lnTo>
                <a:lnTo>
                  <a:pt x="98845" y="46240"/>
                </a:lnTo>
                <a:lnTo>
                  <a:pt x="98699" y="44978"/>
                </a:lnTo>
                <a:lnTo>
                  <a:pt x="98533" y="43729"/>
                </a:lnTo>
                <a:lnTo>
                  <a:pt x="98349" y="42494"/>
                </a:lnTo>
                <a:lnTo>
                  <a:pt x="98144" y="41272"/>
                </a:lnTo>
                <a:lnTo>
                  <a:pt x="97921" y="40063"/>
                </a:lnTo>
                <a:lnTo>
                  <a:pt x="97677" y="38868"/>
                </a:lnTo>
                <a:lnTo>
                  <a:pt x="97415" y="37686"/>
                </a:lnTo>
                <a:lnTo>
                  <a:pt x="97133" y="36518"/>
                </a:lnTo>
                <a:lnTo>
                  <a:pt x="96831" y="35363"/>
                </a:lnTo>
                <a:lnTo>
                  <a:pt x="96510" y="34221"/>
                </a:lnTo>
                <a:lnTo>
                  <a:pt x="96170" y="33092"/>
                </a:lnTo>
                <a:lnTo>
                  <a:pt x="95810" y="31977"/>
                </a:lnTo>
                <a:lnTo>
                  <a:pt x="95431" y="30876"/>
                </a:lnTo>
                <a:lnTo>
                  <a:pt x="95032" y="29787"/>
                </a:lnTo>
                <a:lnTo>
                  <a:pt x="94614" y="28712"/>
                </a:lnTo>
                <a:lnTo>
                  <a:pt x="94176" y="27650"/>
                </a:lnTo>
                <a:lnTo>
                  <a:pt x="93719" y="26602"/>
                </a:lnTo>
                <a:lnTo>
                  <a:pt x="93243" y="25570"/>
                </a:lnTo>
                <a:lnTo>
                  <a:pt x="92748" y="24557"/>
                </a:lnTo>
                <a:lnTo>
                  <a:pt x="92234" y="23562"/>
                </a:lnTo>
                <a:lnTo>
                  <a:pt x="91701" y="22587"/>
                </a:lnTo>
                <a:lnTo>
                  <a:pt x="91150" y="21630"/>
                </a:lnTo>
                <a:lnTo>
                  <a:pt x="90580" y="20693"/>
                </a:lnTo>
                <a:lnTo>
                  <a:pt x="89991" y="19774"/>
                </a:lnTo>
                <a:lnTo>
                  <a:pt x="89384" y="18874"/>
                </a:lnTo>
                <a:lnTo>
                  <a:pt x="88757" y="17993"/>
                </a:lnTo>
                <a:lnTo>
                  <a:pt x="88112" y="17132"/>
                </a:lnTo>
                <a:lnTo>
                  <a:pt x="87449" y="16289"/>
                </a:lnTo>
                <a:lnTo>
                  <a:pt x="86766" y="15464"/>
                </a:lnTo>
                <a:lnTo>
                  <a:pt x="86065" y="14659"/>
                </a:lnTo>
                <a:lnTo>
                  <a:pt x="85345" y="13873"/>
                </a:lnTo>
                <a:lnTo>
                  <a:pt x="84606" y="13106"/>
                </a:lnTo>
                <a:lnTo>
                  <a:pt x="83848" y="12357"/>
                </a:lnTo>
                <a:lnTo>
                  <a:pt x="83072" y="11628"/>
                </a:lnTo>
                <a:lnTo>
                  <a:pt x="82277" y="10917"/>
                </a:lnTo>
                <a:lnTo>
                  <a:pt x="81463" y="10226"/>
                </a:lnTo>
                <a:lnTo>
                  <a:pt x="80630" y="9553"/>
                </a:lnTo>
                <a:lnTo>
                  <a:pt x="79779" y="8899"/>
                </a:lnTo>
                <a:lnTo>
                  <a:pt x="78909" y="8264"/>
                </a:lnTo>
                <a:lnTo>
                  <a:pt x="78020" y="7648"/>
                </a:lnTo>
                <a:lnTo>
                  <a:pt x="77112" y="7051"/>
                </a:lnTo>
                <a:lnTo>
                  <a:pt x="76186" y="6476"/>
                </a:lnTo>
                <a:lnTo>
                  <a:pt x="75241" y="5925"/>
                </a:lnTo>
                <a:lnTo>
                  <a:pt x="74278" y="5399"/>
                </a:lnTo>
                <a:lnTo>
                  <a:pt x="73296" y="4897"/>
                </a:lnTo>
                <a:lnTo>
                  <a:pt x="72296" y="4419"/>
                </a:lnTo>
                <a:lnTo>
                  <a:pt x="71277" y="3966"/>
                </a:lnTo>
                <a:lnTo>
                  <a:pt x="70240" y="3538"/>
                </a:lnTo>
                <a:lnTo>
                  <a:pt x="69184" y="3134"/>
                </a:lnTo>
                <a:lnTo>
                  <a:pt x="68110" y="2754"/>
                </a:lnTo>
                <a:lnTo>
                  <a:pt x="67017" y="2399"/>
                </a:lnTo>
                <a:lnTo>
                  <a:pt x="65906" y="2069"/>
                </a:lnTo>
                <a:lnTo>
                  <a:pt x="64777" y="1763"/>
                </a:lnTo>
                <a:lnTo>
                  <a:pt x="63629" y="1481"/>
                </a:lnTo>
                <a:lnTo>
                  <a:pt x="62462" y="1224"/>
                </a:lnTo>
                <a:lnTo>
                  <a:pt x="61277" y="992"/>
                </a:lnTo>
                <a:lnTo>
                  <a:pt x="60074" y="783"/>
                </a:lnTo>
                <a:lnTo>
                  <a:pt x="58852" y="600"/>
                </a:lnTo>
                <a:lnTo>
                  <a:pt x="57611" y="441"/>
                </a:lnTo>
                <a:lnTo>
                  <a:pt x="56352" y="306"/>
                </a:lnTo>
                <a:lnTo>
                  <a:pt x="55075" y="196"/>
                </a:lnTo>
                <a:lnTo>
                  <a:pt x="53779" y="110"/>
                </a:lnTo>
                <a:lnTo>
                  <a:pt x="52465" y="49"/>
                </a:lnTo>
                <a:lnTo>
                  <a:pt x="51132" y="12"/>
                </a:lnTo>
                <a:lnTo>
                  <a:pt x="49781" y="0"/>
                </a:lnTo>
                <a:lnTo>
                  <a:pt x="48416" y="12"/>
                </a:lnTo>
                <a:lnTo>
                  <a:pt x="47071" y="49"/>
                </a:lnTo>
                <a:lnTo>
                  <a:pt x="45744" y="110"/>
                </a:lnTo>
                <a:lnTo>
                  <a:pt x="44436" y="196"/>
                </a:lnTo>
                <a:lnTo>
                  <a:pt x="43147" y="306"/>
                </a:lnTo>
                <a:lnTo>
                  <a:pt x="41877" y="441"/>
                </a:lnTo>
                <a:lnTo>
                  <a:pt x="40626" y="600"/>
                </a:lnTo>
                <a:lnTo>
                  <a:pt x="39394" y="783"/>
                </a:lnTo>
                <a:lnTo>
                  <a:pt x="38181" y="992"/>
                </a:lnTo>
                <a:lnTo>
                  <a:pt x="36986" y="1224"/>
                </a:lnTo>
                <a:lnTo>
                  <a:pt x="35811" y="1481"/>
                </a:lnTo>
                <a:lnTo>
                  <a:pt x="34654" y="1763"/>
                </a:lnTo>
                <a:lnTo>
                  <a:pt x="33517" y="2069"/>
                </a:lnTo>
                <a:lnTo>
                  <a:pt x="32398" y="2399"/>
                </a:lnTo>
                <a:lnTo>
                  <a:pt x="31298" y="2754"/>
                </a:lnTo>
                <a:lnTo>
                  <a:pt x="30217" y="3134"/>
                </a:lnTo>
                <a:lnTo>
                  <a:pt x="29155" y="3538"/>
                </a:lnTo>
                <a:lnTo>
                  <a:pt x="28112" y="3966"/>
                </a:lnTo>
                <a:lnTo>
                  <a:pt x="27087" y="4419"/>
                </a:lnTo>
                <a:lnTo>
                  <a:pt x="26082" y="4897"/>
                </a:lnTo>
                <a:lnTo>
                  <a:pt x="25095" y="5399"/>
                </a:lnTo>
                <a:lnTo>
                  <a:pt x="24128" y="5925"/>
                </a:lnTo>
                <a:lnTo>
                  <a:pt x="23179" y="6476"/>
                </a:lnTo>
                <a:lnTo>
                  <a:pt x="22249" y="7051"/>
                </a:lnTo>
                <a:lnTo>
                  <a:pt x="21338" y="7648"/>
                </a:lnTo>
                <a:lnTo>
                  <a:pt x="20446" y="8264"/>
                </a:lnTo>
                <a:lnTo>
                  <a:pt x="19573" y="8899"/>
                </a:lnTo>
                <a:lnTo>
                  <a:pt x="18719" y="9553"/>
                </a:lnTo>
                <a:lnTo>
                  <a:pt x="17884" y="10226"/>
                </a:lnTo>
                <a:lnTo>
                  <a:pt x="17067" y="10917"/>
                </a:lnTo>
                <a:lnTo>
                  <a:pt x="16270" y="11628"/>
                </a:lnTo>
                <a:lnTo>
                  <a:pt x="15491" y="12357"/>
                </a:lnTo>
                <a:lnTo>
                  <a:pt x="14731" y="13106"/>
                </a:lnTo>
                <a:lnTo>
                  <a:pt x="13990" y="13873"/>
                </a:lnTo>
                <a:lnTo>
                  <a:pt x="13268" y="14659"/>
                </a:lnTo>
                <a:lnTo>
                  <a:pt x="12565" y="15464"/>
                </a:lnTo>
                <a:lnTo>
                  <a:pt x="11881" y="16289"/>
                </a:lnTo>
                <a:lnTo>
                  <a:pt x="11216" y="17132"/>
                </a:lnTo>
                <a:lnTo>
                  <a:pt x="10569" y="17993"/>
                </a:lnTo>
                <a:lnTo>
                  <a:pt x="9942" y="18874"/>
                </a:lnTo>
                <a:lnTo>
                  <a:pt x="9333" y="19774"/>
                </a:lnTo>
                <a:lnTo>
                  <a:pt x="8744" y="20693"/>
                </a:lnTo>
                <a:lnTo>
                  <a:pt x="8173" y="21630"/>
                </a:lnTo>
                <a:lnTo>
                  <a:pt x="7621" y="22587"/>
                </a:lnTo>
                <a:lnTo>
                  <a:pt x="7088" y="23562"/>
                </a:lnTo>
                <a:lnTo>
                  <a:pt x="6574" y="24557"/>
                </a:lnTo>
                <a:lnTo>
                  <a:pt x="6079" y="25570"/>
                </a:lnTo>
                <a:lnTo>
                  <a:pt x="5602" y="26602"/>
                </a:lnTo>
                <a:lnTo>
                  <a:pt x="5145" y="27650"/>
                </a:lnTo>
                <a:lnTo>
                  <a:pt x="4708" y="28712"/>
                </a:lnTo>
                <a:lnTo>
                  <a:pt x="4289" y="29787"/>
                </a:lnTo>
                <a:lnTo>
                  <a:pt x="3891" y="30876"/>
                </a:lnTo>
                <a:lnTo>
                  <a:pt x="3511" y="31977"/>
                </a:lnTo>
                <a:lnTo>
                  <a:pt x="3151" y="33092"/>
                </a:lnTo>
                <a:lnTo>
                  <a:pt x="2811" y="34221"/>
                </a:lnTo>
                <a:lnTo>
                  <a:pt x="2490" y="35363"/>
                </a:lnTo>
                <a:lnTo>
                  <a:pt x="2188" y="36518"/>
                </a:lnTo>
                <a:lnTo>
                  <a:pt x="1906" y="37686"/>
                </a:lnTo>
                <a:lnTo>
                  <a:pt x="1644" y="38868"/>
                </a:lnTo>
                <a:lnTo>
                  <a:pt x="1401" y="40063"/>
                </a:lnTo>
                <a:lnTo>
                  <a:pt x="1177" y="41272"/>
                </a:lnTo>
                <a:lnTo>
                  <a:pt x="973" y="42494"/>
                </a:lnTo>
                <a:lnTo>
                  <a:pt x="788" y="43729"/>
                </a:lnTo>
                <a:lnTo>
                  <a:pt x="622" y="44978"/>
                </a:lnTo>
                <a:lnTo>
                  <a:pt x="477" y="46240"/>
                </a:lnTo>
                <a:lnTo>
                  <a:pt x="350" y="47515"/>
                </a:lnTo>
                <a:lnTo>
                  <a:pt x="243" y="48804"/>
                </a:lnTo>
                <a:lnTo>
                  <a:pt x="156" y="50106"/>
                </a:lnTo>
                <a:lnTo>
                  <a:pt x="88" y="51421"/>
                </a:lnTo>
                <a:lnTo>
                  <a:pt x="39" y="52750"/>
                </a:lnTo>
                <a:lnTo>
                  <a:pt x="10" y="54092"/>
                </a:lnTo>
                <a:lnTo>
                  <a:pt x="0" y="55448"/>
                </a:lnTo>
                <a:lnTo>
                  <a:pt x="10" y="56803"/>
                </a:lnTo>
                <a:lnTo>
                  <a:pt x="39" y="58145"/>
                </a:lnTo>
                <a:lnTo>
                  <a:pt x="88" y="59473"/>
                </a:lnTo>
                <a:lnTo>
                  <a:pt x="156" y="60787"/>
                </a:lnTo>
                <a:lnTo>
                  <a:pt x="243" y="62088"/>
                </a:lnTo>
                <a:lnTo>
                  <a:pt x="350" y="63375"/>
                </a:lnTo>
                <a:lnTo>
                  <a:pt x="477" y="64649"/>
                </a:lnTo>
                <a:lnTo>
                  <a:pt x="622" y="65909"/>
                </a:lnTo>
                <a:lnTo>
                  <a:pt x="788" y="67155"/>
                </a:lnTo>
                <a:lnTo>
                  <a:pt x="973" y="68388"/>
                </a:lnTo>
                <a:lnTo>
                  <a:pt x="1177" y="69607"/>
                </a:lnTo>
                <a:lnTo>
                  <a:pt x="1401" y="70812"/>
                </a:lnTo>
                <a:lnTo>
                  <a:pt x="1644" y="72004"/>
                </a:lnTo>
                <a:lnTo>
                  <a:pt x="1906" y="73182"/>
                </a:lnTo>
                <a:lnTo>
                  <a:pt x="2188" y="74346"/>
                </a:lnTo>
                <a:lnTo>
                  <a:pt x="2490" y="75497"/>
                </a:lnTo>
                <a:lnTo>
                  <a:pt x="2811" y="76634"/>
                </a:lnTo>
                <a:lnTo>
                  <a:pt x="3151" y="77758"/>
                </a:lnTo>
                <a:lnTo>
                  <a:pt x="3511" y="78868"/>
                </a:lnTo>
                <a:lnTo>
                  <a:pt x="3891" y="79964"/>
                </a:lnTo>
                <a:lnTo>
                  <a:pt x="4289" y="81047"/>
                </a:lnTo>
                <a:lnTo>
                  <a:pt x="4708" y="82116"/>
                </a:lnTo>
                <a:lnTo>
                  <a:pt x="5145" y="83171"/>
                </a:lnTo>
                <a:lnTo>
                  <a:pt x="5602" y="84213"/>
                </a:lnTo>
                <a:lnTo>
                  <a:pt x="6079" y="85239"/>
                </a:lnTo>
                <a:lnTo>
                  <a:pt x="6574" y="86246"/>
                </a:lnTo>
                <a:lnTo>
                  <a:pt x="7088" y="87234"/>
                </a:lnTo>
                <a:lnTo>
                  <a:pt x="7621" y="88204"/>
                </a:lnTo>
                <a:lnTo>
                  <a:pt x="8173" y="89155"/>
                </a:lnTo>
                <a:lnTo>
                  <a:pt x="8744" y="90088"/>
                </a:lnTo>
                <a:lnTo>
                  <a:pt x="9333" y="91001"/>
                </a:lnTo>
                <a:lnTo>
                  <a:pt x="9942" y="91896"/>
                </a:lnTo>
                <a:lnTo>
                  <a:pt x="10569" y="92773"/>
                </a:lnTo>
                <a:lnTo>
                  <a:pt x="11216" y="93631"/>
                </a:lnTo>
                <a:lnTo>
                  <a:pt x="11881" y="94470"/>
                </a:lnTo>
                <a:lnTo>
                  <a:pt x="12565" y="95291"/>
                </a:lnTo>
                <a:lnTo>
                  <a:pt x="13268" y="96093"/>
                </a:lnTo>
                <a:lnTo>
                  <a:pt x="13990" y="96876"/>
                </a:lnTo>
                <a:lnTo>
                  <a:pt x="14731" y="97641"/>
                </a:lnTo>
                <a:lnTo>
                  <a:pt x="15491" y="98387"/>
                </a:lnTo>
                <a:lnTo>
                  <a:pt x="16270" y="99114"/>
                </a:lnTo>
                <a:lnTo>
                  <a:pt x="17067" y="99823"/>
                </a:lnTo>
                <a:lnTo>
                  <a:pt x="17884" y="100513"/>
                </a:lnTo>
                <a:lnTo>
                  <a:pt x="18719" y="101185"/>
                </a:lnTo>
                <a:lnTo>
                  <a:pt x="19573" y="101837"/>
                </a:lnTo>
                <a:lnTo>
                  <a:pt x="20446" y="102472"/>
                </a:lnTo>
                <a:lnTo>
                  <a:pt x="21338" y="103087"/>
                </a:lnTo>
                <a:lnTo>
                  <a:pt x="22249" y="103684"/>
                </a:lnTo>
                <a:lnTo>
                  <a:pt x="23179" y="104259"/>
                </a:lnTo>
                <a:lnTo>
                  <a:pt x="24128" y="104810"/>
                </a:lnTo>
                <a:lnTo>
                  <a:pt x="25095" y="105337"/>
                </a:lnTo>
                <a:lnTo>
                  <a:pt x="26082" y="105839"/>
                </a:lnTo>
                <a:lnTo>
                  <a:pt x="27087" y="106316"/>
                </a:lnTo>
                <a:lnTo>
                  <a:pt x="28112" y="106769"/>
                </a:lnTo>
                <a:lnTo>
                  <a:pt x="29155" y="107197"/>
                </a:lnTo>
                <a:lnTo>
                  <a:pt x="30217" y="107601"/>
                </a:lnTo>
                <a:lnTo>
                  <a:pt x="31298" y="107981"/>
                </a:lnTo>
                <a:lnTo>
                  <a:pt x="32398" y="108336"/>
                </a:lnTo>
                <a:lnTo>
                  <a:pt x="33517" y="108666"/>
                </a:lnTo>
                <a:lnTo>
                  <a:pt x="34654" y="108972"/>
                </a:lnTo>
                <a:lnTo>
                  <a:pt x="35811" y="109254"/>
                </a:lnTo>
                <a:lnTo>
                  <a:pt x="36986" y="109511"/>
                </a:lnTo>
                <a:lnTo>
                  <a:pt x="38181" y="109744"/>
                </a:lnTo>
                <a:lnTo>
                  <a:pt x="39394" y="109952"/>
                </a:lnTo>
                <a:lnTo>
                  <a:pt x="40626" y="110135"/>
                </a:lnTo>
                <a:lnTo>
                  <a:pt x="41877" y="110294"/>
                </a:lnTo>
                <a:lnTo>
                  <a:pt x="43147" y="110429"/>
                </a:lnTo>
                <a:lnTo>
                  <a:pt x="44436" y="110539"/>
                </a:lnTo>
                <a:lnTo>
                  <a:pt x="45744" y="110625"/>
                </a:lnTo>
                <a:lnTo>
                  <a:pt x="47071" y="110686"/>
                </a:lnTo>
                <a:lnTo>
                  <a:pt x="48416" y="110723"/>
                </a:lnTo>
                <a:lnTo>
                  <a:pt x="49781" y="110735"/>
                </a:lnTo>
                <a:lnTo>
                  <a:pt x="51132" y="110723"/>
                </a:lnTo>
                <a:lnTo>
                  <a:pt x="52465" y="110686"/>
                </a:lnTo>
                <a:lnTo>
                  <a:pt x="53779" y="110625"/>
                </a:lnTo>
                <a:lnTo>
                  <a:pt x="55075" y="110539"/>
                </a:lnTo>
                <a:lnTo>
                  <a:pt x="55365" y="110514"/>
                </a:lnTo>
                <a:lnTo>
                  <a:pt x="55392" y="110568"/>
                </a:lnTo>
                <a:lnTo>
                  <a:pt x="55608" y="111002"/>
                </a:lnTo>
                <a:lnTo>
                  <a:pt x="55825" y="111432"/>
                </a:lnTo>
                <a:lnTo>
                  <a:pt x="56044" y="111859"/>
                </a:lnTo>
                <a:lnTo>
                  <a:pt x="56263" y="112282"/>
                </a:lnTo>
                <a:lnTo>
                  <a:pt x="56484" y="112702"/>
                </a:lnTo>
                <a:lnTo>
                  <a:pt x="56706" y="113119"/>
                </a:lnTo>
                <a:lnTo>
                  <a:pt x="56929" y="113532"/>
                </a:lnTo>
                <a:lnTo>
                  <a:pt x="57153" y="113942"/>
                </a:lnTo>
                <a:lnTo>
                  <a:pt x="57378" y="114349"/>
                </a:lnTo>
                <a:lnTo>
                  <a:pt x="57604" y="114753"/>
                </a:lnTo>
                <a:lnTo>
                  <a:pt x="57831" y="115153"/>
                </a:lnTo>
                <a:lnTo>
                  <a:pt x="58060" y="115549"/>
                </a:lnTo>
                <a:lnTo>
                  <a:pt x="58289" y="115943"/>
                </a:lnTo>
                <a:lnTo>
                  <a:pt x="58520" y="116333"/>
                </a:lnTo>
                <a:lnTo>
                  <a:pt x="58752" y="116719"/>
                </a:lnTo>
                <a:lnTo>
                  <a:pt x="58984" y="117103"/>
                </a:lnTo>
                <a:lnTo>
                  <a:pt x="59220" y="117482"/>
                </a:lnTo>
                <a:lnTo>
                  <a:pt x="59461" y="117858"/>
                </a:lnTo>
                <a:lnTo>
                  <a:pt x="59707" y="118229"/>
                </a:lnTo>
                <a:lnTo>
                  <a:pt x="59958" y="118596"/>
                </a:lnTo>
                <a:lnTo>
                  <a:pt x="60214" y="118959"/>
                </a:lnTo>
                <a:lnTo>
                  <a:pt x="60475" y="119317"/>
                </a:lnTo>
                <a:lnTo>
                  <a:pt x="60741" y="119672"/>
                </a:lnTo>
                <a:lnTo>
                  <a:pt x="61012" y="120022"/>
                </a:lnTo>
                <a:lnTo>
                  <a:pt x="61288" y="120368"/>
                </a:lnTo>
                <a:lnTo>
                  <a:pt x="61569" y="120710"/>
                </a:lnTo>
                <a:lnTo>
                  <a:pt x="61855" y="121048"/>
                </a:lnTo>
                <a:lnTo>
                  <a:pt x="62146" y="121381"/>
                </a:lnTo>
                <a:lnTo>
                  <a:pt x="62442" y="121711"/>
                </a:lnTo>
                <a:lnTo>
                  <a:pt x="62743" y="122036"/>
                </a:lnTo>
                <a:lnTo>
                  <a:pt x="63049" y="122357"/>
                </a:lnTo>
                <a:lnTo>
                  <a:pt x="63360" y="122674"/>
                </a:lnTo>
                <a:lnTo>
                  <a:pt x="63676" y="122986"/>
                </a:lnTo>
                <a:lnTo>
                  <a:pt x="63997" y="123295"/>
                </a:lnTo>
                <a:lnTo>
                  <a:pt x="64322" y="123599"/>
                </a:lnTo>
                <a:lnTo>
                  <a:pt x="64653" y="123899"/>
                </a:lnTo>
                <a:lnTo>
                  <a:pt x="64989" y="124195"/>
                </a:lnTo>
                <a:lnTo>
                  <a:pt x="65330" y="124487"/>
                </a:lnTo>
                <a:lnTo>
                  <a:pt x="65676" y="124774"/>
                </a:lnTo>
                <a:lnTo>
                  <a:pt x="66027" y="125058"/>
                </a:lnTo>
                <a:lnTo>
                  <a:pt x="66385" y="125336"/>
                </a:lnTo>
                <a:lnTo>
                  <a:pt x="66751" y="125610"/>
                </a:lnTo>
                <a:lnTo>
                  <a:pt x="67125" y="125877"/>
                </a:lnTo>
                <a:lnTo>
                  <a:pt x="67507" y="126139"/>
                </a:lnTo>
                <a:lnTo>
                  <a:pt x="67897" y="126396"/>
                </a:lnTo>
                <a:lnTo>
                  <a:pt x="68296" y="126648"/>
                </a:lnTo>
                <a:lnTo>
                  <a:pt x="68703" y="126893"/>
                </a:lnTo>
                <a:lnTo>
                  <a:pt x="69118" y="127134"/>
                </a:lnTo>
                <a:lnTo>
                  <a:pt x="69541" y="127369"/>
                </a:lnTo>
                <a:lnTo>
                  <a:pt x="69972" y="127599"/>
                </a:lnTo>
                <a:lnTo>
                  <a:pt x="70412" y="127823"/>
                </a:lnTo>
                <a:lnTo>
                  <a:pt x="70859" y="128041"/>
                </a:lnTo>
                <a:lnTo>
                  <a:pt x="71315" y="128255"/>
                </a:lnTo>
                <a:lnTo>
                  <a:pt x="71779" y="128462"/>
                </a:lnTo>
                <a:lnTo>
                  <a:pt x="72252" y="128665"/>
                </a:lnTo>
                <a:lnTo>
                  <a:pt x="72732" y="128862"/>
                </a:lnTo>
                <a:lnTo>
                  <a:pt x="73221" y="129053"/>
                </a:lnTo>
                <a:lnTo>
                  <a:pt x="73718" y="129239"/>
                </a:lnTo>
                <a:lnTo>
                  <a:pt x="74223" y="129420"/>
                </a:lnTo>
                <a:lnTo>
                  <a:pt x="74737" y="129595"/>
                </a:lnTo>
                <a:lnTo>
                  <a:pt x="75258" y="129765"/>
                </a:lnTo>
                <a:lnTo>
                  <a:pt x="75788" y="129929"/>
                </a:lnTo>
                <a:lnTo>
                  <a:pt x="76326" y="130088"/>
                </a:lnTo>
                <a:lnTo>
                  <a:pt x="76872" y="130241"/>
                </a:lnTo>
                <a:lnTo>
                  <a:pt x="77428" y="130389"/>
                </a:lnTo>
                <a:lnTo>
                  <a:pt x="77995" y="130530"/>
                </a:lnTo>
                <a:lnTo>
                  <a:pt x="78574" y="130665"/>
                </a:lnTo>
                <a:lnTo>
                  <a:pt x="79165" y="130793"/>
                </a:lnTo>
                <a:lnTo>
                  <a:pt x="79767" y="130916"/>
                </a:lnTo>
                <a:lnTo>
                  <a:pt x="80381" y="131032"/>
                </a:lnTo>
                <a:lnTo>
                  <a:pt x="81006" y="131142"/>
                </a:lnTo>
                <a:lnTo>
                  <a:pt x="81643" y="131245"/>
                </a:lnTo>
                <a:lnTo>
                  <a:pt x="82291" y="131343"/>
                </a:lnTo>
                <a:lnTo>
                  <a:pt x="82951" y="131434"/>
                </a:lnTo>
                <a:lnTo>
                  <a:pt x="83622" y="131518"/>
                </a:lnTo>
                <a:lnTo>
                  <a:pt x="84305" y="131597"/>
                </a:lnTo>
                <a:lnTo>
                  <a:pt x="84999" y="131669"/>
                </a:lnTo>
                <a:lnTo>
                  <a:pt x="85705" y="131735"/>
                </a:lnTo>
                <a:lnTo>
                  <a:pt x="86423" y="131795"/>
                </a:lnTo>
                <a:lnTo>
                  <a:pt x="87152" y="131848"/>
                </a:lnTo>
                <a:lnTo>
                  <a:pt x="87892" y="131895"/>
                </a:lnTo>
                <a:lnTo>
                  <a:pt x="88644" y="131936"/>
                </a:lnTo>
                <a:lnTo>
                  <a:pt x="89408" y="131970"/>
                </a:lnTo>
                <a:lnTo>
                  <a:pt x="90183" y="131999"/>
                </a:lnTo>
                <a:lnTo>
                  <a:pt x="90970" y="132021"/>
                </a:lnTo>
                <a:lnTo>
                  <a:pt x="91768" y="132036"/>
                </a:lnTo>
                <a:lnTo>
                  <a:pt x="92577" y="132046"/>
                </a:lnTo>
                <a:lnTo>
                  <a:pt x="93399" y="132049"/>
                </a:lnTo>
                <a:lnTo>
                  <a:pt x="98841" y="132049"/>
                </a:lnTo>
                <a:lnTo>
                  <a:pt x="98841" y="119389"/>
                </a:lnTo>
                <a:lnTo>
                  <a:pt x="94519" y="119389"/>
                </a:lnTo>
                <a:lnTo>
                  <a:pt x="93891" y="119387"/>
                </a:lnTo>
                <a:lnTo>
                  <a:pt x="93272" y="119382"/>
                </a:lnTo>
                <a:lnTo>
                  <a:pt x="92663" y="119374"/>
                </a:lnTo>
                <a:lnTo>
                  <a:pt x="92064" y="119363"/>
                </a:lnTo>
                <a:lnTo>
                  <a:pt x="91475" y="119349"/>
                </a:lnTo>
                <a:lnTo>
                  <a:pt x="90895" y="119331"/>
                </a:lnTo>
                <a:lnTo>
                  <a:pt x="90326" y="119310"/>
                </a:lnTo>
                <a:lnTo>
                  <a:pt x="89766" y="119286"/>
                </a:lnTo>
                <a:lnTo>
                  <a:pt x="89216" y="119259"/>
                </a:lnTo>
                <a:lnTo>
                  <a:pt x="88676" y="119228"/>
                </a:lnTo>
                <a:lnTo>
                  <a:pt x="88146" y="119194"/>
                </a:lnTo>
                <a:lnTo>
                  <a:pt x="87626" y="119157"/>
                </a:lnTo>
                <a:lnTo>
                  <a:pt x="87116" y="119117"/>
                </a:lnTo>
                <a:lnTo>
                  <a:pt x="86616" y="119074"/>
                </a:lnTo>
                <a:lnTo>
                  <a:pt x="86125" y="119027"/>
                </a:lnTo>
                <a:lnTo>
                  <a:pt x="85644" y="118977"/>
                </a:lnTo>
                <a:lnTo>
                  <a:pt x="85174" y="118924"/>
                </a:lnTo>
                <a:lnTo>
                  <a:pt x="84713" y="118868"/>
                </a:lnTo>
                <a:lnTo>
                  <a:pt x="84262" y="118808"/>
                </a:lnTo>
                <a:lnTo>
                  <a:pt x="83820" y="118746"/>
                </a:lnTo>
                <a:lnTo>
                  <a:pt x="83389" y="118680"/>
                </a:lnTo>
                <a:lnTo>
                  <a:pt x="82967" y="118610"/>
                </a:lnTo>
                <a:lnTo>
                  <a:pt x="82556" y="118538"/>
                </a:lnTo>
                <a:lnTo>
                  <a:pt x="82154" y="118462"/>
                </a:lnTo>
                <a:lnTo>
                  <a:pt x="81760" y="118384"/>
                </a:lnTo>
                <a:lnTo>
                  <a:pt x="81373" y="118302"/>
                </a:lnTo>
                <a:lnTo>
                  <a:pt x="80991" y="118216"/>
                </a:lnTo>
                <a:lnTo>
                  <a:pt x="80616" y="118128"/>
                </a:lnTo>
                <a:lnTo>
                  <a:pt x="80246" y="118036"/>
                </a:lnTo>
                <a:lnTo>
                  <a:pt x="79883" y="117941"/>
                </a:lnTo>
                <a:lnTo>
                  <a:pt x="79526" y="117843"/>
                </a:lnTo>
                <a:lnTo>
                  <a:pt x="79175" y="117742"/>
                </a:lnTo>
                <a:lnTo>
                  <a:pt x="78830" y="117637"/>
                </a:lnTo>
                <a:lnTo>
                  <a:pt x="78491" y="117530"/>
                </a:lnTo>
                <a:lnTo>
                  <a:pt x="78159" y="117419"/>
                </a:lnTo>
                <a:lnTo>
                  <a:pt x="77832" y="117304"/>
                </a:lnTo>
                <a:lnTo>
                  <a:pt x="77512" y="117187"/>
                </a:lnTo>
                <a:lnTo>
                  <a:pt x="77198" y="117066"/>
                </a:lnTo>
                <a:lnTo>
                  <a:pt x="76889" y="116942"/>
                </a:lnTo>
                <a:lnTo>
                  <a:pt x="76587" y="116815"/>
                </a:lnTo>
                <a:lnTo>
                  <a:pt x="76291" y="116685"/>
                </a:lnTo>
                <a:lnTo>
                  <a:pt x="76001" y="116552"/>
                </a:lnTo>
                <a:lnTo>
                  <a:pt x="75718" y="116415"/>
                </a:lnTo>
                <a:lnTo>
                  <a:pt x="75440" y="116275"/>
                </a:lnTo>
                <a:lnTo>
                  <a:pt x="75169" y="116132"/>
                </a:lnTo>
                <a:lnTo>
                  <a:pt x="74903" y="115985"/>
                </a:lnTo>
                <a:lnTo>
                  <a:pt x="74644" y="115836"/>
                </a:lnTo>
                <a:lnTo>
                  <a:pt x="74391" y="115683"/>
                </a:lnTo>
                <a:lnTo>
                  <a:pt x="74142" y="115527"/>
                </a:lnTo>
                <a:lnTo>
                  <a:pt x="73896" y="115367"/>
                </a:lnTo>
                <a:lnTo>
                  <a:pt x="73654" y="115203"/>
                </a:lnTo>
                <a:lnTo>
                  <a:pt x="73414" y="115035"/>
                </a:lnTo>
                <a:lnTo>
                  <a:pt x="73177" y="114863"/>
                </a:lnTo>
                <a:lnTo>
                  <a:pt x="72943" y="114687"/>
                </a:lnTo>
                <a:lnTo>
                  <a:pt x="72712" y="114507"/>
                </a:lnTo>
                <a:lnTo>
                  <a:pt x="72483" y="114324"/>
                </a:lnTo>
                <a:lnTo>
                  <a:pt x="72258" y="114136"/>
                </a:lnTo>
                <a:lnTo>
                  <a:pt x="72036" y="113945"/>
                </a:lnTo>
                <a:lnTo>
                  <a:pt x="71816" y="113749"/>
                </a:lnTo>
                <a:lnTo>
                  <a:pt x="71600" y="113550"/>
                </a:lnTo>
                <a:lnTo>
                  <a:pt x="71386" y="113346"/>
                </a:lnTo>
                <a:lnTo>
                  <a:pt x="71175" y="113139"/>
                </a:lnTo>
                <a:lnTo>
                  <a:pt x="70968" y="112928"/>
                </a:lnTo>
                <a:lnTo>
                  <a:pt x="70763" y="112713"/>
                </a:lnTo>
                <a:lnTo>
                  <a:pt x="70561" y="112494"/>
                </a:lnTo>
                <a:lnTo>
                  <a:pt x="70362" y="112271"/>
                </a:lnTo>
                <a:lnTo>
                  <a:pt x="70166" y="112044"/>
                </a:lnTo>
                <a:lnTo>
                  <a:pt x="69972" y="111813"/>
                </a:lnTo>
                <a:lnTo>
                  <a:pt x="69782" y="111578"/>
                </a:lnTo>
                <a:lnTo>
                  <a:pt x="69595" y="111340"/>
                </a:lnTo>
                <a:lnTo>
                  <a:pt x="69410" y="111097"/>
                </a:lnTo>
                <a:lnTo>
                  <a:pt x="69229" y="110850"/>
                </a:lnTo>
                <a:lnTo>
                  <a:pt x="69048" y="110600"/>
                </a:lnTo>
                <a:lnTo>
                  <a:pt x="68867" y="110346"/>
                </a:lnTo>
                <a:lnTo>
                  <a:pt x="68685" y="110088"/>
                </a:lnTo>
                <a:lnTo>
                  <a:pt x="68502" y="109826"/>
                </a:lnTo>
                <a:lnTo>
                  <a:pt x="68318" y="109560"/>
                </a:lnTo>
                <a:lnTo>
                  <a:pt x="68133" y="109290"/>
                </a:lnTo>
                <a:lnTo>
                  <a:pt x="67948" y="109016"/>
                </a:lnTo>
                <a:lnTo>
                  <a:pt x="67761" y="108739"/>
                </a:lnTo>
                <a:lnTo>
                  <a:pt x="67574" y="108457"/>
                </a:lnTo>
                <a:lnTo>
                  <a:pt x="67410" y="108208"/>
                </a:lnTo>
                <a:lnTo>
                  <a:pt x="68110" y="107981"/>
                </a:lnTo>
                <a:close/>
                <a:moveTo>
                  <a:pt x="47666" y="98916"/>
                </a:moveTo>
                <a:lnTo>
                  <a:pt x="46673" y="98865"/>
                </a:lnTo>
                <a:lnTo>
                  <a:pt x="45697" y="98794"/>
                </a:lnTo>
                <a:lnTo>
                  <a:pt x="44737" y="98703"/>
                </a:lnTo>
                <a:lnTo>
                  <a:pt x="43793" y="98591"/>
                </a:lnTo>
                <a:lnTo>
                  <a:pt x="42866" y="98459"/>
                </a:lnTo>
                <a:lnTo>
                  <a:pt x="41955" y="98307"/>
                </a:lnTo>
                <a:lnTo>
                  <a:pt x="41061" y="98134"/>
                </a:lnTo>
                <a:lnTo>
                  <a:pt x="40183" y="97941"/>
                </a:lnTo>
                <a:lnTo>
                  <a:pt x="39321" y="97728"/>
                </a:lnTo>
                <a:lnTo>
                  <a:pt x="38476" y="97494"/>
                </a:lnTo>
                <a:lnTo>
                  <a:pt x="37647" y="97240"/>
                </a:lnTo>
                <a:lnTo>
                  <a:pt x="36835" y="96966"/>
                </a:lnTo>
                <a:lnTo>
                  <a:pt x="36039" y="96672"/>
                </a:lnTo>
                <a:lnTo>
                  <a:pt x="35259" y="96357"/>
                </a:lnTo>
                <a:lnTo>
                  <a:pt x="34496" y="96022"/>
                </a:lnTo>
                <a:lnTo>
                  <a:pt x="33749" y="95666"/>
                </a:lnTo>
                <a:lnTo>
                  <a:pt x="33019" y="95291"/>
                </a:lnTo>
                <a:lnTo>
                  <a:pt x="32304" y="94895"/>
                </a:lnTo>
                <a:lnTo>
                  <a:pt x="31607" y="94478"/>
                </a:lnTo>
                <a:lnTo>
                  <a:pt x="30926" y="94042"/>
                </a:lnTo>
                <a:lnTo>
                  <a:pt x="30261" y="93585"/>
                </a:lnTo>
                <a:lnTo>
                  <a:pt x="29612" y="93107"/>
                </a:lnTo>
                <a:lnTo>
                  <a:pt x="28979" y="92613"/>
                </a:lnTo>
                <a:lnTo>
                  <a:pt x="28360" y="92104"/>
                </a:lnTo>
                <a:lnTo>
                  <a:pt x="27756" y="91582"/>
                </a:lnTo>
                <a:lnTo>
                  <a:pt x="27166" y="91045"/>
                </a:lnTo>
                <a:lnTo>
                  <a:pt x="26590" y="90494"/>
                </a:lnTo>
                <a:lnTo>
                  <a:pt x="26028" y="89930"/>
                </a:lnTo>
                <a:lnTo>
                  <a:pt x="25481" y="89351"/>
                </a:lnTo>
                <a:lnTo>
                  <a:pt x="24948" y="88758"/>
                </a:lnTo>
                <a:lnTo>
                  <a:pt x="24429" y="88151"/>
                </a:lnTo>
                <a:lnTo>
                  <a:pt x="23925" y="87530"/>
                </a:lnTo>
                <a:lnTo>
                  <a:pt x="23435" y="86895"/>
                </a:lnTo>
                <a:lnTo>
                  <a:pt x="22960" y="86246"/>
                </a:lnTo>
                <a:lnTo>
                  <a:pt x="22498" y="85583"/>
                </a:lnTo>
                <a:lnTo>
                  <a:pt x="22051" y="84906"/>
                </a:lnTo>
                <a:lnTo>
                  <a:pt x="21618" y="84215"/>
                </a:lnTo>
                <a:lnTo>
                  <a:pt x="21200" y="83510"/>
                </a:lnTo>
                <a:lnTo>
                  <a:pt x="20796" y="82791"/>
                </a:lnTo>
                <a:lnTo>
                  <a:pt x="20406" y="82057"/>
                </a:lnTo>
                <a:lnTo>
                  <a:pt x="20030" y="81310"/>
                </a:lnTo>
                <a:lnTo>
                  <a:pt x="19669" y="80549"/>
                </a:lnTo>
                <a:lnTo>
                  <a:pt x="19322" y="79773"/>
                </a:lnTo>
                <a:lnTo>
                  <a:pt x="18990" y="78984"/>
                </a:lnTo>
                <a:lnTo>
                  <a:pt x="18672" y="78180"/>
                </a:lnTo>
                <a:lnTo>
                  <a:pt x="18368" y="77362"/>
                </a:lnTo>
                <a:lnTo>
                  <a:pt x="18077" y="76534"/>
                </a:lnTo>
                <a:lnTo>
                  <a:pt x="17799" y="75698"/>
                </a:lnTo>
                <a:lnTo>
                  <a:pt x="17533" y="74855"/>
                </a:lnTo>
                <a:lnTo>
                  <a:pt x="17279" y="74005"/>
                </a:lnTo>
                <a:lnTo>
                  <a:pt x="17038" y="73147"/>
                </a:lnTo>
                <a:lnTo>
                  <a:pt x="16809" y="72282"/>
                </a:lnTo>
                <a:lnTo>
                  <a:pt x="16593" y="71409"/>
                </a:lnTo>
                <a:lnTo>
                  <a:pt x="16389" y="70529"/>
                </a:lnTo>
                <a:lnTo>
                  <a:pt x="16197" y="69642"/>
                </a:lnTo>
                <a:lnTo>
                  <a:pt x="16018" y="68747"/>
                </a:lnTo>
                <a:lnTo>
                  <a:pt x="15851" y="67845"/>
                </a:lnTo>
                <a:lnTo>
                  <a:pt x="15697" y="66936"/>
                </a:lnTo>
                <a:lnTo>
                  <a:pt x="15554" y="66019"/>
                </a:lnTo>
                <a:lnTo>
                  <a:pt x="15424" y="65095"/>
                </a:lnTo>
                <a:lnTo>
                  <a:pt x="15307" y="64163"/>
                </a:lnTo>
                <a:lnTo>
                  <a:pt x="15202" y="63224"/>
                </a:lnTo>
                <a:lnTo>
                  <a:pt x="15109" y="62278"/>
                </a:lnTo>
                <a:lnTo>
                  <a:pt x="15029" y="61325"/>
                </a:lnTo>
                <a:lnTo>
                  <a:pt x="14961" y="60363"/>
                </a:lnTo>
                <a:lnTo>
                  <a:pt x="14905" y="59395"/>
                </a:lnTo>
                <a:lnTo>
                  <a:pt x="14862" y="58419"/>
                </a:lnTo>
                <a:lnTo>
                  <a:pt x="14831" y="57436"/>
                </a:lnTo>
                <a:lnTo>
                  <a:pt x="14812" y="56446"/>
                </a:lnTo>
                <a:lnTo>
                  <a:pt x="14806" y="55448"/>
                </a:lnTo>
                <a:lnTo>
                  <a:pt x="14812" y="54443"/>
                </a:lnTo>
                <a:lnTo>
                  <a:pt x="14831" y="53446"/>
                </a:lnTo>
                <a:lnTo>
                  <a:pt x="14862" y="52457"/>
                </a:lnTo>
                <a:lnTo>
                  <a:pt x="14905" y="51476"/>
                </a:lnTo>
                <a:lnTo>
                  <a:pt x="14961" y="50502"/>
                </a:lnTo>
                <a:lnTo>
                  <a:pt x="15029" y="49536"/>
                </a:lnTo>
                <a:lnTo>
                  <a:pt x="15109" y="48577"/>
                </a:lnTo>
                <a:lnTo>
                  <a:pt x="15202" y="47626"/>
                </a:lnTo>
                <a:lnTo>
                  <a:pt x="15307" y="46683"/>
                </a:lnTo>
                <a:lnTo>
                  <a:pt x="15424" y="45748"/>
                </a:lnTo>
                <a:lnTo>
                  <a:pt x="15554" y="44820"/>
                </a:lnTo>
                <a:lnTo>
                  <a:pt x="15697" y="43899"/>
                </a:lnTo>
                <a:lnTo>
                  <a:pt x="15851" y="42987"/>
                </a:lnTo>
                <a:lnTo>
                  <a:pt x="16018" y="42082"/>
                </a:lnTo>
                <a:lnTo>
                  <a:pt x="16197" y="41185"/>
                </a:lnTo>
                <a:lnTo>
                  <a:pt x="16389" y="40295"/>
                </a:lnTo>
                <a:lnTo>
                  <a:pt x="16593" y="39413"/>
                </a:lnTo>
                <a:lnTo>
                  <a:pt x="16809" y="38538"/>
                </a:lnTo>
                <a:lnTo>
                  <a:pt x="17038" y="37672"/>
                </a:lnTo>
                <a:lnTo>
                  <a:pt x="17279" y="36813"/>
                </a:lnTo>
                <a:lnTo>
                  <a:pt x="17533" y="35961"/>
                </a:lnTo>
                <a:lnTo>
                  <a:pt x="17799" y="35117"/>
                </a:lnTo>
                <a:lnTo>
                  <a:pt x="18077" y="34281"/>
                </a:lnTo>
                <a:lnTo>
                  <a:pt x="18368" y="33453"/>
                </a:lnTo>
                <a:lnTo>
                  <a:pt x="18672" y="32635"/>
                </a:lnTo>
                <a:lnTo>
                  <a:pt x="18990" y="31831"/>
                </a:lnTo>
                <a:lnTo>
                  <a:pt x="19322" y="31042"/>
                </a:lnTo>
                <a:lnTo>
                  <a:pt x="19669" y="30266"/>
                </a:lnTo>
                <a:lnTo>
                  <a:pt x="20030" y="29504"/>
                </a:lnTo>
                <a:lnTo>
                  <a:pt x="20406" y="28755"/>
                </a:lnTo>
                <a:lnTo>
                  <a:pt x="20796" y="28021"/>
                </a:lnTo>
                <a:lnTo>
                  <a:pt x="21200" y="27301"/>
                </a:lnTo>
                <a:lnTo>
                  <a:pt x="21618" y="26595"/>
                </a:lnTo>
                <a:lnTo>
                  <a:pt x="22051" y="25902"/>
                </a:lnTo>
                <a:lnTo>
                  <a:pt x="22498" y="25224"/>
                </a:lnTo>
                <a:lnTo>
                  <a:pt x="22960" y="24559"/>
                </a:lnTo>
                <a:lnTo>
                  <a:pt x="23435" y="23908"/>
                </a:lnTo>
                <a:lnTo>
                  <a:pt x="23925" y="23271"/>
                </a:lnTo>
                <a:lnTo>
                  <a:pt x="24429" y="22648"/>
                </a:lnTo>
                <a:lnTo>
                  <a:pt x="24948" y="22039"/>
                </a:lnTo>
                <a:lnTo>
                  <a:pt x="25481" y="21444"/>
                </a:lnTo>
                <a:lnTo>
                  <a:pt x="26028" y="20863"/>
                </a:lnTo>
                <a:lnTo>
                  <a:pt x="26590" y="20296"/>
                </a:lnTo>
                <a:lnTo>
                  <a:pt x="27166" y="19742"/>
                </a:lnTo>
                <a:lnTo>
                  <a:pt x="27756" y="19203"/>
                </a:lnTo>
                <a:lnTo>
                  <a:pt x="28360" y="18677"/>
                </a:lnTo>
                <a:lnTo>
                  <a:pt x="28979" y="18166"/>
                </a:lnTo>
                <a:lnTo>
                  <a:pt x="29612" y="17668"/>
                </a:lnTo>
                <a:lnTo>
                  <a:pt x="30261" y="17187"/>
                </a:lnTo>
                <a:lnTo>
                  <a:pt x="30926" y="16727"/>
                </a:lnTo>
                <a:lnTo>
                  <a:pt x="31607" y="16288"/>
                </a:lnTo>
                <a:lnTo>
                  <a:pt x="32304" y="15868"/>
                </a:lnTo>
                <a:lnTo>
                  <a:pt x="33019" y="15470"/>
                </a:lnTo>
                <a:lnTo>
                  <a:pt x="33749" y="15091"/>
                </a:lnTo>
                <a:lnTo>
                  <a:pt x="34496" y="14734"/>
                </a:lnTo>
                <a:lnTo>
                  <a:pt x="35259" y="14396"/>
                </a:lnTo>
                <a:lnTo>
                  <a:pt x="36039" y="14079"/>
                </a:lnTo>
                <a:lnTo>
                  <a:pt x="36835" y="13783"/>
                </a:lnTo>
                <a:lnTo>
                  <a:pt x="37647" y="13507"/>
                </a:lnTo>
                <a:lnTo>
                  <a:pt x="38476" y="13251"/>
                </a:lnTo>
                <a:lnTo>
                  <a:pt x="39321" y="13016"/>
                </a:lnTo>
                <a:lnTo>
                  <a:pt x="40183" y="12801"/>
                </a:lnTo>
                <a:lnTo>
                  <a:pt x="41061" y="12607"/>
                </a:lnTo>
                <a:lnTo>
                  <a:pt x="41955" y="12433"/>
                </a:lnTo>
                <a:lnTo>
                  <a:pt x="42866" y="12280"/>
                </a:lnTo>
                <a:lnTo>
                  <a:pt x="43793" y="12147"/>
                </a:lnTo>
                <a:lnTo>
                  <a:pt x="44737" y="12034"/>
                </a:lnTo>
                <a:lnTo>
                  <a:pt x="45697" y="11942"/>
                </a:lnTo>
                <a:lnTo>
                  <a:pt x="46673" y="11871"/>
                </a:lnTo>
                <a:lnTo>
                  <a:pt x="47666" y="11820"/>
                </a:lnTo>
                <a:lnTo>
                  <a:pt x="48675" y="11789"/>
                </a:lnTo>
                <a:lnTo>
                  <a:pt x="49701" y="11779"/>
                </a:lnTo>
                <a:lnTo>
                  <a:pt x="50726" y="11789"/>
                </a:lnTo>
                <a:lnTo>
                  <a:pt x="51735" y="11820"/>
                </a:lnTo>
                <a:lnTo>
                  <a:pt x="52727" y="11871"/>
                </a:lnTo>
                <a:lnTo>
                  <a:pt x="53703" y="11942"/>
                </a:lnTo>
                <a:lnTo>
                  <a:pt x="54663" y="12034"/>
                </a:lnTo>
                <a:lnTo>
                  <a:pt x="55606" y="12147"/>
                </a:lnTo>
                <a:lnTo>
                  <a:pt x="56532" y="12280"/>
                </a:lnTo>
                <a:lnTo>
                  <a:pt x="57442" y="12433"/>
                </a:lnTo>
                <a:lnTo>
                  <a:pt x="58335" y="12607"/>
                </a:lnTo>
                <a:lnTo>
                  <a:pt x="59211" y="12801"/>
                </a:lnTo>
                <a:lnTo>
                  <a:pt x="60072" y="13016"/>
                </a:lnTo>
                <a:lnTo>
                  <a:pt x="60915" y="13251"/>
                </a:lnTo>
                <a:lnTo>
                  <a:pt x="61742" y="13507"/>
                </a:lnTo>
                <a:lnTo>
                  <a:pt x="62553" y="13783"/>
                </a:lnTo>
                <a:lnTo>
                  <a:pt x="63347" y="14079"/>
                </a:lnTo>
                <a:lnTo>
                  <a:pt x="64124" y="14396"/>
                </a:lnTo>
                <a:lnTo>
                  <a:pt x="64885" y="14734"/>
                </a:lnTo>
                <a:lnTo>
                  <a:pt x="65630" y="15091"/>
                </a:lnTo>
                <a:lnTo>
                  <a:pt x="66358" y="15470"/>
                </a:lnTo>
                <a:lnTo>
                  <a:pt x="67069" y="15868"/>
                </a:lnTo>
                <a:lnTo>
                  <a:pt x="67764" y="16288"/>
                </a:lnTo>
                <a:lnTo>
                  <a:pt x="68442" y="16727"/>
                </a:lnTo>
                <a:lnTo>
                  <a:pt x="69104" y="17187"/>
                </a:lnTo>
                <a:lnTo>
                  <a:pt x="69749" y="17668"/>
                </a:lnTo>
                <a:lnTo>
                  <a:pt x="70379" y="18166"/>
                </a:lnTo>
                <a:lnTo>
                  <a:pt x="70994" y="18677"/>
                </a:lnTo>
                <a:lnTo>
                  <a:pt x="71596" y="19203"/>
                </a:lnTo>
                <a:lnTo>
                  <a:pt x="72183" y="19742"/>
                </a:lnTo>
                <a:lnTo>
                  <a:pt x="72756" y="20296"/>
                </a:lnTo>
                <a:lnTo>
                  <a:pt x="73315" y="20863"/>
                </a:lnTo>
                <a:lnTo>
                  <a:pt x="73860" y="21444"/>
                </a:lnTo>
                <a:lnTo>
                  <a:pt x="74391" y="22039"/>
                </a:lnTo>
                <a:lnTo>
                  <a:pt x="74907" y="22648"/>
                </a:lnTo>
                <a:lnTo>
                  <a:pt x="75410" y="23271"/>
                </a:lnTo>
                <a:lnTo>
                  <a:pt x="75898" y="23908"/>
                </a:lnTo>
                <a:lnTo>
                  <a:pt x="76372" y="24559"/>
                </a:lnTo>
                <a:lnTo>
                  <a:pt x="76831" y="25224"/>
                </a:lnTo>
                <a:lnTo>
                  <a:pt x="77277" y="25902"/>
                </a:lnTo>
                <a:lnTo>
                  <a:pt x="77708" y="26595"/>
                </a:lnTo>
                <a:lnTo>
                  <a:pt x="78126" y="27301"/>
                </a:lnTo>
                <a:lnTo>
                  <a:pt x="78529" y="28021"/>
                </a:lnTo>
                <a:lnTo>
                  <a:pt x="78918" y="28755"/>
                </a:lnTo>
                <a:lnTo>
                  <a:pt x="79292" y="29504"/>
                </a:lnTo>
                <a:lnTo>
                  <a:pt x="79653" y="30266"/>
                </a:lnTo>
                <a:lnTo>
                  <a:pt x="79999" y="31042"/>
                </a:lnTo>
                <a:lnTo>
                  <a:pt x="80332" y="31831"/>
                </a:lnTo>
                <a:lnTo>
                  <a:pt x="80650" y="32635"/>
                </a:lnTo>
                <a:lnTo>
                  <a:pt x="80954" y="33453"/>
                </a:lnTo>
                <a:lnTo>
                  <a:pt x="81244" y="34281"/>
                </a:lnTo>
                <a:lnTo>
                  <a:pt x="81522" y="35117"/>
                </a:lnTo>
                <a:lnTo>
                  <a:pt x="81788" y="35961"/>
                </a:lnTo>
                <a:lnTo>
                  <a:pt x="82042" y="36813"/>
                </a:lnTo>
                <a:lnTo>
                  <a:pt x="82283" y="37672"/>
                </a:lnTo>
                <a:lnTo>
                  <a:pt x="82512" y="38538"/>
                </a:lnTo>
                <a:lnTo>
                  <a:pt x="82728" y="39413"/>
                </a:lnTo>
                <a:lnTo>
                  <a:pt x="82932" y="40295"/>
                </a:lnTo>
                <a:lnTo>
                  <a:pt x="83124" y="41185"/>
                </a:lnTo>
                <a:lnTo>
                  <a:pt x="83303" y="42082"/>
                </a:lnTo>
                <a:lnTo>
                  <a:pt x="83470" y="42987"/>
                </a:lnTo>
                <a:lnTo>
                  <a:pt x="83625" y="43899"/>
                </a:lnTo>
                <a:lnTo>
                  <a:pt x="83767" y="44820"/>
                </a:lnTo>
                <a:lnTo>
                  <a:pt x="83897" y="45748"/>
                </a:lnTo>
                <a:lnTo>
                  <a:pt x="84014" y="46683"/>
                </a:lnTo>
                <a:lnTo>
                  <a:pt x="84119" y="47626"/>
                </a:lnTo>
                <a:lnTo>
                  <a:pt x="84212" y="48577"/>
                </a:lnTo>
                <a:lnTo>
                  <a:pt x="84292" y="49536"/>
                </a:lnTo>
                <a:lnTo>
                  <a:pt x="84360" y="50502"/>
                </a:lnTo>
                <a:lnTo>
                  <a:pt x="84416" y="51476"/>
                </a:lnTo>
                <a:lnTo>
                  <a:pt x="84459" y="52457"/>
                </a:lnTo>
                <a:lnTo>
                  <a:pt x="84490" y="53446"/>
                </a:lnTo>
                <a:lnTo>
                  <a:pt x="84509" y="54443"/>
                </a:lnTo>
                <a:lnTo>
                  <a:pt x="84515" y="55448"/>
                </a:lnTo>
                <a:lnTo>
                  <a:pt x="84509" y="56446"/>
                </a:lnTo>
                <a:lnTo>
                  <a:pt x="84490" y="57436"/>
                </a:lnTo>
                <a:lnTo>
                  <a:pt x="84459" y="58419"/>
                </a:lnTo>
                <a:lnTo>
                  <a:pt x="84416" y="59395"/>
                </a:lnTo>
                <a:lnTo>
                  <a:pt x="84360" y="60363"/>
                </a:lnTo>
                <a:lnTo>
                  <a:pt x="84292" y="61325"/>
                </a:lnTo>
                <a:lnTo>
                  <a:pt x="84212" y="62278"/>
                </a:lnTo>
                <a:lnTo>
                  <a:pt x="84119" y="63224"/>
                </a:lnTo>
                <a:lnTo>
                  <a:pt x="84014" y="64163"/>
                </a:lnTo>
                <a:lnTo>
                  <a:pt x="83897" y="65095"/>
                </a:lnTo>
                <a:lnTo>
                  <a:pt x="83767" y="66019"/>
                </a:lnTo>
                <a:lnTo>
                  <a:pt x="83625" y="66936"/>
                </a:lnTo>
                <a:lnTo>
                  <a:pt x="83470" y="67845"/>
                </a:lnTo>
                <a:lnTo>
                  <a:pt x="83303" y="68747"/>
                </a:lnTo>
                <a:lnTo>
                  <a:pt x="83124" y="69642"/>
                </a:lnTo>
                <a:lnTo>
                  <a:pt x="82932" y="70529"/>
                </a:lnTo>
                <a:lnTo>
                  <a:pt x="82728" y="71409"/>
                </a:lnTo>
                <a:lnTo>
                  <a:pt x="82512" y="72282"/>
                </a:lnTo>
                <a:lnTo>
                  <a:pt x="82283" y="73147"/>
                </a:lnTo>
                <a:lnTo>
                  <a:pt x="82042" y="74005"/>
                </a:lnTo>
                <a:lnTo>
                  <a:pt x="81788" y="74855"/>
                </a:lnTo>
                <a:lnTo>
                  <a:pt x="81522" y="75698"/>
                </a:lnTo>
                <a:lnTo>
                  <a:pt x="81244" y="76534"/>
                </a:lnTo>
                <a:lnTo>
                  <a:pt x="80954" y="77362"/>
                </a:lnTo>
                <a:lnTo>
                  <a:pt x="80650" y="78180"/>
                </a:lnTo>
                <a:lnTo>
                  <a:pt x="80332" y="78984"/>
                </a:lnTo>
                <a:lnTo>
                  <a:pt x="79999" y="79773"/>
                </a:lnTo>
                <a:lnTo>
                  <a:pt x="79653" y="80549"/>
                </a:lnTo>
                <a:lnTo>
                  <a:pt x="79292" y="81310"/>
                </a:lnTo>
                <a:lnTo>
                  <a:pt x="78918" y="82057"/>
                </a:lnTo>
                <a:lnTo>
                  <a:pt x="78529" y="82791"/>
                </a:lnTo>
                <a:lnTo>
                  <a:pt x="78126" y="83510"/>
                </a:lnTo>
                <a:lnTo>
                  <a:pt x="77708" y="84215"/>
                </a:lnTo>
                <a:lnTo>
                  <a:pt x="77277" y="84906"/>
                </a:lnTo>
                <a:lnTo>
                  <a:pt x="76831" y="85583"/>
                </a:lnTo>
                <a:lnTo>
                  <a:pt x="76372" y="86246"/>
                </a:lnTo>
                <a:lnTo>
                  <a:pt x="75898" y="86895"/>
                </a:lnTo>
                <a:lnTo>
                  <a:pt x="75410" y="87530"/>
                </a:lnTo>
                <a:lnTo>
                  <a:pt x="74907" y="88151"/>
                </a:lnTo>
                <a:lnTo>
                  <a:pt x="74391" y="88758"/>
                </a:lnTo>
                <a:lnTo>
                  <a:pt x="73860" y="89351"/>
                </a:lnTo>
                <a:lnTo>
                  <a:pt x="73315" y="89930"/>
                </a:lnTo>
                <a:lnTo>
                  <a:pt x="72756" y="90494"/>
                </a:lnTo>
                <a:lnTo>
                  <a:pt x="72183" y="91045"/>
                </a:lnTo>
                <a:lnTo>
                  <a:pt x="71596" y="91582"/>
                </a:lnTo>
                <a:lnTo>
                  <a:pt x="70994" y="92104"/>
                </a:lnTo>
                <a:lnTo>
                  <a:pt x="70379" y="92613"/>
                </a:lnTo>
                <a:lnTo>
                  <a:pt x="69749" y="93107"/>
                </a:lnTo>
                <a:lnTo>
                  <a:pt x="69104" y="93585"/>
                </a:lnTo>
                <a:lnTo>
                  <a:pt x="68442" y="94042"/>
                </a:lnTo>
                <a:lnTo>
                  <a:pt x="67764" y="94478"/>
                </a:lnTo>
                <a:lnTo>
                  <a:pt x="67069" y="94895"/>
                </a:lnTo>
                <a:lnTo>
                  <a:pt x="66358" y="95291"/>
                </a:lnTo>
                <a:lnTo>
                  <a:pt x="65630" y="95666"/>
                </a:lnTo>
                <a:lnTo>
                  <a:pt x="64885" y="96022"/>
                </a:lnTo>
                <a:lnTo>
                  <a:pt x="64124" y="96357"/>
                </a:lnTo>
                <a:lnTo>
                  <a:pt x="63347" y="96672"/>
                </a:lnTo>
                <a:lnTo>
                  <a:pt x="62553" y="96966"/>
                </a:lnTo>
                <a:lnTo>
                  <a:pt x="61742" y="97240"/>
                </a:lnTo>
                <a:lnTo>
                  <a:pt x="60915" y="97494"/>
                </a:lnTo>
                <a:lnTo>
                  <a:pt x="60072" y="97728"/>
                </a:lnTo>
                <a:lnTo>
                  <a:pt x="59211" y="97941"/>
                </a:lnTo>
                <a:lnTo>
                  <a:pt x="58335" y="98134"/>
                </a:lnTo>
                <a:lnTo>
                  <a:pt x="57442" y="98307"/>
                </a:lnTo>
                <a:lnTo>
                  <a:pt x="56532" y="98459"/>
                </a:lnTo>
                <a:lnTo>
                  <a:pt x="55606" y="98591"/>
                </a:lnTo>
                <a:lnTo>
                  <a:pt x="54663" y="98703"/>
                </a:lnTo>
                <a:lnTo>
                  <a:pt x="53703" y="98794"/>
                </a:lnTo>
                <a:lnTo>
                  <a:pt x="52727" y="98865"/>
                </a:lnTo>
                <a:lnTo>
                  <a:pt x="51735" y="98916"/>
                </a:lnTo>
                <a:lnTo>
                  <a:pt x="50726" y="98946"/>
                </a:lnTo>
                <a:lnTo>
                  <a:pt x="49701" y="98957"/>
                </a:lnTo>
                <a:lnTo>
                  <a:pt x="48675" y="98946"/>
                </a:lnTo>
                <a:lnTo>
                  <a:pt x="47666" y="98916"/>
                </a:lnTo>
                <a:close/>
                <a:moveTo>
                  <a:pt x="311593" y="51151"/>
                </a:moveTo>
                <a:lnTo>
                  <a:pt x="311816" y="50845"/>
                </a:lnTo>
                <a:lnTo>
                  <a:pt x="312041" y="50543"/>
                </a:lnTo>
                <a:lnTo>
                  <a:pt x="312269" y="50244"/>
                </a:lnTo>
                <a:lnTo>
                  <a:pt x="312498" y="49948"/>
                </a:lnTo>
                <a:lnTo>
                  <a:pt x="312730" y="49655"/>
                </a:lnTo>
                <a:lnTo>
                  <a:pt x="312963" y="49365"/>
                </a:lnTo>
                <a:lnTo>
                  <a:pt x="313199" y="49078"/>
                </a:lnTo>
                <a:lnTo>
                  <a:pt x="313437" y="48795"/>
                </a:lnTo>
                <a:lnTo>
                  <a:pt x="313677" y="48514"/>
                </a:lnTo>
                <a:lnTo>
                  <a:pt x="313919" y="48237"/>
                </a:lnTo>
                <a:lnTo>
                  <a:pt x="314163" y="47962"/>
                </a:lnTo>
                <a:lnTo>
                  <a:pt x="314409" y="47691"/>
                </a:lnTo>
                <a:lnTo>
                  <a:pt x="314657" y="47422"/>
                </a:lnTo>
                <a:lnTo>
                  <a:pt x="314908" y="47157"/>
                </a:lnTo>
                <a:lnTo>
                  <a:pt x="315160" y="46895"/>
                </a:lnTo>
                <a:lnTo>
                  <a:pt x="315414" y="46636"/>
                </a:lnTo>
                <a:lnTo>
                  <a:pt x="315671" y="46380"/>
                </a:lnTo>
                <a:lnTo>
                  <a:pt x="315930" y="46127"/>
                </a:lnTo>
                <a:lnTo>
                  <a:pt x="316190" y="45877"/>
                </a:lnTo>
                <a:lnTo>
                  <a:pt x="316453" y="45630"/>
                </a:lnTo>
                <a:lnTo>
                  <a:pt x="316718" y="45387"/>
                </a:lnTo>
                <a:lnTo>
                  <a:pt x="316985" y="45146"/>
                </a:lnTo>
                <a:lnTo>
                  <a:pt x="317254" y="44909"/>
                </a:lnTo>
                <a:lnTo>
                  <a:pt x="317526" y="44674"/>
                </a:lnTo>
                <a:lnTo>
                  <a:pt x="317802" y="44445"/>
                </a:lnTo>
                <a:lnTo>
                  <a:pt x="318083" y="44219"/>
                </a:lnTo>
                <a:lnTo>
                  <a:pt x="318367" y="43998"/>
                </a:lnTo>
                <a:lnTo>
                  <a:pt x="318655" y="43781"/>
                </a:lnTo>
                <a:lnTo>
                  <a:pt x="318947" y="43568"/>
                </a:lnTo>
                <a:lnTo>
                  <a:pt x="319244" y="43360"/>
                </a:lnTo>
                <a:lnTo>
                  <a:pt x="319544" y="43155"/>
                </a:lnTo>
                <a:lnTo>
                  <a:pt x="319848" y="42956"/>
                </a:lnTo>
                <a:lnTo>
                  <a:pt x="320157" y="42760"/>
                </a:lnTo>
                <a:lnTo>
                  <a:pt x="320469" y="42569"/>
                </a:lnTo>
                <a:lnTo>
                  <a:pt x="320786" y="42381"/>
                </a:lnTo>
                <a:lnTo>
                  <a:pt x="321106" y="42199"/>
                </a:lnTo>
                <a:lnTo>
                  <a:pt x="321431" y="42020"/>
                </a:lnTo>
                <a:lnTo>
                  <a:pt x="321759" y="41846"/>
                </a:lnTo>
                <a:lnTo>
                  <a:pt x="322092" y="41676"/>
                </a:lnTo>
                <a:lnTo>
                  <a:pt x="322428" y="41510"/>
                </a:lnTo>
                <a:lnTo>
                  <a:pt x="322769" y="41348"/>
                </a:lnTo>
                <a:lnTo>
                  <a:pt x="323114" y="41191"/>
                </a:lnTo>
                <a:lnTo>
                  <a:pt x="323462" y="41038"/>
                </a:lnTo>
                <a:lnTo>
                  <a:pt x="323815" y="40889"/>
                </a:lnTo>
                <a:lnTo>
                  <a:pt x="324172" y="40745"/>
                </a:lnTo>
                <a:lnTo>
                  <a:pt x="324533" y="40605"/>
                </a:lnTo>
                <a:lnTo>
                  <a:pt x="324897" y="40469"/>
                </a:lnTo>
                <a:lnTo>
                  <a:pt x="325267" y="40338"/>
                </a:lnTo>
                <a:lnTo>
                  <a:pt x="325641" y="40212"/>
                </a:lnTo>
                <a:lnTo>
                  <a:pt x="326020" y="40092"/>
                </a:lnTo>
                <a:lnTo>
                  <a:pt x="326405" y="39978"/>
                </a:lnTo>
                <a:lnTo>
                  <a:pt x="326794" y="39869"/>
                </a:lnTo>
                <a:lnTo>
                  <a:pt x="327188" y="39766"/>
                </a:lnTo>
                <a:lnTo>
                  <a:pt x="327588" y="39668"/>
                </a:lnTo>
                <a:lnTo>
                  <a:pt x="327992" y="39576"/>
                </a:lnTo>
                <a:lnTo>
                  <a:pt x="328401" y="39489"/>
                </a:lnTo>
                <a:lnTo>
                  <a:pt x="328816" y="39408"/>
                </a:lnTo>
                <a:lnTo>
                  <a:pt x="329235" y="39333"/>
                </a:lnTo>
                <a:lnTo>
                  <a:pt x="329659" y="39263"/>
                </a:lnTo>
                <a:lnTo>
                  <a:pt x="330089" y="39199"/>
                </a:lnTo>
                <a:lnTo>
                  <a:pt x="330523" y="39141"/>
                </a:lnTo>
                <a:lnTo>
                  <a:pt x="330962" y="39088"/>
                </a:lnTo>
                <a:lnTo>
                  <a:pt x="331407" y="39040"/>
                </a:lnTo>
                <a:lnTo>
                  <a:pt x="331856" y="38998"/>
                </a:lnTo>
                <a:lnTo>
                  <a:pt x="332310" y="38962"/>
                </a:lnTo>
                <a:lnTo>
                  <a:pt x="332770" y="38931"/>
                </a:lnTo>
                <a:lnTo>
                  <a:pt x="333234" y="38906"/>
                </a:lnTo>
                <a:lnTo>
                  <a:pt x="333703" y="38887"/>
                </a:lnTo>
                <a:lnTo>
                  <a:pt x="334178" y="38873"/>
                </a:lnTo>
                <a:lnTo>
                  <a:pt x="334657" y="38864"/>
                </a:lnTo>
                <a:lnTo>
                  <a:pt x="335142" y="38861"/>
                </a:lnTo>
                <a:lnTo>
                  <a:pt x="336982" y="38861"/>
                </a:lnTo>
                <a:lnTo>
                  <a:pt x="336982" y="26602"/>
                </a:lnTo>
                <a:lnTo>
                  <a:pt x="335382" y="26602"/>
                </a:lnTo>
                <a:lnTo>
                  <a:pt x="334614" y="26609"/>
                </a:lnTo>
                <a:lnTo>
                  <a:pt x="333858" y="26630"/>
                </a:lnTo>
                <a:lnTo>
                  <a:pt x="333114" y="26666"/>
                </a:lnTo>
                <a:lnTo>
                  <a:pt x="332383" y="26716"/>
                </a:lnTo>
                <a:lnTo>
                  <a:pt x="331663" y="26779"/>
                </a:lnTo>
                <a:lnTo>
                  <a:pt x="330955" y="26857"/>
                </a:lnTo>
                <a:lnTo>
                  <a:pt x="330259" y="26950"/>
                </a:lnTo>
                <a:lnTo>
                  <a:pt x="329575" y="27056"/>
                </a:lnTo>
                <a:lnTo>
                  <a:pt x="328903" y="27177"/>
                </a:lnTo>
                <a:lnTo>
                  <a:pt x="328243" y="27312"/>
                </a:lnTo>
                <a:lnTo>
                  <a:pt x="327594" y="27461"/>
                </a:lnTo>
                <a:lnTo>
                  <a:pt x="326958" y="27624"/>
                </a:lnTo>
                <a:lnTo>
                  <a:pt x="326334" y="27801"/>
                </a:lnTo>
                <a:lnTo>
                  <a:pt x="325722" y="27993"/>
                </a:lnTo>
                <a:lnTo>
                  <a:pt x="325121" y="28198"/>
                </a:lnTo>
                <a:lnTo>
                  <a:pt x="324533" y="28418"/>
                </a:lnTo>
                <a:lnTo>
                  <a:pt x="323956" y="28652"/>
                </a:lnTo>
                <a:lnTo>
                  <a:pt x="323392" y="28901"/>
                </a:lnTo>
                <a:lnTo>
                  <a:pt x="322839" y="29163"/>
                </a:lnTo>
                <a:lnTo>
                  <a:pt x="322298" y="29440"/>
                </a:lnTo>
                <a:lnTo>
                  <a:pt x="321770" y="29731"/>
                </a:lnTo>
                <a:lnTo>
                  <a:pt x="321253" y="30036"/>
                </a:lnTo>
                <a:lnTo>
                  <a:pt x="320748" y="30355"/>
                </a:lnTo>
                <a:lnTo>
                  <a:pt x="320255" y="30689"/>
                </a:lnTo>
                <a:lnTo>
                  <a:pt x="319773" y="31032"/>
                </a:lnTo>
                <a:lnTo>
                  <a:pt x="319299" y="31383"/>
                </a:lnTo>
                <a:lnTo>
                  <a:pt x="318834" y="31740"/>
                </a:lnTo>
                <a:lnTo>
                  <a:pt x="318377" y="32104"/>
                </a:lnTo>
                <a:lnTo>
                  <a:pt x="317929" y="32475"/>
                </a:lnTo>
                <a:lnTo>
                  <a:pt x="317489" y="32852"/>
                </a:lnTo>
                <a:lnTo>
                  <a:pt x="317058" y="33236"/>
                </a:lnTo>
                <a:lnTo>
                  <a:pt x="316636" y="33627"/>
                </a:lnTo>
                <a:lnTo>
                  <a:pt x="316222" y="34024"/>
                </a:lnTo>
                <a:lnTo>
                  <a:pt x="315817" y="34428"/>
                </a:lnTo>
                <a:lnTo>
                  <a:pt x="315421" y="34838"/>
                </a:lnTo>
                <a:lnTo>
                  <a:pt x="315033" y="35256"/>
                </a:lnTo>
                <a:lnTo>
                  <a:pt x="314654" y="35680"/>
                </a:lnTo>
                <a:lnTo>
                  <a:pt x="314283" y="36110"/>
                </a:lnTo>
                <a:lnTo>
                  <a:pt x="313922" y="36548"/>
                </a:lnTo>
                <a:lnTo>
                  <a:pt x="313568" y="36992"/>
                </a:lnTo>
                <a:lnTo>
                  <a:pt x="313223" y="37443"/>
                </a:lnTo>
                <a:lnTo>
                  <a:pt x="312887" y="37900"/>
                </a:lnTo>
                <a:lnTo>
                  <a:pt x="312560" y="38364"/>
                </a:lnTo>
                <a:lnTo>
                  <a:pt x="312241" y="38835"/>
                </a:lnTo>
                <a:lnTo>
                  <a:pt x="311931" y="39312"/>
                </a:lnTo>
                <a:lnTo>
                  <a:pt x="311629" y="39796"/>
                </a:lnTo>
                <a:lnTo>
                  <a:pt x="311336" y="40287"/>
                </a:lnTo>
                <a:lnTo>
                  <a:pt x="311052" y="40785"/>
                </a:lnTo>
                <a:lnTo>
                  <a:pt x="310571" y="28044"/>
                </a:lnTo>
                <a:lnTo>
                  <a:pt x="298006" y="28044"/>
                </a:lnTo>
                <a:lnTo>
                  <a:pt x="298006" y="109293"/>
                </a:lnTo>
                <a:lnTo>
                  <a:pt x="311372" y="109293"/>
                </a:lnTo>
                <a:lnTo>
                  <a:pt x="311372" y="51459"/>
                </a:lnTo>
                <a:lnTo>
                  <a:pt x="311593" y="51151"/>
                </a:lnTo>
                <a:close/>
                <a:moveTo>
                  <a:pt x="245803" y="110682"/>
                </a:moveTo>
                <a:lnTo>
                  <a:pt x="246571" y="110642"/>
                </a:lnTo>
                <a:lnTo>
                  <a:pt x="247330" y="110589"/>
                </a:lnTo>
                <a:lnTo>
                  <a:pt x="248080" y="110524"/>
                </a:lnTo>
                <a:lnTo>
                  <a:pt x="248821" y="110448"/>
                </a:lnTo>
                <a:lnTo>
                  <a:pt x="249552" y="110360"/>
                </a:lnTo>
                <a:lnTo>
                  <a:pt x="250275" y="110261"/>
                </a:lnTo>
                <a:lnTo>
                  <a:pt x="250988" y="110150"/>
                </a:lnTo>
                <a:lnTo>
                  <a:pt x="251692" y="110027"/>
                </a:lnTo>
                <a:lnTo>
                  <a:pt x="252387" y="109892"/>
                </a:lnTo>
                <a:lnTo>
                  <a:pt x="253073" y="109746"/>
                </a:lnTo>
                <a:lnTo>
                  <a:pt x="253749" y="109587"/>
                </a:lnTo>
                <a:lnTo>
                  <a:pt x="254417" y="109418"/>
                </a:lnTo>
                <a:lnTo>
                  <a:pt x="255075" y="109236"/>
                </a:lnTo>
                <a:lnTo>
                  <a:pt x="255724" y="109043"/>
                </a:lnTo>
                <a:lnTo>
                  <a:pt x="256364" y="108838"/>
                </a:lnTo>
                <a:lnTo>
                  <a:pt x="256994" y="108621"/>
                </a:lnTo>
                <a:lnTo>
                  <a:pt x="257616" y="108393"/>
                </a:lnTo>
                <a:lnTo>
                  <a:pt x="258228" y="108153"/>
                </a:lnTo>
                <a:lnTo>
                  <a:pt x="258831" y="107901"/>
                </a:lnTo>
                <a:lnTo>
                  <a:pt x="259425" y="107638"/>
                </a:lnTo>
                <a:lnTo>
                  <a:pt x="260010" y="107362"/>
                </a:lnTo>
                <a:lnTo>
                  <a:pt x="260585" y="107076"/>
                </a:lnTo>
                <a:lnTo>
                  <a:pt x="261149" y="106780"/>
                </a:lnTo>
                <a:lnTo>
                  <a:pt x="261703" y="106474"/>
                </a:lnTo>
                <a:lnTo>
                  <a:pt x="262245" y="106159"/>
                </a:lnTo>
                <a:lnTo>
                  <a:pt x="262778" y="105833"/>
                </a:lnTo>
                <a:lnTo>
                  <a:pt x="263299" y="105498"/>
                </a:lnTo>
                <a:lnTo>
                  <a:pt x="263810" y="105153"/>
                </a:lnTo>
                <a:lnTo>
                  <a:pt x="264310" y="104798"/>
                </a:lnTo>
                <a:lnTo>
                  <a:pt x="264799" y="104433"/>
                </a:lnTo>
                <a:lnTo>
                  <a:pt x="265278" y="104058"/>
                </a:lnTo>
                <a:lnTo>
                  <a:pt x="265745" y="103674"/>
                </a:lnTo>
                <a:lnTo>
                  <a:pt x="266203" y="103280"/>
                </a:lnTo>
                <a:lnTo>
                  <a:pt x="266649" y="102876"/>
                </a:lnTo>
                <a:lnTo>
                  <a:pt x="267085" y="102462"/>
                </a:lnTo>
                <a:lnTo>
                  <a:pt x="267510" y="102038"/>
                </a:lnTo>
                <a:lnTo>
                  <a:pt x="267924" y="101604"/>
                </a:lnTo>
                <a:lnTo>
                  <a:pt x="268328" y="101161"/>
                </a:lnTo>
                <a:lnTo>
                  <a:pt x="268721" y="100708"/>
                </a:lnTo>
                <a:lnTo>
                  <a:pt x="269104" y="100245"/>
                </a:lnTo>
                <a:lnTo>
                  <a:pt x="269475" y="99772"/>
                </a:lnTo>
                <a:lnTo>
                  <a:pt x="269836" y="99289"/>
                </a:lnTo>
                <a:lnTo>
                  <a:pt x="270186" y="98797"/>
                </a:lnTo>
                <a:lnTo>
                  <a:pt x="270526" y="98294"/>
                </a:lnTo>
                <a:lnTo>
                  <a:pt x="270855" y="97782"/>
                </a:lnTo>
                <a:lnTo>
                  <a:pt x="271172" y="97261"/>
                </a:lnTo>
                <a:lnTo>
                  <a:pt x="271476" y="96731"/>
                </a:lnTo>
                <a:lnTo>
                  <a:pt x="271768" y="96193"/>
                </a:lnTo>
                <a:lnTo>
                  <a:pt x="272047" y="95647"/>
                </a:lnTo>
                <a:lnTo>
                  <a:pt x="272314" y="95093"/>
                </a:lnTo>
                <a:lnTo>
                  <a:pt x="272568" y="94530"/>
                </a:lnTo>
                <a:lnTo>
                  <a:pt x="272809" y="93959"/>
                </a:lnTo>
                <a:lnTo>
                  <a:pt x="273038" y="93380"/>
                </a:lnTo>
                <a:lnTo>
                  <a:pt x="273254" y="92793"/>
                </a:lnTo>
                <a:lnTo>
                  <a:pt x="273457" y="92197"/>
                </a:lnTo>
                <a:lnTo>
                  <a:pt x="273648" y="91594"/>
                </a:lnTo>
                <a:lnTo>
                  <a:pt x="273826" y="90981"/>
                </a:lnTo>
                <a:lnTo>
                  <a:pt x="273991" y="90361"/>
                </a:lnTo>
                <a:lnTo>
                  <a:pt x="274144" y="89733"/>
                </a:lnTo>
                <a:lnTo>
                  <a:pt x="274284" y="89096"/>
                </a:lnTo>
                <a:lnTo>
                  <a:pt x="274412" y="88451"/>
                </a:lnTo>
                <a:lnTo>
                  <a:pt x="274526" y="87797"/>
                </a:lnTo>
                <a:lnTo>
                  <a:pt x="274629" y="87136"/>
                </a:lnTo>
                <a:lnTo>
                  <a:pt x="274718" y="86466"/>
                </a:lnTo>
                <a:lnTo>
                  <a:pt x="274795" y="85788"/>
                </a:lnTo>
                <a:lnTo>
                  <a:pt x="274859" y="85102"/>
                </a:lnTo>
                <a:lnTo>
                  <a:pt x="274911" y="84407"/>
                </a:lnTo>
                <a:lnTo>
                  <a:pt x="274950" y="83705"/>
                </a:lnTo>
                <a:lnTo>
                  <a:pt x="274976" y="82994"/>
                </a:lnTo>
                <a:lnTo>
                  <a:pt x="261771" y="82994"/>
                </a:lnTo>
                <a:lnTo>
                  <a:pt x="261743" y="83691"/>
                </a:lnTo>
                <a:lnTo>
                  <a:pt x="261699" y="84374"/>
                </a:lnTo>
                <a:lnTo>
                  <a:pt x="261640" y="85043"/>
                </a:lnTo>
                <a:lnTo>
                  <a:pt x="261565" y="85699"/>
                </a:lnTo>
                <a:lnTo>
                  <a:pt x="261475" y="86341"/>
                </a:lnTo>
                <a:lnTo>
                  <a:pt x="261368" y="86969"/>
                </a:lnTo>
                <a:lnTo>
                  <a:pt x="261246" y="87583"/>
                </a:lnTo>
                <a:lnTo>
                  <a:pt x="261108" y="88184"/>
                </a:lnTo>
                <a:lnTo>
                  <a:pt x="260955" y="88770"/>
                </a:lnTo>
                <a:lnTo>
                  <a:pt x="260786" y="89343"/>
                </a:lnTo>
                <a:lnTo>
                  <a:pt x="260601" y="89903"/>
                </a:lnTo>
                <a:lnTo>
                  <a:pt x="260400" y="90448"/>
                </a:lnTo>
                <a:lnTo>
                  <a:pt x="260184" y="90980"/>
                </a:lnTo>
                <a:lnTo>
                  <a:pt x="259952" y="91498"/>
                </a:lnTo>
                <a:lnTo>
                  <a:pt x="259704" y="92002"/>
                </a:lnTo>
                <a:lnTo>
                  <a:pt x="259441" y="92492"/>
                </a:lnTo>
                <a:lnTo>
                  <a:pt x="259162" y="92969"/>
                </a:lnTo>
                <a:lnTo>
                  <a:pt x="258867" y="93432"/>
                </a:lnTo>
                <a:lnTo>
                  <a:pt x="258557" y="93881"/>
                </a:lnTo>
                <a:lnTo>
                  <a:pt x="258230" y="94316"/>
                </a:lnTo>
                <a:lnTo>
                  <a:pt x="257889" y="94737"/>
                </a:lnTo>
                <a:lnTo>
                  <a:pt x="257531" y="95145"/>
                </a:lnTo>
                <a:lnTo>
                  <a:pt x="257158" y="95539"/>
                </a:lnTo>
                <a:lnTo>
                  <a:pt x="256769" y="95919"/>
                </a:lnTo>
                <a:lnTo>
                  <a:pt x="256365" y="96285"/>
                </a:lnTo>
                <a:lnTo>
                  <a:pt x="255949" y="96635"/>
                </a:lnTo>
                <a:lnTo>
                  <a:pt x="255519" y="96969"/>
                </a:lnTo>
                <a:lnTo>
                  <a:pt x="255076" y="97288"/>
                </a:lnTo>
                <a:lnTo>
                  <a:pt x="254620" y="97591"/>
                </a:lnTo>
                <a:lnTo>
                  <a:pt x="254150" y="97879"/>
                </a:lnTo>
                <a:lnTo>
                  <a:pt x="253668" y="98151"/>
                </a:lnTo>
                <a:lnTo>
                  <a:pt x="253172" y="98408"/>
                </a:lnTo>
                <a:lnTo>
                  <a:pt x="252663" y="98649"/>
                </a:lnTo>
                <a:lnTo>
                  <a:pt x="252140" y="98875"/>
                </a:lnTo>
                <a:lnTo>
                  <a:pt x="251605" y="99085"/>
                </a:lnTo>
                <a:lnTo>
                  <a:pt x="251056" y="99279"/>
                </a:lnTo>
                <a:lnTo>
                  <a:pt x="250495" y="99458"/>
                </a:lnTo>
                <a:lnTo>
                  <a:pt x="249920" y="99621"/>
                </a:lnTo>
                <a:lnTo>
                  <a:pt x="249331" y="99769"/>
                </a:lnTo>
                <a:lnTo>
                  <a:pt x="248730" y="99901"/>
                </a:lnTo>
                <a:lnTo>
                  <a:pt x="248115" y="100018"/>
                </a:lnTo>
                <a:lnTo>
                  <a:pt x="247487" y="100119"/>
                </a:lnTo>
                <a:lnTo>
                  <a:pt x="246846" y="100204"/>
                </a:lnTo>
                <a:lnTo>
                  <a:pt x="246192" y="100274"/>
                </a:lnTo>
                <a:lnTo>
                  <a:pt x="245525" y="100329"/>
                </a:lnTo>
                <a:lnTo>
                  <a:pt x="244844" y="100368"/>
                </a:lnTo>
                <a:lnTo>
                  <a:pt x="244150" y="100391"/>
                </a:lnTo>
                <a:lnTo>
                  <a:pt x="243443" y="100399"/>
                </a:lnTo>
                <a:lnTo>
                  <a:pt x="242788" y="100392"/>
                </a:lnTo>
                <a:lnTo>
                  <a:pt x="242144" y="100371"/>
                </a:lnTo>
                <a:lnTo>
                  <a:pt x="241509" y="100335"/>
                </a:lnTo>
                <a:lnTo>
                  <a:pt x="240886" y="100286"/>
                </a:lnTo>
                <a:lnTo>
                  <a:pt x="240272" y="100223"/>
                </a:lnTo>
                <a:lnTo>
                  <a:pt x="239669" y="100145"/>
                </a:lnTo>
                <a:lnTo>
                  <a:pt x="239077" y="100054"/>
                </a:lnTo>
                <a:lnTo>
                  <a:pt x="238495" y="99948"/>
                </a:lnTo>
                <a:lnTo>
                  <a:pt x="237923" y="99829"/>
                </a:lnTo>
                <a:lnTo>
                  <a:pt x="237362" y="99695"/>
                </a:lnTo>
                <a:lnTo>
                  <a:pt x="236811" y="99547"/>
                </a:lnTo>
                <a:lnTo>
                  <a:pt x="236270" y="99385"/>
                </a:lnTo>
                <a:lnTo>
                  <a:pt x="235740" y="99209"/>
                </a:lnTo>
                <a:lnTo>
                  <a:pt x="235221" y="99019"/>
                </a:lnTo>
                <a:lnTo>
                  <a:pt x="234712" y="98815"/>
                </a:lnTo>
                <a:lnTo>
                  <a:pt x="234213" y="98597"/>
                </a:lnTo>
                <a:lnTo>
                  <a:pt x="233724" y="98365"/>
                </a:lnTo>
                <a:lnTo>
                  <a:pt x="233247" y="98119"/>
                </a:lnTo>
                <a:lnTo>
                  <a:pt x="232779" y="97858"/>
                </a:lnTo>
                <a:lnTo>
                  <a:pt x="232322" y="97584"/>
                </a:lnTo>
                <a:lnTo>
                  <a:pt x="231875" y="97295"/>
                </a:lnTo>
                <a:lnTo>
                  <a:pt x="231439" y="96992"/>
                </a:lnTo>
                <a:lnTo>
                  <a:pt x="231013" y="96676"/>
                </a:lnTo>
                <a:lnTo>
                  <a:pt x="230598" y="96345"/>
                </a:lnTo>
                <a:lnTo>
                  <a:pt x="230192" y="96002"/>
                </a:lnTo>
                <a:lnTo>
                  <a:pt x="229796" y="95650"/>
                </a:lnTo>
                <a:lnTo>
                  <a:pt x="229409" y="95289"/>
                </a:lnTo>
                <a:lnTo>
                  <a:pt x="229032" y="94919"/>
                </a:lnTo>
                <a:lnTo>
                  <a:pt x="228663" y="94539"/>
                </a:lnTo>
                <a:lnTo>
                  <a:pt x="228304" y="94151"/>
                </a:lnTo>
                <a:lnTo>
                  <a:pt x="227955" y="93752"/>
                </a:lnTo>
                <a:lnTo>
                  <a:pt x="227614" y="93345"/>
                </a:lnTo>
                <a:lnTo>
                  <a:pt x="227283" y="92929"/>
                </a:lnTo>
                <a:lnTo>
                  <a:pt x="226962" y="92503"/>
                </a:lnTo>
                <a:lnTo>
                  <a:pt x="226649" y="92068"/>
                </a:lnTo>
                <a:lnTo>
                  <a:pt x="226346" y="91624"/>
                </a:lnTo>
                <a:lnTo>
                  <a:pt x="226052" y="91170"/>
                </a:lnTo>
                <a:lnTo>
                  <a:pt x="225768" y="90708"/>
                </a:lnTo>
                <a:lnTo>
                  <a:pt x="225493" y="90236"/>
                </a:lnTo>
                <a:lnTo>
                  <a:pt x="225227" y="89754"/>
                </a:lnTo>
                <a:lnTo>
                  <a:pt x="224970" y="89264"/>
                </a:lnTo>
                <a:lnTo>
                  <a:pt x="224723" y="88764"/>
                </a:lnTo>
                <a:lnTo>
                  <a:pt x="224485" y="88256"/>
                </a:lnTo>
                <a:lnTo>
                  <a:pt x="224256" y="87738"/>
                </a:lnTo>
                <a:lnTo>
                  <a:pt x="224037" y="87210"/>
                </a:lnTo>
                <a:lnTo>
                  <a:pt x="223827" y="86674"/>
                </a:lnTo>
                <a:lnTo>
                  <a:pt x="223626" y="86128"/>
                </a:lnTo>
                <a:lnTo>
                  <a:pt x="223435" y="85573"/>
                </a:lnTo>
                <a:lnTo>
                  <a:pt x="223252" y="85011"/>
                </a:lnTo>
                <a:lnTo>
                  <a:pt x="223076" y="84445"/>
                </a:lnTo>
                <a:lnTo>
                  <a:pt x="222908" y="83874"/>
                </a:lnTo>
                <a:lnTo>
                  <a:pt x="222748" y="83298"/>
                </a:lnTo>
                <a:lnTo>
                  <a:pt x="222595" y="82718"/>
                </a:lnTo>
                <a:lnTo>
                  <a:pt x="222450" y="82133"/>
                </a:lnTo>
                <a:lnTo>
                  <a:pt x="222312" y="81544"/>
                </a:lnTo>
                <a:lnTo>
                  <a:pt x="222181" y="80950"/>
                </a:lnTo>
                <a:lnTo>
                  <a:pt x="222058" y="80352"/>
                </a:lnTo>
                <a:lnTo>
                  <a:pt x="221943" y="79749"/>
                </a:lnTo>
                <a:lnTo>
                  <a:pt x="221835" y="79142"/>
                </a:lnTo>
                <a:lnTo>
                  <a:pt x="221734" y="78530"/>
                </a:lnTo>
                <a:lnTo>
                  <a:pt x="221641" y="77913"/>
                </a:lnTo>
                <a:lnTo>
                  <a:pt x="221556" y="77292"/>
                </a:lnTo>
                <a:lnTo>
                  <a:pt x="221478" y="76667"/>
                </a:lnTo>
                <a:lnTo>
                  <a:pt x="221407" y="76037"/>
                </a:lnTo>
                <a:lnTo>
                  <a:pt x="221345" y="75402"/>
                </a:lnTo>
                <a:lnTo>
                  <a:pt x="221289" y="74763"/>
                </a:lnTo>
                <a:lnTo>
                  <a:pt x="221241" y="74119"/>
                </a:lnTo>
                <a:lnTo>
                  <a:pt x="221201" y="73471"/>
                </a:lnTo>
                <a:lnTo>
                  <a:pt x="221168" y="72818"/>
                </a:lnTo>
                <a:lnTo>
                  <a:pt x="221142" y="72160"/>
                </a:lnTo>
                <a:lnTo>
                  <a:pt x="221124" y="71499"/>
                </a:lnTo>
                <a:lnTo>
                  <a:pt x="221114" y="70832"/>
                </a:lnTo>
                <a:lnTo>
                  <a:pt x="274656" y="70832"/>
                </a:lnTo>
                <a:lnTo>
                  <a:pt x="274669" y="70768"/>
                </a:lnTo>
                <a:lnTo>
                  <a:pt x="274682" y="70700"/>
                </a:lnTo>
                <a:lnTo>
                  <a:pt x="274694" y="70629"/>
                </a:lnTo>
                <a:lnTo>
                  <a:pt x="274706" y="70555"/>
                </a:lnTo>
                <a:lnTo>
                  <a:pt x="274718" y="70477"/>
                </a:lnTo>
                <a:lnTo>
                  <a:pt x="274729" y="70397"/>
                </a:lnTo>
                <a:lnTo>
                  <a:pt x="274739" y="70312"/>
                </a:lnTo>
                <a:lnTo>
                  <a:pt x="274750" y="70225"/>
                </a:lnTo>
                <a:lnTo>
                  <a:pt x="274759" y="70134"/>
                </a:lnTo>
                <a:lnTo>
                  <a:pt x="274769" y="70040"/>
                </a:lnTo>
                <a:lnTo>
                  <a:pt x="274778" y="69942"/>
                </a:lnTo>
                <a:lnTo>
                  <a:pt x="274786" y="69841"/>
                </a:lnTo>
                <a:lnTo>
                  <a:pt x="274794" y="69737"/>
                </a:lnTo>
                <a:lnTo>
                  <a:pt x="274802" y="69629"/>
                </a:lnTo>
                <a:lnTo>
                  <a:pt x="274809" y="69518"/>
                </a:lnTo>
                <a:lnTo>
                  <a:pt x="274816" y="69404"/>
                </a:lnTo>
                <a:lnTo>
                  <a:pt x="274823" y="69287"/>
                </a:lnTo>
                <a:lnTo>
                  <a:pt x="274829" y="69166"/>
                </a:lnTo>
                <a:lnTo>
                  <a:pt x="274834" y="69042"/>
                </a:lnTo>
                <a:lnTo>
                  <a:pt x="274840" y="68914"/>
                </a:lnTo>
                <a:lnTo>
                  <a:pt x="274844" y="68783"/>
                </a:lnTo>
                <a:lnTo>
                  <a:pt x="274849" y="68649"/>
                </a:lnTo>
                <a:lnTo>
                  <a:pt x="274853" y="68512"/>
                </a:lnTo>
                <a:lnTo>
                  <a:pt x="274856" y="68371"/>
                </a:lnTo>
                <a:lnTo>
                  <a:pt x="274860" y="68229"/>
                </a:lnTo>
                <a:lnTo>
                  <a:pt x="274863" y="68089"/>
                </a:lnTo>
                <a:lnTo>
                  <a:pt x="274866" y="67950"/>
                </a:lnTo>
                <a:lnTo>
                  <a:pt x="274868" y="67813"/>
                </a:lnTo>
                <a:lnTo>
                  <a:pt x="274871" y="67678"/>
                </a:lnTo>
                <a:lnTo>
                  <a:pt x="274874" y="67544"/>
                </a:lnTo>
                <a:lnTo>
                  <a:pt x="274876" y="67412"/>
                </a:lnTo>
                <a:lnTo>
                  <a:pt x="274878" y="67281"/>
                </a:lnTo>
                <a:lnTo>
                  <a:pt x="274881" y="67152"/>
                </a:lnTo>
                <a:lnTo>
                  <a:pt x="274883" y="67025"/>
                </a:lnTo>
                <a:lnTo>
                  <a:pt x="274885" y="66899"/>
                </a:lnTo>
                <a:lnTo>
                  <a:pt x="274886" y="66775"/>
                </a:lnTo>
                <a:lnTo>
                  <a:pt x="274888" y="66652"/>
                </a:lnTo>
                <a:lnTo>
                  <a:pt x="274889" y="66531"/>
                </a:lnTo>
                <a:lnTo>
                  <a:pt x="274891" y="66412"/>
                </a:lnTo>
                <a:lnTo>
                  <a:pt x="274892" y="66294"/>
                </a:lnTo>
                <a:lnTo>
                  <a:pt x="274893" y="66178"/>
                </a:lnTo>
                <a:lnTo>
                  <a:pt x="274894" y="66063"/>
                </a:lnTo>
                <a:lnTo>
                  <a:pt x="274895" y="65950"/>
                </a:lnTo>
                <a:lnTo>
                  <a:pt x="274895" y="65839"/>
                </a:lnTo>
                <a:lnTo>
                  <a:pt x="274896" y="65729"/>
                </a:lnTo>
                <a:lnTo>
                  <a:pt x="274896" y="65620"/>
                </a:lnTo>
                <a:lnTo>
                  <a:pt x="274896" y="65514"/>
                </a:lnTo>
                <a:lnTo>
                  <a:pt x="274896" y="65408"/>
                </a:lnTo>
                <a:lnTo>
                  <a:pt x="274881" y="63859"/>
                </a:lnTo>
                <a:lnTo>
                  <a:pt x="274836" y="62340"/>
                </a:lnTo>
                <a:lnTo>
                  <a:pt x="274760" y="60851"/>
                </a:lnTo>
                <a:lnTo>
                  <a:pt x="274654" y="59393"/>
                </a:lnTo>
                <a:lnTo>
                  <a:pt x="274518" y="57965"/>
                </a:lnTo>
                <a:lnTo>
                  <a:pt x="274351" y="56568"/>
                </a:lnTo>
                <a:lnTo>
                  <a:pt x="274154" y="55201"/>
                </a:lnTo>
                <a:lnTo>
                  <a:pt x="273927" y="53864"/>
                </a:lnTo>
                <a:lnTo>
                  <a:pt x="273670" y="52558"/>
                </a:lnTo>
                <a:lnTo>
                  <a:pt x="273382" y="51282"/>
                </a:lnTo>
                <a:lnTo>
                  <a:pt x="273064" y="50037"/>
                </a:lnTo>
                <a:lnTo>
                  <a:pt x="272715" y="48822"/>
                </a:lnTo>
                <a:lnTo>
                  <a:pt x="272337" y="47638"/>
                </a:lnTo>
                <a:lnTo>
                  <a:pt x="271928" y="46484"/>
                </a:lnTo>
                <a:lnTo>
                  <a:pt x="271489" y="45360"/>
                </a:lnTo>
                <a:lnTo>
                  <a:pt x="271019" y="44267"/>
                </a:lnTo>
                <a:lnTo>
                  <a:pt x="270519" y="43205"/>
                </a:lnTo>
                <a:lnTo>
                  <a:pt x="269989" y="42172"/>
                </a:lnTo>
                <a:lnTo>
                  <a:pt x="269429" y="41171"/>
                </a:lnTo>
                <a:lnTo>
                  <a:pt x="268838" y="40199"/>
                </a:lnTo>
                <a:lnTo>
                  <a:pt x="268217" y="39258"/>
                </a:lnTo>
                <a:lnTo>
                  <a:pt x="267566" y="38348"/>
                </a:lnTo>
                <a:lnTo>
                  <a:pt x="266884" y="37468"/>
                </a:lnTo>
                <a:lnTo>
                  <a:pt x="266173" y="36618"/>
                </a:lnTo>
                <a:lnTo>
                  <a:pt x="265434" y="35801"/>
                </a:lnTo>
                <a:lnTo>
                  <a:pt x="264672" y="35018"/>
                </a:lnTo>
                <a:lnTo>
                  <a:pt x="263887" y="34270"/>
                </a:lnTo>
                <a:lnTo>
                  <a:pt x="263078" y="33558"/>
                </a:lnTo>
                <a:lnTo>
                  <a:pt x="262246" y="32879"/>
                </a:lnTo>
                <a:lnTo>
                  <a:pt x="261391" y="32236"/>
                </a:lnTo>
                <a:lnTo>
                  <a:pt x="260512" y="31627"/>
                </a:lnTo>
                <a:lnTo>
                  <a:pt x="259610" y="31054"/>
                </a:lnTo>
                <a:lnTo>
                  <a:pt x="258685" y="30515"/>
                </a:lnTo>
                <a:lnTo>
                  <a:pt x="257736" y="30010"/>
                </a:lnTo>
                <a:lnTo>
                  <a:pt x="256764" y="29541"/>
                </a:lnTo>
                <a:lnTo>
                  <a:pt x="255768" y="29106"/>
                </a:lnTo>
                <a:lnTo>
                  <a:pt x="254750" y="28706"/>
                </a:lnTo>
                <a:lnTo>
                  <a:pt x="253707" y="28341"/>
                </a:lnTo>
                <a:lnTo>
                  <a:pt x="252642" y="28011"/>
                </a:lnTo>
                <a:lnTo>
                  <a:pt x="251553" y="27715"/>
                </a:lnTo>
                <a:lnTo>
                  <a:pt x="250441" y="27454"/>
                </a:lnTo>
                <a:lnTo>
                  <a:pt x="249306" y="27228"/>
                </a:lnTo>
                <a:lnTo>
                  <a:pt x="248147" y="27037"/>
                </a:lnTo>
                <a:lnTo>
                  <a:pt x="246965" y="26880"/>
                </a:lnTo>
                <a:lnTo>
                  <a:pt x="245759" y="26759"/>
                </a:lnTo>
                <a:lnTo>
                  <a:pt x="244530" y="26672"/>
                </a:lnTo>
                <a:lnTo>
                  <a:pt x="243278" y="26619"/>
                </a:lnTo>
                <a:lnTo>
                  <a:pt x="242003" y="26602"/>
                </a:lnTo>
                <a:lnTo>
                  <a:pt x="241049" y="26611"/>
                </a:lnTo>
                <a:lnTo>
                  <a:pt x="240109" y="26639"/>
                </a:lnTo>
                <a:lnTo>
                  <a:pt x="239182" y="26685"/>
                </a:lnTo>
                <a:lnTo>
                  <a:pt x="238269" y="26750"/>
                </a:lnTo>
                <a:lnTo>
                  <a:pt x="237369" y="26834"/>
                </a:lnTo>
                <a:lnTo>
                  <a:pt x="236483" y="26936"/>
                </a:lnTo>
                <a:lnTo>
                  <a:pt x="235610" y="27056"/>
                </a:lnTo>
                <a:lnTo>
                  <a:pt x="234751" y="27195"/>
                </a:lnTo>
                <a:lnTo>
                  <a:pt x="233905" y="27352"/>
                </a:lnTo>
                <a:lnTo>
                  <a:pt x="233073" y="27528"/>
                </a:lnTo>
                <a:lnTo>
                  <a:pt x="232254" y="27723"/>
                </a:lnTo>
                <a:lnTo>
                  <a:pt x="231448" y="27936"/>
                </a:lnTo>
                <a:lnTo>
                  <a:pt x="230656" y="28168"/>
                </a:lnTo>
                <a:lnTo>
                  <a:pt x="229878" y="28418"/>
                </a:lnTo>
                <a:lnTo>
                  <a:pt x="229113" y="28686"/>
                </a:lnTo>
                <a:lnTo>
                  <a:pt x="228361" y="28974"/>
                </a:lnTo>
                <a:lnTo>
                  <a:pt x="227623" y="29279"/>
                </a:lnTo>
                <a:lnTo>
                  <a:pt x="226899" y="29604"/>
                </a:lnTo>
                <a:lnTo>
                  <a:pt x="226188" y="29946"/>
                </a:lnTo>
                <a:lnTo>
                  <a:pt x="225490" y="30308"/>
                </a:lnTo>
                <a:lnTo>
                  <a:pt x="224806" y="30687"/>
                </a:lnTo>
                <a:lnTo>
                  <a:pt x="224136" y="31086"/>
                </a:lnTo>
                <a:lnTo>
                  <a:pt x="223478" y="31503"/>
                </a:lnTo>
                <a:lnTo>
                  <a:pt x="222835" y="31938"/>
                </a:lnTo>
                <a:lnTo>
                  <a:pt x="222205" y="32390"/>
                </a:lnTo>
                <a:lnTo>
                  <a:pt x="221588" y="32856"/>
                </a:lnTo>
                <a:lnTo>
                  <a:pt x="220985" y="33337"/>
                </a:lnTo>
                <a:lnTo>
                  <a:pt x="220395" y="33831"/>
                </a:lnTo>
                <a:lnTo>
                  <a:pt x="219819" y="34341"/>
                </a:lnTo>
                <a:lnTo>
                  <a:pt x="219256" y="34864"/>
                </a:lnTo>
                <a:lnTo>
                  <a:pt x="218706" y="35402"/>
                </a:lnTo>
                <a:lnTo>
                  <a:pt x="218171" y="35954"/>
                </a:lnTo>
                <a:lnTo>
                  <a:pt x="217648" y="36521"/>
                </a:lnTo>
                <a:lnTo>
                  <a:pt x="217139" y="37101"/>
                </a:lnTo>
                <a:lnTo>
                  <a:pt x="216644" y="37697"/>
                </a:lnTo>
                <a:lnTo>
                  <a:pt x="216162" y="38306"/>
                </a:lnTo>
                <a:lnTo>
                  <a:pt x="215693" y="38930"/>
                </a:lnTo>
                <a:lnTo>
                  <a:pt x="215239" y="39568"/>
                </a:lnTo>
                <a:lnTo>
                  <a:pt x="214797" y="40221"/>
                </a:lnTo>
                <a:lnTo>
                  <a:pt x="214369" y="40888"/>
                </a:lnTo>
                <a:lnTo>
                  <a:pt x="213954" y="41569"/>
                </a:lnTo>
                <a:lnTo>
                  <a:pt x="213553" y="42265"/>
                </a:lnTo>
                <a:lnTo>
                  <a:pt x="213166" y="42974"/>
                </a:lnTo>
                <a:lnTo>
                  <a:pt x="212792" y="43699"/>
                </a:lnTo>
                <a:lnTo>
                  <a:pt x="212431" y="44437"/>
                </a:lnTo>
                <a:lnTo>
                  <a:pt x="212084" y="45190"/>
                </a:lnTo>
                <a:lnTo>
                  <a:pt x="211750" y="45957"/>
                </a:lnTo>
                <a:lnTo>
                  <a:pt x="211430" y="46739"/>
                </a:lnTo>
                <a:lnTo>
                  <a:pt x="211123" y="47533"/>
                </a:lnTo>
                <a:lnTo>
                  <a:pt x="210829" y="48337"/>
                </a:lnTo>
                <a:lnTo>
                  <a:pt x="210548" y="49151"/>
                </a:lnTo>
                <a:lnTo>
                  <a:pt x="210281" y="49976"/>
                </a:lnTo>
                <a:lnTo>
                  <a:pt x="210026" y="50811"/>
                </a:lnTo>
                <a:lnTo>
                  <a:pt x="209784" y="51656"/>
                </a:lnTo>
                <a:lnTo>
                  <a:pt x="209556" y="52512"/>
                </a:lnTo>
                <a:lnTo>
                  <a:pt x="209340" y="53377"/>
                </a:lnTo>
                <a:lnTo>
                  <a:pt x="209138" y="54254"/>
                </a:lnTo>
                <a:lnTo>
                  <a:pt x="208948" y="55140"/>
                </a:lnTo>
                <a:lnTo>
                  <a:pt x="208772" y="56036"/>
                </a:lnTo>
                <a:lnTo>
                  <a:pt x="208609" y="56943"/>
                </a:lnTo>
                <a:lnTo>
                  <a:pt x="208459" y="57860"/>
                </a:lnTo>
                <a:lnTo>
                  <a:pt x="208321" y="58788"/>
                </a:lnTo>
                <a:lnTo>
                  <a:pt x="208197" y="59725"/>
                </a:lnTo>
                <a:lnTo>
                  <a:pt x="208086" y="60673"/>
                </a:lnTo>
                <a:lnTo>
                  <a:pt x="207988" y="61631"/>
                </a:lnTo>
                <a:lnTo>
                  <a:pt x="207904" y="62600"/>
                </a:lnTo>
                <a:lnTo>
                  <a:pt x="207832" y="63579"/>
                </a:lnTo>
                <a:lnTo>
                  <a:pt x="207773" y="64567"/>
                </a:lnTo>
                <a:lnTo>
                  <a:pt x="207727" y="65567"/>
                </a:lnTo>
                <a:lnTo>
                  <a:pt x="207695" y="66576"/>
                </a:lnTo>
                <a:lnTo>
                  <a:pt x="207675" y="67596"/>
                </a:lnTo>
                <a:lnTo>
                  <a:pt x="207668" y="68626"/>
                </a:lnTo>
                <a:lnTo>
                  <a:pt x="207675" y="69616"/>
                </a:lnTo>
                <a:lnTo>
                  <a:pt x="207695" y="70597"/>
                </a:lnTo>
                <a:lnTo>
                  <a:pt x="207729" y="71570"/>
                </a:lnTo>
                <a:lnTo>
                  <a:pt x="207776" y="72535"/>
                </a:lnTo>
                <a:lnTo>
                  <a:pt x="207837" y="73491"/>
                </a:lnTo>
                <a:lnTo>
                  <a:pt x="207911" y="74439"/>
                </a:lnTo>
                <a:lnTo>
                  <a:pt x="207999" y="75380"/>
                </a:lnTo>
                <a:lnTo>
                  <a:pt x="208100" y="76311"/>
                </a:lnTo>
                <a:lnTo>
                  <a:pt x="208214" y="77235"/>
                </a:lnTo>
                <a:lnTo>
                  <a:pt x="208342" y="78150"/>
                </a:lnTo>
                <a:lnTo>
                  <a:pt x="208484" y="79057"/>
                </a:lnTo>
                <a:lnTo>
                  <a:pt x="208639" y="79956"/>
                </a:lnTo>
                <a:lnTo>
                  <a:pt x="208807" y="80846"/>
                </a:lnTo>
                <a:lnTo>
                  <a:pt x="208989" y="81729"/>
                </a:lnTo>
                <a:lnTo>
                  <a:pt x="209185" y="82603"/>
                </a:lnTo>
                <a:lnTo>
                  <a:pt x="209394" y="83468"/>
                </a:lnTo>
                <a:lnTo>
                  <a:pt x="209616" y="84326"/>
                </a:lnTo>
                <a:lnTo>
                  <a:pt x="209852" y="85175"/>
                </a:lnTo>
                <a:lnTo>
                  <a:pt x="210101" y="86016"/>
                </a:lnTo>
                <a:lnTo>
                  <a:pt x="210364" y="86849"/>
                </a:lnTo>
                <a:lnTo>
                  <a:pt x="210640" y="87674"/>
                </a:lnTo>
                <a:lnTo>
                  <a:pt x="210930" y="88490"/>
                </a:lnTo>
                <a:lnTo>
                  <a:pt x="211233" y="89298"/>
                </a:lnTo>
                <a:lnTo>
                  <a:pt x="211550" y="90098"/>
                </a:lnTo>
                <a:lnTo>
                  <a:pt x="211881" y="90886"/>
                </a:lnTo>
                <a:lnTo>
                  <a:pt x="212225" y="91661"/>
                </a:lnTo>
                <a:lnTo>
                  <a:pt x="212584" y="92422"/>
                </a:lnTo>
                <a:lnTo>
                  <a:pt x="212956" y="93169"/>
                </a:lnTo>
                <a:lnTo>
                  <a:pt x="213343" y="93902"/>
                </a:lnTo>
                <a:lnTo>
                  <a:pt x="213743" y="94621"/>
                </a:lnTo>
                <a:lnTo>
                  <a:pt x="214158" y="95327"/>
                </a:lnTo>
                <a:lnTo>
                  <a:pt x="214587" y="96018"/>
                </a:lnTo>
                <a:lnTo>
                  <a:pt x="215030" y="96696"/>
                </a:lnTo>
                <a:lnTo>
                  <a:pt x="215486" y="97359"/>
                </a:lnTo>
                <a:lnTo>
                  <a:pt x="215957" y="98009"/>
                </a:lnTo>
                <a:lnTo>
                  <a:pt x="216442" y="98645"/>
                </a:lnTo>
                <a:lnTo>
                  <a:pt x="216941" y="99267"/>
                </a:lnTo>
                <a:lnTo>
                  <a:pt x="217454" y="99875"/>
                </a:lnTo>
                <a:lnTo>
                  <a:pt x="217981" y="100469"/>
                </a:lnTo>
                <a:lnTo>
                  <a:pt x="218522" y="101049"/>
                </a:lnTo>
                <a:lnTo>
                  <a:pt x="219077" y="101616"/>
                </a:lnTo>
                <a:lnTo>
                  <a:pt x="219646" y="102168"/>
                </a:lnTo>
                <a:lnTo>
                  <a:pt x="220229" y="102707"/>
                </a:lnTo>
                <a:lnTo>
                  <a:pt x="220826" y="103232"/>
                </a:lnTo>
                <a:lnTo>
                  <a:pt x="221437" y="103742"/>
                </a:lnTo>
                <a:lnTo>
                  <a:pt x="222062" y="104239"/>
                </a:lnTo>
                <a:lnTo>
                  <a:pt x="222702" y="104722"/>
                </a:lnTo>
                <a:lnTo>
                  <a:pt x="223355" y="105191"/>
                </a:lnTo>
                <a:lnTo>
                  <a:pt x="224023" y="105644"/>
                </a:lnTo>
                <a:lnTo>
                  <a:pt x="224705" y="106077"/>
                </a:lnTo>
                <a:lnTo>
                  <a:pt x="225402" y="106491"/>
                </a:lnTo>
                <a:lnTo>
                  <a:pt x="226114" y="106885"/>
                </a:lnTo>
                <a:lnTo>
                  <a:pt x="226840" y="107261"/>
                </a:lnTo>
                <a:lnTo>
                  <a:pt x="227582" y="107617"/>
                </a:lnTo>
                <a:lnTo>
                  <a:pt x="228338" y="107954"/>
                </a:lnTo>
                <a:lnTo>
                  <a:pt x="229108" y="108271"/>
                </a:lnTo>
                <a:lnTo>
                  <a:pt x="229894" y="108570"/>
                </a:lnTo>
                <a:lnTo>
                  <a:pt x="230694" y="108849"/>
                </a:lnTo>
                <a:lnTo>
                  <a:pt x="231509" y="109109"/>
                </a:lnTo>
                <a:lnTo>
                  <a:pt x="232339" y="109349"/>
                </a:lnTo>
                <a:lnTo>
                  <a:pt x="233183" y="109571"/>
                </a:lnTo>
                <a:lnTo>
                  <a:pt x="234042" y="109773"/>
                </a:lnTo>
                <a:lnTo>
                  <a:pt x="234916" y="109956"/>
                </a:lnTo>
                <a:lnTo>
                  <a:pt x="235805" y="110119"/>
                </a:lnTo>
                <a:lnTo>
                  <a:pt x="236708" y="110264"/>
                </a:lnTo>
                <a:lnTo>
                  <a:pt x="237626" y="110389"/>
                </a:lnTo>
                <a:lnTo>
                  <a:pt x="238559" y="110495"/>
                </a:lnTo>
                <a:lnTo>
                  <a:pt x="239506" y="110581"/>
                </a:lnTo>
                <a:lnTo>
                  <a:pt x="240468" y="110649"/>
                </a:lnTo>
                <a:lnTo>
                  <a:pt x="241445" y="110697"/>
                </a:lnTo>
                <a:lnTo>
                  <a:pt x="242437" y="110726"/>
                </a:lnTo>
                <a:lnTo>
                  <a:pt x="243443" y="110735"/>
                </a:lnTo>
                <a:lnTo>
                  <a:pt x="244239" y="110729"/>
                </a:lnTo>
                <a:lnTo>
                  <a:pt x="245026" y="110712"/>
                </a:lnTo>
                <a:lnTo>
                  <a:pt x="245803" y="110682"/>
                </a:lnTo>
                <a:close/>
                <a:moveTo>
                  <a:pt x="221501" y="58185"/>
                </a:moveTo>
                <a:lnTo>
                  <a:pt x="221633" y="57268"/>
                </a:lnTo>
                <a:lnTo>
                  <a:pt x="221780" y="56369"/>
                </a:lnTo>
                <a:lnTo>
                  <a:pt x="221942" y="55491"/>
                </a:lnTo>
                <a:lnTo>
                  <a:pt x="222119" y="54632"/>
                </a:lnTo>
                <a:lnTo>
                  <a:pt x="222310" y="53793"/>
                </a:lnTo>
                <a:lnTo>
                  <a:pt x="222516" y="52973"/>
                </a:lnTo>
                <a:lnTo>
                  <a:pt x="222738" y="52173"/>
                </a:lnTo>
                <a:lnTo>
                  <a:pt x="222974" y="51393"/>
                </a:lnTo>
                <a:lnTo>
                  <a:pt x="223225" y="50633"/>
                </a:lnTo>
                <a:lnTo>
                  <a:pt x="223491" y="49892"/>
                </a:lnTo>
                <a:lnTo>
                  <a:pt x="223771" y="49170"/>
                </a:lnTo>
                <a:lnTo>
                  <a:pt x="224067" y="48469"/>
                </a:lnTo>
                <a:lnTo>
                  <a:pt x="224378" y="47787"/>
                </a:lnTo>
                <a:lnTo>
                  <a:pt x="224703" y="47124"/>
                </a:lnTo>
                <a:lnTo>
                  <a:pt x="225043" y="46482"/>
                </a:lnTo>
                <a:lnTo>
                  <a:pt x="225398" y="45859"/>
                </a:lnTo>
                <a:lnTo>
                  <a:pt x="225768" y="45255"/>
                </a:lnTo>
                <a:lnTo>
                  <a:pt x="226153" y="44671"/>
                </a:lnTo>
                <a:lnTo>
                  <a:pt x="226553" y="44107"/>
                </a:lnTo>
                <a:lnTo>
                  <a:pt x="226967" y="43563"/>
                </a:lnTo>
                <a:lnTo>
                  <a:pt x="227397" y="43038"/>
                </a:lnTo>
                <a:lnTo>
                  <a:pt x="227841" y="42534"/>
                </a:lnTo>
                <a:lnTo>
                  <a:pt x="228299" y="42051"/>
                </a:lnTo>
                <a:lnTo>
                  <a:pt x="228772" y="41590"/>
                </a:lnTo>
                <a:lnTo>
                  <a:pt x="229258" y="41150"/>
                </a:lnTo>
                <a:lnTo>
                  <a:pt x="229760" y="40731"/>
                </a:lnTo>
                <a:lnTo>
                  <a:pt x="230275" y="40334"/>
                </a:lnTo>
                <a:lnTo>
                  <a:pt x="230805" y="39959"/>
                </a:lnTo>
                <a:lnTo>
                  <a:pt x="231349" y="39605"/>
                </a:lnTo>
                <a:lnTo>
                  <a:pt x="231908" y="39272"/>
                </a:lnTo>
                <a:lnTo>
                  <a:pt x="232481" y="38961"/>
                </a:lnTo>
                <a:lnTo>
                  <a:pt x="233068" y="38671"/>
                </a:lnTo>
                <a:lnTo>
                  <a:pt x="233669" y="38403"/>
                </a:lnTo>
                <a:lnTo>
                  <a:pt x="234285" y="38156"/>
                </a:lnTo>
                <a:lnTo>
                  <a:pt x="234915" y="37931"/>
                </a:lnTo>
                <a:lnTo>
                  <a:pt x="235559" y="37727"/>
                </a:lnTo>
                <a:lnTo>
                  <a:pt x="236218" y="37545"/>
                </a:lnTo>
                <a:lnTo>
                  <a:pt x="236891" y="37384"/>
                </a:lnTo>
                <a:lnTo>
                  <a:pt x="237578" y="37245"/>
                </a:lnTo>
                <a:lnTo>
                  <a:pt x="238280" y="37127"/>
                </a:lnTo>
                <a:lnTo>
                  <a:pt x="238996" y="37030"/>
                </a:lnTo>
                <a:lnTo>
                  <a:pt x="239726" y="36955"/>
                </a:lnTo>
                <a:lnTo>
                  <a:pt x="240471" y="36901"/>
                </a:lnTo>
                <a:lnTo>
                  <a:pt x="241229" y="36869"/>
                </a:lnTo>
                <a:lnTo>
                  <a:pt x="242003" y="36858"/>
                </a:lnTo>
                <a:lnTo>
                  <a:pt x="242763" y="36869"/>
                </a:lnTo>
                <a:lnTo>
                  <a:pt x="243508" y="36902"/>
                </a:lnTo>
                <a:lnTo>
                  <a:pt x="244240" y="36956"/>
                </a:lnTo>
                <a:lnTo>
                  <a:pt x="244957" y="37031"/>
                </a:lnTo>
                <a:lnTo>
                  <a:pt x="245660" y="37128"/>
                </a:lnTo>
                <a:lnTo>
                  <a:pt x="246349" y="37247"/>
                </a:lnTo>
                <a:lnTo>
                  <a:pt x="247024" y="37388"/>
                </a:lnTo>
                <a:lnTo>
                  <a:pt x="247685" y="37550"/>
                </a:lnTo>
                <a:lnTo>
                  <a:pt x="248332" y="37733"/>
                </a:lnTo>
                <a:lnTo>
                  <a:pt x="248964" y="37939"/>
                </a:lnTo>
                <a:lnTo>
                  <a:pt x="249582" y="38165"/>
                </a:lnTo>
                <a:lnTo>
                  <a:pt x="250186" y="38414"/>
                </a:lnTo>
                <a:lnTo>
                  <a:pt x="250776" y="38684"/>
                </a:lnTo>
                <a:lnTo>
                  <a:pt x="251352" y="38976"/>
                </a:lnTo>
                <a:lnTo>
                  <a:pt x="251913" y="39289"/>
                </a:lnTo>
                <a:lnTo>
                  <a:pt x="252460" y="39624"/>
                </a:lnTo>
                <a:lnTo>
                  <a:pt x="252993" y="39980"/>
                </a:lnTo>
                <a:lnTo>
                  <a:pt x="253512" y="40358"/>
                </a:lnTo>
                <a:lnTo>
                  <a:pt x="254017" y="40758"/>
                </a:lnTo>
                <a:lnTo>
                  <a:pt x="254508" y="41179"/>
                </a:lnTo>
                <a:lnTo>
                  <a:pt x="254984" y="41622"/>
                </a:lnTo>
                <a:lnTo>
                  <a:pt x="255447" y="42087"/>
                </a:lnTo>
                <a:lnTo>
                  <a:pt x="255895" y="42573"/>
                </a:lnTo>
                <a:lnTo>
                  <a:pt x="256329" y="43081"/>
                </a:lnTo>
                <a:lnTo>
                  <a:pt x="256747" y="43609"/>
                </a:lnTo>
                <a:lnTo>
                  <a:pt x="257148" y="44156"/>
                </a:lnTo>
                <a:lnTo>
                  <a:pt x="257533" y="44723"/>
                </a:lnTo>
                <a:lnTo>
                  <a:pt x="257900" y="45308"/>
                </a:lnTo>
                <a:lnTo>
                  <a:pt x="258251" y="45913"/>
                </a:lnTo>
                <a:lnTo>
                  <a:pt x="258585" y="46538"/>
                </a:lnTo>
                <a:lnTo>
                  <a:pt x="258901" y="47181"/>
                </a:lnTo>
                <a:lnTo>
                  <a:pt x="259201" y="47843"/>
                </a:lnTo>
                <a:lnTo>
                  <a:pt x="259484" y="48525"/>
                </a:lnTo>
                <a:lnTo>
                  <a:pt x="259749" y="49226"/>
                </a:lnTo>
                <a:lnTo>
                  <a:pt x="259998" y="49946"/>
                </a:lnTo>
                <a:lnTo>
                  <a:pt x="260230" y="50686"/>
                </a:lnTo>
                <a:lnTo>
                  <a:pt x="260445" y="51444"/>
                </a:lnTo>
                <a:lnTo>
                  <a:pt x="260643" y="52222"/>
                </a:lnTo>
                <a:lnTo>
                  <a:pt x="260824" y="53019"/>
                </a:lnTo>
                <a:lnTo>
                  <a:pt x="260988" y="53835"/>
                </a:lnTo>
                <a:lnTo>
                  <a:pt x="261135" y="54671"/>
                </a:lnTo>
                <a:lnTo>
                  <a:pt x="261266" y="55525"/>
                </a:lnTo>
                <a:lnTo>
                  <a:pt x="261379" y="56399"/>
                </a:lnTo>
                <a:lnTo>
                  <a:pt x="261475" y="57292"/>
                </a:lnTo>
                <a:lnTo>
                  <a:pt x="261554" y="58205"/>
                </a:lnTo>
                <a:lnTo>
                  <a:pt x="261617" y="59136"/>
                </a:lnTo>
                <a:lnTo>
                  <a:pt x="261662" y="60087"/>
                </a:lnTo>
                <a:lnTo>
                  <a:pt x="261691" y="61057"/>
                </a:lnTo>
                <a:lnTo>
                  <a:pt x="221194" y="61057"/>
                </a:lnTo>
                <a:lnTo>
                  <a:pt x="221281" y="60080"/>
                </a:lnTo>
                <a:lnTo>
                  <a:pt x="221384" y="59123"/>
                </a:lnTo>
                <a:lnTo>
                  <a:pt x="221501" y="58185"/>
                </a:lnTo>
                <a:close/>
                <a:moveTo>
                  <a:pt x="150295" y="110671"/>
                </a:moveTo>
                <a:lnTo>
                  <a:pt x="151043" y="110621"/>
                </a:lnTo>
                <a:lnTo>
                  <a:pt x="151781" y="110556"/>
                </a:lnTo>
                <a:lnTo>
                  <a:pt x="152508" y="110477"/>
                </a:lnTo>
                <a:lnTo>
                  <a:pt x="153223" y="110384"/>
                </a:lnTo>
                <a:lnTo>
                  <a:pt x="153928" y="110277"/>
                </a:lnTo>
                <a:lnTo>
                  <a:pt x="154622" y="110155"/>
                </a:lnTo>
                <a:lnTo>
                  <a:pt x="155304" y="110019"/>
                </a:lnTo>
                <a:lnTo>
                  <a:pt x="155976" y="109868"/>
                </a:lnTo>
                <a:lnTo>
                  <a:pt x="156637" y="109704"/>
                </a:lnTo>
                <a:lnTo>
                  <a:pt x="157287" y="109524"/>
                </a:lnTo>
                <a:lnTo>
                  <a:pt x="157925" y="109331"/>
                </a:lnTo>
                <a:lnTo>
                  <a:pt x="158553" y="109123"/>
                </a:lnTo>
                <a:lnTo>
                  <a:pt x="159170" y="108901"/>
                </a:lnTo>
                <a:lnTo>
                  <a:pt x="159776" y="108665"/>
                </a:lnTo>
                <a:lnTo>
                  <a:pt x="160371" y="108414"/>
                </a:lnTo>
                <a:lnTo>
                  <a:pt x="160955" y="108149"/>
                </a:lnTo>
                <a:lnTo>
                  <a:pt x="161528" y="107870"/>
                </a:lnTo>
                <a:lnTo>
                  <a:pt x="162090" y="107576"/>
                </a:lnTo>
                <a:lnTo>
                  <a:pt x="162641" y="107268"/>
                </a:lnTo>
                <a:lnTo>
                  <a:pt x="163181" y="106945"/>
                </a:lnTo>
                <a:lnTo>
                  <a:pt x="163710" y="106609"/>
                </a:lnTo>
                <a:lnTo>
                  <a:pt x="164228" y="106264"/>
                </a:lnTo>
                <a:lnTo>
                  <a:pt x="164737" y="105918"/>
                </a:lnTo>
                <a:lnTo>
                  <a:pt x="165236" y="105570"/>
                </a:lnTo>
                <a:lnTo>
                  <a:pt x="165725" y="105221"/>
                </a:lnTo>
                <a:lnTo>
                  <a:pt x="166204" y="104870"/>
                </a:lnTo>
                <a:lnTo>
                  <a:pt x="166674" y="104518"/>
                </a:lnTo>
                <a:lnTo>
                  <a:pt x="167133" y="104164"/>
                </a:lnTo>
                <a:lnTo>
                  <a:pt x="167583" y="103809"/>
                </a:lnTo>
                <a:lnTo>
                  <a:pt x="168022" y="103452"/>
                </a:lnTo>
                <a:lnTo>
                  <a:pt x="168452" y="103093"/>
                </a:lnTo>
                <a:lnTo>
                  <a:pt x="168872" y="102733"/>
                </a:lnTo>
                <a:lnTo>
                  <a:pt x="169282" y="102372"/>
                </a:lnTo>
                <a:lnTo>
                  <a:pt x="169682" y="102009"/>
                </a:lnTo>
                <a:lnTo>
                  <a:pt x="170073" y="101644"/>
                </a:lnTo>
                <a:lnTo>
                  <a:pt x="170453" y="101278"/>
                </a:lnTo>
                <a:lnTo>
                  <a:pt x="170824" y="100911"/>
                </a:lnTo>
                <a:lnTo>
                  <a:pt x="171185" y="100542"/>
                </a:lnTo>
                <a:lnTo>
                  <a:pt x="171536" y="100171"/>
                </a:lnTo>
                <a:lnTo>
                  <a:pt x="171877" y="99799"/>
                </a:lnTo>
                <a:lnTo>
                  <a:pt x="172208" y="99425"/>
                </a:lnTo>
                <a:lnTo>
                  <a:pt x="172529" y="99050"/>
                </a:lnTo>
                <a:lnTo>
                  <a:pt x="172841" y="98673"/>
                </a:lnTo>
                <a:lnTo>
                  <a:pt x="173142" y="98295"/>
                </a:lnTo>
                <a:lnTo>
                  <a:pt x="173434" y="97915"/>
                </a:lnTo>
                <a:lnTo>
                  <a:pt x="173754" y="109293"/>
                </a:lnTo>
                <a:lnTo>
                  <a:pt x="186639" y="109293"/>
                </a:lnTo>
                <a:lnTo>
                  <a:pt x="186639" y="28044"/>
                </a:lnTo>
                <a:lnTo>
                  <a:pt x="173274" y="28044"/>
                </a:lnTo>
                <a:lnTo>
                  <a:pt x="173274" y="86502"/>
                </a:lnTo>
                <a:lnTo>
                  <a:pt x="172997" y="86903"/>
                </a:lnTo>
                <a:lnTo>
                  <a:pt x="172712" y="87300"/>
                </a:lnTo>
                <a:lnTo>
                  <a:pt x="172421" y="87694"/>
                </a:lnTo>
                <a:lnTo>
                  <a:pt x="172122" y="88084"/>
                </a:lnTo>
                <a:lnTo>
                  <a:pt x="171816" y="88470"/>
                </a:lnTo>
                <a:lnTo>
                  <a:pt x="171503" y="88853"/>
                </a:lnTo>
                <a:lnTo>
                  <a:pt x="171183" y="89233"/>
                </a:lnTo>
                <a:lnTo>
                  <a:pt x="170855" y="89609"/>
                </a:lnTo>
                <a:lnTo>
                  <a:pt x="170520" y="89981"/>
                </a:lnTo>
                <a:lnTo>
                  <a:pt x="170178" y="90350"/>
                </a:lnTo>
                <a:lnTo>
                  <a:pt x="169829" y="90716"/>
                </a:lnTo>
                <a:lnTo>
                  <a:pt x="169472" y="91078"/>
                </a:lnTo>
                <a:lnTo>
                  <a:pt x="169108" y="91436"/>
                </a:lnTo>
                <a:lnTo>
                  <a:pt x="168737" y="91791"/>
                </a:lnTo>
                <a:lnTo>
                  <a:pt x="168359" y="92142"/>
                </a:lnTo>
                <a:lnTo>
                  <a:pt x="167974" y="92490"/>
                </a:lnTo>
                <a:lnTo>
                  <a:pt x="167581" y="92834"/>
                </a:lnTo>
                <a:lnTo>
                  <a:pt x="167181" y="93175"/>
                </a:lnTo>
                <a:lnTo>
                  <a:pt x="166774" y="93512"/>
                </a:lnTo>
                <a:lnTo>
                  <a:pt x="166360" y="93846"/>
                </a:lnTo>
                <a:lnTo>
                  <a:pt x="165938" y="94176"/>
                </a:lnTo>
                <a:lnTo>
                  <a:pt x="165509" y="94503"/>
                </a:lnTo>
                <a:lnTo>
                  <a:pt x="165073" y="94826"/>
                </a:lnTo>
                <a:lnTo>
                  <a:pt x="164630" y="95146"/>
                </a:lnTo>
                <a:lnTo>
                  <a:pt x="164179" y="95456"/>
                </a:lnTo>
                <a:lnTo>
                  <a:pt x="163718" y="95754"/>
                </a:lnTo>
                <a:lnTo>
                  <a:pt x="163248" y="96039"/>
                </a:lnTo>
                <a:lnTo>
                  <a:pt x="162769" y="96310"/>
                </a:lnTo>
                <a:lnTo>
                  <a:pt x="162281" y="96568"/>
                </a:lnTo>
                <a:lnTo>
                  <a:pt x="161784" y="96813"/>
                </a:lnTo>
                <a:lnTo>
                  <a:pt x="161278" y="97044"/>
                </a:lnTo>
                <a:lnTo>
                  <a:pt x="160762" y="97263"/>
                </a:lnTo>
                <a:lnTo>
                  <a:pt x="160237" y="97468"/>
                </a:lnTo>
                <a:lnTo>
                  <a:pt x="159703" y="97660"/>
                </a:lnTo>
                <a:lnTo>
                  <a:pt x="159160" y="97838"/>
                </a:lnTo>
                <a:lnTo>
                  <a:pt x="158608" y="98004"/>
                </a:lnTo>
                <a:lnTo>
                  <a:pt x="158046" y="98156"/>
                </a:lnTo>
                <a:lnTo>
                  <a:pt x="157476" y="98295"/>
                </a:lnTo>
                <a:lnTo>
                  <a:pt x="156896" y="98421"/>
                </a:lnTo>
                <a:lnTo>
                  <a:pt x="156307" y="98533"/>
                </a:lnTo>
                <a:lnTo>
                  <a:pt x="155709" y="98632"/>
                </a:lnTo>
                <a:lnTo>
                  <a:pt x="155101" y="98718"/>
                </a:lnTo>
                <a:lnTo>
                  <a:pt x="154485" y="98791"/>
                </a:lnTo>
                <a:lnTo>
                  <a:pt x="153859" y="98851"/>
                </a:lnTo>
                <a:lnTo>
                  <a:pt x="153224" y="98897"/>
                </a:lnTo>
                <a:lnTo>
                  <a:pt x="152580" y="98930"/>
                </a:lnTo>
                <a:lnTo>
                  <a:pt x="151927" y="98950"/>
                </a:lnTo>
                <a:lnTo>
                  <a:pt x="151265" y="98957"/>
                </a:lnTo>
                <a:lnTo>
                  <a:pt x="150809" y="98952"/>
                </a:lnTo>
                <a:lnTo>
                  <a:pt x="150362" y="98939"/>
                </a:lnTo>
                <a:lnTo>
                  <a:pt x="149924" y="98918"/>
                </a:lnTo>
                <a:lnTo>
                  <a:pt x="149495" y="98887"/>
                </a:lnTo>
                <a:lnTo>
                  <a:pt x="149075" y="98848"/>
                </a:lnTo>
                <a:lnTo>
                  <a:pt x="148664" y="98800"/>
                </a:lnTo>
                <a:lnTo>
                  <a:pt x="148261" y="98744"/>
                </a:lnTo>
                <a:lnTo>
                  <a:pt x="147868" y="98679"/>
                </a:lnTo>
                <a:lnTo>
                  <a:pt x="147483" y="98605"/>
                </a:lnTo>
                <a:lnTo>
                  <a:pt x="147107" y="98523"/>
                </a:lnTo>
                <a:lnTo>
                  <a:pt x="146741" y="98432"/>
                </a:lnTo>
                <a:lnTo>
                  <a:pt x="146383" y="98332"/>
                </a:lnTo>
                <a:lnTo>
                  <a:pt x="146034" y="98223"/>
                </a:lnTo>
                <a:lnTo>
                  <a:pt x="145693" y="98106"/>
                </a:lnTo>
                <a:lnTo>
                  <a:pt x="145362" y="97980"/>
                </a:lnTo>
                <a:lnTo>
                  <a:pt x="145040" y="97846"/>
                </a:lnTo>
                <a:lnTo>
                  <a:pt x="144726" y="97703"/>
                </a:lnTo>
                <a:lnTo>
                  <a:pt x="144422" y="97551"/>
                </a:lnTo>
                <a:lnTo>
                  <a:pt x="144126" y="97390"/>
                </a:lnTo>
                <a:lnTo>
                  <a:pt x="143839" y="97221"/>
                </a:lnTo>
                <a:lnTo>
                  <a:pt x="143561" y="97043"/>
                </a:lnTo>
                <a:lnTo>
                  <a:pt x="143292" y="96857"/>
                </a:lnTo>
                <a:lnTo>
                  <a:pt x="143032" y="96662"/>
                </a:lnTo>
                <a:lnTo>
                  <a:pt x="142781" y="96458"/>
                </a:lnTo>
                <a:lnTo>
                  <a:pt x="142538" y="96246"/>
                </a:lnTo>
                <a:lnTo>
                  <a:pt x="142301" y="96028"/>
                </a:lnTo>
                <a:lnTo>
                  <a:pt x="142070" y="95803"/>
                </a:lnTo>
                <a:lnTo>
                  <a:pt x="141846" y="95572"/>
                </a:lnTo>
                <a:lnTo>
                  <a:pt x="141629" y="95334"/>
                </a:lnTo>
                <a:lnTo>
                  <a:pt x="141418" y="95089"/>
                </a:lnTo>
                <a:lnTo>
                  <a:pt x="141214" y="94838"/>
                </a:lnTo>
                <a:lnTo>
                  <a:pt x="141016" y="94580"/>
                </a:lnTo>
                <a:lnTo>
                  <a:pt x="140825" y="94315"/>
                </a:lnTo>
                <a:lnTo>
                  <a:pt x="140640" y="94044"/>
                </a:lnTo>
                <a:lnTo>
                  <a:pt x="140462" y="93767"/>
                </a:lnTo>
                <a:lnTo>
                  <a:pt x="140290" y="93482"/>
                </a:lnTo>
                <a:lnTo>
                  <a:pt x="140125" y="93191"/>
                </a:lnTo>
                <a:lnTo>
                  <a:pt x="139966" y="92894"/>
                </a:lnTo>
                <a:lnTo>
                  <a:pt x="139814" y="92590"/>
                </a:lnTo>
                <a:lnTo>
                  <a:pt x="139669" y="92279"/>
                </a:lnTo>
                <a:lnTo>
                  <a:pt x="139530" y="91961"/>
                </a:lnTo>
                <a:lnTo>
                  <a:pt x="139397" y="91637"/>
                </a:lnTo>
                <a:lnTo>
                  <a:pt x="139271" y="91307"/>
                </a:lnTo>
                <a:lnTo>
                  <a:pt x="139152" y="90969"/>
                </a:lnTo>
                <a:lnTo>
                  <a:pt x="139039" y="90626"/>
                </a:lnTo>
                <a:lnTo>
                  <a:pt x="138933" y="90275"/>
                </a:lnTo>
                <a:lnTo>
                  <a:pt x="138833" y="89918"/>
                </a:lnTo>
                <a:lnTo>
                  <a:pt x="138739" y="89554"/>
                </a:lnTo>
                <a:lnTo>
                  <a:pt x="138651" y="89185"/>
                </a:lnTo>
                <a:lnTo>
                  <a:pt x="138567" y="88810"/>
                </a:lnTo>
                <a:lnTo>
                  <a:pt x="138486" y="88431"/>
                </a:lnTo>
                <a:lnTo>
                  <a:pt x="138409" y="88048"/>
                </a:lnTo>
                <a:lnTo>
                  <a:pt x="138336" y="87659"/>
                </a:lnTo>
                <a:lnTo>
                  <a:pt x="138267" y="87266"/>
                </a:lnTo>
                <a:lnTo>
                  <a:pt x="138201" y="86868"/>
                </a:lnTo>
                <a:lnTo>
                  <a:pt x="138139" y="86466"/>
                </a:lnTo>
                <a:lnTo>
                  <a:pt x="138081" y="86058"/>
                </a:lnTo>
                <a:lnTo>
                  <a:pt x="138027" y="85647"/>
                </a:lnTo>
                <a:lnTo>
                  <a:pt x="137976" y="85230"/>
                </a:lnTo>
                <a:lnTo>
                  <a:pt x="137929" y="84809"/>
                </a:lnTo>
                <a:lnTo>
                  <a:pt x="137886" y="84383"/>
                </a:lnTo>
                <a:lnTo>
                  <a:pt x="137847" y="83952"/>
                </a:lnTo>
                <a:lnTo>
                  <a:pt x="137811" y="83516"/>
                </a:lnTo>
                <a:lnTo>
                  <a:pt x="137779" y="83076"/>
                </a:lnTo>
                <a:lnTo>
                  <a:pt x="137751" y="82631"/>
                </a:lnTo>
                <a:lnTo>
                  <a:pt x="137727" y="82182"/>
                </a:lnTo>
                <a:lnTo>
                  <a:pt x="137706" y="81727"/>
                </a:lnTo>
                <a:lnTo>
                  <a:pt x="137689" y="81269"/>
                </a:lnTo>
                <a:lnTo>
                  <a:pt x="137676" y="80805"/>
                </a:lnTo>
                <a:lnTo>
                  <a:pt x="137667" y="80336"/>
                </a:lnTo>
                <a:lnTo>
                  <a:pt x="137661" y="79863"/>
                </a:lnTo>
                <a:lnTo>
                  <a:pt x="137659" y="79386"/>
                </a:lnTo>
                <a:lnTo>
                  <a:pt x="137659" y="28044"/>
                </a:lnTo>
                <a:lnTo>
                  <a:pt x="124213" y="28044"/>
                </a:lnTo>
                <a:lnTo>
                  <a:pt x="124213" y="80903"/>
                </a:lnTo>
                <a:lnTo>
                  <a:pt x="124223" y="82055"/>
                </a:lnTo>
                <a:lnTo>
                  <a:pt x="124252" y="83186"/>
                </a:lnTo>
                <a:lnTo>
                  <a:pt x="124300" y="84297"/>
                </a:lnTo>
                <a:lnTo>
                  <a:pt x="124368" y="85386"/>
                </a:lnTo>
                <a:lnTo>
                  <a:pt x="124455" y="86455"/>
                </a:lnTo>
                <a:lnTo>
                  <a:pt x="124561" y="87502"/>
                </a:lnTo>
                <a:lnTo>
                  <a:pt x="124687" y="88529"/>
                </a:lnTo>
                <a:lnTo>
                  <a:pt x="124831" y="89535"/>
                </a:lnTo>
                <a:lnTo>
                  <a:pt x="124996" y="90520"/>
                </a:lnTo>
                <a:lnTo>
                  <a:pt x="125179" y="91485"/>
                </a:lnTo>
                <a:lnTo>
                  <a:pt x="125382" y="92428"/>
                </a:lnTo>
                <a:lnTo>
                  <a:pt x="125604" y="93351"/>
                </a:lnTo>
                <a:lnTo>
                  <a:pt x="125845" y="94253"/>
                </a:lnTo>
                <a:lnTo>
                  <a:pt x="126106" y="95133"/>
                </a:lnTo>
                <a:lnTo>
                  <a:pt x="126386" y="95993"/>
                </a:lnTo>
                <a:lnTo>
                  <a:pt x="126686" y="96833"/>
                </a:lnTo>
                <a:lnTo>
                  <a:pt x="127004" y="97651"/>
                </a:lnTo>
                <a:lnTo>
                  <a:pt x="127342" y="98448"/>
                </a:lnTo>
                <a:lnTo>
                  <a:pt x="127700" y="99225"/>
                </a:lnTo>
                <a:lnTo>
                  <a:pt x="128076" y="99981"/>
                </a:lnTo>
                <a:lnTo>
                  <a:pt x="128472" y="100716"/>
                </a:lnTo>
                <a:lnTo>
                  <a:pt x="128887" y="101430"/>
                </a:lnTo>
                <a:lnTo>
                  <a:pt x="129322" y="102123"/>
                </a:lnTo>
                <a:lnTo>
                  <a:pt x="129776" y="102795"/>
                </a:lnTo>
                <a:lnTo>
                  <a:pt x="130252" y="103443"/>
                </a:lnTo>
                <a:lnTo>
                  <a:pt x="130752" y="104063"/>
                </a:lnTo>
                <a:lnTo>
                  <a:pt x="131277" y="104656"/>
                </a:lnTo>
                <a:lnTo>
                  <a:pt x="131827" y="105221"/>
                </a:lnTo>
                <a:lnTo>
                  <a:pt x="132401" y="105759"/>
                </a:lnTo>
                <a:lnTo>
                  <a:pt x="133000" y="106269"/>
                </a:lnTo>
                <a:lnTo>
                  <a:pt x="133623" y="106751"/>
                </a:lnTo>
                <a:lnTo>
                  <a:pt x="134271" y="107206"/>
                </a:lnTo>
                <a:lnTo>
                  <a:pt x="134944" y="107634"/>
                </a:lnTo>
                <a:lnTo>
                  <a:pt x="135641" y="108033"/>
                </a:lnTo>
                <a:lnTo>
                  <a:pt x="136362" y="108406"/>
                </a:lnTo>
                <a:lnTo>
                  <a:pt x="137109" y="108750"/>
                </a:lnTo>
                <a:lnTo>
                  <a:pt x="137880" y="109067"/>
                </a:lnTo>
                <a:lnTo>
                  <a:pt x="138675" y="109357"/>
                </a:lnTo>
                <a:lnTo>
                  <a:pt x="139495" y="109619"/>
                </a:lnTo>
                <a:lnTo>
                  <a:pt x="140340" y="109853"/>
                </a:lnTo>
                <a:lnTo>
                  <a:pt x="141209" y="110060"/>
                </a:lnTo>
                <a:lnTo>
                  <a:pt x="142103" y="110239"/>
                </a:lnTo>
                <a:lnTo>
                  <a:pt x="143022" y="110391"/>
                </a:lnTo>
                <a:lnTo>
                  <a:pt x="143965" y="110515"/>
                </a:lnTo>
                <a:lnTo>
                  <a:pt x="144933" y="110611"/>
                </a:lnTo>
                <a:lnTo>
                  <a:pt x="145925" y="110680"/>
                </a:lnTo>
                <a:lnTo>
                  <a:pt x="146942" y="110721"/>
                </a:lnTo>
                <a:lnTo>
                  <a:pt x="147983" y="110735"/>
                </a:lnTo>
                <a:lnTo>
                  <a:pt x="148765" y="110728"/>
                </a:lnTo>
                <a:lnTo>
                  <a:pt x="149535" y="110707"/>
                </a:lnTo>
                <a:lnTo>
                  <a:pt x="150295" y="110671"/>
                </a:lnTo>
                <a:close/>
                <a:moveTo>
                  <a:pt x="357462" y="137965"/>
                </a:moveTo>
                <a:lnTo>
                  <a:pt x="357997" y="137949"/>
                </a:lnTo>
                <a:lnTo>
                  <a:pt x="358524" y="137926"/>
                </a:lnTo>
                <a:lnTo>
                  <a:pt x="359044" y="137896"/>
                </a:lnTo>
                <a:lnTo>
                  <a:pt x="359556" y="137860"/>
                </a:lnTo>
                <a:lnTo>
                  <a:pt x="360061" y="137817"/>
                </a:lnTo>
                <a:lnTo>
                  <a:pt x="360559" y="137768"/>
                </a:lnTo>
                <a:lnTo>
                  <a:pt x="361048" y="137712"/>
                </a:lnTo>
                <a:lnTo>
                  <a:pt x="361531" y="137649"/>
                </a:lnTo>
                <a:lnTo>
                  <a:pt x="362005" y="137580"/>
                </a:lnTo>
                <a:lnTo>
                  <a:pt x="362473" y="137504"/>
                </a:lnTo>
                <a:lnTo>
                  <a:pt x="362932" y="137422"/>
                </a:lnTo>
                <a:lnTo>
                  <a:pt x="363385" y="137333"/>
                </a:lnTo>
                <a:lnTo>
                  <a:pt x="363830" y="137238"/>
                </a:lnTo>
                <a:lnTo>
                  <a:pt x="364267" y="137136"/>
                </a:lnTo>
                <a:lnTo>
                  <a:pt x="364697" y="137027"/>
                </a:lnTo>
                <a:lnTo>
                  <a:pt x="365119" y="136912"/>
                </a:lnTo>
                <a:lnTo>
                  <a:pt x="365534" y="136790"/>
                </a:lnTo>
                <a:lnTo>
                  <a:pt x="365941" y="136662"/>
                </a:lnTo>
                <a:lnTo>
                  <a:pt x="366341" y="136527"/>
                </a:lnTo>
                <a:lnTo>
                  <a:pt x="366733" y="136386"/>
                </a:lnTo>
                <a:lnTo>
                  <a:pt x="367118" y="136237"/>
                </a:lnTo>
                <a:lnTo>
                  <a:pt x="367495" y="136083"/>
                </a:lnTo>
                <a:lnTo>
                  <a:pt x="367866" y="135921"/>
                </a:lnTo>
                <a:lnTo>
                  <a:pt x="368233" y="135750"/>
                </a:lnTo>
                <a:lnTo>
                  <a:pt x="368596" y="135570"/>
                </a:lnTo>
                <a:lnTo>
                  <a:pt x="368954" y="135381"/>
                </a:lnTo>
                <a:lnTo>
                  <a:pt x="369308" y="135183"/>
                </a:lnTo>
                <a:lnTo>
                  <a:pt x="369658" y="134977"/>
                </a:lnTo>
                <a:lnTo>
                  <a:pt x="370004" y="134761"/>
                </a:lnTo>
                <a:lnTo>
                  <a:pt x="370345" y="134537"/>
                </a:lnTo>
                <a:lnTo>
                  <a:pt x="370682" y="134304"/>
                </a:lnTo>
                <a:lnTo>
                  <a:pt x="371014" y="134062"/>
                </a:lnTo>
                <a:lnTo>
                  <a:pt x="371343" y="133811"/>
                </a:lnTo>
                <a:lnTo>
                  <a:pt x="371667" y="133551"/>
                </a:lnTo>
                <a:lnTo>
                  <a:pt x="371986" y="133283"/>
                </a:lnTo>
                <a:lnTo>
                  <a:pt x="372302" y="133005"/>
                </a:lnTo>
                <a:lnTo>
                  <a:pt x="372613" y="132719"/>
                </a:lnTo>
                <a:lnTo>
                  <a:pt x="372919" y="132424"/>
                </a:lnTo>
                <a:lnTo>
                  <a:pt x="373222" y="132120"/>
                </a:lnTo>
                <a:lnTo>
                  <a:pt x="373520" y="131807"/>
                </a:lnTo>
                <a:lnTo>
                  <a:pt x="373814" y="131485"/>
                </a:lnTo>
                <a:lnTo>
                  <a:pt x="374103" y="131154"/>
                </a:lnTo>
                <a:lnTo>
                  <a:pt x="374388" y="130815"/>
                </a:lnTo>
                <a:lnTo>
                  <a:pt x="374669" y="130466"/>
                </a:lnTo>
                <a:lnTo>
                  <a:pt x="374946" y="130109"/>
                </a:lnTo>
                <a:lnTo>
                  <a:pt x="375218" y="129743"/>
                </a:lnTo>
                <a:lnTo>
                  <a:pt x="375487" y="129367"/>
                </a:lnTo>
                <a:lnTo>
                  <a:pt x="375755" y="128979"/>
                </a:lnTo>
                <a:lnTo>
                  <a:pt x="376021" y="128581"/>
                </a:lnTo>
                <a:lnTo>
                  <a:pt x="376286" y="128171"/>
                </a:lnTo>
                <a:lnTo>
                  <a:pt x="376549" y="127751"/>
                </a:lnTo>
                <a:lnTo>
                  <a:pt x="376811" y="127319"/>
                </a:lnTo>
                <a:lnTo>
                  <a:pt x="377071" y="126876"/>
                </a:lnTo>
                <a:lnTo>
                  <a:pt x="377330" y="126421"/>
                </a:lnTo>
                <a:lnTo>
                  <a:pt x="377587" y="125956"/>
                </a:lnTo>
                <a:lnTo>
                  <a:pt x="377843" y="125480"/>
                </a:lnTo>
                <a:lnTo>
                  <a:pt x="378097" y="124992"/>
                </a:lnTo>
                <a:lnTo>
                  <a:pt x="378349" y="124493"/>
                </a:lnTo>
                <a:lnTo>
                  <a:pt x="378600" y="123983"/>
                </a:lnTo>
                <a:lnTo>
                  <a:pt x="378850" y="123462"/>
                </a:lnTo>
                <a:lnTo>
                  <a:pt x="379098" y="122930"/>
                </a:lnTo>
                <a:lnTo>
                  <a:pt x="379344" y="122387"/>
                </a:lnTo>
                <a:lnTo>
                  <a:pt x="379589" y="121832"/>
                </a:lnTo>
                <a:lnTo>
                  <a:pt x="379832" y="121267"/>
                </a:lnTo>
                <a:lnTo>
                  <a:pt x="380074" y="120690"/>
                </a:lnTo>
                <a:lnTo>
                  <a:pt x="380315" y="120102"/>
                </a:lnTo>
                <a:lnTo>
                  <a:pt x="380553" y="119503"/>
                </a:lnTo>
                <a:lnTo>
                  <a:pt x="380791" y="118893"/>
                </a:lnTo>
                <a:lnTo>
                  <a:pt x="381026" y="118271"/>
                </a:lnTo>
                <a:lnTo>
                  <a:pt x="381260" y="117639"/>
                </a:lnTo>
                <a:lnTo>
                  <a:pt x="384782" y="108251"/>
                </a:lnTo>
                <a:lnTo>
                  <a:pt x="412794" y="28044"/>
                </a:lnTo>
                <a:lnTo>
                  <a:pt x="399188" y="28044"/>
                </a:lnTo>
                <a:lnTo>
                  <a:pt x="378139" y="94527"/>
                </a:lnTo>
                <a:lnTo>
                  <a:pt x="355330" y="28044"/>
                </a:lnTo>
                <a:lnTo>
                  <a:pt x="341244" y="28044"/>
                </a:lnTo>
                <a:lnTo>
                  <a:pt x="371096" y="109293"/>
                </a:lnTo>
                <a:lnTo>
                  <a:pt x="368135" y="116249"/>
                </a:lnTo>
                <a:lnTo>
                  <a:pt x="367941" y="116718"/>
                </a:lnTo>
                <a:lnTo>
                  <a:pt x="367744" y="117175"/>
                </a:lnTo>
                <a:lnTo>
                  <a:pt x="367545" y="117622"/>
                </a:lnTo>
                <a:lnTo>
                  <a:pt x="367344" y="118057"/>
                </a:lnTo>
                <a:lnTo>
                  <a:pt x="367140" y="118481"/>
                </a:lnTo>
                <a:lnTo>
                  <a:pt x="366935" y="118895"/>
                </a:lnTo>
                <a:lnTo>
                  <a:pt x="366727" y="119297"/>
                </a:lnTo>
                <a:lnTo>
                  <a:pt x="366517" y="119687"/>
                </a:lnTo>
                <a:lnTo>
                  <a:pt x="366304" y="120067"/>
                </a:lnTo>
                <a:lnTo>
                  <a:pt x="366090" y="120436"/>
                </a:lnTo>
                <a:lnTo>
                  <a:pt x="365873" y="120793"/>
                </a:lnTo>
                <a:lnTo>
                  <a:pt x="365654" y="121140"/>
                </a:lnTo>
                <a:lnTo>
                  <a:pt x="365433" y="121475"/>
                </a:lnTo>
                <a:lnTo>
                  <a:pt x="365209" y="121799"/>
                </a:lnTo>
                <a:lnTo>
                  <a:pt x="364984" y="122112"/>
                </a:lnTo>
                <a:lnTo>
                  <a:pt x="364756" y="122414"/>
                </a:lnTo>
                <a:lnTo>
                  <a:pt x="364526" y="122705"/>
                </a:lnTo>
                <a:lnTo>
                  <a:pt x="364293" y="122985"/>
                </a:lnTo>
                <a:lnTo>
                  <a:pt x="364059" y="123253"/>
                </a:lnTo>
                <a:lnTo>
                  <a:pt x="363822" y="123511"/>
                </a:lnTo>
                <a:lnTo>
                  <a:pt x="363583" y="123757"/>
                </a:lnTo>
                <a:lnTo>
                  <a:pt x="363342" y="123992"/>
                </a:lnTo>
                <a:lnTo>
                  <a:pt x="363099" y="124216"/>
                </a:lnTo>
                <a:lnTo>
                  <a:pt x="362853" y="124429"/>
                </a:lnTo>
                <a:lnTo>
                  <a:pt x="362603" y="124633"/>
                </a:lnTo>
                <a:lnTo>
                  <a:pt x="362346" y="124827"/>
                </a:lnTo>
                <a:lnTo>
                  <a:pt x="362083" y="125013"/>
                </a:lnTo>
                <a:lnTo>
                  <a:pt x="361812" y="125191"/>
                </a:lnTo>
                <a:lnTo>
                  <a:pt x="361536" y="125359"/>
                </a:lnTo>
                <a:lnTo>
                  <a:pt x="361252" y="125519"/>
                </a:lnTo>
                <a:lnTo>
                  <a:pt x="360962" y="125671"/>
                </a:lnTo>
                <a:lnTo>
                  <a:pt x="360665" y="125813"/>
                </a:lnTo>
                <a:lnTo>
                  <a:pt x="360362" y="125948"/>
                </a:lnTo>
                <a:lnTo>
                  <a:pt x="360052" y="126073"/>
                </a:lnTo>
                <a:lnTo>
                  <a:pt x="359735" y="126190"/>
                </a:lnTo>
                <a:lnTo>
                  <a:pt x="359411" y="126298"/>
                </a:lnTo>
                <a:lnTo>
                  <a:pt x="359081" y="126397"/>
                </a:lnTo>
                <a:lnTo>
                  <a:pt x="358744" y="126488"/>
                </a:lnTo>
                <a:lnTo>
                  <a:pt x="358401" y="126570"/>
                </a:lnTo>
                <a:lnTo>
                  <a:pt x="358051" y="126644"/>
                </a:lnTo>
                <a:lnTo>
                  <a:pt x="357694" y="126709"/>
                </a:lnTo>
                <a:lnTo>
                  <a:pt x="357331" y="126765"/>
                </a:lnTo>
                <a:lnTo>
                  <a:pt x="356960" y="126813"/>
                </a:lnTo>
                <a:lnTo>
                  <a:pt x="356584" y="126852"/>
                </a:lnTo>
                <a:lnTo>
                  <a:pt x="356200" y="126882"/>
                </a:lnTo>
                <a:lnTo>
                  <a:pt x="355810" y="126903"/>
                </a:lnTo>
                <a:lnTo>
                  <a:pt x="355413" y="126916"/>
                </a:lnTo>
                <a:lnTo>
                  <a:pt x="355010" y="126921"/>
                </a:lnTo>
                <a:lnTo>
                  <a:pt x="348367" y="126921"/>
                </a:lnTo>
                <a:lnTo>
                  <a:pt x="348367" y="137978"/>
                </a:lnTo>
                <a:lnTo>
                  <a:pt x="356370" y="137978"/>
                </a:lnTo>
                <a:lnTo>
                  <a:pt x="356920" y="137975"/>
                </a:lnTo>
                <a:lnTo>
                  <a:pt x="357462" y="1379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72F066-1321-4C36-A743-926791B2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505" y="720642"/>
            <a:ext cx="932920" cy="680868"/>
          </a:xfrm>
          <a:custGeom xmlns:a="http://schemas.openxmlformats.org/drawingml/2006/main">
            <a:pathLst>
              <a:path w="932920" h="680868">
                <a:moveTo>
                  <a:pt x="95419" y="15817"/>
                </a:moveTo>
                <a:lnTo>
                  <a:pt x="0" y="0"/>
                </a:lnTo>
                <a:lnTo>
                  <a:pt x="44613" y="85915"/>
                </a:lnTo>
                <a:lnTo>
                  <a:pt x="65254" y="57437"/>
                </a:lnTo>
                <a:lnTo>
                  <a:pt x="923392" y="680868"/>
                </a:lnTo>
                <a:lnTo>
                  <a:pt x="932920" y="667725"/>
                </a:lnTo>
                <a:lnTo>
                  <a:pt x="74779" y="44294"/>
                </a:lnTo>
                <a:lnTo>
                  <a:pt x="95419" y="158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68D259-E12C-418F-90C9-D34C523F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517" y="1958877"/>
            <a:ext cx="1017169" cy="974061"/>
          </a:xfrm>
          <a:custGeom xmlns:a="http://schemas.openxmlformats.org/drawingml/2006/main">
            <a:pathLst>
              <a:path w="1017169" h="974061">
                <a:moveTo>
                  <a:pt x="984529" y="91152"/>
                </a:moveTo>
                <a:lnTo>
                  <a:pt x="1017169" y="0"/>
                </a:lnTo>
                <a:lnTo>
                  <a:pt x="924749" y="28547"/>
                </a:lnTo>
                <a:lnTo>
                  <a:pt x="949034" y="53980"/>
                </a:lnTo>
                <a:lnTo>
                  <a:pt x="0" y="962325"/>
                </a:lnTo>
                <a:lnTo>
                  <a:pt x="11209" y="974061"/>
                </a:lnTo>
                <a:lnTo>
                  <a:pt x="960243" y="65718"/>
                </a:lnTo>
                <a:lnTo>
                  <a:pt x="984529" y="911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ManualChecking">
            <a:extLst xmlns:a="http://schemas.openxmlformats.org/drawingml/2006/main">
              <a:ext uri="{FF2B5EF4-FFF2-40B4-BE49-F238E27FC236}">
                <a16:creationId xmlns:a16="http://schemas.microsoft.com/office/drawing/2014/main" id="{3932123A-CCBD-442D-850B-DD581BA9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375" y="2151888"/>
            <a:ext cx="1181709" cy="141744"/>
          </a:xfrm>
          <a:custGeom xmlns:a="http://schemas.openxmlformats.org/drawingml/2006/main">
            <a:pathLst>
              <a:path w="1181709" h="141744">
                <a:moveTo>
                  <a:pt x="13846" y="24093"/>
                </a:moveTo>
                <a:lnTo>
                  <a:pt x="45939" y="77563"/>
                </a:lnTo>
                <a:lnTo>
                  <a:pt x="55383" y="77563"/>
                </a:lnTo>
                <a:lnTo>
                  <a:pt x="86996" y="24086"/>
                </a:lnTo>
                <a:lnTo>
                  <a:pt x="86996" y="111536"/>
                </a:lnTo>
                <a:lnTo>
                  <a:pt x="101242" y="111536"/>
                </a:lnTo>
                <a:lnTo>
                  <a:pt x="101242" y="3686"/>
                </a:lnTo>
                <a:lnTo>
                  <a:pt x="85796" y="3686"/>
                </a:lnTo>
                <a:lnTo>
                  <a:pt x="51147" y="62276"/>
                </a:lnTo>
                <a:lnTo>
                  <a:pt x="15687" y="3686"/>
                </a:lnTo>
                <a:lnTo>
                  <a:pt x="0" y="3686"/>
                </a:lnTo>
                <a:lnTo>
                  <a:pt x="0" y="111536"/>
                </a:lnTo>
                <a:lnTo>
                  <a:pt x="13846" y="111536"/>
                </a:lnTo>
                <a:lnTo>
                  <a:pt x="13846" y="24093"/>
                </a:lnTo>
                <a:close/>
                <a:moveTo>
                  <a:pt x="494633" y="100633"/>
                </a:moveTo>
                <a:lnTo>
                  <a:pt x="494073" y="100613"/>
                </a:lnTo>
                <a:lnTo>
                  <a:pt x="493531" y="100579"/>
                </a:lnTo>
                <a:lnTo>
                  <a:pt x="493007" y="100532"/>
                </a:lnTo>
                <a:lnTo>
                  <a:pt x="492501" y="100472"/>
                </a:lnTo>
                <a:lnTo>
                  <a:pt x="492012" y="100399"/>
                </a:lnTo>
                <a:lnTo>
                  <a:pt x="491542" y="100312"/>
                </a:lnTo>
                <a:lnTo>
                  <a:pt x="491090" y="100212"/>
                </a:lnTo>
                <a:lnTo>
                  <a:pt x="490655" y="100098"/>
                </a:lnTo>
                <a:lnTo>
                  <a:pt x="490238" y="99971"/>
                </a:lnTo>
                <a:lnTo>
                  <a:pt x="489840" y="99831"/>
                </a:lnTo>
                <a:lnTo>
                  <a:pt x="489459" y="99678"/>
                </a:lnTo>
                <a:lnTo>
                  <a:pt x="489096" y="99511"/>
                </a:lnTo>
                <a:lnTo>
                  <a:pt x="488751" y="99330"/>
                </a:lnTo>
                <a:lnTo>
                  <a:pt x="488424" y="99137"/>
                </a:lnTo>
                <a:lnTo>
                  <a:pt x="488115" y="98930"/>
                </a:lnTo>
                <a:lnTo>
                  <a:pt x="487824" y="98710"/>
                </a:lnTo>
                <a:lnTo>
                  <a:pt x="487551" y="98476"/>
                </a:lnTo>
                <a:lnTo>
                  <a:pt x="487295" y="98229"/>
                </a:lnTo>
                <a:lnTo>
                  <a:pt x="487058" y="97968"/>
                </a:lnTo>
                <a:lnTo>
                  <a:pt x="486838" y="97695"/>
                </a:lnTo>
                <a:lnTo>
                  <a:pt x="486637" y="97407"/>
                </a:lnTo>
                <a:lnTo>
                  <a:pt x="486453" y="97107"/>
                </a:lnTo>
                <a:lnTo>
                  <a:pt x="486288" y="96793"/>
                </a:lnTo>
                <a:lnTo>
                  <a:pt x="486134" y="96467"/>
                </a:lnTo>
                <a:lnTo>
                  <a:pt x="485987" y="96128"/>
                </a:lnTo>
                <a:lnTo>
                  <a:pt x="485847" y="95778"/>
                </a:lnTo>
                <a:lnTo>
                  <a:pt x="485713" y="95415"/>
                </a:lnTo>
                <a:lnTo>
                  <a:pt x="485586" y="95041"/>
                </a:lnTo>
                <a:lnTo>
                  <a:pt x="485465" y="94655"/>
                </a:lnTo>
                <a:lnTo>
                  <a:pt x="485350" y="94256"/>
                </a:lnTo>
                <a:lnTo>
                  <a:pt x="485243" y="93846"/>
                </a:lnTo>
                <a:lnTo>
                  <a:pt x="485141" y="93424"/>
                </a:lnTo>
                <a:lnTo>
                  <a:pt x="485047" y="92990"/>
                </a:lnTo>
                <a:lnTo>
                  <a:pt x="484959" y="92544"/>
                </a:lnTo>
                <a:lnTo>
                  <a:pt x="484877" y="92086"/>
                </a:lnTo>
                <a:lnTo>
                  <a:pt x="484802" y="91616"/>
                </a:lnTo>
                <a:lnTo>
                  <a:pt x="484733" y="91134"/>
                </a:lnTo>
                <a:lnTo>
                  <a:pt x="484671" y="90640"/>
                </a:lnTo>
                <a:lnTo>
                  <a:pt x="484616" y="90134"/>
                </a:lnTo>
                <a:lnTo>
                  <a:pt x="484567" y="89616"/>
                </a:lnTo>
                <a:lnTo>
                  <a:pt x="484524" y="89086"/>
                </a:lnTo>
                <a:lnTo>
                  <a:pt x="484488" y="88544"/>
                </a:lnTo>
                <a:lnTo>
                  <a:pt x="484459" y="87990"/>
                </a:lnTo>
                <a:lnTo>
                  <a:pt x="484436" y="87425"/>
                </a:lnTo>
                <a:lnTo>
                  <a:pt x="484420" y="86847"/>
                </a:lnTo>
                <a:lnTo>
                  <a:pt x="484410" y="86257"/>
                </a:lnTo>
                <a:lnTo>
                  <a:pt x="484407" y="85656"/>
                </a:lnTo>
                <a:lnTo>
                  <a:pt x="484407" y="3686"/>
                </a:lnTo>
                <a:lnTo>
                  <a:pt x="471041" y="3686"/>
                </a:lnTo>
                <a:lnTo>
                  <a:pt x="471041" y="86297"/>
                </a:lnTo>
                <a:lnTo>
                  <a:pt x="471045" y="86954"/>
                </a:lnTo>
                <a:lnTo>
                  <a:pt x="471054" y="87603"/>
                </a:lnTo>
                <a:lnTo>
                  <a:pt x="471071" y="88244"/>
                </a:lnTo>
                <a:lnTo>
                  <a:pt x="471094" y="88877"/>
                </a:lnTo>
                <a:lnTo>
                  <a:pt x="471123" y="89503"/>
                </a:lnTo>
                <a:lnTo>
                  <a:pt x="471159" y="90120"/>
                </a:lnTo>
                <a:lnTo>
                  <a:pt x="471201" y="90730"/>
                </a:lnTo>
                <a:lnTo>
                  <a:pt x="471250" y="91331"/>
                </a:lnTo>
                <a:lnTo>
                  <a:pt x="471306" y="91925"/>
                </a:lnTo>
                <a:lnTo>
                  <a:pt x="471368" y="92511"/>
                </a:lnTo>
                <a:lnTo>
                  <a:pt x="471436" y="93088"/>
                </a:lnTo>
                <a:lnTo>
                  <a:pt x="471511" y="93658"/>
                </a:lnTo>
                <a:lnTo>
                  <a:pt x="471593" y="94220"/>
                </a:lnTo>
                <a:lnTo>
                  <a:pt x="471681" y="94774"/>
                </a:lnTo>
                <a:lnTo>
                  <a:pt x="471776" y="95320"/>
                </a:lnTo>
                <a:lnTo>
                  <a:pt x="471877" y="95858"/>
                </a:lnTo>
                <a:lnTo>
                  <a:pt x="471985" y="96389"/>
                </a:lnTo>
                <a:lnTo>
                  <a:pt x="472099" y="96911"/>
                </a:lnTo>
                <a:lnTo>
                  <a:pt x="472220" y="97425"/>
                </a:lnTo>
                <a:lnTo>
                  <a:pt x="472347" y="97932"/>
                </a:lnTo>
                <a:lnTo>
                  <a:pt x="472481" y="98430"/>
                </a:lnTo>
                <a:lnTo>
                  <a:pt x="472622" y="98921"/>
                </a:lnTo>
                <a:lnTo>
                  <a:pt x="472769" y="99403"/>
                </a:lnTo>
                <a:lnTo>
                  <a:pt x="472922" y="99878"/>
                </a:lnTo>
                <a:lnTo>
                  <a:pt x="473084" y="100344"/>
                </a:lnTo>
                <a:lnTo>
                  <a:pt x="473257" y="100801"/>
                </a:lnTo>
                <a:lnTo>
                  <a:pt x="473442" y="101249"/>
                </a:lnTo>
                <a:lnTo>
                  <a:pt x="473637" y="101688"/>
                </a:lnTo>
                <a:lnTo>
                  <a:pt x="473843" y="102117"/>
                </a:lnTo>
                <a:lnTo>
                  <a:pt x="474060" y="102537"/>
                </a:lnTo>
                <a:lnTo>
                  <a:pt x="474288" y="102948"/>
                </a:lnTo>
                <a:lnTo>
                  <a:pt x="474527" y="103350"/>
                </a:lnTo>
                <a:lnTo>
                  <a:pt x="474777" y="103743"/>
                </a:lnTo>
                <a:lnTo>
                  <a:pt x="475038" y="104126"/>
                </a:lnTo>
                <a:lnTo>
                  <a:pt x="475310" y="104501"/>
                </a:lnTo>
                <a:lnTo>
                  <a:pt x="475593" y="104866"/>
                </a:lnTo>
                <a:lnTo>
                  <a:pt x="475887" y="105222"/>
                </a:lnTo>
                <a:lnTo>
                  <a:pt x="476192" y="105569"/>
                </a:lnTo>
                <a:lnTo>
                  <a:pt x="476508" y="105906"/>
                </a:lnTo>
                <a:lnTo>
                  <a:pt x="476835" y="106235"/>
                </a:lnTo>
                <a:lnTo>
                  <a:pt x="477173" y="106554"/>
                </a:lnTo>
                <a:lnTo>
                  <a:pt x="477521" y="106864"/>
                </a:lnTo>
                <a:lnTo>
                  <a:pt x="477881" y="107165"/>
                </a:lnTo>
                <a:lnTo>
                  <a:pt x="478252" y="107457"/>
                </a:lnTo>
                <a:lnTo>
                  <a:pt x="478634" y="107739"/>
                </a:lnTo>
                <a:lnTo>
                  <a:pt x="479027" y="108013"/>
                </a:lnTo>
                <a:lnTo>
                  <a:pt x="479430" y="108277"/>
                </a:lnTo>
                <a:lnTo>
                  <a:pt x="479845" y="108532"/>
                </a:lnTo>
                <a:lnTo>
                  <a:pt x="480273" y="108777"/>
                </a:lnTo>
                <a:lnTo>
                  <a:pt x="480716" y="109012"/>
                </a:lnTo>
                <a:lnTo>
                  <a:pt x="481174" y="109236"/>
                </a:lnTo>
                <a:lnTo>
                  <a:pt x="481648" y="109450"/>
                </a:lnTo>
                <a:lnTo>
                  <a:pt x="482137" y="109653"/>
                </a:lnTo>
                <a:lnTo>
                  <a:pt x="482641" y="109846"/>
                </a:lnTo>
                <a:lnTo>
                  <a:pt x="483161" y="110029"/>
                </a:lnTo>
                <a:lnTo>
                  <a:pt x="483695" y="110201"/>
                </a:lnTo>
                <a:lnTo>
                  <a:pt x="484245" y="110363"/>
                </a:lnTo>
                <a:lnTo>
                  <a:pt x="484811" y="110514"/>
                </a:lnTo>
                <a:lnTo>
                  <a:pt x="485392" y="110655"/>
                </a:lnTo>
                <a:lnTo>
                  <a:pt x="485987" y="110785"/>
                </a:lnTo>
                <a:lnTo>
                  <a:pt x="486599" y="110905"/>
                </a:lnTo>
                <a:lnTo>
                  <a:pt x="487225" y="111015"/>
                </a:lnTo>
                <a:lnTo>
                  <a:pt x="487867" y="111114"/>
                </a:lnTo>
                <a:lnTo>
                  <a:pt x="488524" y="111203"/>
                </a:lnTo>
                <a:lnTo>
                  <a:pt x="489196" y="111281"/>
                </a:lnTo>
                <a:lnTo>
                  <a:pt x="489884" y="111349"/>
                </a:lnTo>
                <a:lnTo>
                  <a:pt x="490587" y="111406"/>
                </a:lnTo>
                <a:lnTo>
                  <a:pt x="491305" y="111453"/>
                </a:lnTo>
                <a:lnTo>
                  <a:pt x="492039" y="111490"/>
                </a:lnTo>
                <a:lnTo>
                  <a:pt x="492788" y="111516"/>
                </a:lnTo>
                <a:lnTo>
                  <a:pt x="493552" y="111531"/>
                </a:lnTo>
                <a:lnTo>
                  <a:pt x="494331" y="111536"/>
                </a:lnTo>
                <a:lnTo>
                  <a:pt x="498813" y="111536"/>
                </a:lnTo>
                <a:lnTo>
                  <a:pt x="498813" y="100639"/>
                </a:lnTo>
                <a:lnTo>
                  <a:pt x="495211" y="100639"/>
                </a:lnTo>
                <a:lnTo>
                  <a:pt x="494633" y="100633"/>
                </a:lnTo>
                <a:close/>
                <a:moveTo>
                  <a:pt x="675170" y="51859"/>
                </a:moveTo>
                <a:lnTo>
                  <a:pt x="675478" y="51471"/>
                </a:lnTo>
                <a:lnTo>
                  <a:pt x="675793" y="51085"/>
                </a:lnTo>
                <a:lnTo>
                  <a:pt x="676116" y="50701"/>
                </a:lnTo>
                <a:lnTo>
                  <a:pt x="676447" y="50320"/>
                </a:lnTo>
                <a:lnTo>
                  <a:pt x="676785" y="49941"/>
                </a:lnTo>
                <a:lnTo>
                  <a:pt x="677131" y="49564"/>
                </a:lnTo>
                <a:lnTo>
                  <a:pt x="677485" y="49189"/>
                </a:lnTo>
                <a:lnTo>
                  <a:pt x="677847" y="48816"/>
                </a:lnTo>
                <a:lnTo>
                  <a:pt x="678217" y="48446"/>
                </a:lnTo>
                <a:lnTo>
                  <a:pt x="678594" y="48078"/>
                </a:lnTo>
                <a:lnTo>
                  <a:pt x="678979" y="47712"/>
                </a:lnTo>
                <a:lnTo>
                  <a:pt x="679372" y="47348"/>
                </a:lnTo>
                <a:lnTo>
                  <a:pt x="679773" y="46987"/>
                </a:lnTo>
                <a:lnTo>
                  <a:pt x="680181" y="46628"/>
                </a:lnTo>
                <a:lnTo>
                  <a:pt x="680598" y="46271"/>
                </a:lnTo>
                <a:lnTo>
                  <a:pt x="681022" y="45916"/>
                </a:lnTo>
                <a:lnTo>
                  <a:pt x="681454" y="45563"/>
                </a:lnTo>
                <a:lnTo>
                  <a:pt x="681893" y="45213"/>
                </a:lnTo>
                <a:lnTo>
                  <a:pt x="682341" y="44865"/>
                </a:lnTo>
                <a:lnTo>
                  <a:pt x="682796" y="44519"/>
                </a:lnTo>
                <a:lnTo>
                  <a:pt x="683259" y="44175"/>
                </a:lnTo>
                <a:lnTo>
                  <a:pt x="683730" y="43839"/>
                </a:lnTo>
                <a:lnTo>
                  <a:pt x="684210" y="43518"/>
                </a:lnTo>
                <a:lnTo>
                  <a:pt x="684699" y="43211"/>
                </a:lnTo>
                <a:lnTo>
                  <a:pt x="685197" y="42919"/>
                </a:lnTo>
                <a:lnTo>
                  <a:pt x="685704" y="42640"/>
                </a:lnTo>
                <a:lnTo>
                  <a:pt x="686220" y="42376"/>
                </a:lnTo>
                <a:lnTo>
                  <a:pt x="686745" y="42126"/>
                </a:lnTo>
                <a:lnTo>
                  <a:pt x="687278" y="41891"/>
                </a:lnTo>
                <a:lnTo>
                  <a:pt x="687821" y="41669"/>
                </a:lnTo>
                <a:lnTo>
                  <a:pt x="688372" y="41462"/>
                </a:lnTo>
                <a:lnTo>
                  <a:pt x="688932" y="41270"/>
                </a:lnTo>
                <a:lnTo>
                  <a:pt x="689501" y="41091"/>
                </a:lnTo>
                <a:lnTo>
                  <a:pt x="690079" y="40927"/>
                </a:lnTo>
                <a:lnTo>
                  <a:pt x="690666" y="40777"/>
                </a:lnTo>
                <a:lnTo>
                  <a:pt x="691262" y="40642"/>
                </a:lnTo>
                <a:lnTo>
                  <a:pt x="691867" y="40520"/>
                </a:lnTo>
                <a:lnTo>
                  <a:pt x="692480" y="40413"/>
                </a:lnTo>
                <a:lnTo>
                  <a:pt x="693103" y="40320"/>
                </a:lnTo>
                <a:lnTo>
                  <a:pt x="693734" y="40242"/>
                </a:lnTo>
                <a:lnTo>
                  <a:pt x="694375" y="40178"/>
                </a:lnTo>
                <a:lnTo>
                  <a:pt x="695024" y="40128"/>
                </a:lnTo>
                <a:lnTo>
                  <a:pt x="695682" y="40092"/>
                </a:lnTo>
                <a:lnTo>
                  <a:pt x="696349" y="40071"/>
                </a:lnTo>
                <a:lnTo>
                  <a:pt x="697025" y="40063"/>
                </a:lnTo>
                <a:lnTo>
                  <a:pt x="697467" y="40068"/>
                </a:lnTo>
                <a:lnTo>
                  <a:pt x="697900" y="40081"/>
                </a:lnTo>
                <a:lnTo>
                  <a:pt x="698324" y="40104"/>
                </a:lnTo>
                <a:lnTo>
                  <a:pt x="698740" y="40135"/>
                </a:lnTo>
                <a:lnTo>
                  <a:pt x="699146" y="40176"/>
                </a:lnTo>
                <a:lnTo>
                  <a:pt x="699543" y="40225"/>
                </a:lnTo>
                <a:lnTo>
                  <a:pt x="699931" y="40283"/>
                </a:lnTo>
                <a:lnTo>
                  <a:pt x="700310" y="40351"/>
                </a:lnTo>
                <a:lnTo>
                  <a:pt x="700680" y="40427"/>
                </a:lnTo>
                <a:lnTo>
                  <a:pt x="701041" y="40512"/>
                </a:lnTo>
                <a:lnTo>
                  <a:pt x="701394" y="40607"/>
                </a:lnTo>
                <a:lnTo>
                  <a:pt x="701737" y="40710"/>
                </a:lnTo>
                <a:lnTo>
                  <a:pt x="702070" y="40822"/>
                </a:lnTo>
                <a:lnTo>
                  <a:pt x="702395" y="40944"/>
                </a:lnTo>
                <a:lnTo>
                  <a:pt x="702711" y="41074"/>
                </a:lnTo>
                <a:lnTo>
                  <a:pt x="703018" y="41213"/>
                </a:lnTo>
                <a:lnTo>
                  <a:pt x="703316" y="41361"/>
                </a:lnTo>
                <a:lnTo>
                  <a:pt x="703605" y="41518"/>
                </a:lnTo>
                <a:lnTo>
                  <a:pt x="703885" y="41684"/>
                </a:lnTo>
                <a:lnTo>
                  <a:pt x="704155" y="41860"/>
                </a:lnTo>
                <a:lnTo>
                  <a:pt x="704417" y="42044"/>
                </a:lnTo>
                <a:lnTo>
                  <a:pt x="704670" y="42237"/>
                </a:lnTo>
                <a:lnTo>
                  <a:pt x="704913" y="42439"/>
                </a:lnTo>
                <a:lnTo>
                  <a:pt x="705148" y="42650"/>
                </a:lnTo>
                <a:lnTo>
                  <a:pt x="705375" y="42869"/>
                </a:lnTo>
                <a:lnTo>
                  <a:pt x="705596" y="43095"/>
                </a:lnTo>
                <a:lnTo>
                  <a:pt x="705811" y="43327"/>
                </a:lnTo>
                <a:lnTo>
                  <a:pt x="706021" y="43567"/>
                </a:lnTo>
                <a:lnTo>
                  <a:pt x="706224" y="43813"/>
                </a:lnTo>
                <a:lnTo>
                  <a:pt x="706421" y="44067"/>
                </a:lnTo>
                <a:lnTo>
                  <a:pt x="706612" y="44327"/>
                </a:lnTo>
                <a:lnTo>
                  <a:pt x="706797" y="44594"/>
                </a:lnTo>
                <a:lnTo>
                  <a:pt x="706977" y="44869"/>
                </a:lnTo>
                <a:lnTo>
                  <a:pt x="707150" y="45150"/>
                </a:lnTo>
                <a:lnTo>
                  <a:pt x="707317" y="45438"/>
                </a:lnTo>
                <a:lnTo>
                  <a:pt x="707479" y="45733"/>
                </a:lnTo>
                <a:lnTo>
                  <a:pt x="707634" y="46035"/>
                </a:lnTo>
                <a:lnTo>
                  <a:pt x="707784" y="46344"/>
                </a:lnTo>
                <a:lnTo>
                  <a:pt x="707927" y="46660"/>
                </a:lnTo>
                <a:lnTo>
                  <a:pt x="708065" y="46982"/>
                </a:lnTo>
                <a:lnTo>
                  <a:pt x="708196" y="47312"/>
                </a:lnTo>
                <a:lnTo>
                  <a:pt x="708322" y="47649"/>
                </a:lnTo>
                <a:lnTo>
                  <a:pt x="708441" y="47992"/>
                </a:lnTo>
                <a:lnTo>
                  <a:pt x="708555" y="48343"/>
                </a:lnTo>
                <a:lnTo>
                  <a:pt x="708662" y="48700"/>
                </a:lnTo>
                <a:lnTo>
                  <a:pt x="708764" y="49064"/>
                </a:lnTo>
                <a:lnTo>
                  <a:pt x="708860" y="49436"/>
                </a:lnTo>
                <a:lnTo>
                  <a:pt x="708949" y="49814"/>
                </a:lnTo>
                <a:lnTo>
                  <a:pt x="709034" y="50197"/>
                </a:lnTo>
                <a:lnTo>
                  <a:pt x="709116" y="50586"/>
                </a:lnTo>
                <a:lnTo>
                  <a:pt x="709193" y="50978"/>
                </a:lnTo>
                <a:lnTo>
                  <a:pt x="709267" y="51375"/>
                </a:lnTo>
                <a:lnTo>
                  <a:pt x="709338" y="51776"/>
                </a:lnTo>
                <a:lnTo>
                  <a:pt x="709405" y="52182"/>
                </a:lnTo>
                <a:lnTo>
                  <a:pt x="709468" y="52592"/>
                </a:lnTo>
                <a:lnTo>
                  <a:pt x="709528" y="53007"/>
                </a:lnTo>
                <a:lnTo>
                  <a:pt x="709584" y="53426"/>
                </a:lnTo>
                <a:lnTo>
                  <a:pt x="709636" y="53849"/>
                </a:lnTo>
                <a:lnTo>
                  <a:pt x="709685" y="54277"/>
                </a:lnTo>
                <a:lnTo>
                  <a:pt x="709730" y="54710"/>
                </a:lnTo>
                <a:lnTo>
                  <a:pt x="709771" y="55146"/>
                </a:lnTo>
                <a:lnTo>
                  <a:pt x="709809" y="55588"/>
                </a:lnTo>
                <a:lnTo>
                  <a:pt x="709844" y="56033"/>
                </a:lnTo>
                <a:lnTo>
                  <a:pt x="709874" y="56483"/>
                </a:lnTo>
                <a:lnTo>
                  <a:pt x="709901" y="56938"/>
                </a:lnTo>
                <a:lnTo>
                  <a:pt x="709925" y="57397"/>
                </a:lnTo>
                <a:lnTo>
                  <a:pt x="709945" y="57860"/>
                </a:lnTo>
                <a:lnTo>
                  <a:pt x="709961" y="58328"/>
                </a:lnTo>
                <a:lnTo>
                  <a:pt x="709974" y="58800"/>
                </a:lnTo>
                <a:lnTo>
                  <a:pt x="709983" y="59276"/>
                </a:lnTo>
                <a:lnTo>
                  <a:pt x="709988" y="59757"/>
                </a:lnTo>
                <a:lnTo>
                  <a:pt x="709990" y="60243"/>
                </a:lnTo>
                <a:lnTo>
                  <a:pt x="709990" y="111536"/>
                </a:lnTo>
                <a:lnTo>
                  <a:pt x="723275" y="111536"/>
                </a:lnTo>
                <a:lnTo>
                  <a:pt x="723275" y="58708"/>
                </a:lnTo>
                <a:lnTo>
                  <a:pt x="723266" y="57528"/>
                </a:lnTo>
                <a:lnTo>
                  <a:pt x="723238" y="56370"/>
                </a:lnTo>
                <a:lnTo>
                  <a:pt x="723192" y="55235"/>
                </a:lnTo>
                <a:lnTo>
                  <a:pt x="723126" y="54122"/>
                </a:lnTo>
                <a:lnTo>
                  <a:pt x="723043" y="53032"/>
                </a:lnTo>
                <a:lnTo>
                  <a:pt x="722940" y="51965"/>
                </a:lnTo>
                <a:lnTo>
                  <a:pt x="722819" y="50921"/>
                </a:lnTo>
                <a:lnTo>
                  <a:pt x="722680" y="49899"/>
                </a:lnTo>
                <a:lnTo>
                  <a:pt x="722521" y="48900"/>
                </a:lnTo>
                <a:lnTo>
                  <a:pt x="722344" y="47923"/>
                </a:lnTo>
                <a:lnTo>
                  <a:pt x="722149" y="46969"/>
                </a:lnTo>
                <a:lnTo>
                  <a:pt x="721935" y="46038"/>
                </a:lnTo>
                <a:lnTo>
                  <a:pt x="721702" y="45129"/>
                </a:lnTo>
                <a:lnTo>
                  <a:pt x="721451" y="44243"/>
                </a:lnTo>
                <a:lnTo>
                  <a:pt x="721181" y="43380"/>
                </a:lnTo>
                <a:lnTo>
                  <a:pt x="720892" y="42539"/>
                </a:lnTo>
                <a:lnTo>
                  <a:pt x="720585" y="41721"/>
                </a:lnTo>
                <a:lnTo>
                  <a:pt x="720259" y="40925"/>
                </a:lnTo>
                <a:lnTo>
                  <a:pt x="719915" y="40153"/>
                </a:lnTo>
                <a:lnTo>
                  <a:pt x="719552" y="39402"/>
                </a:lnTo>
                <a:lnTo>
                  <a:pt x="719170" y="38675"/>
                </a:lnTo>
                <a:lnTo>
                  <a:pt x="718770" y="37970"/>
                </a:lnTo>
                <a:lnTo>
                  <a:pt x="718351" y="37288"/>
                </a:lnTo>
                <a:lnTo>
                  <a:pt x="717913" y="36628"/>
                </a:lnTo>
                <a:lnTo>
                  <a:pt x="717454" y="35993"/>
                </a:lnTo>
                <a:lnTo>
                  <a:pt x="716972" y="35385"/>
                </a:lnTo>
                <a:lnTo>
                  <a:pt x="716465" y="34804"/>
                </a:lnTo>
                <a:lnTo>
                  <a:pt x="715935" y="34250"/>
                </a:lnTo>
                <a:lnTo>
                  <a:pt x="715380" y="33723"/>
                </a:lnTo>
                <a:lnTo>
                  <a:pt x="714802" y="33223"/>
                </a:lnTo>
                <a:lnTo>
                  <a:pt x="714200" y="32750"/>
                </a:lnTo>
                <a:lnTo>
                  <a:pt x="713574" y="32304"/>
                </a:lnTo>
                <a:lnTo>
                  <a:pt x="712924" y="31886"/>
                </a:lnTo>
                <a:lnTo>
                  <a:pt x="712250" y="31494"/>
                </a:lnTo>
                <a:lnTo>
                  <a:pt x="711552" y="31129"/>
                </a:lnTo>
                <a:lnTo>
                  <a:pt x="710830" y="30791"/>
                </a:lnTo>
                <a:lnTo>
                  <a:pt x="710085" y="30480"/>
                </a:lnTo>
                <a:lnTo>
                  <a:pt x="709315" y="30197"/>
                </a:lnTo>
                <a:lnTo>
                  <a:pt x="708522" y="29940"/>
                </a:lnTo>
                <a:lnTo>
                  <a:pt x="707705" y="29710"/>
                </a:lnTo>
                <a:lnTo>
                  <a:pt x="706863" y="29508"/>
                </a:lnTo>
                <a:lnTo>
                  <a:pt x="705998" y="29332"/>
                </a:lnTo>
                <a:lnTo>
                  <a:pt x="705109" y="29183"/>
                </a:lnTo>
                <a:lnTo>
                  <a:pt x="704196" y="29062"/>
                </a:lnTo>
                <a:lnTo>
                  <a:pt x="703260" y="28967"/>
                </a:lnTo>
                <a:lnTo>
                  <a:pt x="702299" y="28900"/>
                </a:lnTo>
                <a:lnTo>
                  <a:pt x="701314" y="28859"/>
                </a:lnTo>
                <a:lnTo>
                  <a:pt x="700306" y="28846"/>
                </a:lnTo>
                <a:lnTo>
                  <a:pt x="699492" y="28853"/>
                </a:lnTo>
                <a:lnTo>
                  <a:pt x="698689" y="28874"/>
                </a:lnTo>
                <a:lnTo>
                  <a:pt x="697899" y="28909"/>
                </a:lnTo>
                <a:lnTo>
                  <a:pt x="697121" y="28958"/>
                </a:lnTo>
                <a:lnTo>
                  <a:pt x="696355" y="29021"/>
                </a:lnTo>
                <a:lnTo>
                  <a:pt x="695601" y="29099"/>
                </a:lnTo>
                <a:lnTo>
                  <a:pt x="694860" y="29190"/>
                </a:lnTo>
                <a:lnTo>
                  <a:pt x="694130" y="29295"/>
                </a:lnTo>
                <a:lnTo>
                  <a:pt x="693412" y="29415"/>
                </a:lnTo>
                <a:lnTo>
                  <a:pt x="692707" y="29548"/>
                </a:lnTo>
                <a:lnTo>
                  <a:pt x="692014" y="29696"/>
                </a:lnTo>
                <a:lnTo>
                  <a:pt x="691332" y="29857"/>
                </a:lnTo>
                <a:lnTo>
                  <a:pt x="690663" y="30033"/>
                </a:lnTo>
                <a:lnTo>
                  <a:pt x="690006" y="30223"/>
                </a:lnTo>
                <a:lnTo>
                  <a:pt x="689361" y="30426"/>
                </a:lnTo>
                <a:lnTo>
                  <a:pt x="688728" y="30644"/>
                </a:lnTo>
                <a:lnTo>
                  <a:pt x="688107" y="30876"/>
                </a:lnTo>
                <a:lnTo>
                  <a:pt x="687498" y="31122"/>
                </a:lnTo>
                <a:lnTo>
                  <a:pt x="686901" y="31382"/>
                </a:lnTo>
                <a:lnTo>
                  <a:pt x="686317" y="31656"/>
                </a:lnTo>
                <a:lnTo>
                  <a:pt x="685744" y="31944"/>
                </a:lnTo>
                <a:lnTo>
                  <a:pt x="685184" y="32246"/>
                </a:lnTo>
                <a:lnTo>
                  <a:pt x="684635" y="32562"/>
                </a:lnTo>
                <a:lnTo>
                  <a:pt x="684099" y="32892"/>
                </a:lnTo>
                <a:lnTo>
                  <a:pt x="683574" y="33230"/>
                </a:lnTo>
                <a:lnTo>
                  <a:pt x="683058" y="33571"/>
                </a:lnTo>
                <a:lnTo>
                  <a:pt x="682553" y="33913"/>
                </a:lnTo>
                <a:lnTo>
                  <a:pt x="682057" y="34258"/>
                </a:lnTo>
                <a:lnTo>
                  <a:pt x="681571" y="34604"/>
                </a:lnTo>
                <a:lnTo>
                  <a:pt x="681095" y="34953"/>
                </a:lnTo>
                <a:lnTo>
                  <a:pt x="680629" y="35304"/>
                </a:lnTo>
                <a:lnTo>
                  <a:pt x="680173" y="35656"/>
                </a:lnTo>
                <a:lnTo>
                  <a:pt x="679727" y="36011"/>
                </a:lnTo>
                <a:lnTo>
                  <a:pt x="679290" y="36368"/>
                </a:lnTo>
                <a:lnTo>
                  <a:pt x="678864" y="36727"/>
                </a:lnTo>
                <a:lnTo>
                  <a:pt x="678447" y="37089"/>
                </a:lnTo>
                <a:lnTo>
                  <a:pt x="678040" y="37452"/>
                </a:lnTo>
                <a:lnTo>
                  <a:pt x="677643" y="37817"/>
                </a:lnTo>
                <a:lnTo>
                  <a:pt x="677256" y="38185"/>
                </a:lnTo>
                <a:lnTo>
                  <a:pt x="676878" y="38554"/>
                </a:lnTo>
                <a:lnTo>
                  <a:pt x="676511" y="38926"/>
                </a:lnTo>
                <a:lnTo>
                  <a:pt x="676153" y="39300"/>
                </a:lnTo>
                <a:lnTo>
                  <a:pt x="675806" y="39675"/>
                </a:lnTo>
                <a:lnTo>
                  <a:pt x="675468" y="40053"/>
                </a:lnTo>
                <a:lnTo>
                  <a:pt x="675140" y="40433"/>
                </a:lnTo>
                <a:lnTo>
                  <a:pt x="674822" y="40815"/>
                </a:lnTo>
                <a:lnTo>
                  <a:pt x="674513" y="41200"/>
                </a:lnTo>
                <a:lnTo>
                  <a:pt x="674215" y="41586"/>
                </a:lnTo>
                <a:lnTo>
                  <a:pt x="674215" y="3686"/>
                </a:lnTo>
                <a:lnTo>
                  <a:pt x="660930" y="3686"/>
                </a:lnTo>
                <a:lnTo>
                  <a:pt x="660930" y="111536"/>
                </a:lnTo>
                <a:lnTo>
                  <a:pt x="674295" y="111536"/>
                </a:lnTo>
                <a:lnTo>
                  <a:pt x="674295" y="53036"/>
                </a:lnTo>
                <a:lnTo>
                  <a:pt x="674579" y="52642"/>
                </a:lnTo>
                <a:lnTo>
                  <a:pt x="674871" y="52249"/>
                </a:lnTo>
                <a:lnTo>
                  <a:pt x="675170" y="51859"/>
                </a:lnTo>
                <a:close/>
                <a:moveTo>
                  <a:pt x="598742" y="112798"/>
                </a:moveTo>
                <a:lnTo>
                  <a:pt x="599672" y="112718"/>
                </a:lnTo>
                <a:lnTo>
                  <a:pt x="600594" y="112624"/>
                </a:lnTo>
                <a:lnTo>
                  <a:pt x="601508" y="112516"/>
                </a:lnTo>
                <a:lnTo>
                  <a:pt x="602415" y="112393"/>
                </a:lnTo>
                <a:lnTo>
                  <a:pt x="603313" y="112255"/>
                </a:lnTo>
                <a:lnTo>
                  <a:pt x="604204" y="112103"/>
                </a:lnTo>
                <a:lnTo>
                  <a:pt x="605086" y="111937"/>
                </a:lnTo>
                <a:lnTo>
                  <a:pt x="605961" y="111756"/>
                </a:lnTo>
                <a:lnTo>
                  <a:pt x="606828" y="111561"/>
                </a:lnTo>
                <a:lnTo>
                  <a:pt x="607687" y="111351"/>
                </a:lnTo>
                <a:lnTo>
                  <a:pt x="608538" y="111127"/>
                </a:lnTo>
                <a:lnTo>
                  <a:pt x="609381" y="110888"/>
                </a:lnTo>
                <a:lnTo>
                  <a:pt x="610216" y="110635"/>
                </a:lnTo>
                <a:lnTo>
                  <a:pt x="611043" y="110367"/>
                </a:lnTo>
                <a:lnTo>
                  <a:pt x="611863" y="110085"/>
                </a:lnTo>
                <a:lnTo>
                  <a:pt x="612674" y="109789"/>
                </a:lnTo>
                <a:lnTo>
                  <a:pt x="613477" y="109478"/>
                </a:lnTo>
                <a:lnTo>
                  <a:pt x="614273" y="109152"/>
                </a:lnTo>
                <a:lnTo>
                  <a:pt x="615061" y="108812"/>
                </a:lnTo>
                <a:lnTo>
                  <a:pt x="615838" y="108458"/>
                </a:lnTo>
                <a:lnTo>
                  <a:pt x="616604" y="108089"/>
                </a:lnTo>
                <a:lnTo>
                  <a:pt x="617358" y="107705"/>
                </a:lnTo>
                <a:lnTo>
                  <a:pt x="618101" y="107306"/>
                </a:lnTo>
                <a:lnTo>
                  <a:pt x="618831" y="106893"/>
                </a:lnTo>
                <a:lnTo>
                  <a:pt x="619550" y="106466"/>
                </a:lnTo>
                <a:lnTo>
                  <a:pt x="620257" y="106024"/>
                </a:lnTo>
                <a:lnTo>
                  <a:pt x="620952" y="105567"/>
                </a:lnTo>
                <a:lnTo>
                  <a:pt x="621635" y="105096"/>
                </a:lnTo>
                <a:lnTo>
                  <a:pt x="622307" y="104610"/>
                </a:lnTo>
                <a:lnTo>
                  <a:pt x="622966" y="104109"/>
                </a:lnTo>
                <a:lnTo>
                  <a:pt x="623614" y="103594"/>
                </a:lnTo>
                <a:lnTo>
                  <a:pt x="624250" y="103064"/>
                </a:lnTo>
                <a:lnTo>
                  <a:pt x="624874" y="102520"/>
                </a:lnTo>
                <a:lnTo>
                  <a:pt x="625487" y="101961"/>
                </a:lnTo>
                <a:lnTo>
                  <a:pt x="626087" y="101387"/>
                </a:lnTo>
                <a:lnTo>
                  <a:pt x="626676" y="100799"/>
                </a:lnTo>
                <a:lnTo>
                  <a:pt x="627253" y="100196"/>
                </a:lnTo>
                <a:lnTo>
                  <a:pt x="627818" y="99579"/>
                </a:lnTo>
                <a:lnTo>
                  <a:pt x="628372" y="98947"/>
                </a:lnTo>
                <a:lnTo>
                  <a:pt x="628913" y="98300"/>
                </a:lnTo>
                <a:lnTo>
                  <a:pt x="629443" y="97639"/>
                </a:lnTo>
                <a:lnTo>
                  <a:pt x="629961" y="96963"/>
                </a:lnTo>
                <a:lnTo>
                  <a:pt x="630467" y="96272"/>
                </a:lnTo>
                <a:lnTo>
                  <a:pt x="630959" y="95567"/>
                </a:lnTo>
                <a:lnTo>
                  <a:pt x="631434" y="94846"/>
                </a:lnTo>
                <a:lnTo>
                  <a:pt x="631893" y="94111"/>
                </a:lnTo>
                <a:lnTo>
                  <a:pt x="632334" y="93360"/>
                </a:lnTo>
                <a:lnTo>
                  <a:pt x="632760" y="92594"/>
                </a:lnTo>
                <a:lnTo>
                  <a:pt x="633168" y="91813"/>
                </a:lnTo>
                <a:lnTo>
                  <a:pt x="633560" y="91016"/>
                </a:lnTo>
                <a:lnTo>
                  <a:pt x="633935" y="90205"/>
                </a:lnTo>
                <a:lnTo>
                  <a:pt x="634294" y="89378"/>
                </a:lnTo>
                <a:lnTo>
                  <a:pt x="634635" y="88536"/>
                </a:lnTo>
                <a:lnTo>
                  <a:pt x="634960" y="87679"/>
                </a:lnTo>
                <a:lnTo>
                  <a:pt x="635269" y="86807"/>
                </a:lnTo>
                <a:lnTo>
                  <a:pt x="635561" y="85920"/>
                </a:lnTo>
                <a:lnTo>
                  <a:pt x="635836" y="85018"/>
                </a:lnTo>
                <a:lnTo>
                  <a:pt x="636094" y="84100"/>
                </a:lnTo>
                <a:lnTo>
                  <a:pt x="636336" y="83167"/>
                </a:lnTo>
                <a:lnTo>
                  <a:pt x="636561" y="82219"/>
                </a:lnTo>
                <a:lnTo>
                  <a:pt x="636770" y="81256"/>
                </a:lnTo>
                <a:lnTo>
                  <a:pt x="636961" y="80278"/>
                </a:lnTo>
                <a:lnTo>
                  <a:pt x="637136" y="79284"/>
                </a:lnTo>
                <a:lnTo>
                  <a:pt x="637295" y="78276"/>
                </a:lnTo>
                <a:lnTo>
                  <a:pt x="637436" y="77252"/>
                </a:lnTo>
                <a:lnTo>
                  <a:pt x="637562" y="76213"/>
                </a:lnTo>
                <a:lnTo>
                  <a:pt x="637670" y="75159"/>
                </a:lnTo>
                <a:lnTo>
                  <a:pt x="623104" y="75159"/>
                </a:lnTo>
                <a:lnTo>
                  <a:pt x="622980" y="76223"/>
                </a:lnTo>
                <a:lnTo>
                  <a:pt x="622833" y="77264"/>
                </a:lnTo>
                <a:lnTo>
                  <a:pt x="622665" y="78284"/>
                </a:lnTo>
                <a:lnTo>
                  <a:pt x="622475" y="79281"/>
                </a:lnTo>
                <a:lnTo>
                  <a:pt x="622263" y="80256"/>
                </a:lnTo>
                <a:lnTo>
                  <a:pt x="622028" y="81208"/>
                </a:lnTo>
                <a:lnTo>
                  <a:pt x="621772" y="82139"/>
                </a:lnTo>
                <a:lnTo>
                  <a:pt x="621494" y="83047"/>
                </a:lnTo>
                <a:lnTo>
                  <a:pt x="621194" y="83933"/>
                </a:lnTo>
                <a:lnTo>
                  <a:pt x="620872" y="84796"/>
                </a:lnTo>
                <a:lnTo>
                  <a:pt x="620529" y="85638"/>
                </a:lnTo>
                <a:lnTo>
                  <a:pt x="620163" y="86457"/>
                </a:lnTo>
                <a:lnTo>
                  <a:pt x="619775" y="87254"/>
                </a:lnTo>
                <a:lnTo>
                  <a:pt x="619365" y="88028"/>
                </a:lnTo>
                <a:lnTo>
                  <a:pt x="618933" y="88780"/>
                </a:lnTo>
                <a:lnTo>
                  <a:pt x="618480" y="89511"/>
                </a:lnTo>
                <a:lnTo>
                  <a:pt x="618004" y="90218"/>
                </a:lnTo>
                <a:lnTo>
                  <a:pt x="617507" y="90904"/>
                </a:lnTo>
                <a:lnTo>
                  <a:pt x="616987" y="91567"/>
                </a:lnTo>
                <a:lnTo>
                  <a:pt x="616446" y="92208"/>
                </a:lnTo>
                <a:lnTo>
                  <a:pt x="615882" y="92827"/>
                </a:lnTo>
                <a:lnTo>
                  <a:pt x="615297" y="93423"/>
                </a:lnTo>
                <a:lnTo>
                  <a:pt x="614689" y="93998"/>
                </a:lnTo>
                <a:lnTo>
                  <a:pt x="614060" y="94550"/>
                </a:lnTo>
                <a:lnTo>
                  <a:pt x="613412" y="95079"/>
                </a:lnTo>
                <a:lnTo>
                  <a:pt x="612747" y="95586"/>
                </a:lnTo>
                <a:lnTo>
                  <a:pt x="612066" y="96071"/>
                </a:lnTo>
                <a:lnTo>
                  <a:pt x="611368" y="96533"/>
                </a:lnTo>
                <a:lnTo>
                  <a:pt x="610654" y="96972"/>
                </a:lnTo>
                <a:lnTo>
                  <a:pt x="609923" y="97389"/>
                </a:lnTo>
                <a:lnTo>
                  <a:pt x="609177" y="97783"/>
                </a:lnTo>
                <a:lnTo>
                  <a:pt x="608413" y="98155"/>
                </a:lnTo>
                <a:lnTo>
                  <a:pt x="607634" y="98505"/>
                </a:lnTo>
                <a:lnTo>
                  <a:pt x="606838" y="98831"/>
                </a:lnTo>
                <a:lnTo>
                  <a:pt x="606025" y="99136"/>
                </a:lnTo>
                <a:lnTo>
                  <a:pt x="605196" y="99417"/>
                </a:lnTo>
                <a:lnTo>
                  <a:pt x="604351" y="99676"/>
                </a:lnTo>
                <a:lnTo>
                  <a:pt x="603490" y="99913"/>
                </a:lnTo>
                <a:lnTo>
                  <a:pt x="602612" y="100127"/>
                </a:lnTo>
                <a:lnTo>
                  <a:pt x="601717" y="100319"/>
                </a:lnTo>
                <a:lnTo>
                  <a:pt x="600806" y="100488"/>
                </a:lnTo>
                <a:lnTo>
                  <a:pt x="599879" y="100634"/>
                </a:lnTo>
                <a:lnTo>
                  <a:pt x="598936" y="100758"/>
                </a:lnTo>
                <a:lnTo>
                  <a:pt x="597976" y="100860"/>
                </a:lnTo>
                <a:lnTo>
                  <a:pt x="596999" y="100938"/>
                </a:lnTo>
                <a:lnTo>
                  <a:pt x="596007" y="100995"/>
                </a:lnTo>
                <a:lnTo>
                  <a:pt x="594997" y="101029"/>
                </a:lnTo>
                <a:lnTo>
                  <a:pt x="593972" y="101040"/>
                </a:lnTo>
                <a:lnTo>
                  <a:pt x="592946" y="101030"/>
                </a:lnTo>
                <a:lnTo>
                  <a:pt x="591937" y="101000"/>
                </a:lnTo>
                <a:lnTo>
                  <a:pt x="590944" y="100949"/>
                </a:lnTo>
                <a:lnTo>
                  <a:pt x="589968" y="100878"/>
                </a:lnTo>
                <a:lnTo>
                  <a:pt x="589008" y="100788"/>
                </a:lnTo>
                <a:lnTo>
                  <a:pt x="588064" y="100677"/>
                </a:lnTo>
                <a:lnTo>
                  <a:pt x="587137" y="100546"/>
                </a:lnTo>
                <a:lnTo>
                  <a:pt x="586226" y="100394"/>
                </a:lnTo>
                <a:lnTo>
                  <a:pt x="585332" y="100223"/>
                </a:lnTo>
                <a:lnTo>
                  <a:pt x="584454" y="100031"/>
                </a:lnTo>
                <a:lnTo>
                  <a:pt x="583592" y="99820"/>
                </a:lnTo>
                <a:lnTo>
                  <a:pt x="582747" y="99588"/>
                </a:lnTo>
                <a:lnTo>
                  <a:pt x="581918" y="99335"/>
                </a:lnTo>
                <a:lnTo>
                  <a:pt x="581106" y="99063"/>
                </a:lnTo>
                <a:lnTo>
                  <a:pt x="580310" y="98771"/>
                </a:lnTo>
                <a:lnTo>
                  <a:pt x="579530" y="98458"/>
                </a:lnTo>
                <a:lnTo>
                  <a:pt x="578767" y="98125"/>
                </a:lnTo>
                <a:lnTo>
                  <a:pt x="578020" y="97772"/>
                </a:lnTo>
                <a:lnTo>
                  <a:pt x="577290" y="97399"/>
                </a:lnTo>
                <a:lnTo>
                  <a:pt x="576576" y="97006"/>
                </a:lnTo>
                <a:lnTo>
                  <a:pt x="575878" y="96592"/>
                </a:lnTo>
                <a:lnTo>
                  <a:pt x="575197" y="96159"/>
                </a:lnTo>
                <a:lnTo>
                  <a:pt x="574532" y="95705"/>
                </a:lnTo>
                <a:lnTo>
                  <a:pt x="573883" y="95231"/>
                </a:lnTo>
                <a:lnTo>
                  <a:pt x="573250" y="94740"/>
                </a:lnTo>
                <a:lnTo>
                  <a:pt x="572632" y="94234"/>
                </a:lnTo>
                <a:lnTo>
                  <a:pt x="572027" y="93715"/>
                </a:lnTo>
                <a:lnTo>
                  <a:pt x="571437" y="93182"/>
                </a:lnTo>
                <a:lnTo>
                  <a:pt x="570861" y="92635"/>
                </a:lnTo>
                <a:lnTo>
                  <a:pt x="570300" y="92073"/>
                </a:lnTo>
                <a:lnTo>
                  <a:pt x="569752" y="91498"/>
                </a:lnTo>
                <a:lnTo>
                  <a:pt x="569219" y="90908"/>
                </a:lnTo>
                <a:lnTo>
                  <a:pt x="568701" y="90305"/>
                </a:lnTo>
                <a:lnTo>
                  <a:pt x="568196" y="89687"/>
                </a:lnTo>
                <a:lnTo>
                  <a:pt x="567706" y="89056"/>
                </a:lnTo>
                <a:lnTo>
                  <a:pt x="567231" y="88410"/>
                </a:lnTo>
                <a:lnTo>
                  <a:pt x="566769" y="87750"/>
                </a:lnTo>
                <a:lnTo>
                  <a:pt x="566322" y="87076"/>
                </a:lnTo>
                <a:lnTo>
                  <a:pt x="565890" y="86389"/>
                </a:lnTo>
                <a:lnTo>
                  <a:pt x="565471" y="85687"/>
                </a:lnTo>
                <a:lnTo>
                  <a:pt x="565067" y="84971"/>
                </a:lnTo>
                <a:lnTo>
                  <a:pt x="564677" y="84241"/>
                </a:lnTo>
                <a:lnTo>
                  <a:pt x="564302" y="83497"/>
                </a:lnTo>
                <a:lnTo>
                  <a:pt x="563940" y="82739"/>
                </a:lnTo>
                <a:lnTo>
                  <a:pt x="563594" y="81967"/>
                </a:lnTo>
                <a:lnTo>
                  <a:pt x="563261" y="81180"/>
                </a:lnTo>
                <a:lnTo>
                  <a:pt x="562943" y="80380"/>
                </a:lnTo>
                <a:lnTo>
                  <a:pt x="562639" y="79566"/>
                </a:lnTo>
                <a:lnTo>
                  <a:pt x="562348" y="78741"/>
                </a:lnTo>
                <a:lnTo>
                  <a:pt x="562070" y="77908"/>
                </a:lnTo>
                <a:lnTo>
                  <a:pt x="561804" y="77068"/>
                </a:lnTo>
                <a:lnTo>
                  <a:pt x="561551" y="76221"/>
                </a:lnTo>
                <a:lnTo>
                  <a:pt x="561309" y="75365"/>
                </a:lnTo>
                <a:lnTo>
                  <a:pt x="561081" y="74503"/>
                </a:lnTo>
                <a:lnTo>
                  <a:pt x="560864" y="73633"/>
                </a:lnTo>
                <a:lnTo>
                  <a:pt x="560660" y="72755"/>
                </a:lnTo>
                <a:lnTo>
                  <a:pt x="560469" y="71870"/>
                </a:lnTo>
                <a:lnTo>
                  <a:pt x="560289" y="70977"/>
                </a:lnTo>
                <a:lnTo>
                  <a:pt x="560122" y="70077"/>
                </a:lnTo>
                <a:lnTo>
                  <a:pt x="559968" y="69169"/>
                </a:lnTo>
                <a:lnTo>
                  <a:pt x="559826" y="68254"/>
                </a:lnTo>
                <a:lnTo>
                  <a:pt x="559696" y="67332"/>
                </a:lnTo>
                <a:lnTo>
                  <a:pt x="559578" y="66401"/>
                </a:lnTo>
                <a:lnTo>
                  <a:pt x="559473" y="65464"/>
                </a:lnTo>
                <a:lnTo>
                  <a:pt x="559380" y="64518"/>
                </a:lnTo>
                <a:lnTo>
                  <a:pt x="559300" y="63566"/>
                </a:lnTo>
                <a:lnTo>
                  <a:pt x="559232" y="62605"/>
                </a:lnTo>
                <a:lnTo>
                  <a:pt x="559176" y="61638"/>
                </a:lnTo>
                <a:lnTo>
                  <a:pt x="559133" y="60662"/>
                </a:lnTo>
                <a:lnTo>
                  <a:pt x="559102" y="59679"/>
                </a:lnTo>
                <a:lnTo>
                  <a:pt x="559084" y="58689"/>
                </a:lnTo>
                <a:lnTo>
                  <a:pt x="559077" y="57691"/>
                </a:lnTo>
                <a:lnTo>
                  <a:pt x="559084" y="56687"/>
                </a:lnTo>
                <a:lnTo>
                  <a:pt x="559102" y="55690"/>
                </a:lnTo>
                <a:lnTo>
                  <a:pt x="559133" y="54702"/>
                </a:lnTo>
                <a:lnTo>
                  <a:pt x="559176" y="53721"/>
                </a:lnTo>
                <a:lnTo>
                  <a:pt x="559232" y="52747"/>
                </a:lnTo>
                <a:lnTo>
                  <a:pt x="559300" y="51782"/>
                </a:lnTo>
                <a:lnTo>
                  <a:pt x="559380" y="50824"/>
                </a:lnTo>
                <a:lnTo>
                  <a:pt x="559473" y="49874"/>
                </a:lnTo>
                <a:lnTo>
                  <a:pt x="559578" y="48932"/>
                </a:lnTo>
                <a:lnTo>
                  <a:pt x="559696" y="47998"/>
                </a:lnTo>
                <a:lnTo>
                  <a:pt x="559826" y="47072"/>
                </a:lnTo>
                <a:lnTo>
                  <a:pt x="559968" y="46153"/>
                </a:lnTo>
                <a:lnTo>
                  <a:pt x="560122" y="45242"/>
                </a:lnTo>
                <a:lnTo>
                  <a:pt x="560289" y="44339"/>
                </a:lnTo>
                <a:lnTo>
                  <a:pt x="560469" y="43444"/>
                </a:lnTo>
                <a:lnTo>
                  <a:pt x="560660" y="42556"/>
                </a:lnTo>
                <a:lnTo>
                  <a:pt x="560864" y="41676"/>
                </a:lnTo>
                <a:lnTo>
                  <a:pt x="561081" y="40805"/>
                </a:lnTo>
                <a:lnTo>
                  <a:pt x="561309" y="39940"/>
                </a:lnTo>
                <a:lnTo>
                  <a:pt x="561551" y="39084"/>
                </a:lnTo>
                <a:lnTo>
                  <a:pt x="561804" y="38235"/>
                </a:lnTo>
                <a:lnTo>
                  <a:pt x="562070" y="37395"/>
                </a:lnTo>
                <a:lnTo>
                  <a:pt x="562348" y="36562"/>
                </a:lnTo>
                <a:lnTo>
                  <a:pt x="562639" y="35737"/>
                </a:lnTo>
                <a:lnTo>
                  <a:pt x="562943" y="34922"/>
                </a:lnTo>
                <a:lnTo>
                  <a:pt x="563261" y="34121"/>
                </a:lnTo>
                <a:lnTo>
                  <a:pt x="563594" y="33334"/>
                </a:lnTo>
                <a:lnTo>
                  <a:pt x="563940" y="32560"/>
                </a:lnTo>
                <a:lnTo>
                  <a:pt x="564302" y="31800"/>
                </a:lnTo>
                <a:lnTo>
                  <a:pt x="564677" y="31054"/>
                </a:lnTo>
                <a:lnTo>
                  <a:pt x="565067" y="30321"/>
                </a:lnTo>
                <a:lnTo>
                  <a:pt x="565471" y="29602"/>
                </a:lnTo>
                <a:lnTo>
                  <a:pt x="565890" y="28897"/>
                </a:lnTo>
                <a:lnTo>
                  <a:pt x="566322" y="28205"/>
                </a:lnTo>
                <a:lnTo>
                  <a:pt x="566769" y="27527"/>
                </a:lnTo>
                <a:lnTo>
                  <a:pt x="567231" y="26863"/>
                </a:lnTo>
                <a:lnTo>
                  <a:pt x="567706" y="26212"/>
                </a:lnTo>
                <a:lnTo>
                  <a:pt x="568196" y="25574"/>
                </a:lnTo>
                <a:lnTo>
                  <a:pt x="568701" y="24951"/>
                </a:lnTo>
                <a:lnTo>
                  <a:pt x="569219" y="24341"/>
                </a:lnTo>
                <a:lnTo>
                  <a:pt x="569752" y="23744"/>
                </a:lnTo>
                <a:lnTo>
                  <a:pt x="570300" y="23162"/>
                </a:lnTo>
                <a:lnTo>
                  <a:pt x="570861" y="22593"/>
                </a:lnTo>
                <a:lnTo>
                  <a:pt x="571437" y="22037"/>
                </a:lnTo>
                <a:lnTo>
                  <a:pt x="572027" y="21495"/>
                </a:lnTo>
                <a:lnTo>
                  <a:pt x="572632" y="20967"/>
                </a:lnTo>
                <a:lnTo>
                  <a:pt x="573250" y="20452"/>
                </a:lnTo>
                <a:lnTo>
                  <a:pt x="573883" y="19952"/>
                </a:lnTo>
                <a:lnTo>
                  <a:pt x="574532" y="19468"/>
                </a:lnTo>
                <a:lnTo>
                  <a:pt x="575197" y="19005"/>
                </a:lnTo>
                <a:lnTo>
                  <a:pt x="575878" y="18562"/>
                </a:lnTo>
                <a:lnTo>
                  <a:pt x="576576" y="18140"/>
                </a:lnTo>
                <a:lnTo>
                  <a:pt x="577290" y="17738"/>
                </a:lnTo>
                <a:lnTo>
                  <a:pt x="578020" y="17357"/>
                </a:lnTo>
                <a:lnTo>
                  <a:pt x="578767" y="16997"/>
                </a:lnTo>
                <a:lnTo>
                  <a:pt x="579530" y="16657"/>
                </a:lnTo>
                <a:lnTo>
                  <a:pt x="580310" y="16338"/>
                </a:lnTo>
                <a:lnTo>
                  <a:pt x="581106" y="16040"/>
                </a:lnTo>
                <a:lnTo>
                  <a:pt x="581918" y="15762"/>
                </a:lnTo>
                <a:lnTo>
                  <a:pt x="582747" y="15505"/>
                </a:lnTo>
                <a:lnTo>
                  <a:pt x="583592" y="15268"/>
                </a:lnTo>
                <a:lnTo>
                  <a:pt x="584454" y="15052"/>
                </a:lnTo>
                <a:lnTo>
                  <a:pt x="585332" y="14856"/>
                </a:lnTo>
                <a:lnTo>
                  <a:pt x="586226" y="14681"/>
                </a:lnTo>
                <a:lnTo>
                  <a:pt x="587137" y="14527"/>
                </a:lnTo>
                <a:lnTo>
                  <a:pt x="588064" y="14393"/>
                </a:lnTo>
                <a:lnTo>
                  <a:pt x="589008" y="14280"/>
                </a:lnTo>
                <a:lnTo>
                  <a:pt x="589968" y="14187"/>
                </a:lnTo>
                <a:lnTo>
                  <a:pt x="590944" y="14115"/>
                </a:lnTo>
                <a:lnTo>
                  <a:pt x="591937" y="14063"/>
                </a:lnTo>
                <a:lnTo>
                  <a:pt x="592946" y="14032"/>
                </a:lnTo>
                <a:lnTo>
                  <a:pt x="593972" y="14022"/>
                </a:lnTo>
                <a:lnTo>
                  <a:pt x="594564" y="14027"/>
                </a:lnTo>
                <a:lnTo>
                  <a:pt x="595153" y="14040"/>
                </a:lnTo>
                <a:lnTo>
                  <a:pt x="595738" y="14062"/>
                </a:lnTo>
                <a:lnTo>
                  <a:pt x="596321" y="14093"/>
                </a:lnTo>
                <a:lnTo>
                  <a:pt x="596900" y="14133"/>
                </a:lnTo>
                <a:lnTo>
                  <a:pt x="597476" y="14182"/>
                </a:lnTo>
                <a:lnTo>
                  <a:pt x="598049" y="14240"/>
                </a:lnTo>
                <a:lnTo>
                  <a:pt x="598618" y="14307"/>
                </a:lnTo>
                <a:lnTo>
                  <a:pt x="599185" y="14383"/>
                </a:lnTo>
                <a:lnTo>
                  <a:pt x="599748" y="14467"/>
                </a:lnTo>
                <a:lnTo>
                  <a:pt x="600308" y="14561"/>
                </a:lnTo>
                <a:lnTo>
                  <a:pt x="600865" y="14663"/>
                </a:lnTo>
                <a:lnTo>
                  <a:pt x="601418" y="14774"/>
                </a:lnTo>
                <a:lnTo>
                  <a:pt x="601969" y="14895"/>
                </a:lnTo>
                <a:lnTo>
                  <a:pt x="602516" y="15024"/>
                </a:lnTo>
                <a:lnTo>
                  <a:pt x="603060" y="15162"/>
                </a:lnTo>
                <a:lnTo>
                  <a:pt x="603601" y="15309"/>
                </a:lnTo>
                <a:lnTo>
                  <a:pt x="604139" y="15464"/>
                </a:lnTo>
                <a:lnTo>
                  <a:pt x="604673" y="15629"/>
                </a:lnTo>
                <a:lnTo>
                  <a:pt x="605204" y="15803"/>
                </a:lnTo>
                <a:lnTo>
                  <a:pt x="605732" y="15985"/>
                </a:lnTo>
                <a:lnTo>
                  <a:pt x="606257" y="16177"/>
                </a:lnTo>
                <a:lnTo>
                  <a:pt x="606779" y="16377"/>
                </a:lnTo>
                <a:lnTo>
                  <a:pt x="607297" y="16586"/>
                </a:lnTo>
                <a:lnTo>
                  <a:pt x="607811" y="16805"/>
                </a:lnTo>
                <a:lnTo>
                  <a:pt x="608317" y="17032"/>
                </a:lnTo>
                <a:lnTo>
                  <a:pt x="608816" y="17269"/>
                </a:lnTo>
                <a:lnTo>
                  <a:pt x="609308" y="17515"/>
                </a:lnTo>
                <a:lnTo>
                  <a:pt x="609793" y="17771"/>
                </a:lnTo>
                <a:lnTo>
                  <a:pt x="610271" y="18036"/>
                </a:lnTo>
                <a:lnTo>
                  <a:pt x="610742" y="18310"/>
                </a:lnTo>
                <a:lnTo>
                  <a:pt x="611206" y="18594"/>
                </a:lnTo>
                <a:lnTo>
                  <a:pt x="611662" y="18887"/>
                </a:lnTo>
                <a:lnTo>
                  <a:pt x="612112" y="19189"/>
                </a:lnTo>
                <a:lnTo>
                  <a:pt x="612554" y="19501"/>
                </a:lnTo>
                <a:lnTo>
                  <a:pt x="612990" y="19821"/>
                </a:lnTo>
                <a:lnTo>
                  <a:pt x="613418" y="20152"/>
                </a:lnTo>
                <a:lnTo>
                  <a:pt x="613839" y="20491"/>
                </a:lnTo>
                <a:lnTo>
                  <a:pt x="614253" y="20840"/>
                </a:lnTo>
                <a:lnTo>
                  <a:pt x="614660" y="21198"/>
                </a:lnTo>
                <a:lnTo>
                  <a:pt x="615060" y="21565"/>
                </a:lnTo>
                <a:lnTo>
                  <a:pt x="615453" y="21942"/>
                </a:lnTo>
                <a:lnTo>
                  <a:pt x="615839" y="22328"/>
                </a:lnTo>
                <a:lnTo>
                  <a:pt x="616218" y="22724"/>
                </a:lnTo>
                <a:lnTo>
                  <a:pt x="616589" y="23128"/>
                </a:lnTo>
                <a:lnTo>
                  <a:pt x="616954" y="23543"/>
                </a:lnTo>
                <a:lnTo>
                  <a:pt x="617311" y="23966"/>
                </a:lnTo>
                <a:lnTo>
                  <a:pt x="617662" y="24399"/>
                </a:lnTo>
                <a:lnTo>
                  <a:pt x="618003" y="24841"/>
                </a:lnTo>
                <a:lnTo>
                  <a:pt x="618332" y="25293"/>
                </a:lnTo>
                <a:lnTo>
                  <a:pt x="618651" y="25755"/>
                </a:lnTo>
                <a:lnTo>
                  <a:pt x="618958" y="26227"/>
                </a:lnTo>
                <a:lnTo>
                  <a:pt x="619253" y="26709"/>
                </a:lnTo>
                <a:lnTo>
                  <a:pt x="619537" y="27201"/>
                </a:lnTo>
                <a:lnTo>
                  <a:pt x="619810" y="27702"/>
                </a:lnTo>
                <a:lnTo>
                  <a:pt x="620072" y="28214"/>
                </a:lnTo>
                <a:lnTo>
                  <a:pt x="620321" y="28735"/>
                </a:lnTo>
                <a:lnTo>
                  <a:pt x="620560" y="29266"/>
                </a:lnTo>
                <a:lnTo>
                  <a:pt x="620787" y="29807"/>
                </a:lnTo>
                <a:lnTo>
                  <a:pt x="621003" y="30358"/>
                </a:lnTo>
                <a:lnTo>
                  <a:pt x="621207" y="30919"/>
                </a:lnTo>
                <a:lnTo>
                  <a:pt x="621400" y="31490"/>
                </a:lnTo>
                <a:lnTo>
                  <a:pt x="621582" y="32070"/>
                </a:lnTo>
                <a:lnTo>
                  <a:pt x="621752" y="32661"/>
                </a:lnTo>
                <a:lnTo>
                  <a:pt x="621911" y="33261"/>
                </a:lnTo>
                <a:lnTo>
                  <a:pt x="622058" y="33871"/>
                </a:lnTo>
                <a:lnTo>
                  <a:pt x="622194" y="34491"/>
                </a:lnTo>
                <a:lnTo>
                  <a:pt x="622319" y="35121"/>
                </a:lnTo>
                <a:lnTo>
                  <a:pt x="622432" y="35761"/>
                </a:lnTo>
                <a:lnTo>
                  <a:pt x="622534" y="36411"/>
                </a:lnTo>
                <a:lnTo>
                  <a:pt x="622625" y="37070"/>
                </a:lnTo>
                <a:lnTo>
                  <a:pt x="622704" y="37740"/>
                </a:lnTo>
                <a:lnTo>
                  <a:pt x="637190" y="37740"/>
                </a:lnTo>
                <a:lnTo>
                  <a:pt x="637094" y="36745"/>
                </a:lnTo>
                <a:lnTo>
                  <a:pt x="636980" y="35765"/>
                </a:lnTo>
                <a:lnTo>
                  <a:pt x="636847" y="34799"/>
                </a:lnTo>
                <a:lnTo>
                  <a:pt x="636696" y="33848"/>
                </a:lnTo>
                <a:lnTo>
                  <a:pt x="636527" y="32911"/>
                </a:lnTo>
                <a:lnTo>
                  <a:pt x="636339" y="31988"/>
                </a:lnTo>
                <a:lnTo>
                  <a:pt x="636133" y="31080"/>
                </a:lnTo>
                <a:lnTo>
                  <a:pt x="635909" y="30186"/>
                </a:lnTo>
                <a:lnTo>
                  <a:pt x="635667" y="29306"/>
                </a:lnTo>
                <a:lnTo>
                  <a:pt x="635406" y="28440"/>
                </a:lnTo>
                <a:lnTo>
                  <a:pt x="635126" y="27589"/>
                </a:lnTo>
                <a:lnTo>
                  <a:pt x="634829" y="26752"/>
                </a:lnTo>
                <a:lnTo>
                  <a:pt x="634513" y="25930"/>
                </a:lnTo>
                <a:lnTo>
                  <a:pt x="634178" y="25122"/>
                </a:lnTo>
                <a:lnTo>
                  <a:pt x="633826" y="24328"/>
                </a:lnTo>
                <a:lnTo>
                  <a:pt x="633455" y="23548"/>
                </a:lnTo>
                <a:lnTo>
                  <a:pt x="633066" y="22783"/>
                </a:lnTo>
                <a:lnTo>
                  <a:pt x="632658" y="22032"/>
                </a:lnTo>
                <a:lnTo>
                  <a:pt x="632232" y="21296"/>
                </a:lnTo>
                <a:lnTo>
                  <a:pt x="631787" y="20574"/>
                </a:lnTo>
                <a:lnTo>
                  <a:pt x="631325" y="19866"/>
                </a:lnTo>
                <a:lnTo>
                  <a:pt x="630844" y="19172"/>
                </a:lnTo>
                <a:lnTo>
                  <a:pt x="630344" y="18493"/>
                </a:lnTo>
                <a:lnTo>
                  <a:pt x="629827" y="17828"/>
                </a:lnTo>
                <a:lnTo>
                  <a:pt x="629294" y="17178"/>
                </a:lnTo>
                <a:lnTo>
                  <a:pt x="628751" y="16541"/>
                </a:lnTo>
                <a:lnTo>
                  <a:pt x="628197" y="15918"/>
                </a:lnTo>
                <a:lnTo>
                  <a:pt x="627632" y="15310"/>
                </a:lnTo>
                <a:lnTo>
                  <a:pt x="627057" y="14715"/>
                </a:lnTo>
                <a:lnTo>
                  <a:pt x="626470" y="14135"/>
                </a:lnTo>
                <a:lnTo>
                  <a:pt x="625873" y="13568"/>
                </a:lnTo>
                <a:lnTo>
                  <a:pt x="625265" y="13016"/>
                </a:lnTo>
                <a:lnTo>
                  <a:pt x="624646" y="12478"/>
                </a:lnTo>
                <a:lnTo>
                  <a:pt x="624016" y="11954"/>
                </a:lnTo>
                <a:lnTo>
                  <a:pt x="623375" y="11443"/>
                </a:lnTo>
                <a:lnTo>
                  <a:pt x="622724" y="10947"/>
                </a:lnTo>
                <a:lnTo>
                  <a:pt x="622061" y="10465"/>
                </a:lnTo>
                <a:lnTo>
                  <a:pt x="621388" y="9997"/>
                </a:lnTo>
                <a:lnTo>
                  <a:pt x="620704" y="9543"/>
                </a:lnTo>
                <a:lnTo>
                  <a:pt x="620009" y="9103"/>
                </a:lnTo>
                <a:lnTo>
                  <a:pt x="619304" y="8677"/>
                </a:lnTo>
                <a:lnTo>
                  <a:pt x="618587" y="8266"/>
                </a:lnTo>
                <a:lnTo>
                  <a:pt x="617860" y="7868"/>
                </a:lnTo>
                <a:lnTo>
                  <a:pt x="617121" y="7484"/>
                </a:lnTo>
                <a:lnTo>
                  <a:pt x="616372" y="7114"/>
                </a:lnTo>
                <a:lnTo>
                  <a:pt x="615612" y="6759"/>
                </a:lnTo>
                <a:lnTo>
                  <a:pt x="614842" y="6417"/>
                </a:lnTo>
                <a:lnTo>
                  <a:pt x="614060" y="6090"/>
                </a:lnTo>
                <a:lnTo>
                  <a:pt x="613271" y="5776"/>
                </a:lnTo>
                <a:lnTo>
                  <a:pt x="612478" y="5475"/>
                </a:lnTo>
                <a:lnTo>
                  <a:pt x="611680" y="5188"/>
                </a:lnTo>
                <a:lnTo>
                  <a:pt x="610879" y="4914"/>
                </a:lnTo>
                <a:lnTo>
                  <a:pt x="610073" y="4654"/>
                </a:lnTo>
                <a:lnTo>
                  <a:pt x="609263" y="4407"/>
                </a:lnTo>
                <a:lnTo>
                  <a:pt x="608449" y="4173"/>
                </a:lnTo>
                <a:lnTo>
                  <a:pt x="607631" y="3953"/>
                </a:lnTo>
                <a:lnTo>
                  <a:pt x="606808" y="3746"/>
                </a:lnTo>
                <a:lnTo>
                  <a:pt x="605982" y="3552"/>
                </a:lnTo>
                <a:lnTo>
                  <a:pt x="605151" y="3372"/>
                </a:lnTo>
                <a:lnTo>
                  <a:pt x="604316" y="3205"/>
                </a:lnTo>
                <a:lnTo>
                  <a:pt x="603477" y="3051"/>
                </a:lnTo>
                <a:lnTo>
                  <a:pt x="602634" y="2911"/>
                </a:lnTo>
                <a:lnTo>
                  <a:pt x="601786" y="2784"/>
                </a:lnTo>
                <a:lnTo>
                  <a:pt x="600935" y="2671"/>
                </a:lnTo>
                <a:lnTo>
                  <a:pt x="600079" y="2571"/>
                </a:lnTo>
                <a:lnTo>
                  <a:pt x="599219" y="2484"/>
                </a:lnTo>
                <a:lnTo>
                  <a:pt x="598355" y="2410"/>
                </a:lnTo>
                <a:lnTo>
                  <a:pt x="597487" y="2350"/>
                </a:lnTo>
                <a:lnTo>
                  <a:pt x="596614" y="2304"/>
                </a:lnTo>
                <a:lnTo>
                  <a:pt x="595738" y="2270"/>
                </a:lnTo>
                <a:lnTo>
                  <a:pt x="594857" y="2250"/>
                </a:lnTo>
                <a:lnTo>
                  <a:pt x="593972" y="2244"/>
                </a:lnTo>
                <a:lnTo>
                  <a:pt x="592633" y="2256"/>
                </a:lnTo>
                <a:lnTo>
                  <a:pt x="591313" y="2293"/>
                </a:lnTo>
                <a:lnTo>
                  <a:pt x="590010" y="2354"/>
                </a:lnTo>
                <a:lnTo>
                  <a:pt x="588724" y="2439"/>
                </a:lnTo>
                <a:lnTo>
                  <a:pt x="587456" y="2550"/>
                </a:lnTo>
                <a:lnTo>
                  <a:pt x="586206" y="2684"/>
                </a:lnTo>
                <a:lnTo>
                  <a:pt x="584974" y="2843"/>
                </a:lnTo>
                <a:lnTo>
                  <a:pt x="583759" y="3027"/>
                </a:lnTo>
                <a:lnTo>
                  <a:pt x="582561" y="3235"/>
                </a:lnTo>
                <a:lnTo>
                  <a:pt x="581382" y="3468"/>
                </a:lnTo>
                <a:lnTo>
                  <a:pt x="580220" y="3725"/>
                </a:lnTo>
                <a:lnTo>
                  <a:pt x="579076" y="4006"/>
                </a:lnTo>
                <a:lnTo>
                  <a:pt x="577949" y="4312"/>
                </a:lnTo>
                <a:lnTo>
                  <a:pt x="576840" y="4643"/>
                </a:lnTo>
                <a:lnTo>
                  <a:pt x="575749" y="4998"/>
                </a:lnTo>
                <a:lnTo>
                  <a:pt x="574675" y="5377"/>
                </a:lnTo>
                <a:lnTo>
                  <a:pt x="573619" y="5781"/>
                </a:lnTo>
                <a:lnTo>
                  <a:pt x="572580" y="6210"/>
                </a:lnTo>
                <a:lnTo>
                  <a:pt x="571560" y="6663"/>
                </a:lnTo>
                <a:lnTo>
                  <a:pt x="570557" y="7140"/>
                </a:lnTo>
                <a:lnTo>
                  <a:pt x="569571" y="7642"/>
                </a:lnTo>
                <a:lnTo>
                  <a:pt x="568603" y="8168"/>
                </a:lnTo>
                <a:lnTo>
                  <a:pt x="567653" y="8719"/>
                </a:lnTo>
                <a:lnTo>
                  <a:pt x="566721" y="9295"/>
                </a:lnTo>
                <a:lnTo>
                  <a:pt x="565806" y="9892"/>
                </a:lnTo>
                <a:lnTo>
                  <a:pt x="564911" y="10508"/>
                </a:lnTo>
                <a:lnTo>
                  <a:pt x="564034" y="11143"/>
                </a:lnTo>
                <a:lnTo>
                  <a:pt x="563176" y="11796"/>
                </a:lnTo>
                <a:lnTo>
                  <a:pt x="562336" y="12469"/>
                </a:lnTo>
                <a:lnTo>
                  <a:pt x="561516" y="13161"/>
                </a:lnTo>
                <a:lnTo>
                  <a:pt x="560714" y="13871"/>
                </a:lnTo>
                <a:lnTo>
                  <a:pt x="559931" y="14601"/>
                </a:lnTo>
                <a:lnTo>
                  <a:pt x="559167" y="15349"/>
                </a:lnTo>
                <a:lnTo>
                  <a:pt x="558421" y="16117"/>
                </a:lnTo>
                <a:lnTo>
                  <a:pt x="557695" y="16903"/>
                </a:lnTo>
                <a:lnTo>
                  <a:pt x="556986" y="17708"/>
                </a:lnTo>
                <a:lnTo>
                  <a:pt x="556297" y="18532"/>
                </a:lnTo>
                <a:lnTo>
                  <a:pt x="555627" y="19375"/>
                </a:lnTo>
                <a:lnTo>
                  <a:pt x="554975" y="20237"/>
                </a:lnTo>
                <a:lnTo>
                  <a:pt x="554342" y="21118"/>
                </a:lnTo>
                <a:lnTo>
                  <a:pt x="553728" y="22018"/>
                </a:lnTo>
                <a:lnTo>
                  <a:pt x="553132" y="22936"/>
                </a:lnTo>
                <a:lnTo>
                  <a:pt x="552556" y="23874"/>
                </a:lnTo>
                <a:lnTo>
                  <a:pt x="551998" y="24830"/>
                </a:lnTo>
                <a:lnTo>
                  <a:pt x="551459" y="25806"/>
                </a:lnTo>
                <a:lnTo>
                  <a:pt x="550938" y="26800"/>
                </a:lnTo>
                <a:lnTo>
                  <a:pt x="550436" y="27813"/>
                </a:lnTo>
                <a:lnTo>
                  <a:pt x="549954" y="28846"/>
                </a:lnTo>
                <a:lnTo>
                  <a:pt x="549490" y="29894"/>
                </a:lnTo>
                <a:lnTo>
                  <a:pt x="549046" y="30956"/>
                </a:lnTo>
                <a:lnTo>
                  <a:pt x="548622" y="32031"/>
                </a:lnTo>
                <a:lnTo>
                  <a:pt x="548217" y="33119"/>
                </a:lnTo>
                <a:lnTo>
                  <a:pt x="547833" y="34221"/>
                </a:lnTo>
                <a:lnTo>
                  <a:pt x="547468" y="35336"/>
                </a:lnTo>
                <a:lnTo>
                  <a:pt x="547122" y="36464"/>
                </a:lnTo>
                <a:lnTo>
                  <a:pt x="546797" y="37606"/>
                </a:lnTo>
                <a:lnTo>
                  <a:pt x="546491" y="38761"/>
                </a:lnTo>
                <a:lnTo>
                  <a:pt x="546205" y="39930"/>
                </a:lnTo>
                <a:lnTo>
                  <a:pt x="545938" y="41112"/>
                </a:lnTo>
                <a:lnTo>
                  <a:pt x="545692" y="42307"/>
                </a:lnTo>
                <a:lnTo>
                  <a:pt x="545465" y="43516"/>
                </a:lnTo>
                <a:lnTo>
                  <a:pt x="545258" y="44737"/>
                </a:lnTo>
                <a:lnTo>
                  <a:pt x="545070" y="45973"/>
                </a:lnTo>
                <a:lnTo>
                  <a:pt x="544903" y="47221"/>
                </a:lnTo>
                <a:lnTo>
                  <a:pt x="544755" y="48483"/>
                </a:lnTo>
                <a:lnTo>
                  <a:pt x="544626" y="49759"/>
                </a:lnTo>
                <a:lnTo>
                  <a:pt x="544518" y="51047"/>
                </a:lnTo>
                <a:lnTo>
                  <a:pt x="544429" y="52349"/>
                </a:lnTo>
                <a:lnTo>
                  <a:pt x="544360" y="53665"/>
                </a:lnTo>
                <a:lnTo>
                  <a:pt x="544311" y="54994"/>
                </a:lnTo>
                <a:lnTo>
                  <a:pt x="544281" y="56336"/>
                </a:lnTo>
                <a:lnTo>
                  <a:pt x="544271" y="57691"/>
                </a:lnTo>
                <a:lnTo>
                  <a:pt x="544281" y="59047"/>
                </a:lnTo>
                <a:lnTo>
                  <a:pt x="544311" y="60388"/>
                </a:lnTo>
                <a:lnTo>
                  <a:pt x="544360" y="61716"/>
                </a:lnTo>
                <a:lnTo>
                  <a:pt x="544429" y="63031"/>
                </a:lnTo>
                <a:lnTo>
                  <a:pt x="544518" y="64332"/>
                </a:lnTo>
                <a:lnTo>
                  <a:pt x="544626" y="65619"/>
                </a:lnTo>
                <a:lnTo>
                  <a:pt x="544755" y="66892"/>
                </a:lnTo>
                <a:lnTo>
                  <a:pt x="544903" y="68152"/>
                </a:lnTo>
                <a:lnTo>
                  <a:pt x="545070" y="69399"/>
                </a:lnTo>
                <a:lnTo>
                  <a:pt x="545258" y="70631"/>
                </a:lnTo>
                <a:lnTo>
                  <a:pt x="545465" y="71850"/>
                </a:lnTo>
                <a:lnTo>
                  <a:pt x="545692" y="73056"/>
                </a:lnTo>
                <a:lnTo>
                  <a:pt x="545938" y="74247"/>
                </a:lnTo>
                <a:lnTo>
                  <a:pt x="546205" y="75425"/>
                </a:lnTo>
                <a:lnTo>
                  <a:pt x="546491" y="76590"/>
                </a:lnTo>
                <a:lnTo>
                  <a:pt x="546797" y="77741"/>
                </a:lnTo>
                <a:lnTo>
                  <a:pt x="547122" y="78878"/>
                </a:lnTo>
                <a:lnTo>
                  <a:pt x="547468" y="80002"/>
                </a:lnTo>
                <a:lnTo>
                  <a:pt x="547833" y="81112"/>
                </a:lnTo>
                <a:lnTo>
                  <a:pt x="548217" y="82208"/>
                </a:lnTo>
                <a:lnTo>
                  <a:pt x="548622" y="83291"/>
                </a:lnTo>
                <a:lnTo>
                  <a:pt x="549046" y="84360"/>
                </a:lnTo>
                <a:lnTo>
                  <a:pt x="549490" y="85415"/>
                </a:lnTo>
                <a:lnTo>
                  <a:pt x="549954" y="86457"/>
                </a:lnTo>
                <a:lnTo>
                  <a:pt x="550436" y="87482"/>
                </a:lnTo>
                <a:lnTo>
                  <a:pt x="550938" y="88489"/>
                </a:lnTo>
                <a:lnTo>
                  <a:pt x="551459" y="89478"/>
                </a:lnTo>
                <a:lnTo>
                  <a:pt x="551998" y="90448"/>
                </a:lnTo>
                <a:lnTo>
                  <a:pt x="552556" y="91399"/>
                </a:lnTo>
                <a:lnTo>
                  <a:pt x="553132" y="92331"/>
                </a:lnTo>
                <a:lnTo>
                  <a:pt x="553728" y="93245"/>
                </a:lnTo>
                <a:lnTo>
                  <a:pt x="554342" y="94140"/>
                </a:lnTo>
                <a:lnTo>
                  <a:pt x="554975" y="95017"/>
                </a:lnTo>
                <a:lnTo>
                  <a:pt x="555627" y="95874"/>
                </a:lnTo>
                <a:lnTo>
                  <a:pt x="556297" y="96714"/>
                </a:lnTo>
                <a:lnTo>
                  <a:pt x="556986" y="97534"/>
                </a:lnTo>
                <a:lnTo>
                  <a:pt x="557695" y="98336"/>
                </a:lnTo>
                <a:lnTo>
                  <a:pt x="558421" y="99120"/>
                </a:lnTo>
                <a:lnTo>
                  <a:pt x="559167" y="99884"/>
                </a:lnTo>
                <a:lnTo>
                  <a:pt x="559931" y="100630"/>
                </a:lnTo>
                <a:lnTo>
                  <a:pt x="560714" y="101358"/>
                </a:lnTo>
                <a:lnTo>
                  <a:pt x="561516" y="102066"/>
                </a:lnTo>
                <a:lnTo>
                  <a:pt x="562336" y="102757"/>
                </a:lnTo>
                <a:lnTo>
                  <a:pt x="563176" y="103428"/>
                </a:lnTo>
                <a:lnTo>
                  <a:pt x="564034" y="104081"/>
                </a:lnTo>
                <a:lnTo>
                  <a:pt x="564911" y="104715"/>
                </a:lnTo>
                <a:lnTo>
                  <a:pt x="565806" y="105331"/>
                </a:lnTo>
                <a:lnTo>
                  <a:pt x="566721" y="105928"/>
                </a:lnTo>
                <a:lnTo>
                  <a:pt x="567653" y="106503"/>
                </a:lnTo>
                <a:lnTo>
                  <a:pt x="568603" y="107054"/>
                </a:lnTo>
                <a:lnTo>
                  <a:pt x="569571" y="107580"/>
                </a:lnTo>
                <a:lnTo>
                  <a:pt x="570557" y="108082"/>
                </a:lnTo>
                <a:lnTo>
                  <a:pt x="571560" y="108560"/>
                </a:lnTo>
                <a:lnTo>
                  <a:pt x="572580" y="109012"/>
                </a:lnTo>
                <a:lnTo>
                  <a:pt x="573619" y="109441"/>
                </a:lnTo>
                <a:lnTo>
                  <a:pt x="574675" y="109845"/>
                </a:lnTo>
                <a:lnTo>
                  <a:pt x="575749" y="110224"/>
                </a:lnTo>
                <a:lnTo>
                  <a:pt x="576840" y="110579"/>
                </a:lnTo>
                <a:lnTo>
                  <a:pt x="577949" y="110910"/>
                </a:lnTo>
                <a:lnTo>
                  <a:pt x="579076" y="111216"/>
                </a:lnTo>
                <a:lnTo>
                  <a:pt x="580220" y="111498"/>
                </a:lnTo>
                <a:lnTo>
                  <a:pt x="581382" y="111755"/>
                </a:lnTo>
                <a:lnTo>
                  <a:pt x="582561" y="111987"/>
                </a:lnTo>
                <a:lnTo>
                  <a:pt x="583759" y="112195"/>
                </a:lnTo>
                <a:lnTo>
                  <a:pt x="584974" y="112379"/>
                </a:lnTo>
                <a:lnTo>
                  <a:pt x="586206" y="112538"/>
                </a:lnTo>
                <a:lnTo>
                  <a:pt x="587456" y="112673"/>
                </a:lnTo>
                <a:lnTo>
                  <a:pt x="588724" y="112783"/>
                </a:lnTo>
                <a:lnTo>
                  <a:pt x="590010" y="112869"/>
                </a:lnTo>
                <a:lnTo>
                  <a:pt x="591313" y="112930"/>
                </a:lnTo>
                <a:lnTo>
                  <a:pt x="592633" y="112967"/>
                </a:lnTo>
                <a:lnTo>
                  <a:pt x="593972" y="112979"/>
                </a:lnTo>
                <a:lnTo>
                  <a:pt x="594942" y="112972"/>
                </a:lnTo>
                <a:lnTo>
                  <a:pt x="595903" y="112950"/>
                </a:lnTo>
                <a:lnTo>
                  <a:pt x="596857" y="112914"/>
                </a:lnTo>
                <a:lnTo>
                  <a:pt x="597803" y="112863"/>
                </a:lnTo>
                <a:lnTo>
                  <a:pt x="598742" y="112798"/>
                </a:lnTo>
                <a:close/>
                <a:moveTo>
                  <a:pt x="228980" y="51859"/>
                </a:moveTo>
                <a:lnTo>
                  <a:pt x="229287" y="51471"/>
                </a:lnTo>
                <a:lnTo>
                  <a:pt x="229601" y="51085"/>
                </a:lnTo>
                <a:lnTo>
                  <a:pt x="229923" y="50701"/>
                </a:lnTo>
                <a:lnTo>
                  <a:pt x="230253" y="50320"/>
                </a:lnTo>
                <a:lnTo>
                  <a:pt x="230590" y="49941"/>
                </a:lnTo>
                <a:lnTo>
                  <a:pt x="230936" y="49564"/>
                </a:lnTo>
                <a:lnTo>
                  <a:pt x="231288" y="49189"/>
                </a:lnTo>
                <a:lnTo>
                  <a:pt x="231649" y="48816"/>
                </a:lnTo>
                <a:lnTo>
                  <a:pt x="232017" y="48446"/>
                </a:lnTo>
                <a:lnTo>
                  <a:pt x="232392" y="48078"/>
                </a:lnTo>
                <a:lnTo>
                  <a:pt x="232776" y="47712"/>
                </a:lnTo>
                <a:lnTo>
                  <a:pt x="233166" y="47348"/>
                </a:lnTo>
                <a:lnTo>
                  <a:pt x="233565" y="46987"/>
                </a:lnTo>
                <a:lnTo>
                  <a:pt x="233971" y="46628"/>
                </a:lnTo>
                <a:lnTo>
                  <a:pt x="234385" y="46271"/>
                </a:lnTo>
                <a:lnTo>
                  <a:pt x="234807" y="45916"/>
                </a:lnTo>
                <a:lnTo>
                  <a:pt x="235236" y="45563"/>
                </a:lnTo>
                <a:lnTo>
                  <a:pt x="235673" y="45213"/>
                </a:lnTo>
                <a:lnTo>
                  <a:pt x="236117" y="44865"/>
                </a:lnTo>
                <a:lnTo>
                  <a:pt x="236569" y="44519"/>
                </a:lnTo>
                <a:lnTo>
                  <a:pt x="237029" y="44175"/>
                </a:lnTo>
                <a:lnTo>
                  <a:pt x="237497" y="43839"/>
                </a:lnTo>
                <a:lnTo>
                  <a:pt x="237973" y="43518"/>
                </a:lnTo>
                <a:lnTo>
                  <a:pt x="238459" y="43211"/>
                </a:lnTo>
                <a:lnTo>
                  <a:pt x="238953" y="42919"/>
                </a:lnTo>
                <a:lnTo>
                  <a:pt x="239456" y="42640"/>
                </a:lnTo>
                <a:lnTo>
                  <a:pt x="239967" y="42376"/>
                </a:lnTo>
                <a:lnTo>
                  <a:pt x="240488" y="42126"/>
                </a:lnTo>
                <a:lnTo>
                  <a:pt x="241017" y="41891"/>
                </a:lnTo>
                <a:lnTo>
                  <a:pt x="241555" y="41669"/>
                </a:lnTo>
                <a:lnTo>
                  <a:pt x="242102" y="41462"/>
                </a:lnTo>
                <a:lnTo>
                  <a:pt x="242657" y="41270"/>
                </a:lnTo>
                <a:lnTo>
                  <a:pt x="243221" y="41091"/>
                </a:lnTo>
                <a:lnTo>
                  <a:pt x="243794" y="40927"/>
                </a:lnTo>
                <a:lnTo>
                  <a:pt x="244376" y="40777"/>
                </a:lnTo>
                <a:lnTo>
                  <a:pt x="244966" y="40642"/>
                </a:lnTo>
                <a:lnTo>
                  <a:pt x="245566" y="40520"/>
                </a:lnTo>
                <a:lnTo>
                  <a:pt x="246174" y="40413"/>
                </a:lnTo>
                <a:lnTo>
                  <a:pt x="246790" y="40320"/>
                </a:lnTo>
                <a:lnTo>
                  <a:pt x="247416" y="40242"/>
                </a:lnTo>
                <a:lnTo>
                  <a:pt x="248050" y="40178"/>
                </a:lnTo>
                <a:lnTo>
                  <a:pt x="248693" y="40128"/>
                </a:lnTo>
                <a:lnTo>
                  <a:pt x="249345" y="40092"/>
                </a:lnTo>
                <a:lnTo>
                  <a:pt x="250005" y="40071"/>
                </a:lnTo>
                <a:lnTo>
                  <a:pt x="250674" y="40063"/>
                </a:lnTo>
                <a:lnTo>
                  <a:pt x="251110" y="40068"/>
                </a:lnTo>
                <a:lnTo>
                  <a:pt x="251538" y="40081"/>
                </a:lnTo>
                <a:lnTo>
                  <a:pt x="251957" y="40104"/>
                </a:lnTo>
                <a:lnTo>
                  <a:pt x="252367" y="40135"/>
                </a:lnTo>
                <a:lnTo>
                  <a:pt x="252769" y="40176"/>
                </a:lnTo>
                <a:lnTo>
                  <a:pt x="253163" y="40225"/>
                </a:lnTo>
                <a:lnTo>
                  <a:pt x="253548" y="40283"/>
                </a:lnTo>
                <a:lnTo>
                  <a:pt x="253925" y="40351"/>
                </a:lnTo>
                <a:lnTo>
                  <a:pt x="254293" y="40427"/>
                </a:lnTo>
                <a:lnTo>
                  <a:pt x="254652" y="40512"/>
                </a:lnTo>
                <a:lnTo>
                  <a:pt x="255004" y="40607"/>
                </a:lnTo>
                <a:lnTo>
                  <a:pt x="255346" y="40710"/>
                </a:lnTo>
                <a:lnTo>
                  <a:pt x="255681" y="40822"/>
                </a:lnTo>
                <a:lnTo>
                  <a:pt x="256006" y="40944"/>
                </a:lnTo>
                <a:lnTo>
                  <a:pt x="256324" y="41074"/>
                </a:lnTo>
                <a:lnTo>
                  <a:pt x="256632" y="41213"/>
                </a:lnTo>
                <a:lnTo>
                  <a:pt x="256933" y="41361"/>
                </a:lnTo>
                <a:lnTo>
                  <a:pt x="257225" y="41518"/>
                </a:lnTo>
                <a:lnTo>
                  <a:pt x="257508" y="41684"/>
                </a:lnTo>
                <a:lnTo>
                  <a:pt x="257783" y="41860"/>
                </a:lnTo>
                <a:lnTo>
                  <a:pt x="258049" y="42044"/>
                </a:lnTo>
                <a:lnTo>
                  <a:pt x="258307" y="42237"/>
                </a:lnTo>
                <a:lnTo>
                  <a:pt x="258557" y="42439"/>
                </a:lnTo>
                <a:lnTo>
                  <a:pt x="258798" y="42650"/>
                </a:lnTo>
                <a:lnTo>
                  <a:pt x="259031" y="42869"/>
                </a:lnTo>
                <a:lnTo>
                  <a:pt x="259259" y="43095"/>
                </a:lnTo>
                <a:lnTo>
                  <a:pt x="259481" y="43327"/>
                </a:lnTo>
                <a:lnTo>
                  <a:pt x="259696" y="43567"/>
                </a:lnTo>
                <a:lnTo>
                  <a:pt x="259905" y="43813"/>
                </a:lnTo>
                <a:lnTo>
                  <a:pt x="260108" y="44067"/>
                </a:lnTo>
                <a:lnTo>
                  <a:pt x="260305" y="44327"/>
                </a:lnTo>
                <a:lnTo>
                  <a:pt x="260496" y="44594"/>
                </a:lnTo>
                <a:lnTo>
                  <a:pt x="260681" y="44869"/>
                </a:lnTo>
                <a:lnTo>
                  <a:pt x="260860" y="45150"/>
                </a:lnTo>
                <a:lnTo>
                  <a:pt x="261032" y="45438"/>
                </a:lnTo>
                <a:lnTo>
                  <a:pt x="261199" y="45733"/>
                </a:lnTo>
                <a:lnTo>
                  <a:pt x="261359" y="46035"/>
                </a:lnTo>
                <a:lnTo>
                  <a:pt x="261513" y="46344"/>
                </a:lnTo>
                <a:lnTo>
                  <a:pt x="261661" y="46660"/>
                </a:lnTo>
                <a:lnTo>
                  <a:pt x="261803" y="46982"/>
                </a:lnTo>
                <a:lnTo>
                  <a:pt x="261939" y="47312"/>
                </a:lnTo>
                <a:lnTo>
                  <a:pt x="262069" y="47649"/>
                </a:lnTo>
                <a:lnTo>
                  <a:pt x="262193" y="47992"/>
                </a:lnTo>
                <a:lnTo>
                  <a:pt x="262310" y="48343"/>
                </a:lnTo>
                <a:lnTo>
                  <a:pt x="262422" y="48700"/>
                </a:lnTo>
                <a:lnTo>
                  <a:pt x="262527" y="49064"/>
                </a:lnTo>
                <a:lnTo>
                  <a:pt x="262626" y="49436"/>
                </a:lnTo>
                <a:lnTo>
                  <a:pt x="262719" y="49814"/>
                </a:lnTo>
                <a:lnTo>
                  <a:pt x="262808" y="50197"/>
                </a:lnTo>
                <a:lnTo>
                  <a:pt x="262892" y="50586"/>
                </a:lnTo>
                <a:lnTo>
                  <a:pt x="262973" y="50978"/>
                </a:lnTo>
                <a:lnTo>
                  <a:pt x="263050" y="51375"/>
                </a:lnTo>
                <a:lnTo>
                  <a:pt x="263123" y="51776"/>
                </a:lnTo>
                <a:lnTo>
                  <a:pt x="263192" y="52182"/>
                </a:lnTo>
                <a:lnTo>
                  <a:pt x="263258" y="52592"/>
                </a:lnTo>
                <a:lnTo>
                  <a:pt x="263320" y="53007"/>
                </a:lnTo>
                <a:lnTo>
                  <a:pt x="263378" y="53426"/>
                </a:lnTo>
                <a:lnTo>
                  <a:pt x="263432" y="53849"/>
                </a:lnTo>
                <a:lnTo>
                  <a:pt x="263483" y="54277"/>
                </a:lnTo>
                <a:lnTo>
                  <a:pt x="263530" y="54710"/>
                </a:lnTo>
                <a:lnTo>
                  <a:pt x="263573" y="55146"/>
                </a:lnTo>
                <a:lnTo>
                  <a:pt x="263612" y="55588"/>
                </a:lnTo>
                <a:lnTo>
                  <a:pt x="263648" y="56033"/>
                </a:lnTo>
                <a:lnTo>
                  <a:pt x="263680" y="56483"/>
                </a:lnTo>
                <a:lnTo>
                  <a:pt x="263708" y="56938"/>
                </a:lnTo>
                <a:lnTo>
                  <a:pt x="263732" y="57397"/>
                </a:lnTo>
                <a:lnTo>
                  <a:pt x="263753" y="57860"/>
                </a:lnTo>
                <a:lnTo>
                  <a:pt x="263770" y="58328"/>
                </a:lnTo>
                <a:lnTo>
                  <a:pt x="263783" y="58800"/>
                </a:lnTo>
                <a:lnTo>
                  <a:pt x="263792" y="59276"/>
                </a:lnTo>
                <a:lnTo>
                  <a:pt x="263798" y="59757"/>
                </a:lnTo>
                <a:lnTo>
                  <a:pt x="263800" y="60243"/>
                </a:lnTo>
                <a:lnTo>
                  <a:pt x="263800" y="111536"/>
                </a:lnTo>
                <a:lnTo>
                  <a:pt x="277085" y="111536"/>
                </a:lnTo>
                <a:lnTo>
                  <a:pt x="277085" y="58708"/>
                </a:lnTo>
                <a:lnTo>
                  <a:pt x="277076" y="57534"/>
                </a:lnTo>
                <a:lnTo>
                  <a:pt x="277048" y="56383"/>
                </a:lnTo>
                <a:lnTo>
                  <a:pt x="277002" y="55254"/>
                </a:lnTo>
                <a:lnTo>
                  <a:pt x="276936" y="54147"/>
                </a:lnTo>
                <a:lnTo>
                  <a:pt x="276853" y="53062"/>
                </a:lnTo>
                <a:lnTo>
                  <a:pt x="276750" y="52000"/>
                </a:lnTo>
                <a:lnTo>
                  <a:pt x="276629" y="50960"/>
                </a:lnTo>
                <a:lnTo>
                  <a:pt x="276490" y="49942"/>
                </a:lnTo>
                <a:lnTo>
                  <a:pt x="276331" y="48946"/>
                </a:lnTo>
                <a:lnTo>
                  <a:pt x="276154" y="47972"/>
                </a:lnTo>
                <a:lnTo>
                  <a:pt x="275959" y="47020"/>
                </a:lnTo>
                <a:lnTo>
                  <a:pt x="275745" y="46091"/>
                </a:lnTo>
                <a:lnTo>
                  <a:pt x="275512" y="45184"/>
                </a:lnTo>
                <a:lnTo>
                  <a:pt x="275261" y="44299"/>
                </a:lnTo>
                <a:lnTo>
                  <a:pt x="274991" y="43436"/>
                </a:lnTo>
                <a:lnTo>
                  <a:pt x="274702" y="42596"/>
                </a:lnTo>
                <a:lnTo>
                  <a:pt x="274395" y="41777"/>
                </a:lnTo>
                <a:lnTo>
                  <a:pt x="274069" y="40981"/>
                </a:lnTo>
                <a:lnTo>
                  <a:pt x="273725" y="40207"/>
                </a:lnTo>
                <a:lnTo>
                  <a:pt x="273362" y="39456"/>
                </a:lnTo>
                <a:lnTo>
                  <a:pt x="272980" y="38726"/>
                </a:lnTo>
                <a:lnTo>
                  <a:pt x="272580" y="38019"/>
                </a:lnTo>
                <a:lnTo>
                  <a:pt x="272161" y="37333"/>
                </a:lnTo>
                <a:lnTo>
                  <a:pt x="271723" y="36671"/>
                </a:lnTo>
                <a:lnTo>
                  <a:pt x="271264" y="36032"/>
                </a:lnTo>
                <a:lnTo>
                  <a:pt x="270780" y="35421"/>
                </a:lnTo>
                <a:lnTo>
                  <a:pt x="270271" y="34837"/>
                </a:lnTo>
                <a:lnTo>
                  <a:pt x="269738" y="34280"/>
                </a:lnTo>
                <a:lnTo>
                  <a:pt x="269180" y="33750"/>
                </a:lnTo>
                <a:lnTo>
                  <a:pt x="268597" y="33247"/>
                </a:lnTo>
                <a:lnTo>
                  <a:pt x="267989" y="32772"/>
                </a:lnTo>
                <a:lnTo>
                  <a:pt x="267357" y="32323"/>
                </a:lnTo>
                <a:lnTo>
                  <a:pt x="266700" y="31902"/>
                </a:lnTo>
                <a:lnTo>
                  <a:pt x="266018" y="31508"/>
                </a:lnTo>
                <a:lnTo>
                  <a:pt x="265311" y="31141"/>
                </a:lnTo>
                <a:lnTo>
                  <a:pt x="264580" y="30802"/>
                </a:lnTo>
                <a:lnTo>
                  <a:pt x="263824" y="30489"/>
                </a:lnTo>
                <a:lnTo>
                  <a:pt x="263043" y="30204"/>
                </a:lnTo>
                <a:lnTo>
                  <a:pt x="262238" y="29946"/>
                </a:lnTo>
                <a:lnTo>
                  <a:pt x="261408" y="29715"/>
                </a:lnTo>
                <a:lnTo>
                  <a:pt x="260553" y="29511"/>
                </a:lnTo>
                <a:lnTo>
                  <a:pt x="259673" y="29335"/>
                </a:lnTo>
                <a:lnTo>
                  <a:pt x="258769" y="29185"/>
                </a:lnTo>
                <a:lnTo>
                  <a:pt x="257840" y="29063"/>
                </a:lnTo>
                <a:lnTo>
                  <a:pt x="256886" y="28968"/>
                </a:lnTo>
                <a:lnTo>
                  <a:pt x="255907" y="28900"/>
                </a:lnTo>
                <a:lnTo>
                  <a:pt x="254904" y="28859"/>
                </a:lnTo>
                <a:lnTo>
                  <a:pt x="253876" y="28846"/>
                </a:lnTo>
                <a:lnTo>
                  <a:pt x="253081" y="28853"/>
                </a:lnTo>
                <a:lnTo>
                  <a:pt x="252297" y="28874"/>
                </a:lnTo>
                <a:lnTo>
                  <a:pt x="251525" y="28909"/>
                </a:lnTo>
                <a:lnTo>
                  <a:pt x="250763" y="28958"/>
                </a:lnTo>
                <a:lnTo>
                  <a:pt x="250013" y="29021"/>
                </a:lnTo>
                <a:lnTo>
                  <a:pt x="249274" y="29099"/>
                </a:lnTo>
                <a:lnTo>
                  <a:pt x="248546" y="29190"/>
                </a:lnTo>
                <a:lnTo>
                  <a:pt x="247829" y="29295"/>
                </a:lnTo>
                <a:lnTo>
                  <a:pt x="247123" y="29415"/>
                </a:lnTo>
                <a:lnTo>
                  <a:pt x="246428" y="29548"/>
                </a:lnTo>
                <a:lnTo>
                  <a:pt x="245745" y="29696"/>
                </a:lnTo>
                <a:lnTo>
                  <a:pt x="245072" y="29857"/>
                </a:lnTo>
                <a:lnTo>
                  <a:pt x="244411" y="30033"/>
                </a:lnTo>
                <a:lnTo>
                  <a:pt x="243760" y="30223"/>
                </a:lnTo>
                <a:lnTo>
                  <a:pt x="243121" y="30426"/>
                </a:lnTo>
                <a:lnTo>
                  <a:pt x="242493" y="30644"/>
                </a:lnTo>
                <a:lnTo>
                  <a:pt x="241876" y="30876"/>
                </a:lnTo>
                <a:lnTo>
                  <a:pt x="241270" y="31122"/>
                </a:lnTo>
                <a:lnTo>
                  <a:pt x="240676" y="31382"/>
                </a:lnTo>
                <a:lnTo>
                  <a:pt x="240092" y="31656"/>
                </a:lnTo>
                <a:lnTo>
                  <a:pt x="239520" y="31944"/>
                </a:lnTo>
                <a:lnTo>
                  <a:pt x="238958" y="32246"/>
                </a:lnTo>
                <a:lnTo>
                  <a:pt x="238408" y="32562"/>
                </a:lnTo>
                <a:lnTo>
                  <a:pt x="237869" y="32892"/>
                </a:lnTo>
                <a:lnTo>
                  <a:pt x="237341" y="33230"/>
                </a:lnTo>
                <a:lnTo>
                  <a:pt x="236823" y="33571"/>
                </a:lnTo>
                <a:lnTo>
                  <a:pt x="236315" y="33913"/>
                </a:lnTo>
                <a:lnTo>
                  <a:pt x="235817" y="34258"/>
                </a:lnTo>
                <a:lnTo>
                  <a:pt x="235330" y="34604"/>
                </a:lnTo>
                <a:lnTo>
                  <a:pt x="234853" y="34953"/>
                </a:lnTo>
                <a:lnTo>
                  <a:pt x="234386" y="35304"/>
                </a:lnTo>
                <a:lnTo>
                  <a:pt x="233930" y="35656"/>
                </a:lnTo>
                <a:lnTo>
                  <a:pt x="233484" y="36011"/>
                </a:lnTo>
                <a:lnTo>
                  <a:pt x="233048" y="36368"/>
                </a:lnTo>
                <a:lnTo>
                  <a:pt x="232622" y="36727"/>
                </a:lnTo>
                <a:lnTo>
                  <a:pt x="232207" y="37089"/>
                </a:lnTo>
                <a:lnTo>
                  <a:pt x="231802" y="37452"/>
                </a:lnTo>
                <a:lnTo>
                  <a:pt x="231407" y="37817"/>
                </a:lnTo>
                <a:lnTo>
                  <a:pt x="231022" y="38185"/>
                </a:lnTo>
                <a:lnTo>
                  <a:pt x="230648" y="38554"/>
                </a:lnTo>
                <a:lnTo>
                  <a:pt x="230284" y="38926"/>
                </a:lnTo>
                <a:lnTo>
                  <a:pt x="229931" y="39300"/>
                </a:lnTo>
                <a:lnTo>
                  <a:pt x="229587" y="39675"/>
                </a:lnTo>
                <a:lnTo>
                  <a:pt x="229254" y="40053"/>
                </a:lnTo>
                <a:lnTo>
                  <a:pt x="228932" y="40433"/>
                </a:lnTo>
                <a:lnTo>
                  <a:pt x="228619" y="40815"/>
                </a:lnTo>
                <a:lnTo>
                  <a:pt x="228317" y="41200"/>
                </a:lnTo>
                <a:lnTo>
                  <a:pt x="228025" y="41586"/>
                </a:lnTo>
                <a:lnTo>
                  <a:pt x="227705" y="30288"/>
                </a:lnTo>
                <a:lnTo>
                  <a:pt x="214739" y="30288"/>
                </a:lnTo>
                <a:lnTo>
                  <a:pt x="214739" y="111536"/>
                </a:lnTo>
                <a:lnTo>
                  <a:pt x="228105" y="111536"/>
                </a:lnTo>
                <a:lnTo>
                  <a:pt x="228105" y="53036"/>
                </a:lnTo>
                <a:lnTo>
                  <a:pt x="228389" y="52642"/>
                </a:lnTo>
                <a:lnTo>
                  <a:pt x="228681" y="52249"/>
                </a:lnTo>
                <a:lnTo>
                  <a:pt x="228980" y="51859"/>
                </a:lnTo>
                <a:close/>
                <a:moveTo>
                  <a:pt x="153799" y="112829"/>
                </a:moveTo>
                <a:lnTo>
                  <a:pt x="154504" y="112763"/>
                </a:lnTo>
                <a:lnTo>
                  <a:pt x="155203" y="112686"/>
                </a:lnTo>
                <a:lnTo>
                  <a:pt x="155893" y="112596"/>
                </a:lnTo>
                <a:lnTo>
                  <a:pt x="156577" y="112494"/>
                </a:lnTo>
                <a:lnTo>
                  <a:pt x="157252" y="112381"/>
                </a:lnTo>
                <a:lnTo>
                  <a:pt x="157920" y="112255"/>
                </a:lnTo>
                <a:lnTo>
                  <a:pt x="158581" y="112117"/>
                </a:lnTo>
                <a:lnTo>
                  <a:pt x="159234" y="111968"/>
                </a:lnTo>
                <a:lnTo>
                  <a:pt x="159880" y="111806"/>
                </a:lnTo>
                <a:lnTo>
                  <a:pt x="160518" y="111633"/>
                </a:lnTo>
                <a:lnTo>
                  <a:pt x="161149" y="111447"/>
                </a:lnTo>
                <a:lnTo>
                  <a:pt x="161772" y="111250"/>
                </a:lnTo>
                <a:lnTo>
                  <a:pt x="162388" y="111041"/>
                </a:lnTo>
                <a:lnTo>
                  <a:pt x="162996" y="110819"/>
                </a:lnTo>
                <a:lnTo>
                  <a:pt x="163597" y="110586"/>
                </a:lnTo>
                <a:lnTo>
                  <a:pt x="164190" y="110341"/>
                </a:lnTo>
                <a:lnTo>
                  <a:pt x="164775" y="110084"/>
                </a:lnTo>
                <a:lnTo>
                  <a:pt x="165354" y="109814"/>
                </a:lnTo>
                <a:lnTo>
                  <a:pt x="165924" y="109533"/>
                </a:lnTo>
                <a:lnTo>
                  <a:pt x="166488" y="109242"/>
                </a:lnTo>
                <a:lnTo>
                  <a:pt x="167046" y="108942"/>
                </a:lnTo>
                <a:lnTo>
                  <a:pt x="167599" y="108633"/>
                </a:lnTo>
                <a:lnTo>
                  <a:pt x="168145" y="108316"/>
                </a:lnTo>
                <a:lnTo>
                  <a:pt x="168686" y="107990"/>
                </a:lnTo>
                <a:lnTo>
                  <a:pt x="169221" y="107655"/>
                </a:lnTo>
                <a:lnTo>
                  <a:pt x="169750" y="107312"/>
                </a:lnTo>
                <a:lnTo>
                  <a:pt x="170273" y="106960"/>
                </a:lnTo>
                <a:lnTo>
                  <a:pt x="170790" y="106600"/>
                </a:lnTo>
                <a:lnTo>
                  <a:pt x="171301" y="106231"/>
                </a:lnTo>
                <a:lnTo>
                  <a:pt x="171807" y="105853"/>
                </a:lnTo>
                <a:lnTo>
                  <a:pt x="172307" y="105467"/>
                </a:lnTo>
                <a:lnTo>
                  <a:pt x="172801" y="105072"/>
                </a:lnTo>
                <a:lnTo>
                  <a:pt x="173289" y="104668"/>
                </a:lnTo>
                <a:lnTo>
                  <a:pt x="173771" y="104256"/>
                </a:lnTo>
                <a:lnTo>
                  <a:pt x="174248" y="103835"/>
                </a:lnTo>
                <a:lnTo>
                  <a:pt x="174718" y="103406"/>
                </a:lnTo>
                <a:lnTo>
                  <a:pt x="175183" y="102968"/>
                </a:lnTo>
                <a:lnTo>
                  <a:pt x="175642" y="102521"/>
                </a:lnTo>
                <a:lnTo>
                  <a:pt x="176095" y="102066"/>
                </a:lnTo>
                <a:lnTo>
                  <a:pt x="176542" y="101602"/>
                </a:lnTo>
                <a:lnTo>
                  <a:pt x="176984" y="101129"/>
                </a:lnTo>
                <a:lnTo>
                  <a:pt x="177419" y="100648"/>
                </a:lnTo>
                <a:lnTo>
                  <a:pt x="177849" y="100158"/>
                </a:lnTo>
                <a:lnTo>
                  <a:pt x="178329" y="111536"/>
                </a:lnTo>
                <a:lnTo>
                  <a:pt x="190654" y="111536"/>
                </a:lnTo>
                <a:lnTo>
                  <a:pt x="190654" y="57216"/>
                </a:lnTo>
                <a:lnTo>
                  <a:pt x="190650" y="56491"/>
                </a:lnTo>
                <a:lnTo>
                  <a:pt x="190638" y="55778"/>
                </a:lnTo>
                <a:lnTo>
                  <a:pt x="190617" y="55075"/>
                </a:lnTo>
                <a:lnTo>
                  <a:pt x="190588" y="54384"/>
                </a:lnTo>
                <a:lnTo>
                  <a:pt x="190550" y="53704"/>
                </a:lnTo>
                <a:lnTo>
                  <a:pt x="190504" y="53036"/>
                </a:lnTo>
                <a:lnTo>
                  <a:pt x="190450" y="52378"/>
                </a:lnTo>
                <a:lnTo>
                  <a:pt x="190388" y="51732"/>
                </a:lnTo>
                <a:lnTo>
                  <a:pt x="190317" y="51096"/>
                </a:lnTo>
                <a:lnTo>
                  <a:pt x="190238" y="50472"/>
                </a:lnTo>
                <a:lnTo>
                  <a:pt x="190150" y="49859"/>
                </a:lnTo>
                <a:lnTo>
                  <a:pt x="190054" y="49257"/>
                </a:lnTo>
                <a:lnTo>
                  <a:pt x="189950" y="48667"/>
                </a:lnTo>
                <a:lnTo>
                  <a:pt x="189837" y="48087"/>
                </a:lnTo>
                <a:lnTo>
                  <a:pt x="189717" y="47519"/>
                </a:lnTo>
                <a:lnTo>
                  <a:pt x="189587" y="46962"/>
                </a:lnTo>
                <a:lnTo>
                  <a:pt x="189450" y="46415"/>
                </a:lnTo>
                <a:lnTo>
                  <a:pt x="189304" y="45881"/>
                </a:lnTo>
                <a:lnTo>
                  <a:pt x="189150" y="45357"/>
                </a:lnTo>
                <a:lnTo>
                  <a:pt x="188987" y="44844"/>
                </a:lnTo>
                <a:lnTo>
                  <a:pt x="188816" y="44343"/>
                </a:lnTo>
                <a:lnTo>
                  <a:pt x="188637" y="43852"/>
                </a:lnTo>
                <a:lnTo>
                  <a:pt x="188449" y="43373"/>
                </a:lnTo>
                <a:lnTo>
                  <a:pt x="188253" y="42905"/>
                </a:lnTo>
                <a:lnTo>
                  <a:pt x="188050" y="42447"/>
                </a:lnTo>
                <a:lnTo>
                  <a:pt x="187841" y="41998"/>
                </a:lnTo>
                <a:lnTo>
                  <a:pt x="187626" y="41557"/>
                </a:lnTo>
                <a:lnTo>
                  <a:pt x="187404" y="41124"/>
                </a:lnTo>
                <a:lnTo>
                  <a:pt x="187177" y="40700"/>
                </a:lnTo>
                <a:lnTo>
                  <a:pt x="186943" y="40285"/>
                </a:lnTo>
                <a:lnTo>
                  <a:pt x="186703" y="39878"/>
                </a:lnTo>
                <a:lnTo>
                  <a:pt x="186457" y="39480"/>
                </a:lnTo>
                <a:lnTo>
                  <a:pt x="186205" y="39090"/>
                </a:lnTo>
                <a:lnTo>
                  <a:pt x="185947" y="38709"/>
                </a:lnTo>
                <a:lnTo>
                  <a:pt x="185683" y="38336"/>
                </a:lnTo>
                <a:lnTo>
                  <a:pt x="185412" y="37972"/>
                </a:lnTo>
                <a:lnTo>
                  <a:pt x="185136" y="37616"/>
                </a:lnTo>
                <a:lnTo>
                  <a:pt x="184853" y="37269"/>
                </a:lnTo>
                <a:lnTo>
                  <a:pt x="184564" y="36931"/>
                </a:lnTo>
                <a:lnTo>
                  <a:pt x="184270" y="36601"/>
                </a:lnTo>
                <a:lnTo>
                  <a:pt x="183969" y="36280"/>
                </a:lnTo>
                <a:lnTo>
                  <a:pt x="183662" y="35967"/>
                </a:lnTo>
                <a:lnTo>
                  <a:pt x="183348" y="35662"/>
                </a:lnTo>
                <a:lnTo>
                  <a:pt x="183029" y="35367"/>
                </a:lnTo>
                <a:lnTo>
                  <a:pt x="182704" y="35080"/>
                </a:lnTo>
                <a:lnTo>
                  <a:pt x="182372" y="34801"/>
                </a:lnTo>
                <a:lnTo>
                  <a:pt x="182035" y="34531"/>
                </a:lnTo>
                <a:lnTo>
                  <a:pt x="181691" y="34269"/>
                </a:lnTo>
                <a:lnTo>
                  <a:pt x="181342" y="34015"/>
                </a:lnTo>
                <a:lnTo>
                  <a:pt x="180990" y="33768"/>
                </a:lnTo>
                <a:lnTo>
                  <a:pt x="180634" y="33527"/>
                </a:lnTo>
                <a:lnTo>
                  <a:pt x="180275" y="33293"/>
                </a:lnTo>
                <a:lnTo>
                  <a:pt x="179912" y="33066"/>
                </a:lnTo>
                <a:lnTo>
                  <a:pt x="179545" y="32846"/>
                </a:lnTo>
                <a:lnTo>
                  <a:pt x="179175" y="32632"/>
                </a:lnTo>
                <a:lnTo>
                  <a:pt x="178801" y="32424"/>
                </a:lnTo>
                <a:lnTo>
                  <a:pt x="178423" y="32224"/>
                </a:lnTo>
                <a:lnTo>
                  <a:pt x="178042" y="32030"/>
                </a:lnTo>
                <a:lnTo>
                  <a:pt x="177657" y="31843"/>
                </a:lnTo>
                <a:lnTo>
                  <a:pt x="177269" y="31662"/>
                </a:lnTo>
                <a:lnTo>
                  <a:pt x="176877" y="31488"/>
                </a:lnTo>
                <a:lnTo>
                  <a:pt x="176481" y="31321"/>
                </a:lnTo>
                <a:lnTo>
                  <a:pt x="176082" y="31160"/>
                </a:lnTo>
                <a:lnTo>
                  <a:pt x="175679" y="31006"/>
                </a:lnTo>
                <a:lnTo>
                  <a:pt x="175273" y="30859"/>
                </a:lnTo>
                <a:lnTo>
                  <a:pt x="174863" y="30718"/>
                </a:lnTo>
                <a:lnTo>
                  <a:pt x="174449" y="30585"/>
                </a:lnTo>
                <a:lnTo>
                  <a:pt x="174032" y="30457"/>
                </a:lnTo>
                <a:lnTo>
                  <a:pt x="173611" y="30337"/>
                </a:lnTo>
                <a:lnTo>
                  <a:pt x="173187" y="30223"/>
                </a:lnTo>
                <a:lnTo>
                  <a:pt x="172759" y="30116"/>
                </a:lnTo>
                <a:lnTo>
                  <a:pt x="172327" y="30015"/>
                </a:lnTo>
                <a:lnTo>
                  <a:pt x="171893" y="29920"/>
                </a:lnTo>
                <a:lnTo>
                  <a:pt x="171457" y="29828"/>
                </a:lnTo>
                <a:lnTo>
                  <a:pt x="171020" y="29741"/>
                </a:lnTo>
                <a:lnTo>
                  <a:pt x="170582" y="29658"/>
                </a:lnTo>
                <a:lnTo>
                  <a:pt x="170142" y="29579"/>
                </a:lnTo>
                <a:lnTo>
                  <a:pt x="169701" y="29503"/>
                </a:lnTo>
                <a:lnTo>
                  <a:pt x="169258" y="29432"/>
                </a:lnTo>
                <a:lnTo>
                  <a:pt x="168814" y="29365"/>
                </a:lnTo>
                <a:lnTo>
                  <a:pt x="168369" y="29302"/>
                </a:lnTo>
                <a:lnTo>
                  <a:pt x="167922" y="29244"/>
                </a:lnTo>
                <a:lnTo>
                  <a:pt x="167474" y="29189"/>
                </a:lnTo>
                <a:lnTo>
                  <a:pt x="167025" y="29138"/>
                </a:lnTo>
                <a:lnTo>
                  <a:pt x="166574" y="29091"/>
                </a:lnTo>
                <a:lnTo>
                  <a:pt x="166122" y="29049"/>
                </a:lnTo>
                <a:lnTo>
                  <a:pt x="165668" y="29010"/>
                </a:lnTo>
                <a:lnTo>
                  <a:pt x="165213" y="28976"/>
                </a:lnTo>
                <a:lnTo>
                  <a:pt x="164756" y="28945"/>
                </a:lnTo>
                <a:lnTo>
                  <a:pt x="164299" y="28919"/>
                </a:lnTo>
                <a:lnTo>
                  <a:pt x="163839" y="28896"/>
                </a:lnTo>
                <a:lnTo>
                  <a:pt x="163379" y="28878"/>
                </a:lnTo>
                <a:lnTo>
                  <a:pt x="162917" y="28864"/>
                </a:lnTo>
                <a:lnTo>
                  <a:pt x="162453" y="28854"/>
                </a:lnTo>
                <a:lnTo>
                  <a:pt x="161989" y="28848"/>
                </a:lnTo>
                <a:lnTo>
                  <a:pt x="161522" y="28846"/>
                </a:lnTo>
                <a:lnTo>
                  <a:pt x="160785" y="28850"/>
                </a:lnTo>
                <a:lnTo>
                  <a:pt x="160055" y="28865"/>
                </a:lnTo>
                <a:lnTo>
                  <a:pt x="159331" y="28889"/>
                </a:lnTo>
                <a:lnTo>
                  <a:pt x="158615" y="28923"/>
                </a:lnTo>
                <a:lnTo>
                  <a:pt x="157904" y="28967"/>
                </a:lnTo>
                <a:lnTo>
                  <a:pt x="157201" y="29020"/>
                </a:lnTo>
                <a:lnTo>
                  <a:pt x="156504" y="29083"/>
                </a:lnTo>
                <a:lnTo>
                  <a:pt x="155813" y="29156"/>
                </a:lnTo>
                <a:lnTo>
                  <a:pt x="155130" y="29239"/>
                </a:lnTo>
                <a:lnTo>
                  <a:pt x="154453" y="29331"/>
                </a:lnTo>
                <a:lnTo>
                  <a:pt x="153783" y="29433"/>
                </a:lnTo>
                <a:lnTo>
                  <a:pt x="153119" y="29544"/>
                </a:lnTo>
                <a:lnTo>
                  <a:pt x="152462" y="29666"/>
                </a:lnTo>
                <a:lnTo>
                  <a:pt x="151812" y="29797"/>
                </a:lnTo>
                <a:lnTo>
                  <a:pt x="151168" y="29937"/>
                </a:lnTo>
                <a:lnTo>
                  <a:pt x="150531" y="30088"/>
                </a:lnTo>
                <a:lnTo>
                  <a:pt x="149901" y="30248"/>
                </a:lnTo>
                <a:lnTo>
                  <a:pt x="149277" y="30417"/>
                </a:lnTo>
                <a:lnTo>
                  <a:pt x="148660" y="30597"/>
                </a:lnTo>
                <a:lnTo>
                  <a:pt x="148050" y="30786"/>
                </a:lnTo>
                <a:lnTo>
                  <a:pt x="147447" y="30985"/>
                </a:lnTo>
                <a:lnTo>
                  <a:pt x="146850" y="31194"/>
                </a:lnTo>
                <a:lnTo>
                  <a:pt x="146259" y="31412"/>
                </a:lnTo>
                <a:lnTo>
                  <a:pt x="145676" y="31640"/>
                </a:lnTo>
                <a:lnTo>
                  <a:pt x="145101" y="31879"/>
                </a:lnTo>
                <a:lnTo>
                  <a:pt x="144536" y="32129"/>
                </a:lnTo>
                <a:lnTo>
                  <a:pt x="143982" y="32390"/>
                </a:lnTo>
                <a:lnTo>
                  <a:pt x="143438" y="32663"/>
                </a:lnTo>
                <a:lnTo>
                  <a:pt x="142905" y="32948"/>
                </a:lnTo>
                <a:lnTo>
                  <a:pt x="142382" y="33245"/>
                </a:lnTo>
                <a:lnTo>
                  <a:pt x="141869" y="33553"/>
                </a:lnTo>
                <a:lnTo>
                  <a:pt x="141367" y="33872"/>
                </a:lnTo>
                <a:lnTo>
                  <a:pt x="140876" y="34203"/>
                </a:lnTo>
                <a:lnTo>
                  <a:pt x="140394" y="34546"/>
                </a:lnTo>
                <a:lnTo>
                  <a:pt x="139924" y="34900"/>
                </a:lnTo>
                <a:lnTo>
                  <a:pt x="139463" y="35266"/>
                </a:lnTo>
                <a:lnTo>
                  <a:pt x="139013" y="35644"/>
                </a:lnTo>
                <a:lnTo>
                  <a:pt x="138574" y="36033"/>
                </a:lnTo>
                <a:lnTo>
                  <a:pt x="138145" y="36434"/>
                </a:lnTo>
                <a:lnTo>
                  <a:pt x="137726" y="36846"/>
                </a:lnTo>
                <a:lnTo>
                  <a:pt x="137318" y="37270"/>
                </a:lnTo>
                <a:lnTo>
                  <a:pt x="136920" y="37705"/>
                </a:lnTo>
                <a:lnTo>
                  <a:pt x="136532" y="38152"/>
                </a:lnTo>
                <a:lnTo>
                  <a:pt x="136155" y="38611"/>
                </a:lnTo>
                <a:lnTo>
                  <a:pt x="135789" y="39081"/>
                </a:lnTo>
                <a:lnTo>
                  <a:pt x="135432" y="39563"/>
                </a:lnTo>
                <a:lnTo>
                  <a:pt x="135087" y="40057"/>
                </a:lnTo>
                <a:lnTo>
                  <a:pt x="134751" y="40562"/>
                </a:lnTo>
                <a:lnTo>
                  <a:pt x="134428" y="41079"/>
                </a:lnTo>
                <a:lnTo>
                  <a:pt x="134119" y="41609"/>
                </a:lnTo>
                <a:lnTo>
                  <a:pt x="133823" y="42151"/>
                </a:lnTo>
                <a:lnTo>
                  <a:pt x="133541" y="42707"/>
                </a:lnTo>
                <a:lnTo>
                  <a:pt x="133273" y="43276"/>
                </a:lnTo>
                <a:lnTo>
                  <a:pt x="133018" y="43857"/>
                </a:lnTo>
                <a:lnTo>
                  <a:pt x="132777" y="44452"/>
                </a:lnTo>
                <a:lnTo>
                  <a:pt x="132550" y="45059"/>
                </a:lnTo>
                <a:lnTo>
                  <a:pt x="132337" y="45679"/>
                </a:lnTo>
                <a:lnTo>
                  <a:pt x="132138" y="46312"/>
                </a:lnTo>
                <a:lnTo>
                  <a:pt x="131952" y="46958"/>
                </a:lnTo>
                <a:lnTo>
                  <a:pt x="131780" y="47617"/>
                </a:lnTo>
                <a:lnTo>
                  <a:pt x="131622" y="48289"/>
                </a:lnTo>
                <a:lnTo>
                  <a:pt x="131477" y="48974"/>
                </a:lnTo>
                <a:lnTo>
                  <a:pt x="131347" y="49671"/>
                </a:lnTo>
                <a:lnTo>
                  <a:pt x="131230" y="50382"/>
                </a:lnTo>
                <a:lnTo>
                  <a:pt x="131127" y="51105"/>
                </a:lnTo>
                <a:lnTo>
                  <a:pt x="131037" y="51841"/>
                </a:lnTo>
                <a:lnTo>
                  <a:pt x="130962" y="52590"/>
                </a:lnTo>
                <a:lnTo>
                  <a:pt x="130900" y="53352"/>
                </a:lnTo>
                <a:lnTo>
                  <a:pt x="130852" y="54127"/>
                </a:lnTo>
                <a:lnTo>
                  <a:pt x="130817" y="54915"/>
                </a:lnTo>
                <a:lnTo>
                  <a:pt x="130797" y="55716"/>
                </a:lnTo>
                <a:lnTo>
                  <a:pt x="130790" y="56529"/>
                </a:lnTo>
                <a:lnTo>
                  <a:pt x="143755" y="56529"/>
                </a:lnTo>
                <a:lnTo>
                  <a:pt x="143764" y="55763"/>
                </a:lnTo>
                <a:lnTo>
                  <a:pt x="143791" y="55015"/>
                </a:lnTo>
                <a:lnTo>
                  <a:pt x="143835" y="54284"/>
                </a:lnTo>
                <a:lnTo>
                  <a:pt x="143897" y="53571"/>
                </a:lnTo>
                <a:lnTo>
                  <a:pt x="143977" y="52875"/>
                </a:lnTo>
                <a:lnTo>
                  <a:pt x="144075" y="52197"/>
                </a:lnTo>
                <a:lnTo>
                  <a:pt x="144191" y="51536"/>
                </a:lnTo>
                <a:lnTo>
                  <a:pt x="144324" y="50894"/>
                </a:lnTo>
                <a:lnTo>
                  <a:pt x="144475" y="50268"/>
                </a:lnTo>
                <a:lnTo>
                  <a:pt x="144644" y="49661"/>
                </a:lnTo>
                <a:lnTo>
                  <a:pt x="144831" y="49071"/>
                </a:lnTo>
                <a:lnTo>
                  <a:pt x="145036" y="48499"/>
                </a:lnTo>
                <a:lnTo>
                  <a:pt x="145258" y="47944"/>
                </a:lnTo>
                <a:lnTo>
                  <a:pt x="145498" y="47407"/>
                </a:lnTo>
                <a:lnTo>
                  <a:pt x="145756" y="46887"/>
                </a:lnTo>
                <a:lnTo>
                  <a:pt x="146032" y="46386"/>
                </a:lnTo>
                <a:lnTo>
                  <a:pt x="146325" y="45901"/>
                </a:lnTo>
                <a:lnTo>
                  <a:pt x="146636" y="45435"/>
                </a:lnTo>
                <a:lnTo>
                  <a:pt x="146965" y="44986"/>
                </a:lnTo>
                <a:lnTo>
                  <a:pt x="147312" y="44555"/>
                </a:lnTo>
                <a:lnTo>
                  <a:pt x="147677" y="44141"/>
                </a:lnTo>
                <a:lnTo>
                  <a:pt x="148059" y="43745"/>
                </a:lnTo>
                <a:lnTo>
                  <a:pt x="148459" y="43366"/>
                </a:lnTo>
                <a:lnTo>
                  <a:pt x="148877" y="43006"/>
                </a:lnTo>
                <a:lnTo>
                  <a:pt x="149308" y="42661"/>
                </a:lnTo>
                <a:lnTo>
                  <a:pt x="149748" y="42331"/>
                </a:lnTo>
                <a:lnTo>
                  <a:pt x="150195" y="42015"/>
                </a:lnTo>
                <a:lnTo>
                  <a:pt x="150651" y="41715"/>
                </a:lnTo>
                <a:lnTo>
                  <a:pt x="151116" y="41429"/>
                </a:lnTo>
                <a:lnTo>
                  <a:pt x="151588" y="41157"/>
                </a:lnTo>
                <a:lnTo>
                  <a:pt x="152069" y="40901"/>
                </a:lnTo>
                <a:lnTo>
                  <a:pt x="152559" y="40659"/>
                </a:lnTo>
                <a:lnTo>
                  <a:pt x="153056" y="40431"/>
                </a:lnTo>
                <a:lnTo>
                  <a:pt x="153562" y="40219"/>
                </a:lnTo>
                <a:lnTo>
                  <a:pt x="154077" y="40021"/>
                </a:lnTo>
                <a:lnTo>
                  <a:pt x="154600" y="39837"/>
                </a:lnTo>
                <a:lnTo>
                  <a:pt x="155131" y="39669"/>
                </a:lnTo>
                <a:lnTo>
                  <a:pt x="155670" y="39515"/>
                </a:lnTo>
                <a:lnTo>
                  <a:pt x="156218" y="39375"/>
                </a:lnTo>
                <a:lnTo>
                  <a:pt x="156774" y="39251"/>
                </a:lnTo>
                <a:lnTo>
                  <a:pt x="157338" y="39141"/>
                </a:lnTo>
                <a:lnTo>
                  <a:pt x="157911" y="39045"/>
                </a:lnTo>
                <a:lnTo>
                  <a:pt x="158492" y="38965"/>
                </a:lnTo>
                <a:lnTo>
                  <a:pt x="159081" y="38899"/>
                </a:lnTo>
                <a:lnTo>
                  <a:pt x="159679" y="38847"/>
                </a:lnTo>
                <a:lnTo>
                  <a:pt x="160285" y="38811"/>
                </a:lnTo>
                <a:lnTo>
                  <a:pt x="160900" y="38789"/>
                </a:lnTo>
                <a:lnTo>
                  <a:pt x="161522" y="38781"/>
                </a:lnTo>
                <a:lnTo>
                  <a:pt x="162092" y="38788"/>
                </a:lnTo>
                <a:lnTo>
                  <a:pt x="162653" y="38809"/>
                </a:lnTo>
                <a:lnTo>
                  <a:pt x="163207" y="38844"/>
                </a:lnTo>
                <a:lnTo>
                  <a:pt x="163752" y="38892"/>
                </a:lnTo>
                <a:lnTo>
                  <a:pt x="164290" y="38955"/>
                </a:lnTo>
                <a:lnTo>
                  <a:pt x="164819" y="39031"/>
                </a:lnTo>
                <a:lnTo>
                  <a:pt x="165340" y="39121"/>
                </a:lnTo>
                <a:lnTo>
                  <a:pt x="165853" y="39225"/>
                </a:lnTo>
                <a:lnTo>
                  <a:pt x="166358" y="39343"/>
                </a:lnTo>
                <a:lnTo>
                  <a:pt x="166855" y="39475"/>
                </a:lnTo>
                <a:lnTo>
                  <a:pt x="167344" y="39621"/>
                </a:lnTo>
                <a:lnTo>
                  <a:pt x="167825" y="39780"/>
                </a:lnTo>
                <a:lnTo>
                  <a:pt x="168298" y="39954"/>
                </a:lnTo>
                <a:lnTo>
                  <a:pt x="168763" y="40141"/>
                </a:lnTo>
                <a:lnTo>
                  <a:pt x="169219" y="40342"/>
                </a:lnTo>
                <a:lnTo>
                  <a:pt x="169668" y="40557"/>
                </a:lnTo>
                <a:lnTo>
                  <a:pt x="170109" y="40786"/>
                </a:lnTo>
                <a:lnTo>
                  <a:pt x="170541" y="41029"/>
                </a:lnTo>
                <a:lnTo>
                  <a:pt x="170966" y="41286"/>
                </a:lnTo>
                <a:lnTo>
                  <a:pt x="171382" y="41557"/>
                </a:lnTo>
                <a:lnTo>
                  <a:pt x="171790" y="41841"/>
                </a:lnTo>
                <a:lnTo>
                  <a:pt x="172191" y="42139"/>
                </a:lnTo>
                <a:lnTo>
                  <a:pt x="172583" y="42452"/>
                </a:lnTo>
                <a:lnTo>
                  <a:pt x="172967" y="42778"/>
                </a:lnTo>
                <a:lnTo>
                  <a:pt x="173339" y="43122"/>
                </a:lnTo>
                <a:lnTo>
                  <a:pt x="173696" y="43491"/>
                </a:lnTo>
                <a:lnTo>
                  <a:pt x="174036" y="43882"/>
                </a:lnTo>
                <a:lnTo>
                  <a:pt x="174361" y="44297"/>
                </a:lnTo>
                <a:lnTo>
                  <a:pt x="174670" y="44736"/>
                </a:lnTo>
                <a:lnTo>
                  <a:pt x="174963" y="45198"/>
                </a:lnTo>
                <a:lnTo>
                  <a:pt x="175240" y="45683"/>
                </a:lnTo>
                <a:lnTo>
                  <a:pt x="175502" y="46192"/>
                </a:lnTo>
                <a:lnTo>
                  <a:pt x="175747" y="46724"/>
                </a:lnTo>
                <a:lnTo>
                  <a:pt x="175977" y="47280"/>
                </a:lnTo>
                <a:lnTo>
                  <a:pt x="176191" y="47859"/>
                </a:lnTo>
                <a:lnTo>
                  <a:pt x="176389" y="48461"/>
                </a:lnTo>
                <a:lnTo>
                  <a:pt x="176571" y="49087"/>
                </a:lnTo>
                <a:lnTo>
                  <a:pt x="176737" y="49736"/>
                </a:lnTo>
                <a:lnTo>
                  <a:pt x="176888" y="50409"/>
                </a:lnTo>
                <a:lnTo>
                  <a:pt x="177022" y="51105"/>
                </a:lnTo>
                <a:lnTo>
                  <a:pt x="177141" y="51825"/>
                </a:lnTo>
                <a:lnTo>
                  <a:pt x="177244" y="52568"/>
                </a:lnTo>
                <a:lnTo>
                  <a:pt x="177331" y="53335"/>
                </a:lnTo>
                <a:lnTo>
                  <a:pt x="177402" y="54124"/>
                </a:lnTo>
                <a:lnTo>
                  <a:pt x="177458" y="54938"/>
                </a:lnTo>
                <a:lnTo>
                  <a:pt x="177497" y="55775"/>
                </a:lnTo>
                <a:lnTo>
                  <a:pt x="177521" y="56635"/>
                </a:lnTo>
                <a:lnTo>
                  <a:pt x="177529" y="57518"/>
                </a:lnTo>
                <a:lnTo>
                  <a:pt x="177529" y="63621"/>
                </a:lnTo>
                <a:lnTo>
                  <a:pt x="176269" y="63638"/>
                </a:lnTo>
                <a:lnTo>
                  <a:pt x="175021" y="63661"/>
                </a:lnTo>
                <a:lnTo>
                  <a:pt x="173787" y="63690"/>
                </a:lnTo>
                <a:lnTo>
                  <a:pt x="172567" y="63726"/>
                </a:lnTo>
                <a:lnTo>
                  <a:pt x="171360" y="63769"/>
                </a:lnTo>
                <a:lnTo>
                  <a:pt x="170166" y="63817"/>
                </a:lnTo>
                <a:lnTo>
                  <a:pt x="168985" y="63872"/>
                </a:lnTo>
                <a:lnTo>
                  <a:pt x="167818" y="63933"/>
                </a:lnTo>
                <a:lnTo>
                  <a:pt x="166665" y="64001"/>
                </a:lnTo>
                <a:lnTo>
                  <a:pt x="165524" y="64075"/>
                </a:lnTo>
                <a:lnTo>
                  <a:pt x="164397" y="64155"/>
                </a:lnTo>
                <a:lnTo>
                  <a:pt x="163283" y="64242"/>
                </a:lnTo>
                <a:lnTo>
                  <a:pt x="162183" y="64335"/>
                </a:lnTo>
                <a:lnTo>
                  <a:pt x="161096" y="64434"/>
                </a:lnTo>
                <a:lnTo>
                  <a:pt x="160022" y="64539"/>
                </a:lnTo>
                <a:lnTo>
                  <a:pt x="158961" y="64651"/>
                </a:lnTo>
                <a:lnTo>
                  <a:pt x="157914" y="64769"/>
                </a:lnTo>
                <a:lnTo>
                  <a:pt x="156880" y="64894"/>
                </a:lnTo>
                <a:lnTo>
                  <a:pt x="155860" y="65025"/>
                </a:lnTo>
                <a:lnTo>
                  <a:pt x="154853" y="65162"/>
                </a:lnTo>
                <a:lnTo>
                  <a:pt x="153859" y="65306"/>
                </a:lnTo>
                <a:lnTo>
                  <a:pt x="152879" y="65455"/>
                </a:lnTo>
                <a:lnTo>
                  <a:pt x="151912" y="65612"/>
                </a:lnTo>
                <a:lnTo>
                  <a:pt x="150958" y="65774"/>
                </a:lnTo>
                <a:lnTo>
                  <a:pt x="150020" y="65946"/>
                </a:lnTo>
                <a:lnTo>
                  <a:pt x="149100" y="66131"/>
                </a:lnTo>
                <a:lnTo>
                  <a:pt x="148197" y="66328"/>
                </a:lnTo>
                <a:lnTo>
                  <a:pt x="147313" y="66538"/>
                </a:lnTo>
                <a:lnTo>
                  <a:pt x="146447" y="66761"/>
                </a:lnTo>
                <a:lnTo>
                  <a:pt x="145598" y="66996"/>
                </a:lnTo>
                <a:lnTo>
                  <a:pt x="144768" y="67244"/>
                </a:lnTo>
                <a:lnTo>
                  <a:pt x="143955" y="67504"/>
                </a:lnTo>
                <a:lnTo>
                  <a:pt x="143160" y="67778"/>
                </a:lnTo>
                <a:lnTo>
                  <a:pt x="142384" y="68063"/>
                </a:lnTo>
                <a:lnTo>
                  <a:pt x="141625" y="68362"/>
                </a:lnTo>
                <a:lnTo>
                  <a:pt x="140884" y="68673"/>
                </a:lnTo>
                <a:lnTo>
                  <a:pt x="140161" y="68997"/>
                </a:lnTo>
                <a:lnTo>
                  <a:pt x="139456" y="69333"/>
                </a:lnTo>
                <a:lnTo>
                  <a:pt x="138769" y="69682"/>
                </a:lnTo>
                <a:lnTo>
                  <a:pt x="138099" y="70044"/>
                </a:lnTo>
                <a:lnTo>
                  <a:pt x="137448" y="70419"/>
                </a:lnTo>
                <a:lnTo>
                  <a:pt x="136815" y="70806"/>
                </a:lnTo>
                <a:lnTo>
                  <a:pt x="136199" y="71205"/>
                </a:lnTo>
                <a:lnTo>
                  <a:pt x="135602" y="71618"/>
                </a:lnTo>
                <a:lnTo>
                  <a:pt x="135022" y="72043"/>
                </a:lnTo>
                <a:lnTo>
                  <a:pt x="134460" y="72480"/>
                </a:lnTo>
                <a:lnTo>
                  <a:pt x="133917" y="72931"/>
                </a:lnTo>
                <a:lnTo>
                  <a:pt x="133391" y="73394"/>
                </a:lnTo>
                <a:lnTo>
                  <a:pt x="132885" y="73872"/>
                </a:lnTo>
                <a:lnTo>
                  <a:pt x="132400" y="74369"/>
                </a:lnTo>
                <a:lnTo>
                  <a:pt x="131937" y="74884"/>
                </a:lnTo>
                <a:lnTo>
                  <a:pt x="131496" y="75418"/>
                </a:lnTo>
                <a:lnTo>
                  <a:pt x="131076" y="75970"/>
                </a:lnTo>
                <a:lnTo>
                  <a:pt x="130677" y="76540"/>
                </a:lnTo>
                <a:lnTo>
                  <a:pt x="130300" y="77129"/>
                </a:lnTo>
                <a:lnTo>
                  <a:pt x="129945" y="77737"/>
                </a:lnTo>
                <a:lnTo>
                  <a:pt x="129611" y="78362"/>
                </a:lnTo>
                <a:lnTo>
                  <a:pt x="129299" y="79006"/>
                </a:lnTo>
                <a:lnTo>
                  <a:pt x="129008" y="79669"/>
                </a:lnTo>
                <a:lnTo>
                  <a:pt x="128739" y="80350"/>
                </a:lnTo>
                <a:lnTo>
                  <a:pt x="128491" y="81049"/>
                </a:lnTo>
                <a:lnTo>
                  <a:pt x="128265" y="81767"/>
                </a:lnTo>
                <a:lnTo>
                  <a:pt x="128060" y="82503"/>
                </a:lnTo>
                <a:lnTo>
                  <a:pt x="127877" y="83257"/>
                </a:lnTo>
                <a:lnTo>
                  <a:pt x="127716" y="84030"/>
                </a:lnTo>
                <a:lnTo>
                  <a:pt x="127576" y="84821"/>
                </a:lnTo>
                <a:lnTo>
                  <a:pt x="127457" y="85631"/>
                </a:lnTo>
                <a:lnTo>
                  <a:pt x="127360" y="86459"/>
                </a:lnTo>
                <a:lnTo>
                  <a:pt x="127285" y="87305"/>
                </a:lnTo>
                <a:lnTo>
                  <a:pt x="127231" y="88170"/>
                </a:lnTo>
                <a:lnTo>
                  <a:pt x="127199" y="89053"/>
                </a:lnTo>
                <a:lnTo>
                  <a:pt x="127188" y="89955"/>
                </a:lnTo>
                <a:lnTo>
                  <a:pt x="127194" y="90585"/>
                </a:lnTo>
                <a:lnTo>
                  <a:pt x="127210" y="91207"/>
                </a:lnTo>
                <a:lnTo>
                  <a:pt x="127237" y="91821"/>
                </a:lnTo>
                <a:lnTo>
                  <a:pt x="127275" y="92426"/>
                </a:lnTo>
                <a:lnTo>
                  <a:pt x="127324" y="93022"/>
                </a:lnTo>
                <a:lnTo>
                  <a:pt x="127383" y="93609"/>
                </a:lnTo>
                <a:lnTo>
                  <a:pt x="127454" y="94188"/>
                </a:lnTo>
                <a:lnTo>
                  <a:pt x="127535" y="94759"/>
                </a:lnTo>
                <a:lnTo>
                  <a:pt x="127627" y="95320"/>
                </a:lnTo>
                <a:lnTo>
                  <a:pt x="127730" y="95873"/>
                </a:lnTo>
                <a:lnTo>
                  <a:pt x="127844" y="96418"/>
                </a:lnTo>
                <a:lnTo>
                  <a:pt x="127968" y="96953"/>
                </a:lnTo>
                <a:lnTo>
                  <a:pt x="128104" y="97481"/>
                </a:lnTo>
                <a:lnTo>
                  <a:pt x="128250" y="97999"/>
                </a:lnTo>
                <a:lnTo>
                  <a:pt x="128407" y="98509"/>
                </a:lnTo>
                <a:lnTo>
                  <a:pt x="128575" y="99010"/>
                </a:lnTo>
                <a:lnTo>
                  <a:pt x="128754" y="99503"/>
                </a:lnTo>
                <a:lnTo>
                  <a:pt x="128944" y="99987"/>
                </a:lnTo>
                <a:lnTo>
                  <a:pt x="129144" y="100462"/>
                </a:lnTo>
                <a:lnTo>
                  <a:pt x="129356" y="100929"/>
                </a:lnTo>
                <a:lnTo>
                  <a:pt x="129578" y="101387"/>
                </a:lnTo>
                <a:lnTo>
                  <a:pt x="129811" y="101837"/>
                </a:lnTo>
                <a:lnTo>
                  <a:pt x="130055" y="102278"/>
                </a:lnTo>
                <a:lnTo>
                  <a:pt x="130309" y="102710"/>
                </a:lnTo>
                <a:lnTo>
                  <a:pt x="130573" y="103133"/>
                </a:lnTo>
                <a:lnTo>
                  <a:pt x="130844" y="103548"/>
                </a:lnTo>
                <a:lnTo>
                  <a:pt x="131122" y="103953"/>
                </a:lnTo>
                <a:lnTo>
                  <a:pt x="131408" y="104350"/>
                </a:lnTo>
                <a:lnTo>
                  <a:pt x="131700" y="104738"/>
                </a:lnTo>
                <a:lnTo>
                  <a:pt x="132000" y="105116"/>
                </a:lnTo>
                <a:lnTo>
                  <a:pt x="132307" y="105486"/>
                </a:lnTo>
                <a:lnTo>
                  <a:pt x="132622" y="105847"/>
                </a:lnTo>
                <a:lnTo>
                  <a:pt x="132943" y="106199"/>
                </a:lnTo>
                <a:lnTo>
                  <a:pt x="133272" y="106542"/>
                </a:lnTo>
                <a:lnTo>
                  <a:pt x="133608" y="106877"/>
                </a:lnTo>
                <a:lnTo>
                  <a:pt x="133951" y="107202"/>
                </a:lnTo>
                <a:lnTo>
                  <a:pt x="134301" y="107519"/>
                </a:lnTo>
                <a:lnTo>
                  <a:pt x="134659" y="107826"/>
                </a:lnTo>
                <a:lnTo>
                  <a:pt x="135024" y="108125"/>
                </a:lnTo>
                <a:lnTo>
                  <a:pt x="135396" y="108415"/>
                </a:lnTo>
                <a:lnTo>
                  <a:pt x="135775" y="108695"/>
                </a:lnTo>
                <a:lnTo>
                  <a:pt x="136162" y="108967"/>
                </a:lnTo>
                <a:lnTo>
                  <a:pt x="136556" y="109230"/>
                </a:lnTo>
                <a:lnTo>
                  <a:pt x="136957" y="109485"/>
                </a:lnTo>
                <a:lnTo>
                  <a:pt x="137365" y="109730"/>
                </a:lnTo>
                <a:lnTo>
                  <a:pt x="137780" y="109966"/>
                </a:lnTo>
                <a:lnTo>
                  <a:pt x="138203" y="110194"/>
                </a:lnTo>
                <a:lnTo>
                  <a:pt x="138633" y="110412"/>
                </a:lnTo>
                <a:lnTo>
                  <a:pt x="139068" y="110622"/>
                </a:lnTo>
                <a:lnTo>
                  <a:pt x="139508" y="110822"/>
                </a:lnTo>
                <a:lnTo>
                  <a:pt x="139951" y="111014"/>
                </a:lnTo>
                <a:lnTo>
                  <a:pt x="140398" y="111196"/>
                </a:lnTo>
                <a:lnTo>
                  <a:pt x="140849" y="111370"/>
                </a:lnTo>
                <a:lnTo>
                  <a:pt x="141304" y="111535"/>
                </a:lnTo>
                <a:lnTo>
                  <a:pt x="141763" y="111691"/>
                </a:lnTo>
                <a:lnTo>
                  <a:pt x="142226" y="111838"/>
                </a:lnTo>
                <a:lnTo>
                  <a:pt x="142692" y="111976"/>
                </a:lnTo>
                <a:lnTo>
                  <a:pt x="143163" y="112105"/>
                </a:lnTo>
                <a:lnTo>
                  <a:pt x="143637" y="112226"/>
                </a:lnTo>
                <a:lnTo>
                  <a:pt x="144115" y="112337"/>
                </a:lnTo>
                <a:lnTo>
                  <a:pt x="144597" y="112440"/>
                </a:lnTo>
                <a:lnTo>
                  <a:pt x="145083" y="112533"/>
                </a:lnTo>
                <a:lnTo>
                  <a:pt x="145573" y="112618"/>
                </a:lnTo>
                <a:lnTo>
                  <a:pt x="146067" y="112694"/>
                </a:lnTo>
                <a:lnTo>
                  <a:pt x="146565" y="112760"/>
                </a:lnTo>
                <a:lnTo>
                  <a:pt x="147066" y="112818"/>
                </a:lnTo>
                <a:lnTo>
                  <a:pt x="147572" y="112867"/>
                </a:lnTo>
                <a:lnTo>
                  <a:pt x="148081" y="112907"/>
                </a:lnTo>
                <a:lnTo>
                  <a:pt x="148595" y="112939"/>
                </a:lnTo>
                <a:lnTo>
                  <a:pt x="149112" y="112961"/>
                </a:lnTo>
                <a:lnTo>
                  <a:pt x="149633" y="112974"/>
                </a:lnTo>
                <a:lnTo>
                  <a:pt x="150158" y="112979"/>
                </a:lnTo>
                <a:lnTo>
                  <a:pt x="150901" y="112973"/>
                </a:lnTo>
                <a:lnTo>
                  <a:pt x="151637" y="112955"/>
                </a:lnTo>
                <a:lnTo>
                  <a:pt x="152365" y="112925"/>
                </a:lnTo>
                <a:lnTo>
                  <a:pt x="153086" y="112883"/>
                </a:lnTo>
                <a:lnTo>
                  <a:pt x="153799" y="112829"/>
                </a:lnTo>
                <a:close/>
                <a:moveTo>
                  <a:pt x="151087" y="102567"/>
                </a:moveTo>
                <a:lnTo>
                  <a:pt x="150603" y="102498"/>
                </a:lnTo>
                <a:lnTo>
                  <a:pt x="150130" y="102417"/>
                </a:lnTo>
                <a:lnTo>
                  <a:pt x="149669" y="102324"/>
                </a:lnTo>
                <a:lnTo>
                  <a:pt x="149219" y="102218"/>
                </a:lnTo>
                <a:lnTo>
                  <a:pt x="148780" y="102099"/>
                </a:lnTo>
                <a:lnTo>
                  <a:pt x="148353" y="101968"/>
                </a:lnTo>
                <a:lnTo>
                  <a:pt x="147937" y="101825"/>
                </a:lnTo>
                <a:lnTo>
                  <a:pt x="147532" y="101669"/>
                </a:lnTo>
                <a:lnTo>
                  <a:pt x="147139" y="101501"/>
                </a:lnTo>
                <a:lnTo>
                  <a:pt x="146758" y="101320"/>
                </a:lnTo>
                <a:lnTo>
                  <a:pt x="146387" y="101127"/>
                </a:lnTo>
                <a:lnTo>
                  <a:pt x="146028" y="100921"/>
                </a:lnTo>
                <a:lnTo>
                  <a:pt x="145681" y="100703"/>
                </a:lnTo>
                <a:lnTo>
                  <a:pt x="145345" y="100472"/>
                </a:lnTo>
                <a:lnTo>
                  <a:pt x="145020" y="100229"/>
                </a:lnTo>
                <a:lnTo>
                  <a:pt x="144707" y="99973"/>
                </a:lnTo>
                <a:lnTo>
                  <a:pt x="144405" y="99705"/>
                </a:lnTo>
                <a:lnTo>
                  <a:pt x="144114" y="99425"/>
                </a:lnTo>
                <a:lnTo>
                  <a:pt x="143835" y="99132"/>
                </a:lnTo>
                <a:lnTo>
                  <a:pt x="143567" y="98828"/>
                </a:lnTo>
                <a:lnTo>
                  <a:pt x="143311" y="98516"/>
                </a:lnTo>
                <a:lnTo>
                  <a:pt x="143066" y="98195"/>
                </a:lnTo>
                <a:lnTo>
                  <a:pt x="142832" y="97865"/>
                </a:lnTo>
                <a:lnTo>
                  <a:pt x="142610" y="97526"/>
                </a:lnTo>
                <a:lnTo>
                  <a:pt x="142399" y="97179"/>
                </a:lnTo>
                <a:lnTo>
                  <a:pt x="142200" y="96824"/>
                </a:lnTo>
                <a:lnTo>
                  <a:pt x="142012" y="96459"/>
                </a:lnTo>
                <a:lnTo>
                  <a:pt x="141835" y="96086"/>
                </a:lnTo>
                <a:lnTo>
                  <a:pt x="141670" y="95705"/>
                </a:lnTo>
                <a:lnTo>
                  <a:pt x="141516" y="95314"/>
                </a:lnTo>
                <a:lnTo>
                  <a:pt x="141374" y="94915"/>
                </a:lnTo>
                <a:lnTo>
                  <a:pt x="141243" y="94507"/>
                </a:lnTo>
                <a:lnTo>
                  <a:pt x="141123" y="94091"/>
                </a:lnTo>
                <a:lnTo>
                  <a:pt x="141015" y="93666"/>
                </a:lnTo>
                <a:lnTo>
                  <a:pt x="140918" y="93233"/>
                </a:lnTo>
                <a:lnTo>
                  <a:pt x="140833" y="92790"/>
                </a:lnTo>
                <a:lnTo>
                  <a:pt x="140759" y="92339"/>
                </a:lnTo>
                <a:lnTo>
                  <a:pt x="140696" y="91880"/>
                </a:lnTo>
                <a:lnTo>
                  <a:pt x="140645" y="91411"/>
                </a:lnTo>
                <a:lnTo>
                  <a:pt x="140605" y="90934"/>
                </a:lnTo>
                <a:lnTo>
                  <a:pt x="140576" y="90449"/>
                </a:lnTo>
                <a:lnTo>
                  <a:pt x="140559" y="89954"/>
                </a:lnTo>
                <a:lnTo>
                  <a:pt x="140554" y="89452"/>
                </a:lnTo>
                <a:lnTo>
                  <a:pt x="140569" y="88693"/>
                </a:lnTo>
                <a:lnTo>
                  <a:pt x="140613" y="87952"/>
                </a:lnTo>
                <a:lnTo>
                  <a:pt x="140688" y="87229"/>
                </a:lnTo>
                <a:lnTo>
                  <a:pt x="140792" y="86524"/>
                </a:lnTo>
                <a:lnTo>
                  <a:pt x="140925" y="85838"/>
                </a:lnTo>
                <a:lnTo>
                  <a:pt x="141089" y="85169"/>
                </a:lnTo>
                <a:lnTo>
                  <a:pt x="141282" y="84519"/>
                </a:lnTo>
                <a:lnTo>
                  <a:pt x="141505" y="83886"/>
                </a:lnTo>
                <a:lnTo>
                  <a:pt x="141758" y="83272"/>
                </a:lnTo>
                <a:lnTo>
                  <a:pt x="142040" y="82676"/>
                </a:lnTo>
                <a:lnTo>
                  <a:pt x="142353" y="82097"/>
                </a:lnTo>
                <a:lnTo>
                  <a:pt x="142695" y="81537"/>
                </a:lnTo>
                <a:lnTo>
                  <a:pt x="143066" y="80995"/>
                </a:lnTo>
                <a:lnTo>
                  <a:pt x="143468" y="80471"/>
                </a:lnTo>
                <a:lnTo>
                  <a:pt x="143899" y="79965"/>
                </a:lnTo>
                <a:lnTo>
                  <a:pt x="144360" y="79477"/>
                </a:lnTo>
                <a:lnTo>
                  <a:pt x="144850" y="79007"/>
                </a:lnTo>
                <a:lnTo>
                  <a:pt x="145371" y="78555"/>
                </a:lnTo>
                <a:lnTo>
                  <a:pt x="145921" y="78121"/>
                </a:lnTo>
                <a:lnTo>
                  <a:pt x="146501" y="77706"/>
                </a:lnTo>
                <a:lnTo>
                  <a:pt x="147110" y="77308"/>
                </a:lnTo>
                <a:lnTo>
                  <a:pt x="147749" y="76928"/>
                </a:lnTo>
                <a:lnTo>
                  <a:pt x="148418" y="76567"/>
                </a:lnTo>
                <a:lnTo>
                  <a:pt x="149117" y="76223"/>
                </a:lnTo>
                <a:lnTo>
                  <a:pt x="149850" y="75895"/>
                </a:lnTo>
                <a:lnTo>
                  <a:pt x="150622" y="75580"/>
                </a:lnTo>
                <a:lnTo>
                  <a:pt x="151433" y="75278"/>
                </a:lnTo>
                <a:lnTo>
                  <a:pt x="152283" y="74989"/>
                </a:lnTo>
                <a:lnTo>
                  <a:pt x="153172" y="74713"/>
                </a:lnTo>
                <a:lnTo>
                  <a:pt x="154099" y="74450"/>
                </a:lnTo>
                <a:lnTo>
                  <a:pt x="155066" y="74200"/>
                </a:lnTo>
                <a:lnTo>
                  <a:pt x="156071" y="73964"/>
                </a:lnTo>
                <a:lnTo>
                  <a:pt x="157116" y="73740"/>
                </a:lnTo>
                <a:lnTo>
                  <a:pt x="158199" y="73530"/>
                </a:lnTo>
                <a:lnTo>
                  <a:pt x="159321" y="73332"/>
                </a:lnTo>
                <a:lnTo>
                  <a:pt x="160482" y="73148"/>
                </a:lnTo>
                <a:lnTo>
                  <a:pt x="161682" y="72976"/>
                </a:lnTo>
                <a:lnTo>
                  <a:pt x="162921" y="72818"/>
                </a:lnTo>
                <a:lnTo>
                  <a:pt x="164199" y="72673"/>
                </a:lnTo>
                <a:lnTo>
                  <a:pt x="165515" y="72541"/>
                </a:lnTo>
                <a:lnTo>
                  <a:pt x="166871" y="72422"/>
                </a:lnTo>
                <a:lnTo>
                  <a:pt x="168265" y="72316"/>
                </a:lnTo>
                <a:lnTo>
                  <a:pt x="169699" y="72223"/>
                </a:lnTo>
                <a:lnTo>
                  <a:pt x="171171" y="72143"/>
                </a:lnTo>
                <a:lnTo>
                  <a:pt x="172682" y="72076"/>
                </a:lnTo>
                <a:lnTo>
                  <a:pt x="174232" y="72022"/>
                </a:lnTo>
                <a:lnTo>
                  <a:pt x="175821" y="71981"/>
                </a:lnTo>
                <a:lnTo>
                  <a:pt x="177449" y="71954"/>
                </a:lnTo>
                <a:lnTo>
                  <a:pt x="177449" y="89113"/>
                </a:lnTo>
                <a:lnTo>
                  <a:pt x="177099" y="89617"/>
                </a:lnTo>
                <a:lnTo>
                  <a:pt x="176743" y="90112"/>
                </a:lnTo>
                <a:lnTo>
                  <a:pt x="176380" y="90599"/>
                </a:lnTo>
                <a:lnTo>
                  <a:pt x="176011" y="91078"/>
                </a:lnTo>
                <a:lnTo>
                  <a:pt x="175635" y="91549"/>
                </a:lnTo>
                <a:lnTo>
                  <a:pt x="175253" y="92012"/>
                </a:lnTo>
                <a:lnTo>
                  <a:pt x="174865" y="92466"/>
                </a:lnTo>
                <a:lnTo>
                  <a:pt x="174470" y="92913"/>
                </a:lnTo>
                <a:lnTo>
                  <a:pt x="174069" y="93352"/>
                </a:lnTo>
                <a:lnTo>
                  <a:pt x="173661" y="93782"/>
                </a:lnTo>
                <a:lnTo>
                  <a:pt x="173247" y="94205"/>
                </a:lnTo>
                <a:lnTo>
                  <a:pt x="172827" y="94619"/>
                </a:lnTo>
                <a:lnTo>
                  <a:pt x="172400" y="95025"/>
                </a:lnTo>
                <a:lnTo>
                  <a:pt x="171967" y="95424"/>
                </a:lnTo>
                <a:lnTo>
                  <a:pt x="171528" y="95814"/>
                </a:lnTo>
                <a:lnTo>
                  <a:pt x="171082" y="96196"/>
                </a:lnTo>
                <a:lnTo>
                  <a:pt x="170630" y="96570"/>
                </a:lnTo>
                <a:lnTo>
                  <a:pt x="170171" y="96936"/>
                </a:lnTo>
                <a:lnTo>
                  <a:pt x="169706" y="97294"/>
                </a:lnTo>
                <a:lnTo>
                  <a:pt x="169234" y="97643"/>
                </a:lnTo>
                <a:lnTo>
                  <a:pt x="168757" y="97985"/>
                </a:lnTo>
                <a:lnTo>
                  <a:pt x="168272" y="98319"/>
                </a:lnTo>
                <a:lnTo>
                  <a:pt x="167782" y="98644"/>
                </a:lnTo>
                <a:lnTo>
                  <a:pt x="167285" y="98962"/>
                </a:lnTo>
                <a:lnTo>
                  <a:pt x="166782" y="99268"/>
                </a:lnTo>
                <a:lnTo>
                  <a:pt x="166273" y="99562"/>
                </a:lnTo>
                <a:lnTo>
                  <a:pt x="165759" y="99843"/>
                </a:lnTo>
                <a:lnTo>
                  <a:pt x="165239" y="100111"/>
                </a:lnTo>
                <a:lnTo>
                  <a:pt x="164714" y="100365"/>
                </a:lnTo>
                <a:lnTo>
                  <a:pt x="164183" y="100607"/>
                </a:lnTo>
                <a:lnTo>
                  <a:pt x="163647" y="100836"/>
                </a:lnTo>
                <a:lnTo>
                  <a:pt x="163105" y="101051"/>
                </a:lnTo>
                <a:lnTo>
                  <a:pt x="162558" y="101253"/>
                </a:lnTo>
                <a:lnTo>
                  <a:pt x="162005" y="101443"/>
                </a:lnTo>
                <a:lnTo>
                  <a:pt x="161446" y="101619"/>
                </a:lnTo>
                <a:lnTo>
                  <a:pt x="160882" y="101782"/>
                </a:lnTo>
                <a:lnTo>
                  <a:pt x="160312" y="101932"/>
                </a:lnTo>
                <a:lnTo>
                  <a:pt x="159737" y="102070"/>
                </a:lnTo>
                <a:lnTo>
                  <a:pt x="159156" y="102194"/>
                </a:lnTo>
                <a:lnTo>
                  <a:pt x="158570" y="102305"/>
                </a:lnTo>
                <a:lnTo>
                  <a:pt x="157978" y="102403"/>
                </a:lnTo>
                <a:lnTo>
                  <a:pt x="157381" y="102487"/>
                </a:lnTo>
                <a:lnTo>
                  <a:pt x="156778" y="102559"/>
                </a:lnTo>
                <a:lnTo>
                  <a:pt x="156169" y="102618"/>
                </a:lnTo>
                <a:lnTo>
                  <a:pt x="155555" y="102664"/>
                </a:lnTo>
                <a:lnTo>
                  <a:pt x="154935" y="102696"/>
                </a:lnTo>
                <a:lnTo>
                  <a:pt x="154310" y="102716"/>
                </a:lnTo>
                <a:lnTo>
                  <a:pt x="153679" y="102723"/>
                </a:lnTo>
                <a:lnTo>
                  <a:pt x="153138" y="102716"/>
                </a:lnTo>
                <a:lnTo>
                  <a:pt x="152608" y="102698"/>
                </a:lnTo>
                <a:lnTo>
                  <a:pt x="152090" y="102666"/>
                </a:lnTo>
                <a:lnTo>
                  <a:pt x="151583" y="102623"/>
                </a:lnTo>
                <a:lnTo>
                  <a:pt x="151087" y="102567"/>
                </a:lnTo>
                <a:close/>
                <a:moveTo>
                  <a:pt x="410028" y="112883"/>
                </a:moveTo>
                <a:lnTo>
                  <a:pt x="410741" y="112829"/>
                </a:lnTo>
                <a:lnTo>
                  <a:pt x="411447" y="112763"/>
                </a:lnTo>
                <a:lnTo>
                  <a:pt x="412145" y="112686"/>
                </a:lnTo>
                <a:lnTo>
                  <a:pt x="412835" y="112596"/>
                </a:lnTo>
                <a:lnTo>
                  <a:pt x="413519" y="112494"/>
                </a:lnTo>
                <a:lnTo>
                  <a:pt x="414194" y="112381"/>
                </a:lnTo>
                <a:lnTo>
                  <a:pt x="414863" y="112255"/>
                </a:lnTo>
                <a:lnTo>
                  <a:pt x="415523" y="112117"/>
                </a:lnTo>
                <a:lnTo>
                  <a:pt x="416176" y="111968"/>
                </a:lnTo>
                <a:lnTo>
                  <a:pt x="416822" y="111806"/>
                </a:lnTo>
                <a:lnTo>
                  <a:pt x="417460" y="111633"/>
                </a:lnTo>
                <a:lnTo>
                  <a:pt x="418091" y="111447"/>
                </a:lnTo>
                <a:lnTo>
                  <a:pt x="418714" y="111250"/>
                </a:lnTo>
                <a:lnTo>
                  <a:pt x="419330" y="111041"/>
                </a:lnTo>
                <a:lnTo>
                  <a:pt x="419938" y="110819"/>
                </a:lnTo>
                <a:lnTo>
                  <a:pt x="420539" y="110586"/>
                </a:lnTo>
                <a:lnTo>
                  <a:pt x="421132" y="110341"/>
                </a:lnTo>
                <a:lnTo>
                  <a:pt x="421717" y="110084"/>
                </a:lnTo>
                <a:lnTo>
                  <a:pt x="422296" y="109814"/>
                </a:lnTo>
                <a:lnTo>
                  <a:pt x="422866" y="109533"/>
                </a:lnTo>
                <a:lnTo>
                  <a:pt x="423430" y="109242"/>
                </a:lnTo>
                <a:lnTo>
                  <a:pt x="423988" y="108942"/>
                </a:lnTo>
                <a:lnTo>
                  <a:pt x="424541" y="108633"/>
                </a:lnTo>
                <a:lnTo>
                  <a:pt x="425087" y="108316"/>
                </a:lnTo>
                <a:lnTo>
                  <a:pt x="425628" y="107990"/>
                </a:lnTo>
                <a:lnTo>
                  <a:pt x="426163" y="107655"/>
                </a:lnTo>
                <a:lnTo>
                  <a:pt x="426692" y="107312"/>
                </a:lnTo>
                <a:lnTo>
                  <a:pt x="427215" y="106960"/>
                </a:lnTo>
                <a:lnTo>
                  <a:pt x="427732" y="106600"/>
                </a:lnTo>
                <a:lnTo>
                  <a:pt x="428244" y="106231"/>
                </a:lnTo>
                <a:lnTo>
                  <a:pt x="428749" y="105853"/>
                </a:lnTo>
                <a:lnTo>
                  <a:pt x="429249" y="105467"/>
                </a:lnTo>
                <a:lnTo>
                  <a:pt x="429743" y="105072"/>
                </a:lnTo>
                <a:lnTo>
                  <a:pt x="430231" y="104668"/>
                </a:lnTo>
                <a:lnTo>
                  <a:pt x="430713" y="104256"/>
                </a:lnTo>
                <a:lnTo>
                  <a:pt x="431190" y="103835"/>
                </a:lnTo>
                <a:lnTo>
                  <a:pt x="431660" y="103406"/>
                </a:lnTo>
                <a:lnTo>
                  <a:pt x="432125" y="102968"/>
                </a:lnTo>
                <a:lnTo>
                  <a:pt x="432584" y="102521"/>
                </a:lnTo>
                <a:lnTo>
                  <a:pt x="433037" y="102066"/>
                </a:lnTo>
                <a:lnTo>
                  <a:pt x="433484" y="101602"/>
                </a:lnTo>
                <a:lnTo>
                  <a:pt x="433926" y="101129"/>
                </a:lnTo>
                <a:lnTo>
                  <a:pt x="434361" y="100648"/>
                </a:lnTo>
                <a:lnTo>
                  <a:pt x="434791" y="100158"/>
                </a:lnTo>
                <a:lnTo>
                  <a:pt x="435271" y="111536"/>
                </a:lnTo>
                <a:lnTo>
                  <a:pt x="447597" y="111536"/>
                </a:lnTo>
                <a:lnTo>
                  <a:pt x="447597" y="57216"/>
                </a:lnTo>
                <a:lnTo>
                  <a:pt x="447592" y="56491"/>
                </a:lnTo>
                <a:lnTo>
                  <a:pt x="447580" y="55778"/>
                </a:lnTo>
                <a:lnTo>
                  <a:pt x="447559" y="55075"/>
                </a:lnTo>
                <a:lnTo>
                  <a:pt x="447530" y="54384"/>
                </a:lnTo>
                <a:lnTo>
                  <a:pt x="447492" y="53704"/>
                </a:lnTo>
                <a:lnTo>
                  <a:pt x="447446" y="53036"/>
                </a:lnTo>
                <a:lnTo>
                  <a:pt x="447392" y="52378"/>
                </a:lnTo>
                <a:lnTo>
                  <a:pt x="447330" y="51732"/>
                </a:lnTo>
                <a:lnTo>
                  <a:pt x="447259" y="51096"/>
                </a:lnTo>
                <a:lnTo>
                  <a:pt x="447180" y="50472"/>
                </a:lnTo>
                <a:lnTo>
                  <a:pt x="447092" y="49859"/>
                </a:lnTo>
                <a:lnTo>
                  <a:pt x="446996" y="49257"/>
                </a:lnTo>
                <a:lnTo>
                  <a:pt x="446892" y="48667"/>
                </a:lnTo>
                <a:lnTo>
                  <a:pt x="446780" y="48087"/>
                </a:lnTo>
                <a:lnTo>
                  <a:pt x="446659" y="47519"/>
                </a:lnTo>
                <a:lnTo>
                  <a:pt x="446529" y="46962"/>
                </a:lnTo>
                <a:lnTo>
                  <a:pt x="446392" y="46415"/>
                </a:lnTo>
                <a:lnTo>
                  <a:pt x="446246" y="45881"/>
                </a:lnTo>
                <a:lnTo>
                  <a:pt x="446092" y="45357"/>
                </a:lnTo>
                <a:lnTo>
                  <a:pt x="445929" y="44844"/>
                </a:lnTo>
                <a:lnTo>
                  <a:pt x="445758" y="44343"/>
                </a:lnTo>
                <a:lnTo>
                  <a:pt x="445579" y="43852"/>
                </a:lnTo>
                <a:lnTo>
                  <a:pt x="445391" y="43373"/>
                </a:lnTo>
                <a:lnTo>
                  <a:pt x="445196" y="42905"/>
                </a:lnTo>
                <a:lnTo>
                  <a:pt x="444992" y="42447"/>
                </a:lnTo>
                <a:lnTo>
                  <a:pt x="444783" y="41998"/>
                </a:lnTo>
                <a:lnTo>
                  <a:pt x="444568" y="41557"/>
                </a:lnTo>
                <a:lnTo>
                  <a:pt x="444346" y="41124"/>
                </a:lnTo>
                <a:lnTo>
                  <a:pt x="444119" y="40700"/>
                </a:lnTo>
                <a:lnTo>
                  <a:pt x="443885" y="40285"/>
                </a:lnTo>
                <a:lnTo>
                  <a:pt x="443645" y="39878"/>
                </a:lnTo>
                <a:lnTo>
                  <a:pt x="443399" y="39480"/>
                </a:lnTo>
                <a:lnTo>
                  <a:pt x="443147" y="39090"/>
                </a:lnTo>
                <a:lnTo>
                  <a:pt x="442889" y="38709"/>
                </a:lnTo>
                <a:lnTo>
                  <a:pt x="442625" y="38336"/>
                </a:lnTo>
                <a:lnTo>
                  <a:pt x="442354" y="37972"/>
                </a:lnTo>
                <a:lnTo>
                  <a:pt x="442078" y="37616"/>
                </a:lnTo>
                <a:lnTo>
                  <a:pt x="441795" y="37269"/>
                </a:lnTo>
                <a:lnTo>
                  <a:pt x="441507" y="36931"/>
                </a:lnTo>
                <a:lnTo>
                  <a:pt x="441212" y="36601"/>
                </a:lnTo>
                <a:lnTo>
                  <a:pt x="440911" y="36280"/>
                </a:lnTo>
                <a:lnTo>
                  <a:pt x="440604" y="35967"/>
                </a:lnTo>
                <a:lnTo>
                  <a:pt x="440290" y="35662"/>
                </a:lnTo>
                <a:lnTo>
                  <a:pt x="439971" y="35367"/>
                </a:lnTo>
                <a:lnTo>
                  <a:pt x="439646" y="35080"/>
                </a:lnTo>
                <a:lnTo>
                  <a:pt x="439314" y="34801"/>
                </a:lnTo>
                <a:lnTo>
                  <a:pt x="438977" y="34531"/>
                </a:lnTo>
                <a:lnTo>
                  <a:pt x="438633" y="34269"/>
                </a:lnTo>
                <a:lnTo>
                  <a:pt x="438284" y="34015"/>
                </a:lnTo>
                <a:lnTo>
                  <a:pt x="437932" y="33768"/>
                </a:lnTo>
                <a:lnTo>
                  <a:pt x="437576" y="33527"/>
                </a:lnTo>
                <a:lnTo>
                  <a:pt x="437217" y="33293"/>
                </a:lnTo>
                <a:lnTo>
                  <a:pt x="436854" y="33066"/>
                </a:lnTo>
                <a:lnTo>
                  <a:pt x="436487" y="32846"/>
                </a:lnTo>
                <a:lnTo>
                  <a:pt x="436117" y="32632"/>
                </a:lnTo>
                <a:lnTo>
                  <a:pt x="435743" y="32424"/>
                </a:lnTo>
                <a:lnTo>
                  <a:pt x="435365" y="32224"/>
                </a:lnTo>
                <a:lnTo>
                  <a:pt x="434984" y="32030"/>
                </a:lnTo>
                <a:lnTo>
                  <a:pt x="434599" y="31843"/>
                </a:lnTo>
                <a:lnTo>
                  <a:pt x="434211" y="31662"/>
                </a:lnTo>
                <a:lnTo>
                  <a:pt x="433819" y="31488"/>
                </a:lnTo>
                <a:lnTo>
                  <a:pt x="433423" y="31321"/>
                </a:lnTo>
                <a:lnTo>
                  <a:pt x="433024" y="31160"/>
                </a:lnTo>
                <a:lnTo>
                  <a:pt x="432621" y="31006"/>
                </a:lnTo>
                <a:lnTo>
                  <a:pt x="432215" y="30859"/>
                </a:lnTo>
                <a:lnTo>
                  <a:pt x="431805" y="30718"/>
                </a:lnTo>
                <a:lnTo>
                  <a:pt x="431391" y="30585"/>
                </a:lnTo>
                <a:lnTo>
                  <a:pt x="430974" y="30457"/>
                </a:lnTo>
                <a:lnTo>
                  <a:pt x="430553" y="30337"/>
                </a:lnTo>
                <a:lnTo>
                  <a:pt x="430129" y="30223"/>
                </a:lnTo>
                <a:lnTo>
                  <a:pt x="429701" y="30116"/>
                </a:lnTo>
                <a:lnTo>
                  <a:pt x="429269" y="30015"/>
                </a:lnTo>
                <a:lnTo>
                  <a:pt x="428835" y="29920"/>
                </a:lnTo>
                <a:lnTo>
                  <a:pt x="428399" y="29828"/>
                </a:lnTo>
                <a:lnTo>
                  <a:pt x="427962" y="29741"/>
                </a:lnTo>
                <a:lnTo>
                  <a:pt x="427524" y="29658"/>
                </a:lnTo>
                <a:lnTo>
                  <a:pt x="427084" y="29579"/>
                </a:lnTo>
                <a:lnTo>
                  <a:pt x="426643" y="29503"/>
                </a:lnTo>
                <a:lnTo>
                  <a:pt x="426200" y="29432"/>
                </a:lnTo>
                <a:lnTo>
                  <a:pt x="425756" y="29365"/>
                </a:lnTo>
                <a:lnTo>
                  <a:pt x="425311" y="29302"/>
                </a:lnTo>
                <a:lnTo>
                  <a:pt x="424864" y="29244"/>
                </a:lnTo>
                <a:lnTo>
                  <a:pt x="424416" y="29189"/>
                </a:lnTo>
                <a:lnTo>
                  <a:pt x="423967" y="29138"/>
                </a:lnTo>
                <a:lnTo>
                  <a:pt x="423516" y="29091"/>
                </a:lnTo>
                <a:lnTo>
                  <a:pt x="423064" y="29049"/>
                </a:lnTo>
                <a:lnTo>
                  <a:pt x="422610" y="29010"/>
                </a:lnTo>
                <a:lnTo>
                  <a:pt x="422155" y="28976"/>
                </a:lnTo>
                <a:lnTo>
                  <a:pt x="421698" y="28945"/>
                </a:lnTo>
                <a:lnTo>
                  <a:pt x="421241" y="28919"/>
                </a:lnTo>
                <a:lnTo>
                  <a:pt x="420781" y="28896"/>
                </a:lnTo>
                <a:lnTo>
                  <a:pt x="420321" y="28878"/>
                </a:lnTo>
                <a:lnTo>
                  <a:pt x="419859" y="28864"/>
                </a:lnTo>
                <a:lnTo>
                  <a:pt x="419395" y="28854"/>
                </a:lnTo>
                <a:lnTo>
                  <a:pt x="418931" y="28848"/>
                </a:lnTo>
                <a:lnTo>
                  <a:pt x="418464" y="28846"/>
                </a:lnTo>
                <a:lnTo>
                  <a:pt x="417728" y="28850"/>
                </a:lnTo>
                <a:lnTo>
                  <a:pt x="416997" y="28865"/>
                </a:lnTo>
                <a:lnTo>
                  <a:pt x="416274" y="28889"/>
                </a:lnTo>
                <a:lnTo>
                  <a:pt x="415557" y="28923"/>
                </a:lnTo>
                <a:lnTo>
                  <a:pt x="414846" y="28967"/>
                </a:lnTo>
                <a:lnTo>
                  <a:pt x="414143" y="29020"/>
                </a:lnTo>
                <a:lnTo>
                  <a:pt x="413446" y="29083"/>
                </a:lnTo>
                <a:lnTo>
                  <a:pt x="412755" y="29156"/>
                </a:lnTo>
                <a:lnTo>
                  <a:pt x="412072" y="29239"/>
                </a:lnTo>
                <a:lnTo>
                  <a:pt x="411395" y="29331"/>
                </a:lnTo>
                <a:lnTo>
                  <a:pt x="410725" y="29433"/>
                </a:lnTo>
                <a:lnTo>
                  <a:pt x="410061" y="29544"/>
                </a:lnTo>
                <a:lnTo>
                  <a:pt x="409404" y="29666"/>
                </a:lnTo>
                <a:lnTo>
                  <a:pt x="408754" y="29797"/>
                </a:lnTo>
                <a:lnTo>
                  <a:pt x="408110" y="29937"/>
                </a:lnTo>
                <a:lnTo>
                  <a:pt x="407473" y="30088"/>
                </a:lnTo>
                <a:lnTo>
                  <a:pt x="406843" y="30248"/>
                </a:lnTo>
                <a:lnTo>
                  <a:pt x="406219" y="30417"/>
                </a:lnTo>
                <a:lnTo>
                  <a:pt x="405602" y="30597"/>
                </a:lnTo>
                <a:lnTo>
                  <a:pt x="404992" y="30786"/>
                </a:lnTo>
                <a:lnTo>
                  <a:pt x="404389" y="30985"/>
                </a:lnTo>
                <a:lnTo>
                  <a:pt x="403792" y="31194"/>
                </a:lnTo>
                <a:lnTo>
                  <a:pt x="403201" y="31412"/>
                </a:lnTo>
                <a:lnTo>
                  <a:pt x="402618" y="31640"/>
                </a:lnTo>
                <a:lnTo>
                  <a:pt x="402043" y="31879"/>
                </a:lnTo>
                <a:lnTo>
                  <a:pt x="401478" y="32129"/>
                </a:lnTo>
                <a:lnTo>
                  <a:pt x="400924" y="32390"/>
                </a:lnTo>
                <a:lnTo>
                  <a:pt x="400380" y="32663"/>
                </a:lnTo>
                <a:lnTo>
                  <a:pt x="399847" y="32948"/>
                </a:lnTo>
                <a:lnTo>
                  <a:pt x="399324" y="33245"/>
                </a:lnTo>
                <a:lnTo>
                  <a:pt x="398812" y="33553"/>
                </a:lnTo>
                <a:lnTo>
                  <a:pt x="398309" y="33872"/>
                </a:lnTo>
                <a:lnTo>
                  <a:pt x="397818" y="34203"/>
                </a:lnTo>
                <a:lnTo>
                  <a:pt x="397337" y="34546"/>
                </a:lnTo>
                <a:lnTo>
                  <a:pt x="396866" y="34900"/>
                </a:lnTo>
                <a:lnTo>
                  <a:pt x="396405" y="35266"/>
                </a:lnTo>
                <a:lnTo>
                  <a:pt x="395955" y="35644"/>
                </a:lnTo>
                <a:lnTo>
                  <a:pt x="395516" y="36033"/>
                </a:lnTo>
                <a:lnTo>
                  <a:pt x="395087" y="36434"/>
                </a:lnTo>
                <a:lnTo>
                  <a:pt x="394668" y="36846"/>
                </a:lnTo>
                <a:lnTo>
                  <a:pt x="394260" y="37270"/>
                </a:lnTo>
                <a:lnTo>
                  <a:pt x="393862" y="37705"/>
                </a:lnTo>
                <a:lnTo>
                  <a:pt x="393474" y="38152"/>
                </a:lnTo>
                <a:lnTo>
                  <a:pt x="393097" y="38611"/>
                </a:lnTo>
                <a:lnTo>
                  <a:pt x="392731" y="39081"/>
                </a:lnTo>
                <a:lnTo>
                  <a:pt x="392375" y="39563"/>
                </a:lnTo>
                <a:lnTo>
                  <a:pt x="392029" y="40057"/>
                </a:lnTo>
                <a:lnTo>
                  <a:pt x="391693" y="40562"/>
                </a:lnTo>
                <a:lnTo>
                  <a:pt x="391370" y="41079"/>
                </a:lnTo>
                <a:lnTo>
                  <a:pt x="391061" y="41609"/>
                </a:lnTo>
                <a:lnTo>
                  <a:pt x="390765" y="42151"/>
                </a:lnTo>
                <a:lnTo>
                  <a:pt x="390483" y="42707"/>
                </a:lnTo>
                <a:lnTo>
                  <a:pt x="390215" y="43276"/>
                </a:lnTo>
                <a:lnTo>
                  <a:pt x="389960" y="43857"/>
                </a:lnTo>
                <a:lnTo>
                  <a:pt x="389719" y="44452"/>
                </a:lnTo>
                <a:lnTo>
                  <a:pt x="389492" y="45059"/>
                </a:lnTo>
                <a:lnTo>
                  <a:pt x="389279" y="45679"/>
                </a:lnTo>
                <a:lnTo>
                  <a:pt x="389080" y="46312"/>
                </a:lnTo>
                <a:lnTo>
                  <a:pt x="388894" y="46958"/>
                </a:lnTo>
                <a:lnTo>
                  <a:pt x="388722" y="47617"/>
                </a:lnTo>
                <a:lnTo>
                  <a:pt x="388564" y="48289"/>
                </a:lnTo>
                <a:lnTo>
                  <a:pt x="388420" y="48974"/>
                </a:lnTo>
                <a:lnTo>
                  <a:pt x="388289" y="49671"/>
                </a:lnTo>
                <a:lnTo>
                  <a:pt x="388172" y="50382"/>
                </a:lnTo>
                <a:lnTo>
                  <a:pt x="388069" y="51105"/>
                </a:lnTo>
                <a:lnTo>
                  <a:pt x="387979" y="51841"/>
                </a:lnTo>
                <a:lnTo>
                  <a:pt x="387904" y="52590"/>
                </a:lnTo>
                <a:lnTo>
                  <a:pt x="387842" y="53352"/>
                </a:lnTo>
                <a:lnTo>
                  <a:pt x="387794" y="54127"/>
                </a:lnTo>
                <a:lnTo>
                  <a:pt x="387759" y="54915"/>
                </a:lnTo>
                <a:lnTo>
                  <a:pt x="387739" y="55716"/>
                </a:lnTo>
                <a:lnTo>
                  <a:pt x="387732" y="56529"/>
                </a:lnTo>
                <a:lnTo>
                  <a:pt x="400697" y="56529"/>
                </a:lnTo>
                <a:lnTo>
                  <a:pt x="400706" y="55763"/>
                </a:lnTo>
                <a:lnTo>
                  <a:pt x="400733" y="55015"/>
                </a:lnTo>
                <a:lnTo>
                  <a:pt x="400777" y="54284"/>
                </a:lnTo>
                <a:lnTo>
                  <a:pt x="400839" y="53571"/>
                </a:lnTo>
                <a:lnTo>
                  <a:pt x="400919" y="52875"/>
                </a:lnTo>
                <a:lnTo>
                  <a:pt x="401017" y="52197"/>
                </a:lnTo>
                <a:lnTo>
                  <a:pt x="401133" y="51536"/>
                </a:lnTo>
                <a:lnTo>
                  <a:pt x="401266" y="50894"/>
                </a:lnTo>
                <a:lnTo>
                  <a:pt x="401417" y="50268"/>
                </a:lnTo>
                <a:lnTo>
                  <a:pt x="401586" y="49661"/>
                </a:lnTo>
                <a:lnTo>
                  <a:pt x="401773" y="49071"/>
                </a:lnTo>
                <a:lnTo>
                  <a:pt x="401978" y="48499"/>
                </a:lnTo>
                <a:lnTo>
                  <a:pt x="402200" y="47944"/>
                </a:lnTo>
                <a:lnTo>
                  <a:pt x="402440" y="47407"/>
                </a:lnTo>
                <a:lnTo>
                  <a:pt x="402698" y="46887"/>
                </a:lnTo>
                <a:lnTo>
                  <a:pt x="402974" y="46386"/>
                </a:lnTo>
                <a:lnTo>
                  <a:pt x="403267" y="45901"/>
                </a:lnTo>
                <a:lnTo>
                  <a:pt x="403578" y="45435"/>
                </a:lnTo>
                <a:lnTo>
                  <a:pt x="403907" y="44986"/>
                </a:lnTo>
                <a:lnTo>
                  <a:pt x="404254" y="44555"/>
                </a:lnTo>
                <a:lnTo>
                  <a:pt x="404619" y="44141"/>
                </a:lnTo>
                <a:lnTo>
                  <a:pt x="405001" y="43745"/>
                </a:lnTo>
                <a:lnTo>
                  <a:pt x="405401" y="43366"/>
                </a:lnTo>
                <a:lnTo>
                  <a:pt x="405819" y="43006"/>
                </a:lnTo>
                <a:lnTo>
                  <a:pt x="406250" y="42661"/>
                </a:lnTo>
                <a:lnTo>
                  <a:pt x="406690" y="42331"/>
                </a:lnTo>
                <a:lnTo>
                  <a:pt x="407137" y="42015"/>
                </a:lnTo>
                <a:lnTo>
                  <a:pt x="407593" y="41715"/>
                </a:lnTo>
                <a:lnTo>
                  <a:pt x="408058" y="41429"/>
                </a:lnTo>
                <a:lnTo>
                  <a:pt x="408530" y="41157"/>
                </a:lnTo>
                <a:lnTo>
                  <a:pt x="409011" y="40901"/>
                </a:lnTo>
                <a:lnTo>
                  <a:pt x="409501" y="40659"/>
                </a:lnTo>
                <a:lnTo>
                  <a:pt x="409998" y="40431"/>
                </a:lnTo>
                <a:lnTo>
                  <a:pt x="410505" y="40219"/>
                </a:lnTo>
                <a:lnTo>
                  <a:pt x="411019" y="40021"/>
                </a:lnTo>
                <a:lnTo>
                  <a:pt x="411542" y="39837"/>
                </a:lnTo>
                <a:lnTo>
                  <a:pt x="412073" y="39669"/>
                </a:lnTo>
                <a:lnTo>
                  <a:pt x="412612" y="39515"/>
                </a:lnTo>
                <a:lnTo>
                  <a:pt x="413160" y="39375"/>
                </a:lnTo>
                <a:lnTo>
                  <a:pt x="413716" y="39251"/>
                </a:lnTo>
                <a:lnTo>
                  <a:pt x="414280" y="39141"/>
                </a:lnTo>
                <a:lnTo>
                  <a:pt x="414853" y="39045"/>
                </a:lnTo>
                <a:lnTo>
                  <a:pt x="415434" y="38965"/>
                </a:lnTo>
                <a:lnTo>
                  <a:pt x="416023" y="38899"/>
                </a:lnTo>
                <a:lnTo>
                  <a:pt x="416621" y="38847"/>
                </a:lnTo>
                <a:lnTo>
                  <a:pt x="417227" y="38811"/>
                </a:lnTo>
                <a:lnTo>
                  <a:pt x="417842" y="38789"/>
                </a:lnTo>
                <a:lnTo>
                  <a:pt x="418464" y="38781"/>
                </a:lnTo>
                <a:lnTo>
                  <a:pt x="419034" y="38788"/>
                </a:lnTo>
                <a:lnTo>
                  <a:pt x="419596" y="38809"/>
                </a:lnTo>
                <a:lnTo>
                  <a:pt x="420149" y="38844"/>
                </a:lnTo>
                <a:lnTo>
                  <a:pt x="420694" y="38892"/>
                </a:lnTo>
                <a:lnTo>
                  <a:pt x="421232" y="38955"/>
                </a:lnTo>
                <a:lnTo>
                  <a:pt x="421761" y="39031"/>
                </a:lnTo>
                <a:lnTo>
                  <a:pt x="422282" y="39121"/>
                </a:lnTo>
                <a:lnTo>
                  <a:pt x="422795" y="39225"/>
                </a:lnTo>
                <a:lnTo>
                  <a:pt x="423300" y="39343"/>
                </a:lnTo>
                <a:lnTo>
                  <a:pt x="423797" y="39475"/>
                </a:lnTo>
                <a:lnTo>
                  <a:pt x="424286" y="39621"/>
                </a:lnTo>
                <a:lnTo>
                  <a:pt x="424767" y="39780"/>
                </a:lnTo>
                <a:lnTo>
                  <a:pt x="425240" y="39954"/>
                </a:lnTo>
                <a:lnTo>
                  <a:pt x="425705" y="40141"/>
                </a:lnTo>
                <a:lnTo>
                  <a:pt x="426161" y="40342"/>
                </a:lnTo>
                <a:lnTo>
                  <a:pt x="426610" y="40557"/>
                </a:lnTo>
                <a:lnTo>
                  <a:pt x="427051" y="40786"/>
                </a:lnTo>
                <a:lnTo>
                  <a:pt x="427483" y="41029"/>
                </a:lnTo>
                <a:lnTo>
                  <a:pt x="427908" y="41286"/>
                </a:lnTo>
                <a:lnTo>
                  <a:pt x="428324" y="41557"/>
                </a:lnTo>
                <a:lnTo>
                  <a:pt x="428732" y="41841"/>
                </a:lnTo>
                <a:lnTo>
                  <a:pt x="429133" y="42139"/>
                </a:lnTo>
                <a:lnTo>
                  <a:pt x="429525" y="42452"/>
                </a:lnTo>
                <a:lnTo>
                  <a:pt x="429909" y="42778"/>
                </a:lnTo>
                <a:lnTo>
                  <a:pt x="430281" y="43122"/>
                </a:lnTo>
                <a:lnTo>
                  <a:pt x="430638" y="43491"/>
                </a:lnTo>
                <a:lnTo>
                  <a:pt x="430978" y="43882"/>
                </a:lnTo>
                <a:lnTo>
                  <a:pt x="431303" y="44297"/>
                </a:lnTo>
                <a:lnTo>
                  <a:pt x="431612" y="44736"/>
                </a:lnTo>
                <a:lnTo>
                  <a:pt x="431905" y="45198"/>
                </a:lnTo>
                <a:lnTo>
                  <a:pt x="432182" y="45683"/>
                </a:lnTo>
                <a:lnTo>
                  <a:pt x="432444" y="46192"/>
                </a:lnTo>
                <a:lnTo>
                  <a:pt x="432689" y="46724"/>
                </a:lnTo>
                <a:lnTo>
                  <a:pt x="432919" y="47280"/>
                </a:lnTo>
                <a:lnTo>
                  <a:pt x="433133" y="47859"/>
                </a:lnTo>
                <a:lnTo>
                  <a:pt x="433331" y="48461"/>
                </a:lnTo>
                <a:lnTo>
                  <a:pt x="433513" y="49087"/>
                </a:lnTo>
                <a:lnTo>
                  <a:pt x="433679" y="49736"/>
                </a:lnTo>
                <a:lnTo>
                  <a:pt x="433830" y="50409"/>
                </a:lnTo>
                <a:lnTo>
                  <a:pt x="433964" y="51105"/>
                </a:lnTo>
                <a:lnTo>
                  <a:pt x="434083" y="51825"/>
                </a:lnTo>
                <a:lnTo>
                  <a:pt x="434186" y="52568"/>
                </a:lnTo>
                <a:lnTo>
                  <a:pt x="434273" y="53335"/>
                </a:lnTo>
                <a:lnTo>
                  <a:pt x="434344" y="54124"/>
                </a:lnTo>
                <a:lnTo>
                  <a:pt x="434400" y="54938"/>
                </a:lnTo>
                <a:lnTo>
                  <a:pt x="434439" y="55775"/>
                </a:lnTo>
                <a:lnTo>
                  <a:pt x="434463" y="56635"/>
                </a:lnTo>
                <a:lnTo>
                  <a:pt x="434471" y="57518"/>
                </a:lnTo>
                <a:lnTo>
                  <a:pt x="434471" y="63621"/>
                </a:lnTo>
                <a:lnTo>
                  <a:pt x="433211" y="63638"/>
                </a:lnTo>
                <a:lnTo>
                  <a:pt x="431963" y="63661"/>
                </a:lnTo>
                <a:lnTo>
                  <a:pt x="430730" y="63690"/>
                </a:lnTo>
                <a:lnTo>
                  <a:pt x="429509" y="63726"/>
                </a:lnTo>
                <a:lnTo>
                  <a:pt x="428302" y="63769"/>
                </a:lnTo>
                <a:lnTo>
                  <a:pt x="427108" y="63817"/>
                </a:lnTo>
                <a:lnTo>
                  <a:pt x="425928" y="63872"/>
                </a:lnTo>
                <a:lnTo>
                  <a:pt x="424760" y="63933"/>
                </a:lnTo>
                <a:lnTo>
                  <a:pt x="423607" y="64001"/>
                </a:lnTo>
                <a:lnTo>
                  <a:pt x="422466" y="64075"/>
                </a:lnTo>
                <a:lnTo>
                  <a:pt x="421339" y="64155"/>
                </a:lnTo>
                <a:lnTo>
                  <a:pt x="420225" y="64242"/>
                </a:lnTo>
                <a:lnTo>
                  <a:pt x="419125" y="64335"/>
                </a:lnTo>
                <a:lnTo>
                  <a:pt x="418038" y="64434"/>
                </a:lnTo>
                <a:lnTo>
                  <a:pt x="416964" y="64539"/>
                </a:lnTo>
                <a:lnTo>
                  <a:pt x="415903" y="64651"/>
                </a:lnTo>
                <a:lnTo>
                  <a:pt x="414856" y="64769"/>
                </a:lnTo>
                <a:lnTo>
                  <a:pt x="413823" y="64894"/>
                </a:lnTo>
                <a:lnTo>
                  <a:pt x="412802" y="65025"/>
                </a:lnTo>
                <a:lnTo>
                  <a:pt x="411795" y="65162"/>
                </a:lnTo>
                <a:lnTo>
                  <a:pt x="410801" y="65306"/>
                </a:lnTo>
                <a:lnTo>
                  <a:pt x="409821" y="65455"/>
                </a:lnTo>
                <a:lnTo>
                  <a:pt x="408854" y="65612"/>
                </a:lnTo>
                <a:lnTo>
                  <a:pt x="407900" y="65774"/>
                </a:lnTo>
                <a:lnTo>
                  <a:pt x="406962" y="65946"/>
                </a:lnTo>
                <a:lnTo>
                  <a:pt x="406042" y="66131"/>
                </a:lnTo>
                <a:lnTo>
                  <a:pt x="405140" y="66328"/>
                </a:lnTo>
                <a:lnTo>
                  <a:pt x="404255" y="66538"/>
                </a:lnTo>
                <a:lnTo>
                  <a:pt x="403389" y="66761"/>
                </a:lnTo>
                <a:lnTo>
                  <a:pt x="402540" y="66996"/>
                </a:lnTo>
                <a:lnTo>
                  <a:pt x="401710" y="67244"/>
                </a:lnTo>
                <a:lnTo>
                  <a:pt x="400897" y="67504"/>
                </a:lnTo>
                <a:lnTo>
                  <a:pt x="400102" y="67778"/>
                </a:lnTo>
                <a:lnTo>
                  <a:pt x="399326" y="68063"/>
                </a:lnTo>
                <a:lnTo>
                  <a:pt x="398567" y="68362"/>
                </a:lnTo>
                <a:lnTo>
                  <a:pt x="397826" y="68673"/>
                </a:lnTo>
                <a:lnTo>
                  <a:pt x="397103" y="68997"/>
                </a:lnTo>
                <a:lnTo>
                  <a:pt x="396398" y="69333"/>
                </a:lnTo>
                <a:lnTo>
                  <a:pt x="395711" y="69682"/>
                </a:lnTo>
                <a:lnTo>
                  <a:pt x="395041" y="70044"/>
                </a:lnTo>
                <a:lnTo>
                  <a:pt x="394390" y="70419"/>
                </a:lnTo>
                <a:lnTo>
                  <a:pt x="393757" y="70806"/>
                </a:lnTo>
                <a:lnTo>
                  <a:pt x="393141" y="71205"/>
                </a:lnTo>
                <a:lnTo>
                  <a:pt x="392544" y="71618"/>
                </a:lnTo>
                <a:lnTo>
                  <a:pt x="391964" y="72043"/>
                </a:lnTo>
                <a:lnTo>
                  <a:pt x="391402" y="72480"/>
                </a:lnTo>
                <a:lnTo>
                  <a:pt x="390859" y="72931"/>
                </a:lnTo>
                <a:lnTo>
                  <a:pt x="390333" y="73394"/>
                </a:lnTo>
                <a:lnTo>
                  <a:pt x="389827" y="73872"/>
                </a:lnTo>
                <a:lnTo>
                  <a:pt x="389342" y="74369"/>
                </a:lnTo>
                <a:lnTo>
                  <a:pt x="388879" y="74884"/>
                </a:lnTo>
                <a:lnTo>
                  <a:pt x="388438" y="75418"/>
                </a:lnTo>
                <a:lnTo>
                  <a:pt x="388018" y="75970"/>
                </a:lnTo>
                <a:lnTo>
                  <a:pt x="387619" y="76540"/>
                </a:lnTo>
                <a:lnTo>
                  <a:pt x="387242" y="77129"/>
                </a:lnTo>
                <a:lnTo>
                  <a:pt x="386887" y="77737"/>
                </a:lnTo>
                <a:lnTo>
                  <a:pt x="386553" y="78362"/>
                </a:lnTo>
                <a:lnTo>
                  <a:pt x="386241" y="79006"/>
                </a:lnTo>
                <a:lnTo>
                  <a:pt x="385950" y="79669"/>
                </a:lnTo>
                <a:lnTo>
                  <a:pt x="385681" y="80350"/>
                </a:lnTo>
                <a:lnTo>
                  <a:pt x="385433" y="81049"/>
                </a:lnTo>
                <a:lnTo>
                  <a:pt x="385207" y="81767"/>
                </a:lnTo>
                <a:lnTo>
                  <a:pt x="385002" y="82503"/>
                </a:lnTo>
                <a:lnTo>
                  <a:pt x="384819" y="83257"/>
                </a:lnTo>
                <a:lnTo>
                  <a:pt x="384658" y="84030"/>
                </a:lnTo>
                <a:lnTo>
                  <a:pt x="384518" y="84821"/>
                </a:lnTo>
                <a:lnTo>
                  <a:pt x="384399" y="85631"/>
                </a:lnTo>
                <a:lnTo>
                  <a:pt x="384303" y="86459"/>
                </a:lnTo>
                <a:lnTo>
                  <a:pt x="384227" y="87305"/>
                </a:lnTo>
                <a:lnTo>
                  <a:pt x="384173" y="88170"/>
                </a:lnTo>
                <a:lnTo>
                  <a:pt x="384141" y="89053"/>
                </a:lnTo>
                <a:lnTo>
                  <a:pt x="384130" y="89955"/>
                </a:lnTo>
                <a:lnTo>
                  <a:pt x="384136" y="90585"/>
                </a:lnTo>
                <a:lnTo>
                  <a:pt x="384152" y="91207"/>
                </a:lnTo>
                <a:lnTo>
                  <a:pt x="384179" y="91821"/>
                </a:lnTo>
                <a:lnTo>
                  <a:pt x="384217" y="92426"/>
                </a:lnTo>
                <a:lnTo>
                  <a:pt x="384266" y="93022"/>
                </a:lnTo>
                <a:lnTo>
                  <a:pt x="384325" y="93609"/>
                </a:lnTo>
                <a:lnTo>
                  <a:pt x="384396" y="94188"/>
                </a:lnTo>
                <a:lnTo>
                  <a:pt x="384477" y="94759"/>
                </a:lnTo>
                <a:lnTo>
                  <a:pt x="384569" y="95320"/>
                </a:lnTo>
                <a:lnTo>
                  <a:pt x="384672" y="95873"/>
                </a:lnTo>
                <a:lnTo>
                  <a:pt x="384786" y="96418"/>
                </a:lnTo>
                <a:lnTo>
                  <a:pt x="384911" y="96953"/>
                </a:lnTo>
                <a:lnTo>
                  <a:pt x="385046" y="97481"/>
                </a:lnTo>
                <a:lnTo>
                  <a:pt x="385192" y="97999"/>
                </a:lnTo>
                <a:lnTo>
                  <a:pt x="385350" y="98509"/>
                </a:lnTo>
                <a:lnTo>
                  <a:pt x="385517" y="99010"/>
                </a:lnTo>
                <a:lnTo>
                  <a:pt x="385696" y="99503"/>
                </a:lnTo>
                <a:lnTo>
                  <a:pt x="385886" y="99987"/>
                </a:lnTo>
                <a:lnTo>
                  <a:pt x="386086" y="100462"/>
                </a:lnTo>
                <a:lnTo>
                  <a:pt x="386298" y="100929"/>
                </a:lnTo>
                <a:lnTo>
                  <a:pt x="386520" y="101387"/>
                </a:lnTo>
                <a:lnTo>
                  <a:pt x="386753" y="101837"/>
                </a:lnTo>
                <a:lnTo>
                  <a:pt x="386997" y="102278"/>
                </a:lnTo>
                <a:lnTo>
                  <a:pt x="387252" y="102710"/>
                </a:lnTo>
                <a:lnTo>
                  <a:pt x="387515" y="103133"/>
                </a:lnTo>
                <a:lnTo>
                  <a:pt x="387786" y="103548"/>
                </a:lnTo>
                <a:lnTo>
                  <a:pt x="388064" y="103953"/>
                </a:lnTo>
                <a:lnTo>
                  <a:pt x="388350" y="104350"/>
                </a:lnTo>
                <a:lnTo>
                  <a:pt x="388642" y="104738"/>
                </a:lnTo>
                <a:lnTo>
                  <a:pt x="388942" y="105116"/>
                </a:lnTo>
                <a:lnTo>
                  <a:pt x="389249" y="105486"/>
                </a:lnTo>
                <a:lnTo>
                  <a:pt x="389564" y="105847"/>
                </a:lnTo>
                <a:lnTo>
                  <a:pt x="389885" y="106199"/>
                </a:lnTo>
                <a:lnTo>
                  <a:pt x="390214" y="106542"/>
                </a:lnTo>
                <a:lnTo>
                  <a:pt x="390550" y="106877"/>
                </a:lnTo>
                <a:lnTo>
                  <a:pt x="390893" y="107202"/>
                </a:lnTo>
                <a:lnTo>
                  <a:pt x="391243" y="107519"/>
                </a:lnTo>
                <a:lnTo>
                  <a:pt x="391601" y="107826"/>
                </a:lnTo>
                <a:lnTo>
                  <a:pt x="391966" y="108125"/>
                </a:lnTo>
                <a:lnTo>
                  <a:pt x="392338" y="108415"/>
                </a:lnTo>
                <a:lnTo>
                  <a:pt x="392717" y="108695"/>
                </a:lnTo>
                <a:lnTo>
                  <a:pt x="393104" y="108967"/>
                </a:lnTo>
                <a:lnTo>
                  <a:pt x="393498" y="109230"/>
                </a:lnTo>
                <a:lnTo>
                  <a:pt x="393899" y="109485"/>
                </a:lnTo>
                <a:lnTo>
                  <a:pt x="394307" y="109730"/>
                </a:lnTo>
                <a:lnTo>
                  <a:pt x="394722" y="109966"/>
                </a:lnTo>
                <a:lnTo>
                  <a:pt x="395145" y="110194"/>
                </a:lnTo>
                <a:lnTo>
                  <a:pt x="395575" y="110412"/>
                </a:lnTo>
                <a:lnTo>
                  <a:pt x="396010" y="110622"/>
                </a:lnTo>
                <a:lnTo>
                  <a:pt x="396450" y="110822"/>
                </a:lnTo>
                <a:lnTo>
                  <a:pt x="396893" y="111014"/>
                </a:lnTo>
                <a:lnTo>
                  <a:pt x="397340" y="111196"/>
                </a:lnTo>
                <a:lnTo>
                  <a:pt x="397791" y="111370"/>
                </a:lnTo>
                <a:lnTo>
                  <a:pt x="398246" y="111535"/>
                </a:lnTo>
                <a:lnTo>
                  <a:pt x="398705" y="111691"/>
                </a:lnTo>
                <a:lnTo>
                  <a:pt x="399168" y="111838"/>
                </a:lnTo>
                <a:lnTo>
                  <a:pt x="399634" y="111976"/>
                </a:lnTo>
                <a:lnTo>
                  <a:pt x="400105" y="112105"/>
                </a:lnTo>
                <a:lnTo>
                  <a:pt x="400579" y="112226"/>
                </a:lnTo>
                <a:lnTo>
                  <a:pt x="401057" y="112337"/>
                </a:lnTo>
                <a:lnTo>
                  <a:pt x="401539" y="112440"/>
                </a:lnTo>
                <a:lnTo>
                  <a:pt x="402025" y="112533"/>
                </a:lnTo>
                <a:lnTo>
                  <a:pt x="402515" y="112618"/>
                </a:lnTo>
                <a:lnTo>
                  <a:pt x="403009" y="112694"/>
                </a:lnTo>
                <a:lnTo>
                  <a:pt x="403507" y="112760"/>
                </a:lnTo>
                <a:lnTo>
                  <a:pt x="404008" y="112818"/>
                </a:lnTo>
                <a:lnTo>
                  <a:pt x="404514" y="112867"/>
                </a:lnTo>
                <a:lnTo>
                  <a:pt x="405023" y="112907"/>
                </a:lnTo>
                <a:lnTo>
                  <a:pt x="405537" y="112939"/>
                </a:lnTo>
                <a:lnTo>
                  <a:pt x="406054" y="112961"/>
                </a:lnTo>
                <a:lnTo>
                  <a:pt x="406575" y="112974"/>
                </a:lnTo>
                <a:lnTo>
                  <a:pt x="407100" y="112979"/>
                </a:lnTo>
                <a:lnTo>
                  <a:pt x="407843" y="112973"/>
                </a:lnTo>
                <a:lnTo>
                  <a:pt x="408579" y="112955"/>
                </a:lnTo>
                <a:lnTo>
                  <a:pt x="409307" y="112925"/>
                </a:lnTo>
                <a:lnTo>
                  <a:pt x="410028" y="112883"/>
                </a:lnTo>
                <a:close/>
                <a:moveTo>
                  <a:pt x="408525" y="102623"/>
                </a:moveTo>
                <a:lnTo>
                  <a:pt x="408029" y="102567"/>
                </a:lnTo>
                <a:lnTo>
                  <a:pt x="407545" y="102498"/>
                </a:lnTo>
                <a:lnTo>
                  <a:pt x="407072" y="102417"/>
                </a:lnTo>
                <a:lnTo>
                  <a:pt x="406611" y="102324"/>
                </a:lnTo>
                <a:lnTo>
                  <a:pt x="406161" y="102218"/>
                </a:lnTo>
                <a:lnTo>
                  <a:pt x="405722" y="102099"/>
                </a:lnTo>
                <a:lnTo>
                  <a:pt x="405295" y="101968"/>
                </a:lnTo>
                <a:lnTo>
                  <a:pt x="404879" y="101825"/>
                </a:lnTo>
                <a:lnTo>
                  <a:pt x="404474" y="101669"/>
                </a:lnTo>
                <a:lnTo>
                  <a:pt x="404081" y="101501"/>
                </a:lnTo>
                <a:lnTo>
                  <a:pt x="403700" y="101320"/>
                </a:lnTo>
                <a:lnTo>
                  <a:pt x="403329" y="101127"/>
                </a:lnTo>
                <a:lnTo>
                  <a:pt x="402970" y="100921"/>
                </a:lnTo>
                <a:lnTo>
                  <a:pt x="402623" y="100703"/>
                </a:lnTo>
                <a:lnTo>
                  <a:pt x="402287" y="100472"/>
                </a:lnTo>
                <a:lnTo>
                  <a:pt x="401962" y="100229"/>
                </a:lnTo>
                <a:lnTo>
                  <a:pt x="401649" y="99973"/>
                </a:lnTo>
                <a:lnTo>
                  <a:pt x="401347" y="99705"/>
                </a:lnTo>
                <a:lnTo>
                  <a:pt x="401056" y="99425"/>
                </a:lnTo>
                <a:lnTo>
                  <a:pt x="400777" y="99132"/>
                </a:lnTo>
                <a:lnTo>
                  <a:pt x="400509" y="98828"/>
                </a:lnTo>
                <a:lnTo>
                  <a:pt x="400253" y="98516"/>
                </a:lnTo>
                <a:lnTo>
                  <a:pt x="400008" y="98195"/>
                </a:lnTo>
                <a:lnTo>
                  <a:pt x="399775" y="97865"/>
                </a:lnTo>
                <a:lnTo>
                  <a:pt x="399552" y="97526"/>
                </a:lnTo>
                <a:lnTo>
                  <a:pt x="399342" y="97179"/>
                </a:lnTo>
                <a:lnTo>
                  <a:pt x="399142" y="96824"/>
                </a:lnTo>
                <a:lnTo>
                  <a:pt x="398954" y="96459"/>
                </a:lnTo>
                <a:lnTo>
                  <a:pt x="398778" y="96086"/>
                </a:lnTo>
                <a:lnTo>
                  <a:pt x="398612" y="95705"/>
                </a:lnTo>
                <a:lnTo>
                  <a:pt x="398459" y="95314"/>
                </a:lnTo>
                <a:lnTo>
                  <a:pt x="398316" y="94915"/>
                </a:lnTo>
                <a:lnTo>
                  <a:pt x="398185" y="94507"/>
                </a:lnTo>
                <a:lnTo>
                  <a:pt x="398065" y="94091"/>
                </a:lnTo>
                <a:lnTo>
                  <a:pt x="397957" y="93666"/>
                </a:lnTo>
                <a:lnTo>
                  <a:pt x="397860" y="93233"/>
                </a:lnTo>
                <a:lnTo>
                  <a:pt x="397775" y="92790"/>
                </a:lnTo>
                <a:lnTo>
                  <a:pt x="397701" y="92339"/>
                </a:lnTo>
                <a:lnTo>
                  <a:pt x="397638" y="91880"/>
                </a:lnTo>
                <a:lnTo>
                  <a:pt x="397587" y="91411"/>
                </a:lnTo>
                <a:lnTo>
                  <a:pt x="397547" y="90934"/>
                </a:lnTo>
                <a:lnTo>
                  <a:pt x="397519" y="90449"/>
                </a:lnTo>
                <a:lnTo>
                  <a:pt x="397501" y="89954"/>
                </a:lnTo>
                <a:lnTo>
                  <a:pt x="397496" y="89452"/>
                </a:lnTo>
                <a:lnTo>
                  <a:pt x="397511" y="88693"/>
                </a:lnTo>
                <a:lnTo>
                  <a:pt x="397555" y="87952"/>
                </a:lnTo>
                <a:lnTo>
                  <a:pt x="397630" y="87229"/>
                </a:lnTo>
                <a:lnTo>
                  <a:pt x="397734" y="86524"/>
                </a:lnTo>
                <a:lnTo>
                  <a:pt x="397867" y="85838"/>
                </a:lnTo>
                <a:lnTo>
                  <a:pt x="398031" y="85169"/>
                </a:lnTo>
                <a:lnTo>
                  <a:pt x="398224" y="84519"/>
                </a:lnTo>
                <a:lnTo>
                  <a:pt x="398447" y="83886"/>
                </a:lnTo>
                <a:lnTo>
                  <a:pt x="398700" y="83272"/>
                </a:lnTo>
                <a:lnTo>
                  <a:pt x="398983" y="82676"/>
                </a:lnTo>
                <a:lnTo>
                  <a:pt x="399295" y="82097"/>
                </a:lnTo>
                <a:lnTo>
                  <a:pt x="399637" y="81537"/>
                </a:lnTo>
                <a:lnTo>
                  <a:pt x="400008" y="80995"/>
                </a:lnTo>
                <a:lnTo>
                  <a:pt x="400410" y="80471"/>
                </a:lnTo>
                <a:lnTo>
                  <a:pt x="400841" y="79965"/>
                </a:lnTo>
                <a:lnTo>
                  <a:pt x="401302" y="79477"/>
                </a:lnTo>
                <a:lnTo>
                  <a:pt x="401792" y="79007"/>
                </a:lnTo>
                <a:lnTo>
                  <a:pt x="402313" y="78555"/>
                </a:lnTo>
                <a:lnTo>
                  <a:pt x="402863" y="78121"/>
                </a:lnTo>
                <a:lnTo>
                  <a:pt x="403443" y="77706"/>
                </a:lnTo>
                <a:lnTo>
                  <a:pt x="404052" y="77308"/>
                </a:lnTo>
                <a:lnTo>
                  <a:pt x="404692" y="76928"/>
                </a:lnTo>
                <a:lnTo>
                  <a:pt x="405361" y="76567"/>
                </a:lnTo>
                <a:lnTo>
                  <a:pt x="406059" y="76223"/>
                </a:lnTo>
                <a:lnTo>
                  <a:pt x="406792" y="75895"/>
                </a:lnTo>
                <a:lnTo>
                  <a:pt x="407564" y="75580"/>
                </a:lnTo>
                <a:lnTo>
                  <a:pt x="408375" y="75278"/>
                </a:lnTo>
                <a:lnTo>
                  <a:pt x="409225" y="74989"/>
                </a:lnTo>
                <a:lnTo>
                  <a:pt x="410114" y="74713"/>
                </a:lnTo>
                <a:lnTo>
                  <a:pt x="411041" y="74450"/>
                </a:lnTo>
                <a:lnTo>
                  <a:pt x="412008" y="74200"/>
                </a:lnTo>
                <a:lnTo>
                  <a:pt x="413013" y="73964"/>
                </a:lnTo>
                <a:lnTo>
                  <a:pt x="414058" y="73740"/>
                </a:lnTo>
                <a:lnTo>
                  <a:pt x="415141" y="73530"/>
                </a:lnTo>
                <a:lnTo>
                  <a:pt x="416263" y="73332"/>
                </a:lnTo>
                <a:lnTo>
                  <a:pt x="417424" y="73148"/>
                </a:lnTo>
                <a:lnTo>
                  <a:pt x="418624" y="72976"/>
                </a:lnTo>
                <a:lnTo>
                  <a:pt x="419863" y="72818"/>
                </a:lnTo>
                <a:lnTo>
                  <a:pt x="421141" y="72673"/>
                </a:lnTo>
                <a:lnTo>
                  <a:pt x="422457" y="72541"/>
                </a:lnTo>
                <a:lnTo>
                  <a:pt x="423813" y="72422"/>
                </a:lnTo>
                <a:lnTo>
                  <a:pt x="425207" y="72316"/>
                </a:lnTo>
                <a:lnTo>
                  <a:pt x="426641" y="72223"/>
                </a:lnTo>
                <a:lnTo>
                  <a:pt x="428113" y="72143"/>
                </a:lnTo>
                <a:lnTo>
                  <a:pt x="429624" y="72076"/>
                </a:lnTo>
                <a:lnTo>
                  <a:pt x="431174" y="72022"/>
                </a:lnTo>
                <a:lnTo>
                  <a:pt x="432763" y="71981"/>
                </a:lnTo>
                <a:lnTo>
                  <a:pt x="434391" y="71954"/>
                </a:lnTo>
                <a:lnTo>
                  <a:pt x="434391" y="89113"/>
                </a:lnTo>
                <a:lnTo>
                  <a:pt x="434041" y="89617"/>
                </a:lnTo>
                <a:lnTo>
                  <a:pt x="433685" y="90112"/>
                </a:lnTo>
                <a:lnTo>
                  <a:pt x="433322" y="90599"/>
                </a:lnTo>
                <a:lnTo>
                  <a:pt x="432953" y="91078"/>
                </a:lnTo>
                <a:lnTo>
                  <a:pt x="432577" y="91549"/>
                </a:lnTo>
                <a:lnTo>
                  <a:pt x="432195" y="92012"/>
                </a:lnTo>
                <a:lnTo>
                  <a:pt x="431807" y="92466"/>
                </a:lnTo>
                <a:lnTo>
                  <a:pt x="431412" y="92913"/>
                </a:lnTo>
                <a:lnTo>
                  <a:pt x="431011" y="93352"/>
                </a:lnTo>
                <a:lnTo>
                  <a:pt x="430603" y="93782"/>
                </a:lnTo>
                <a:lnTo>
                  <a:pt x="430189" y="94205"/>
                </a:lnTo>
                <a:lnTo>
                  <a:pt x="429769" y="94619"/>
                </a:lnTo>
                <a:lnTo>
                  <a:pt x="429342" y="95025"/>
                </a:lnTo>
                <a:lnTo>
                  <a:pt x="428909" y="95424"/>
                </a:lnTo>
                <a:lnTo>
                  <a:pt x="428470" y="95814"/>
                </a:lnTo>
                <a:lnTo>
                  <a:pt x="428024" y="96196"/>
                </a:lnTo>
                <a:lnTo>
                  <a:pt x="427572" y="96570"/>
                </a:lnTo>
                <a:lnTo>
                  <a:pt x="427113" y="96936"/>
                </a:lnTo>
                <a:lnTo>
                  <a:pt x="426648" y="97294"/>
                </a:lnTo>
                <a:lnTo>
                  <a:pt x="426177" y="97643"/>
                </a:lnTo>
                <a:lnTo>
                  <a:pt x="425699" y="97985"/>
                </a:lnTo>
                <a:lnTo>
                  <a:pt x="425214" y="98319"/>
                </a:lnTo>
                <a:lnTo>
                  <a:pt x="424724" y="98644"/>
                </a:lnTo>
                <a:lnTo>
                  <a:pt x="424227" y="98962"/>
                </a:lnTo>
                <a:lnTo>
                  <a:pt x="423724" y="99268"/>
                </a:lnTo>
                <a:lnTo>
                  <a:pt x="423215" y="99562"/>
                </a:lnTo>
                <a:lnTo>
                  <a:pt x="422701" y="99843"/>
                </a:lnTo>
                <a:lnTo>
                  <a:pt x="422182" y="100111"/>
                </a:lnTo>
                <a:lnTo>
                  <a:pt x="421656" y="100365"/>
                </a:lnTo>
                <a:lnTo>
                  <a:pt x="421126" y="100607"/>
                </a:lnTo>
                <a:lnTo>
                  <a:pt x="420589" y="100836"/>
                </a:lnTo>
                <a:lnTo>
                  <a:pt x="420047" y="101051"/>
                </a:lnTo>
                <a:lnTo>
                  <a:pt x="419500" y="101253"/>
                </a:lnTo>
                <a:lnTo>
                  <a:pt x="418947" y="101443"/>
                </a:lnTo>
                <a:lnTo>
                  <a:pt x="418388" y="101619"/>
                </a:lnTo>
                <a:lnTo>
                  <a:pt x="417824" y="101782"/>
                </a:lnTo>
                <a:lnTo>
                  <a:pt x="417255" y="101932"/>
                </a:lnTo>
                <a:lnTo>
                  <a:pt x="416679" y="102070"/>
                </a:lnTo>
                <a:lnTo>
                  <a:pt x="416098" y="102194"/>
                </a:lnTo>
                <a:lnTo>
                  <a:pt x="415512" y="102305"/>
                </a:lnTo>
                <a:lnTo>
                  <a:pt x="414920" y="102403"/>
                </a:lnTo>
                <a:lnTo>
                  <a:pt x="414323" y="102487"/>
                </a:lnTo>
                <a:lnTo>
                  <a:pt x="413720" y="102559"/>
                </a:lnTo>
                <a:lnTo>
                  <a:pt x="413111" y="102618"/>
                </a:lnTo>
                <a:lnTo>
                  <a:pt x="412497" y="102664"/>
                </a:lnTo>
                <a:lnTo>
                  <a:pt x="411877" y="102696"/>
                </a:lnTo>
                <a:lnTo>
                  <a:pt x="411252" y="102716"/>
                </a:lnTo>
                <a:lnTo>
                  <a:pt x="410621" y="102723"/>
                </a:lnTo>
                <a:lnTo>
                  <a:pt x="410080" y="102716"/>
                </a:lnTo>
                <a:lnTo>
                  <a:pt x="409550" y="102698"/>
                </a:lnTo>
                <a:lnTo>
                  <a:pt x="409032" y="102666"/>
                </a:lnTo>
                <a:lnTo>
                  <a:pt x="408525" y="102623"/>
                </a:lnTo>
                <a:close/>
                <a:moveTo>
                  <a:pt x="783406" y="112832"/>
                </a:moveTo>
                <a:lnTo>
                  <a:pt x="784156" y="112768"/>
                </a:lnTo>
                <a:lnTo>
                  <a:pt x="784897" y="112692"/>
                </a:lnTo>
                <a:lnTo>
                  <a:pt x="785628" y="112604"/>
                </a:lnTo>
                <a:lnTo>
                  <a:pt x="786351" y="112504"/>
                </a:lnTo>
                <a:lnTo>
                  <a:pt x="787064" y="112393"/>
                </a:lnTo>
                <a:lnTo>
                  <a:pt x="787768" y="112270"/>
                </a:lnTo>
                <a:lnTo>
                  <a:pt x="788463" y="112136"/>
                </a:lnTo>
                <a:lnTo>
                  <a:pt x="789149" y="111989"/>
                </a:lnTo>
                <a:lnTo>
                  <a:pt x="789825" y="111831"/>
                </a:lnTo>
                <a:lnTo>
                  <a:pt x="790492" y="111661"/>
                </a:lnTo>
                <a:lnTo>
                  <a:pt x="791151" y="111480"/>
                </a:lnTo>
                <a:lnTo>
                  <a:pt x="791800" y="111286"/>
                </a:lnTo>
                <a:lnTo>
                  <a:pt x="792439" y="111082"/>
                </a:lnTo>
                <a:lnTo>
                  <a:pt x="793070" y="110865"/>
                </a:lnTo>
                <a:lnTo>
                  <a:pt x="793692" y="110636"/>
                </a:lnTo>
                <a:lnTo>
                  <a:pt x="794304" y="110396"/>
                </a:lnTo>
                <a:lnTo>
                  <a:pt x="794907" y="110145"/>
                </a:lnTo>
                <a:lnTo>
                  <a:pt x="795501" y="109881"/>
                </a:lnTo>
                <a:lnTo>
                  <a:pt x="796086" y="109606"/>
                </a:lnTo>
                <a:lnTo>
                  <a:pt x="796661" y="109320"/>
                </a:lnTo>
                <a:lnTo>
                  <a:pt x="797225" y="109024"/>
                </a:lnTo>
                <a:lnTo>
                  <a:pt x="797779" y="108718"/>
                </a:lnTo>
                <a:lnTo>
                  <a:pt x="798321" y="108402"/>
                </a:lnTo>
                <a:lnTo>
                  <a:pt x="798853" y="108077"/>
                </a:lnTo>
                <a:lnTo>
                  <a:pt x="799375" y="107741"/>
                </a:lnTo>
                <a:lnTo>
                  <a:pt x="799886" y="107396"/>
                </a:lnTo>
                <a:lnTo>
                  <a:pt x="800386" y="107041"/>
                </a:lnTo>
                <a:lnTo>
                  <a:pt x="800875" y="106677"/>
                </a:lnTo>
                <a:lnTo>
                  <a:pt x="801353" y="106302"/>
                </a:lnTo>
                <a:lnTo>
                  <a:pt x="801821" y="105917"/>
                </a:lnTo>
                <a:lnTo>
                  <a:pt x="802279" y="105523"/>
                </a:lnTo>
                <a:lnTo>
                  <a:pt x="802725" y="105119"/>
                </a:lnTo>
                <a:lnTo>
                  <a:pt x="803161" y="104705"/>
                </a:lnTo>
                <a:lnTo>
                  <a:pt x="803586" y="104281"/>
                </a:lnTo>
                <a:lnTo>
                  <a:pt x="804000" y="103848"/>
                </a:lnTo>
                <a:lnTo>
                  <a:pt x="804404" y="103405"/>
                </a:lnTo>
                <a:lnTo>
                  <a:pt x="804797" y="102951"/>
                </a:lnTo>
                <a:lnTo>
                  <a:pt x="805179" y="102488"/>
                </a:lnTo>
                <a:lnTo>
                  <a:pt x="805551" y="102015"/>
                </a:lnTo>
                <a:lnTo>
                  <a:pt x="805912" y="101533"/>
                </a:lnTo>
                <a:lnTo>
                  <a:pt x="806262" y="101040"/>
                </a:lnTo>
                <a:lnTo>
                  <a:pt x="806602" y="100538"/>
                </a:lnTo>
                <a:lnTo>
                  <a:pt x="806930" y="100026"/>
                </a:lnTo>
                <a:lnTo>
                  <a:pt x="807248" y="99504"/>
                </a:lnTo>
                <a:lnTo>
                  <a:pt x="807552" y="98975"/>
                </a:lnTo>
                <a:lnTo>
                  <a:pt x="807844" y="98437"/>
                </a:lnTo>
                <a:lnTo>
                  <a:pt x="808123" y="97891"/>
                </a:lnTo>
                <a:lnTo>
                  <a:pt x="808390" y="97336"/>
                </a:lnTo>
                <a:lnTo>
                  <a:pt x="808644" y="96774"/>
                </a:lnTo>
                <a:lnTo>
                  <a:pt x="808885" y="96203"/>
                </a:lnTo>
                <a:lnTo>
                  <a:pt x="809114" y="95624"/>
                </a:lnTo>
                <a:lnTo>
                  <a:pt x="809330" y="95036"/>
                </a:lnTo>
                <a:lnTo>
                  <a:pt x="809533" y="94441"/>
                </a:lnTo>
                <a:lnTo>
                  <a:pt x="809724" y="93837"/>
                </a:lnTo>
                <a:lnTo>
                  <a:pt x="809902" y="93225"/>
                </a:lnTo>
                <a:lnTo>
                  <a:pt x="810067" y="92605"/>
                </a:lnTo>
                <a:lnTo>
                  <a:pt x="810220" y="91976"/>
                </a:lnTo>
                <a:lnTo>
                  <a:pt x="810360" y="91339"/>
                </a:lnTo>
                <a:lnTo>
                  <a:pt x="810487" y="90694"/>
                </a:lnTo>
                <a:lnTo>
                  <a:pt x="810602" y="90041"/>
                </a:lnTo>
                <a:lnTo>
                  <a:pt x="810705" y="89380"/>
                </a:lnTo>
                <a:lnTo>
                  <a:pt x="810794" y="88710"/>
                </a:lnTo>
                <a:lnTo>
                  <a:pt x="810871" y="88032"/>
                </a:lnTo>
                <a:lnTo>
                  <a:pt x="810935" y="87346"/>
                </a:lnTo>
                <a:lnTo>
                  <a:pt x="810987" y="86651"/>
                </a:lnTo>
                <a:lnTo>
                  <a:pt x="811026" y="85948"/>
                </a:lnTo>
                <a:lnTo>
                  <a:pt x="811052" y="85237"/>
                </a:lnTo>
                <a:lnTo>
                  <a:pt x="797847" y="85237"/>
                </a:lnTo>
                <a:lnTo>
                  <a:pt x="797819" y="85934"/>
                </a:lnTo>
                <a:lnTo>
                  <a:pt x="797775" y="86617"/>
                </a:lnTo>
                <a:lnTo>
                  <a:pt x="797716" y="87287"/>
                </a:lnTo>
                <a:lnTo>
                  <a:pt x="797641" y="87942"/>
                </a:lnTo>
                <a:lnTo>
                  <a:pt x="797550" y="88584"/>
                </a:lnTo>
                <a:lnTo>
                  <a:pt x="797444" y="89212"/>
                </a:lnTo>
                <a:lnTo>
                  <a:pt x="797322" y="89827"/>
                </a:lnTo>
                <a:lnTo>
                  <a:pt x="797184" y="90427"/>
                </a:lnTo>
                <a:lnTo>
                  <a:pt x="797031" y="91014"/>
                </a:lnTo>
                <a:lnTo>
                  <a:pt x="796862" y="91587"/>
                </a:lnTo>
                <a:lnTo>
                  <a:pt x="796677" y="92146"/>
                </a:lnTo>
                <a:lnTo>
                  <a:pt x="796476" y="92692"/>
                </a:lnTo>
                <a:lnTo>
                  <a:pt x="796260" y="93223"/>
                </a:lnTo>
                <a:lnTo>
                  <a:pt x="796028" y="93741"/>
                </a:lnTo>
                <a:lnTo>
                  <a:pt x="795780" y="94245"/>
                </a:lnTo>
                <a:lnTo>
                  <a:pt x="795517" y="94736"/>
                </a:lnTo>
                <a:lnTo>
                  <a:pt x="795238" y="95212"/>
                </a:lnTo>
                <a:lnTo>
                  <a:pt x="794943" y="95675"/>
                </a:lnTo>
                <a:lnTo>
                  <a:pt x="794633" y="96124"/>
                </a:lnTo>
                <a:lnTo>
                  <a:pt x="794306" y="96559"/>
                </a:lnTo>
                <a:lnTo>
                  <a:pt x="793964" y="96981"/>
                </a:lnTo>
                <a:lnTo>
                  <a:pt x="793607" y="97389"/>
                </a:lnTo>
                <a:lnTo>
                  <a:pt x="793234" y="97783"/>
                </a:lnTo>
                <a:lnTo>
                  <a:pt x="792845" y="98163"/>
                </a:lnTo>
                <a:lnTo>
                  <a:pt x="792441" y="98528"/>
                </a:lnTo>
                <a:lnTo>
                  <a:pt x="792025" y="98878"/>
                </a:lnTo>
                <a:lnTo>
                  <a:pt x="791595" y="99213"/>
                </a:lnTo>
                <a:lnTo>
                  <a:pt x="791152" y="99532"/>
                </a:lnTo>
                <a:lnTo>
                  <a:pt x="790695" y="99835"/>
                </a:lnTo>
                <a:lnTo>
                  <a:pt x="790226" y="100123"/>
                </a:lnTo>
                <a:lnTo>
                  <a:pt x="789743" y="100395"/>
                </a:lnTo>
                <a:lnTo>
                  <a:pt x="789248" y="100651"/>
                </a:lnTo>
                <a:lnTo>
                  <a:pt x="788739" y="100893"/>
                </a:lnTo>
                <a:lnTo>
                  <a:pt x="788216" y="101118"/>
                </a:lnTo>
                <a:lnTo>
                  <a:pt x="787681" y="101328"/>
                </a:lnTo>
                <a:lnTo>
                  <a:pt x="787132" y="101522"/>
                </a:lnTo>
                <a:lnTo>
                  <a:pt x="786570" y="101701"/>
                </a:lnTo>
                <a:lnTo>
                  <a:pt x="785995" y="101865"/>
                </a:lnTo>
                <a:lnTo>
                  <a:pt x="785407" y="102012"/>
                </a:lnTo>
                <a:lnTo>
                  <a:pt x="784806" y="102145"/>
                </a:lnTo>
                <a:lnTo>
                  <a:pt x="784191" y="102261"/>
                </a:lnTo>
                <a:lnTo>
                  <a:pt x="783563" y="102362"/>
                </a:lnTo>
                <a:lnTo>
                  <a:pt x="782922" y="102448"/>
                </a:lnTo>
                <a:lnTo>
                  <a:pt x="782268" y="102518"/>
                </a:lnTo>
                <a:lnTo>
                  <a:pt x="781601" y="102572"/>
                </a:lnTo>
                <a:lnTo>
                  <a:pt x="780920" y="102611"/>
                </a:lnTo>
                <a:lnTo>
                  <a:pt x="780226" y="102635"/>
                </a:lnTo>
                <a:lnTo>
                  <a:pt x="779519" y="102642"/>
                </a:lnTo>
                <a:lnTo>
                  <a:pt x="778864" y="102635"/>
                </a:lnTo>
                <a:lnTo>
                  <a:pt x="778219" y="102614"/>
                </a:lnTo>
                <a:lnTo>
                  <a:pt x="777585" y="102579"/>
                </a:lnTo>
                <a:lnTo>
                  <a:pt x="776961" y="102530"/>
                </a:lnTo>
                <a:lnTo>
                  <a:pt x="776348" y="102466"/>
                </a:lnTo>
                <a:lnTo>
                  <a:pt x="775745" y="102389"/>
                </a:lnTo>
                <a:lnTo>
                  <a:pt x="775153" y="102298"/>
                </a:lnTo>
                <a:lnTo>
                  <a:pt x="774570" y="102192"/>
                </a:lnTo>
                <a:lnTo>
                  <a:pt x="773999" y="102072"/>
                </a:lnTo>
                <a:lnTo>
                  <a:pt x="773437" y="101939"/>
                </a:lnTo>
                <a:lnTo>
                  <a:pt x="772887" y="101791"/>
                </a:lnTo>
                <a:lnTo>
                  <a:pt x="772346" y="101629"/>
                </a:lnTo>
                <a:lnTo>
                  <a:pt x="771816" y="101453"/>
                </a:lnTo>
                <a:lnTo>
                  <a:pt x="771297" y="101263"/>
                </a:lnTo>
                <a:lnTo>
                  <a:pt x="770787" y="101059"/>
                </a:lnTo>
                <a:lnTo>
                  <a:pt x="770289" y="100841"/>
                </a:lnTo>
                <a:lnTo>
                  <a:pt x="769800" y="100608"/>
                </a:lnTo>
                <a:lnTo>
                  <a:pt x="769322" y="100362"/>
                </a:lnTo>
                <a:lnTo>
                  <a:pt x="768855" y="100102"/>
                </a:lnTo>
                <a:lnTo>
                  <a:pt x="768398" y="99827"/>
                </a:lnTo>
                <a:lnTo>
                  <a:pt x="767951" y="99539"/>
                </a:lnTo>
                <a:lnTo>
                  <a:pt x="767515" y="99236"/>
                </a:lnTo>
                <a:lnTo>
                  <a:pt x="767089" y="98919"/>
                </a:lnTo>
                <a:lnTo>
                  <a:pt x="766674" y="98588"/>
                </a:lnTo>
                <a:lnTo>
                  <a:pt x="766268" y="98246"/>
                </a:lnTo>
                <a:lnTo>
                  <a:pt x="765872" y="97894"/>
                </a:lnTo>
                <a:lnTo>
                  <a:pt x="765485" y="97533"/>
                </a:lnTo>
                <a:lnTo>
                  <a:pt x="765108" y="97162"/>
                </a:lnTo>
                <a:lnTo>
                  <a:pt x="764739" y="96783"/>
                </a:lnTo>
                <a:lnTo>
                  <a:pt x="764380" y="96394"/>
                </a:lnTo>
                <a:lnTo>
                  <a:pt x="764031" y="95996"/>
                </a:lnTo>
                <a:lnTo>
                  <a:pt x="763690" y="95589"/>
                </a:lnTo>
                <a:lnTo>
                  <a:pt x="763359" y="95172"/>
                </a:lnTo>
                <a:lnTo>
                  <a:pt x="763038" y="94746"/>
                </a:lnTo>
                <a:lnTo>
                  <a:pt x="762725" y="94311"/>
                </a:lnTo>
                <a:lnTo>
                  <a:pt x="762422" y="93867"/>
                </a:lnTo>
                <a:lnTo>
                  <a:pt x="762128" y="93414"/>
                </a:lnTo>
                <a:lnTo>
                  <a:pt x="761844" y="92951"/>
                </a:lnTo>
                <a:lnTo>
                  <a:pt x="761569" y="92479"/>
                </a:lnTo>
                <a:lnTo>
                  <a:pt x="761303" y="91998"/>
                </a:lnTo>
                <a:lnTo>
                  <a:pt x="761046" y="91508"/>
                </a:lnTo>
                <a:lnTo>
                  <a:pt x="760799" y="91008"/>
                </a:lnTo>
                <a:lnTo>
                  <a:pt x="760561" y="90499"/>
                </a:lnTo>
                <a:lnTo>
                  <a:pt x="760332" y="89981"/>
                </a:lnTo>
                <a:lnTo>
                  <a:pt x="760113" y="89454"/>
                </a:lnTo>
                <a:lnTo>
                  <a:pt x="759903" y="88917"/>
                </a:lnTo>
                <a:lnTo>
                  <a:pt x="759702" y="88371"/>
                </a:lnTo>
                <a:lnTo>
                  <a:pt x="759511" y="87816"/>
                </a:lnTo>
                <a:lnTo>
                  <a:pt x="759328" y="87255"/>
                </a:lnTo>
                <a:lnTo>
                  <a:pt x="759152" y="86688"/>
                </a:lnTo>
                <a:lnTo>
                  <a:pt x="758984" y="86117"/>
                </a:lnTo>
                <a:lnTo>
                  <a:pt x="758824" y="85542"/>
                </a:lnTo>
                <a:lnTo>
                  <a:pt x="758671" y="84961"/>
                </a:lnTo>
                <a:lnTo>
                  <a:pt x="758525" y="84377"/>
                </a:lnTo>
                <a:lnTo>
                  <a:pt x="758387" y="83788"/>
                </a:lnTo>
                <a:lnTo>
                  <a:pt x="758257" y="83194"/>
                </a:lnTo>
                <a:lnTo>
                  <a:pt x="758134" y="82596"/>
                </a:lnTo>
                <a:lnTo>
                  <a:pt x="758019" y="81993"/>
                </a:lnTo>
                <a:lnTo>
                  <a:pt x="757911" y="81385"/>
                </a:lnTo>
                <a:lnTo>
                  <a:pt x="757810" y="80773"/>
                </a:lnTo>
                <a:lnTo>
                  <a:pt x="757717" y="80157"/>
                </a:lnTo>
                <a:lnTo>
                  <a:pt x="757632" y="79536"/>
                </a:lnTo>
                <a:lnTo>
                  <a:pt x="757554" y="78910"/>
                </a:lnTo>
                <a:lnTo>
                  <a:pt x="757483" y="78280"/>
                </a:lnTo>
                <a:lnTo>
                  <a:pt x="757420" y="77646"/>
                </a:lnTo>
                <a:lnTo>
                  <a:pt x="757365" y="77006"/>
                </a:lnTo>
                <a:lnTo>
                  <a:pt x="757317" y="76363"/>
                </a:lnTo>
                <a:lnTo>
                  <a:pt x="757277" y="75714"/>
                </a:lnTo>
                <a:lnTo>
                  <a:pt x="757244" y="75061"/>
                </a:lnTo>
                <a:lnTo>
                  <a:pt x="757218" y="74404"/>
                </a:lnTo>
                <a:lnTo>
                  <a:pt x="757200" y="73742"/>
                </a:lnTo>
                <a:lnTo>
                  <a:pt x="757190" y="73076"/>
                </a:lnTo>
                <a:lnTo>
                  <a:pt x="810732" y="73076"/>
                </a:lnTo>
                <a:lnTo>
                  <a:pt x="810745" y="73011"/>
                </a:lnTo>
                <a:lnTo>
                  <a:pt x="810758" y="72944"/>
                </a:lnTo>
                <a:lnTo>
                  <a:pt x="810770" y="72873"/>
                </a:lnTo>
                <a:lnTo>
                  <a:pt x="810782" y="72799"/>
                </a:lnTo>
                <a:lnTo>
                  <a:pt x="810794" y="72721"/>
                </a:lnTo>
                <a:lnTo>
                  <a:pt x="810805" y="72640"/>
                </a:lnTo>
                <a:lnTo>
                  <a:pt x="810815" y="72556"/>
                </a:lnTo>
                <a:lnTo>
                  <a:pt x="810825" y="72468"/>
                </a:lnTo>
                <a:lnTo>
                  <a:pt x="810835" y="72377"/>
                </a:lnTo>
                <a:lnTo>
                  <a:pt x="810845" y="72283"/>
                </a:lnTo>
                <a:lnTo>
                  <a:pt x="810854" y="72186"/>
                </a:lnTo>
                <a:lnTo>
                  <a:pt x="810862" y="72085"/>
                </a:lnTo>
                <a:lnTo>
                  <a:pt x="810870" y="71980"/>
                </a:lnTo>
                <a:lnTo>
                  <a:pt x="810878" y="71873"/>
                </a:lnTo>
                <a:lnTo>
                  <a:pt x="810885" y="71762"/>
                </a:lnTo>
                <a:lnTo>
                  <a:pt x="810892" y="71648"/>
                </a:lnTo>
                <a:lnTo>
                  <a:pt x="810899" y="71530"/>
                </a:lnTo>
                <a:lnTo>
                  <a:pt x="810905" y="71409"/>
                </a:lnTo>
                <a:lnTo>
                  <a:pt x="810910" y="71285"/>
                </a:lnTo>
                <a:lnTo>
                  <a:pt x="810915" y="71158"/>
                </a:lnTo>
                <a:lnTo>
                  <a:pt x="810920" y="71027"/>
                </a:lnTo>
                <a:lnTo>
                  <a:pt x="810925" y="70893"/>
                </a:lnTo>
                <a:lnTo>
                  <a:pt x="810929" y="70755"/>
                </a:lnTo>
                <a:lnTo>
                  <a:pt x="810932" y="70614"/>
                </a:lnTo>
                <a:lnTo>
                  <a:pt x="810935" y="70472"/>
                </a:lnTo>
                <a:lnTo>
                  <a:pt x="810939" y="70332"/>
                </a:lnTo>
                <a:lnTo>
                  <a:pt x="810942" y="70194"/>
                </a:lnTo>
                <a:lnTo>
                  <a:pt x="810944" y="70057"/>
                </a:lnTo>
                <a:lnTo>
                  <a:pt x="810947" y="69922"/>
                </a:lnTo>
                <a:lnTo>
                  <a:pt x="810950" y="69788"/>
                </a:lnTo>
                <a:lnTo>
                  <a:pt x="810952" y="69656"/>
                </a:lnTo>
                <a:lnTo>
                  <a:pt x="810954" y="69525"/>
                </a:lnTo>
                <a:lnTo>
                  <a:pt x="810957" y="69396"/>
                </a:lnTo>
                <a:lnTo>
                  <a:pt x="810959" y="69269"/>
                </a:lnTo>
                <a:lnTo>
                  <a:pt x="810960" y="69143"/>
                </a:lnTo>
                <a:lnTo>
                  <a:pt x="810962" y="69019"/>
                </a:lnTo>
                <a:lnTo>
                  <a:pt x="810964" y="68896"/>
                </a:lnTo>
                <a:lnTo>
                  <a:pt x="810965" y="68775"/>
                </a:lnTo>
                <a:lnTo>
                  <a:pt x="810967" y="68655"/>
                </a:lnTo>
                <a:lnTo>
                  <a:pt x="810968" y="68538"/>
                </a:lnTo>
                <a:lnTo>
                  <a:pt x="810969" y="68421"/>
                </a:lnTo>
                <a:lnTo>
                  <a:pt x="810970" y="68307"/>
                </a:lnTo>
                <a:lnTo>
                  <a:pt x="810970" y="68194"/>
                </a:lnTo>
                <a:lnTo>
                  <a:pt x="810971" y="68082"/>
                </a:lnTo>
                <a:lnTo>
                  <a:pt x="810972" y="67972"/>
                </a:lnTo>
                <a:lnTo>
                  <a:pt x="810972" y="67864"/>
                </a:lnTo>
                <a:lnTo>
                  <a:pt x="810972" y="67757"/>
                </a:lnTo>
                <a:lnTo>
                  <a:pt x="810972" y="67652"/>
                </a:lnTo>
                <a:lnTo>
                  <a:pt x="810957" y="66102"/>
                </a:lnTo>
                <a:lnTo>
                  <a:pt x="810912" y="64583"/>
                </a:lnTo>
                <a:lnTo>
                  <a:pt x="810836" y="63095"/>
                </a:lnTo>
                <a:lnTo>
                  <a:pt x="810730" y="61636"/>
                </a:lnTo>
                <a:lnTo>
                  <a:pt x="810594" y="60209"/>
                </a:lnTo>
                <a:lnTo>
                  <a:pt x="810427" y="58811"/>
                </a:lnTo>
                <a:lnTo>
                  <a:pt x="810230" y="57444"/>
                </a:lnTo>
                <a:lnTo>
                  <a:pt x="810003" y="56108"/>
                </a:lnTo>
                <a:lnTo>
                  <a:pt x="809745" y="54802"/>
                </a:lnTo>
                <a:lnTo>
                  <a:pt x="809458" y="53526"/>
                </a:lnTo>
                <a:lnTo>
                  <a:pt x="809140" y="52281"/>
                </a:lnTo>
                <a:lnTo>
                  <a:pt x="808791" y="51066"/>
                </a:lnTo>
                <a:lnTo>
                  <a:pt x="808413" y="49881"/>
                </a:lnTo>
                <a:lnTo>
                  <a:pt x="808004" y="48727"/>
                </a:lnTo>
                <a:lnTo>
                  <a:pt x="807564" y="47604"/>
                </a:lnTo>
                <a:lnTo>
                  <a:pt x="807095" y="46511"/>
                </a:lnTo>
                <a:lnTo>
                  <a:pt x="806595" y="45448"/>
                </a:lnTo>
                <a:lnTo>
                  <a:pt x="806065" y="44416"/>
                </a:lnTo>
                <a:lnTo>
                  <a:pt x="805505" y="43414"/>
                </a:lnTo>
                <a:lnTo>
                  <a:pt x="804914" y="42443"/>
                </a:lnTo>
                <a:lnTo>
                  <a:pt x="804293" y="41502"/>
                </a:lnTo>
                <a:lnTo>
                  <a:pt x="803642" y="40591"/>
                </a:lnTo>
                <a:lnTo>
                  <a:pt x="802960" y="39711"/>
                </a:lnTo>
                <a:lnTo>
                  <a:pt x="802249" y="38861"/>
                </a:lnTo>
                <a:lnTo>
                  <a:pt x="801510" y="38044"/>
                </a:lnTo>
                <a:lnTo>
                  <a:pt x="800748" y="37262"/>
                </a:lnTo>
                <a:lnTo>
                  <a:pt x="799963" y="36514"/>
                </a:lnTo>
                <a:lnTo>
                  <a:pt x="799154" y="35801"/>
                </a:lnTo>
                <a:lnTo>
                  <a:pt x="798322" y="35123"/>
                </a:lnTo>
                <a:lnTo>
                  <a:pt x="797467" y="34480"/>
                </a:lnTo>
                <a:lnTo>
                  <a:pt x="796588" y="33871"/>
                </a:lnTo>
                <a:lnTo>
                  <a:pt x="795686" y="33297"/>
                </a:lnTo>
                <a:lnTo>
                  <a:pt x="794760" y="32758"/>
                </a:lnTo>
                <a:lnTo>
                  <a:pt x="793812" y="32254"/>
                </a:lnTo>
                <a:lnTo>
                  <a:pt x="792840" y="31784"/>
                </a:lnTo>
                <a:lnTo>
                  <a:pt x="791844" y="31350"/>
                </a:lnTo>
                <a:lnTo>
                  <a:pt x="790825" y="30950"/>
                </a:lnTo>
                <a:lnTo>
                  <a:pt x="789783" y="30584"/>
                </a:lnTo>
                <a:lnTo>
                  <a:pt x="788718" y="30254"/>
                </a:lnTo>
                <a:lnTo>
                  <a:pt x="787629" y="29959"/>
                </a:lnTo>
                <a:lnTo>
                  <a:pt x="786517" y="29698"/>
                </a:lnTo>
                <a:lnTo>
                  <a:pt x="785382" y="29472"/>
                </a:lnTo>
                <a:lnTo>
                  <a:pt x="784223" y="29280"/>
                </a:lnTo>
                <a:lnTo>
                  <a:pt x="783041" y="29124"/>
                </a:lnTo>
                <a:lnTo>
                  <a:pt x="781835" y="29002"/>
                </a:lnTo>
                <a:lnTo>
                  <a:pt x="780606" y="28915"/>
                </a:lnTo>
                <a:lnTo>
                  <a:pt x="779354" y="28863"/>
                </a:lnTo>
                <a:lnTo>
                  <a:pt x="778079" y="28846"/>
                </a:lnTo>
                <a:lnTo>
                  <a:pt x="777125" y="28855"/>
                </a:lnTo>
                <a:lnTo>
                  <a:pt x="776185" y="28883"/>
                </a:lnTo>
                <a:lnTo>
                  <a:pt x="775258" y="28929"/>
                </a:lnTo>
                <a:lnTo>
                  <a:pt x="774345" y="28994"/>
                </a:lnTo>
                <a:lnTo>
                  <a:pt x="773445" y="29077"/>
                </a:lnTo>
                <a:lnTo>
                  <a:pt x="772559" y="29179"/>
                </a:lnTo>
                <a:lnTo>
                  <a:pt x="771686" y="29300"/>
                </a:lnTo>
                <a:lnTo>
                  <a:pt x="770827" y="29439"/>
                </a:lnTo>
                <a:lnTo>
                  <a:pt x="769981" y="29596"/>
                </a:lnTo>
                <a:lnTo>
                  <a:pt x="769148" y="29772"/>
                </a:lnTo>
                <a:lnTo>
                  <a:pt x="768330" y="29967"/>
                </a:lnTo>
                <a:lnTo>
                  <a:pt x="767524" y="30180"/>
                </a:lnTo>
                <a:lnTo>
                  <a:pt x="766732" y="30411"/>
                </a:lnTo>
                <a:lnTo>
                  <a:pt x="765954" y="30661"/>
                </a:lnTo>
                <a:lnTo>
                  <a:pt x="765189" y="30930"/>
                </a:lnTo>
                <a:lnTo>
                  <a:pt x="764437" y="31217"/>
                </a:lnTo>
                <a:lnTo>
                  <a:pt x="763699" y="31523"/>
                </a:lnTo>
                <a:lnTo>
                  <a:pt x="762975" y="31847"/>
                </a:lnTo>
                <a:lnTo>
                  <a:pt x="762264" y="32190"/>
                </a:lnTo>
                <a:lnTo>
                  <a:pt x="761566" y="32551"/>
                </a:lnTo>
                <a:lnTo>
                  <a:pt x="760882" y="32931"/>
                </a:lnTo>
                <a:lnTo>
                  <a:pt x="760211" y="33329"/>
                </a:lnTo>
                <a:lnTo>
                  <a:pt x="759554" y="33746"/>
                </a:lnTo>
                <a:lnTo>
                  <a:pt x="758911" y="34182"/>
                </a:lnTo>
                <a:lnTo>
                  <a:pt x="758280" y="34633"/>
                </a:lnTo>
                <a:lnTo>
                  <a:pt x="757664" y="35100"/>
                </a:lnTo>
                <a:lnTo>
                  <a:pt x="757060" y="35580"/>
                </a:lnTo>
                <a:lnTo>
                  <a:pt x="756471" y="36075"/>
                </a:lnTo>
                <a:lnTo>
                  <a:pt x="755894" y="36584"/>
                </a:lnTo>
                <a:lnTo>
                  <a:pt x="755332" y="37108"/>
                </a:lnTo>
                <a:lnTo>
                  <a:pt x="754782" y="37645"/>
                </a:lnTo>
                <a:lnTo>
                  <a:pt x="754246" y="38198"/>
                </a:lnTo>
                <a:lnTo>
                  <a:pt x="753724" y="38764"/>
                </a:lnTo>
                <a:lnTo>
                  <a:pt x="753215" y="39345"/>
                </a:lnTo>
                <a:lnTo>
                  <a:pt x="752720" y="39940"/>
                </a:lnTo>
                <a:lnTo>
                  <a:pt x="752238" y="40550"/>
                </a:lnTo>
                <a:lnTo>
                  <a:pt x="751769" y="41174"/>
                </a:lnTo>
                <a:lnTo>
                  <a:pt x="751314" y="41812"/>
                </a:lnTo>
                <a:lnTo>
                  <a:pt x="750873" y="42464"/>
                </a:lnTo>
                <a:lnTo>
                  <a:pt x="750445" y="43131"/>
                </a:lnTo>
                <a:lnTo>
                  <a:pt x="750030" y="43813"/>
                </a:lnTo>
                <a:lnTo>
                  <a:pt x="749629" y="44508"/>
                </a:lnTo>
                <a:lnTo>
                  <a:pt x="749242" y="45218"/>
                </a:lnTo>
                <a:lnTo>
                  <a:pt x="748868" y="45942"/>
                </a:lnTo>
                <a:lnTo>
                  <a:pt x="748507" y="46681"/>
                </a:lnTo>
                <a:lnTo>
                  <a:pt x="748160" y="47434"/>
                </a:lnTo>
                <a:lnTo>
                  <a:pt x="747826" y="48201"/>
                </a:lnTo>
                <a:lnTo>
                  <a:pt x="747506" y="48982"/>
                </a:lnTo>
                <a:lnTo>
                  <a:pt x="747199" y="49776"/>
                </a:lnTo>
                <a:lnTo>
                  <a:pt x="746905" y="50581"/>
                </a:lnTo>
                <a:lnTo>
                  <a:pt x="746624" y="51395"/>
                </a:lnTo>
                <a:lnTo>
                  <a:pt x="746356" y="52220"/>
                </a:lnTo>
                <a:lnTo>
                  <a:pt x="746102" y="53055"/>
                </a:lnTo>
                <a:lnTo>
                  <a:pt x="745860" y="53900"/>
                </a:lnTo>
                <a:lnTo>
                  <a:pt x="745632" y="54755"/>
                </a:lnTo>
                <a:lnTo>
                  <a:pt x="745416" y="55621"/>
                </a:lnTo>
                <a:lnTo>
                  <a:pt x="745214" y="56497"/>
                </a:lnTo>
                <a:lnTo>
                  <a:pt x="745024" y="57383"/>
                </a:lnTo>
                <a:lnTo>
                  <a:pt x="744848" y="58280"/>
                </a:lnTo>
                <a:lnTo>
                  <a:pt x="744685" y="59187"/>
                </a:lnTo>
                <a:lnTo>
                  <a:pt x="744534" y="60104"/>
                </a:lnTo>
                <a:lnTo>
                  <a:pt x="744397" y="61031"/>
                </a:lnTo>
                <a:lnTo>
                  <a:pt x="744273" y="61969"/>
                </a:lnTo>
                <a:lnTo>
                  <a:pt x="744162" y="62917"/>
                </a:lnTo>
                <a:lnTo>
                  <a:pt x="744064" y="63875"/>
                </a:lnTo>
                <a:lnTo>
                  <a:pt x="743979" y="64843"/>
                </a:lnTo>
                <a:lnTo>
                  <a:pt x="743908" y="65822"/>
                </a:lnTo>
                <a:lnTo>
                  <a:pt x="743849" y="66811"/>
                </a:lnTo>
                <a:lnTo>
                  <a:pt x="743803" y="67810"/>
                </a:lnTo>
                <a:lnTo>
                  <a:pt x="743770" y="68820"/>
                </a:lnTo>
                <a:lnTo>
                  <a:pt x="743751" y="69840"/>
                </a:lnTo>
                <a:lnTo>
                  <a:pt x="743744" y="70870"/>
                </a:lnTo>
                <a:lnTo>
                  <a:pt x="743751" y="71859"/>
                </a:lnTo>
                <a:lnTo>
                  <a:pt x="743771" y="72840"/>
                </a:lnTo>
                <a:lnTo>
                  <a:pt x="743805" y="73813"/>
                </a:lnTo>
                <a:lnTo>
                  <a:pt x="743852" y="74778"/>
                </a:lnTo>
                <a:lnTo>
                  <a:pt x="743913" y="75735"/>
                </a:lnTo>
                <a:lnTo>
                  <a:pt x="743987" y="76683"/>
                </a:lnTo>
                <a:lnTo>
                  <a:pt x="744074" y="77623"/>
                </a:lnTo>
                <a:lnTo>
                  <a:pt x="744176" y="78555"/>
                </a:lnTo>
                <a:lnTo>
                  <a:pt x="744290" y="79478"/>
                </a:lnTo>
                <a:lnTo>
                  <a:pt x="744418" y="80394"/>
                </a:lnTo>
                <a:lnTo>
                  <a:pt x="744560" y="81301"/>
                </a:lnTo>
                <a:lnTo>
                  <a:pt x="744715" y="82199"/>
                </a:lnTo>
                <a:lnTo>
                  <a:pt x="744883" y="83090"/>
                </a:lnTo>
                <a:lnTo>
                  <a:pt x="745065" y="83972"/>
                </a:lnTo>
                <a:lnTo>
                  <a:pt x="745261" y="84846"/>
                </a:lnTo>
                <a:lnTo>
                  <a:pt x="745469" y="85712"/>
                </a:lnTo>
                <a:lnTo>
                  <a:pt x="745692" y="86570"/>
                </a:lnTo>
                <a:lnTo>
                  <a:pt x="745928" y="87419"/>
                </a:lnTo>
                <a:lnTo>
                  <a:pt x="746177" y="88260"/>
                </a:lnTo>
                <a:lnTo>
                  <a:pt x="746440" y="89093"/>
                </a:lnTo>
                <a:lnTo>
                  <a:pt x="746716" y="89917"/>
                </a:lnTo>
                <a:lnTo>
                  <a:pt x="747006" y="90733"/>
                </a:lnTo>
                <a:lnTo>
                  <a:pt x="747309" y="91541"/>
                </a:lnTo>
                <a:lnTo>
                  <a:pt x="747626" y="92341"/>
                </a:lnTo>
                <a:lnTo>
                  <a:pt x="747956" y="93130"/>
                </a:lnTo>
                <a:lnTo>
                  <a:pt x="748301" y="93905"/>
                </a:lnTo>
                <a:lnTo>
                  <a:pt x="748659" y="94665"/>
                </a:lnTo>
                <a:lnTo>
                  <a:pt x="749032" y="95412"/>
                </a:lnTo>
                <a:lnTo>
                  <a:pt x="749419" y="96146"/>
                </a:lnTo>
                <a:lnTo>
                  <a:pt x="749819" y="96865"/>
                </a:lnTo>
                <a:lnTo>
                  <a:pt x="750234" y="97570"/>
                </a:lnTo>
                <a:lnTo>
                  <a:pt x="750663" y="98262"/>
                </a:lnTo>
                <a:lnTo>
                  <a:pt x="751105" y="98939"/>
                </a:lnTo>
                <a:lnTo>
                  <a:pt x="751562" y="99603"/>
                </a:lnTo>
                <a:lnTo>
                  <a:pt x="752033" y="100253"/>
                </a:lnTo>
                <a:lnTo>
                  <a:pt x="752518" y="100888"/>
                </a:lnTo>
                <a:lnTo>
                  <a:pt x="753017" y="101510"/>
                </a:lnTo>
                <a:lnTo>
                  <a:pt x="753530" y="102118"/>
                </a:lnTo>
                <a:lnTo>
                  <a:pt x="754057" y="102713"/>
                </a:lnTo>
                <a:lnTo>
                  <a:pt x="754598" y="103293"/>
                </a:lnTo>
                <a:lnTo>
                  <a:pt x="755153" y="103859"/>
                </a:lnTo>
                <a:lnTo>
                  <a:pt x="755722" y="104412"/>
                </a:lnTo>
                <a:lnTo>
                  <a:pt x="756305" y="104950"/>
                </a:lnTo>
                <a:lnTo>
                  <a:pt x="756902" y="105475"/>
                </a:lnTo>
                <a:lnTo>
                  <a:pt x="757513" y="105986"/>
                </a:lnTo>
                <a:lnTo>
                  <a:pt x="758138" y="106483"/>
                </a:lnTo>
                <a:lnTo>
                  <a:pt x="758778" y="106966"/>
                </a:lnTo>
                <a:lnTo>
                  <a:pt x="759431" y="107435"/>
                </a:lnTo>
                <a:lnTo>
                  <a:pt x="760098" y="107887"/>
                </a:lnTo>
                <a:lnTo>
                  <a:pt x="760781" y="108320"/>
                </a:lnTo>
                <a:lnTo>
                  <a:pt x="761478" y="108734"/>
                </a:lnTo>
                <a:lnTo>
                  <a:pt x="762190" y="109129"/>
                </a:lnTo>
                <a:lnTo>
                  <a:pt x="762916" y="109504"/>
                </a:lnTo>
                <a:lnTo>
                  <a:pt x="763658" y="109860"/>
                </a:lnTo>
                <a:lnTo>
                  <a:pt x="764414" y="110197"/>
                </a:lnTo>
                <a:lnTo>
                  <a:pt x="765184" y="110515"/>
                </a:lnTo>
                <a:lnTo>
                  <a:pt x="765970" y="110813"/>
                </a:lnTo>
                <a:lnTo>
                  <a:pt x="766770" y="111092"/>
                </a:lnTo>
                <a:lnTo>
                  <a:pt x="767585" y="111352"/>
                </a:lnTo>
                <a:lnTo>
                  <a:pt x="768415" y="111593"/>
                </a:lnTo>
                <a:lnTo>
                  <a:pt x="769259" y="111814"/>
                </a:lnTo>
                <a:lnTo>
                  <a:pt x="770118" y="112016"/>
                </a:lnTo>
                <a:lnTo>
                  <a:pt x="770992" y="112199"/>
                </a:lnTo>
                <a:lnTo>
                  <a:pt x="771880" y="112363"/>
                </a:lnTo>
                <a:lnTo>
                  <a:pt x="772784" y="112507"/>
                </a:lnTo>
                <a:lnTo>
                  <a:pt x="773702" y="112632"/>
                </a:lnTo>
                <a:lnTo>
                  <a:pt x="774634" y="112738"/>
                </a:lnTo>
                <a:lnTo>
                  <a:pt x="775582" y="112825"/>
                </a:lnTo>
                <a:lnTo>
                  <a:pt x="776544" y="112892"/>
                </a:lnTo>
                <a:lnTo>
                  <a:pt x="777521" y="112940"/>
                </a:lnTo>
                <a:lnTo>
                  <a:pt x="778513" y="112969"/>
                </a:lnTo>
                <a:lnTo>
                  <a:pt x="779519" y="112979"/>
                </a:lnTo>
                <a:lnTo>
                  <a:pt x="780315" y="112973"/>
                </a:lnTo>
                <a:lnTo>
                  <a:pt x="781101" y="112955"/>
                </a:lnTo>
                <a:lnTo>
                  <a:pt x="781879" y="112926"/>
                </a:lnTo>
                <a:lnTo>
                  <a:pt x="782647" y="112885"/>
                </a:lnTo>
                <a:lnTo>
                  <a:pt x="783406" y="112832"/>
                </a:lnTo>
                <a:close/>
                <a:moveTo>
                  <a:pt x="757856" y="58613"/>
                </a:moveTo>
                <a:lnTo>
                  <a:pt x="758018" y="57734"/>
                </a:lnTo>
                <a:lnTo>
                  <a:pt x="758194" y="56876"/>
                </a:lnTo>
                <a:lnTo>
                  <a:pt x="758386" y="56036"/>
                </a:lnTo>
                <a:lnTo>
                  <a:pt x="758592" y="55217"/>
                </a:lnTo>
                <a:lnTo>
                  <a:pt x="758814" y="54417"/>
                </a:lnTo>
                <a:lnTo>
                  <a:pt x="759050" y="53637"/>
                </a:lnTo>
                <a:lnTo>
                  <a:pt x="759301" y="52876"/>
                </a:lnTo>
                <a:lnTo>
                  <a:pt x="759567" y="52135"/>
                </a:lnTo>
                <a:lnTo>
                  <a:pt x="759847" y="51414"/>
                </a:lnTo>
                <a:lnTo>
                  <a:pt x="760143" y="50712"/>
                </a:lnTo>
                <a:lnTo>
                  <a:pt x="760453" y="50030"/>
                </a:lnTo>
                <a:lnTo>
                  <a:pt x="760779" y="49368"/>
                </a:lnTo>
                <a:lnTo>
                  <a:pt x="761119" y="48725"/>
                </a:lnTo>
                <a:lnTo>
                  <a:pt x="761474" y="48102"/>
                </a:lnTo>
                <a:lnTo>
                  <a:pt x="761844" y="47499"/>
                </a:lnTo>
                <a:lnTo>
                  <a:pt x="762229" y="46915"/>
                </a:lnTo>
                <a:lnTo>
                  <a:pt x="762628" y="46351"/>
                </a:lnTo>
                <a:lnTo>
                  <a:pt x="763043" y="45806"/>
                </a:lnTo>
                <a:lnTo>
                  <a:pt x="763472" y="45282"/>
                </a:lnTo>
                <a:lnTo>
                  <a:pt x="763916" y="44777"/>
                </a:lnTo>
                <a:lnTo>
                  <a:pt x="764375" y="44295"/>
                </a:lnTo>
                <a:lnTo>
                  <a:pt x="764847" y="43833"/>
                </a:lnTo>
                <a:lnTo>
                  <a:pt x="765334" y="43393"/>
                </a:lnTo>
                <a:lnTo>
                  <a:pt x="765836" y="42975"/>
                </a:lnTo>
                <a:lnTo>
                  <a:pt x="766351" y="42578"/>
                </a:lnTo>
                <a:lnTo>
                  <a:pt x="766881" y="42202"/>
                </a:lnTo>
                <a:lnTo>
                  <a:pt x="767425" y="41848"/>
                </a:lnTo>
                <a:lnTo>
                  <a:pt x="767984" y="41516"/>
                </a:lnTo>
                <a:lnTo>
                  <a:pt x="768557" y="41205"/>
                </a:lnTo>
                <a:lnTo>
                  <a:pt x="769144" y="40915"/>
                </a:lnTo>
                <a:lnTo>
                  <a:pt x="769745" y="40647"/>
                </a:lnTo>
                <a:lnTo>
                  <a:pt x="770361" y="40400"/>
                </a:lnTo>
                <a:lnTo>
                  <a:pt x="770991" y="40175"/>
                </a:lnTo>
                <a:lnTo>
                  <a:pt x="771635" y="39971"/>
                </a:lnTo>
                <a:lnTo>
                  <a:pt x="772294" y="39789"/>
                </a:lnTo>
                <a:lnTo>
                  <a:pt x="772967" y="39628"/>
                </a:lnTo>
                <a:lnTo>
                  <a:pt x="773654" y="39488"/>
                </a:lnTo>
                <a:lnTo>
                  <a:pt x="774356" y="39370"/>
                </a:lnTo>
                <a:lnTo>
                  <a:pt x="775072" y="39274"/>
                </a:lnTo>
                <a:lnTo>
                  <a:pt x="775802" y="39198"/>
                </a:lnTo>
                <a:lnTo>
                  <a:pt x="776546" y="39145"/>
                </a:lnTo>
                <a:lnTo>
                  <a:pt x="777305" y="39113"/>
                </a:lnTo>
                <a:lnTo>
                  <a:pt x="778079" y="39102"/>
                </a:lnTo>
                <a:lnTo>
                  <a:pt x="778838" y="39113"/>
                </a:lnTo>
                <a:lnTo>
                  <a:pt x="779584" y="39145"/>
                </a:lnTo>
                <a:lnTo>
                  <a:pt x="780316" y="39199"/>
                </a:lnTo>
                <a:lnTo>
                  <a:pt x="781033" y="39275"/>
                </a:lnTo>
                <a:lnTo>
                  <a:pt x="781736" y="39372"/>
                </a:lnTo>
                <a:lnTo>
                  <a:pt x="782425" y="39491"/>
                </a:lnTo>
                <a:lnTo>
                  <a:pt x="783100" y="39631"/>
                </a:lnTo>
                <a:lnTo>
                  <a:pt x="783761" y="39793"/>
                </a:lnTo>
                <a:lnTo>
                  <a:pt x="784407" y="39977"/>
                </a:lnTo>
                <a:lnTo>
                  <a:pt x="785040" y="40182"/>
                </a:lnTo>
                <a:lnTo>
                  <a:pt x="785658" y="40409"/>
                </a:lnTo>
                <a:lnTo>
                  <a:pt x="786262" y="40657"/>
                </a:lnTo>
                <a:lnTo>
                  <a:pt x="786852" y="40928"/>
                </a:lnTo>
                <a:lnTo>
                  <a:pt x="787427" y="41219"/>
                </a:lnTo>
                <a:lnTo>
                  <a:pt x="787989" y="41532"/>
                </a:lnTo>
                <a:lnTo>
                  <a:pt x="788536" y="41867"/>
                </a:lnTo>
                <a:lnTo>
                  <a:pt x="789069" y="42224"/>
                </a:lnTo>
                <a:lnTo>
                  <a:pt x="789588" y="42602"/>
                </a:lnTo>
                <a:lnTo>
                  <a:pt x="790093" y="43002"/>
                </a:lnTo>
                <a:lnTo>
                  <a:pt x="790584" y="43423"/>
                </a:lnTo>
                <a:lnTo>
                  <a:pt x="791060" y="43866"/>
                </a:lnTo>
                <a:lnTo>
                  <a:pt x="791522" y="44330"/>
                </a:lnTo>
                <a:lnTo>
                  <a:pt x="791971" y="44816"/>
                </a:lnTo>
                <a:lnTo>
                  <a:pt x="792404" y="45324"/>
                </a:lnTo>
                <a:lnTo>
                  <a:pt x="792823" y="45852"/>
                </a:lnTo>
                <a:lnTo>
                  <a:pt x="793224" y="46400"/>
                </a:lnTo>
                <a:lnTo>
                  <a:pt x="793609" y="46966"/>
                </a:lnTo>
                <a:lnTo>
                  <a:pt x="793976" y="47552"/>
                </a:lnTo>
                <a:lnTo>
                  <a:pt x="794327" y="48157"/>
                </a:lnTo>
                <a:lnTo>
                  <a:pt x="794660" y="48781"/>
                </a:lnTo>
                <a:lnTo>
                  <a:pt x="794977" y="49424"/>
                </a:lnTo>
                <a:lnTo>
                  <a:pt x="795277" y="50087"/>
                </a:lnTo>
                <a:lnTo>
                  <a:pt x="795560" y="50769"/>
                </a:lnTo>
                <a:lnTo>
                  <a:pt x="795825" y="51470"/>
                </a:lnTo>
                <a:lnTo>
                  <a:pt x="796074" y="52190"/>
                </a:lnTo>
                <a:lnTo>
                  <a:pt x="796306" y="52929"/>
                </a:lnTo>
                <a:lnTo>
                  <a:pt x="796521" y="53688"/>
                </a:lnTo>
                <a:lnTo>
                  <a:pt x="796719" y="54466"/>
                </a:lnTo>
                <a:lnTo>
                  <a:pt x="796900" y="55263"/>
                </a:lnTo>
                <a:lnTo>
                  <a:pt x="797064" y="56079"/>
                </a:lnTo>
                <a:lnTo>
                  <a:pt x="797211" y="56914"/>
                </a:lnTo>
                <a:lnTo>
                  <a:pt x="797341" y="57769"/>
                </a:lnTo>
                <a:lnTo>
                  <a:pt x="797455" y="58643"/>
                </a:lnTo>
                <a:lnTo>
                  <a:pt x="797551" y="59536"/>
                </a:lnTo>
                <a:lnTo>
                  <a:pt x="797630" y="60448"/>
                </a:lnTo>
                <a:lnTo>
                  <a:pt x="797693" y="61380"/>
                </a:lnTo>
                <a:lnTo>
                  <a:pt x="797738" y="62330"/>
                </a:lnTo>
                <a:lnTo>
                  <a:pt x="797767" y="63300"/>
                </a:lnTo>
                <a:lnTo>
                  <a:pt x="757270" y="63300"/>
                </a:lnTo>
                <a:lnTo>
                  <a:pt x="757357" y="62323"/>
                </a:lnTo>
                <a:lnTo>
                  <a:pt x="757460" y="61366"/>
                </a:lnTo>
                <a:lnTo>
                  <a:pt x="757577" y="60429"/>
                </a:lnTo>
                <a:lnTo>
                  <a:pt x="757709" y="59511"/>
                </a:lnTo>
                <a:lnTo>
                  <a:pt x="757856" y="58613"/>
                </a:lnTo>
                <a:close/>
                <a:moveTo>
                  <a:pt x="328243" y="112800"/>
                </a:moveTo>
                <a:lnTo>
                  <a:pt x="328970" y="112721"/>
                </a:lnTo>
                <a:lnTo>
                  <a:pt x="329685" y="112628"/>
                </a:lnTo>
                <a:lnTo>
                  <a:pt x="330390" y="112520"/>
                </a:lnTo>
                <a:lnTo>
                  <a:pt x="331084" y="112398"/>
                </a:lnTo>
                <a:lnTo>
                  <a:pt x="331766" y="112262"/>
                </a:lnTo>
                <a:lnTo>
                  <a:pt x="332438" y="112112"/>
                </a:lnTo>
                <a:lnTo>
                  <a:pt x="333099" y="111947"/>
                </a:lnTo>
                <a:lnTo>
                  <a:pt x="333749" y="111768"/>
                </a:lnTo>
                <a:lnTo>
                  <a:pt x="334387" y="111575"/>
                </a:lnTo>
                <a:lnTo>
                  <a:pt x="335015" y="111367"/>
                </a:lnTo>
                <a:lnTo>
                  <a:pt x="335632" y="111145"/>
                </a:lnTo>
                <a:lnTo>
                  <a:pt x="336238" y="110908"/>
                </a:lnTo>
                <a:lnTo>
                  <a:pt x="336833" y="110658"/>
                </a:lnTo>
                <a:lnTo>
                  <a:pt x="337417" y="110393"/>
                </a:lnTo>
                <a:lnTo>
                  <a:pt x="337990" y="110113"/>
                </a:lnTo>
                <a:lnTo>
                  <a:pt x="338552" y="109819"/>
                </a:lnTo>
                <a:lnTo>
                  <a:pt x="339103" y="109511"/>
                </a:lnTo>
                <a:lnTo>
                  <a:pt x="339643" y="109189"/>
                </a:lnTo>
                <a:lnTo>
                  <a:pt x="340172" y="108852"/>
                </a:lnTo>
                <a:lnTo>
                  <a:pt x="340690" y="108508"/>
                </a:lnTo>
                <a:lnTo>
                  <a:pt x="341199" y="108161"/>
                </a:lnTo>
                <a:lnTo>
                  <a:pt x="341698" y="107814"/>
                </a:lnTo>
                <a:lnTo>
                  <a:pt x="342187" y="107464"/>
                </a:lnTo>
                <a:lnTo>
                  <a:pt x="342666" y="107114"/>
                </a:lnTo>
                <a:lnTo>
                  <a:pt x="343135" y="106761"/>
                </a:lnTo>
                <a:lnTo>
                  <a:pt x="343595" y="106408"/>
                </a:lnTo>
                <a:lnTo>
                  <a:pt x="344044" y="106052"/>
                </a:lnTo>
                <a:lnTo>
                  <a:pt x="344484" y="105695"/>
                </a:lnTo>
                <a:lnTo>
                  <a:pt x="344914" y="105337"/>
                </a:lnTo>
                <a:lnTo>
                  <a:pt x="345334" y="104977"/>
                </a:lnTo>
                <a:lnTo>
                  <a:pt x="345744" y="104616"/>
                </a:lnTo>
                <a:lnTo>
                  <a:pt x="346144" y="104253"/>
                </a:lnTo>
                <a:lnTo>
                  <a:pt x="346535" y="103888"/>
                </a:lnTo>
                <a:lnTo>
                  <a:pt x="346915" y="103522"/>
                </a:lnTo>
                <a:lnTo>
                  <a:pt x="347286" y="103154"/>
                </a:lnTo>
                <a:lnTo>
                  <a:pt x="347647" y="102785"/>
                </a:lnTo>
                <a:lnTo>
                  <a:pt x="347997" y="102415"/>
                </a:lnTo>
                <a:lnTo>
                  <a:pt x="348339" y="102042"/>
                </a:lnTo>
                <a:lnTo>
                  <a:pt x="348670" y="101669"/>
                </a:lnTo>
                <a:lnTo>
                  <a:pt x="348991" y="101293"/>
                </a:lnTo>
                <a:lnTo>
                  <a:pt x="349302" y="100917"/>
                </a:lnTo>
                <a:lnTo>
                  <a:pt x="349604" y="100538"/>
                </a:lnTo>
                <a:lnTo>
                  <a:pt x="349896" y="100158"/>
                </a:lnTo>
                <a:lnTo>
                  <a:pt x="350216" y="111536"/>
                </a:lnTo>
                <a:lnTo>
                  <a:pt x="363101" y="111536"/>
                </a:lnTo>
                <a:lnTo>
                  <a:pt x="363101" y="30288"/>
                </a:lnTo>
                <a:lnTo>
                  <a:pt x="349736" y="30288"/>
                </a:lnTo>
                <a:lnTo>
                  <a:pt x="349736" y="88745"/>
                </a:lnTo>
                <a:lnTo>
                  <a:pt x="349459" y="89146"/>
                </a:lnTo>
                <a:lnTo>
                  <a:pt x="349174" y="89543"/>
                </a:lnTo>
                <a:lnTo>
                  <a:pt x="348883" y="89937"/>
                </a:lnTo>
                <a:lnTo>
                  <a:pt x="348584" y="90327"/>
                </a:lnTo>
                <a:lnTo>
                  <a:pt x="348278" y="90714"/>
                </a:lnTo>
                <a:lnTo>
                  <a:pt x="347965" y="91097"/>
                </a:lnTo>
                <a:lnTo>
                  <a:pt x="347645" y="91477"/>
                </a:lnTo>
                <a:lnTo>
                  <a:pt x="347317" y="91853"/>
                </a:lnTo>
                <a:lnTo>
                  <a:pt x="346982" y="92225"/>
                </a:lnTo>
                <a:lnTo>
                  <a:pt x="346640" y="92594"/>
                </a:lnTo>
                <a:lnTo>
                  <a:pt x="346291" y="92959"/>
                </a:lnTo>
                <a:lnTo>
                  <a:pt x="345934" y="93321"/>
                </a:lnTo>
                <a:lnTo>
                  <a:pt x="345570" y="93680"/>
                </a:lnTo>
                <a:lnTo>
                  <a:pt x="345199" y="94035"/>
                </a:lnTo>
                <a:lnTo>
                  <a:pt x="344821" y="94386"/>
                </a:lnTo>
                <a:lnTo>
                  <a:pt x="344436" y="94734"/>
                </a:lnTo>
                <a:lnTo>
                  <a:pt x="344043" y="95078"/>
                </a:lnTo>
                <a:lnTo>
                  <a:pt x="343643" y="95419"/>
                </a:lnTo>
                <a:lnTo>
                  <a:pt x="343236" y="95756"/>
                </a:lnTo>
                <a:lnTo>
                  <a:pt x="342822" y="96090"/>
                </a:lnTo>
                <a:lnTo>
                  <a:pt x="342400" y="96420"/>
                </a:lnTo>
                <a:lnTo>
                  <a:pt x="341971" y="96746"/>
                </a:lnTo>
                <a:lnTo>
                  <a:pt x="341535" y="97070"/>
                </a:lnTo>
                <a:lnTo>
                  <a:pt x="341092" y="97389"/>
                </a:lnTo>
                <a:lnTo>
                  <a:pt x="340641" y="97700"/>
                </a:lnTo>
                <a:lnTo>
                  <a:pt x="340180" y="97998"/>
                </a:lnTo>
                <a:lnTo>
                  <a:pt x="339710" y="98282"/>
                </a:lnTo>
                <a:lnTo>
                  <a:pt x="339231" y="98554"/>
                </a:lnTo>
                <a:lnTo>
                  <a:pt x="338743" y="98812"/>
                </a:lnTo>
                <a:lnTo>
                  <a:pt x="338246" y="99056"/>
                </a:lnTo>
                <a:lnTo>
                  <a:pt x="337739" y="99288"/>
                </a:lnTo>
                <a:lnTo>
                  <a:pt x="337224" y="99506"/>
                </a:lnTo>
                <a:lnTo>
                  <a:pt x="336699" y="99711"/>
                </a:lnTo>
                <a:lnTo>
                  <a:pt x="336165" y="99903"/>
                </a:lnTo>
                <a:lnTo>
                  <a:pt x="335622" y="100082"/>
                </a:lnTo>
                <a:lnTo>
                  <a:pt x="335070" y="100247"/>
                </a:lnTo>
                <a:lnTo>
                  <a:pt x="334508" y="100400"/>
                </a:lnTo>
                <a:lnTo>
                  <a:pt x="333937" y="100538"/>
                </a:lnTo>
                <a:lnTo>
                  <a:pt x="333358" y="100664"/>
                </a:lnTo>
                <a:lnTo>
                  <a:pt x="332769" y="100777"/>
                </a:lnTo>
                <a:lnTo>
                  <a:pt x="332171" y="100876"/>
                </a:lnTo>
                <a:lnTo>
                  <a:pt x="331563" y="100962"/>
                </a:lnTo>
                <a:lnTo>
                  <a:pt x="330947" y="101035"/>
                </a:lnTo>
                <a:lnTo>
                  <a:pt x="330321" y="101094"/>
                </a:lnTo>
                <a:lnTo>
                  <a:pt x="329686" y="101141"/>
                </a:lnTo>
                <a:lnTo>
                  <a:pt x="329042" y="101174"/>
                </a:lnTo>
                <a:lnTo>
                  <a:pt x="328389" y="101193"/>
                </a:lnTo>
                <a:lnTo>
                  <a:pt x="327727" y="101200"/>
                </a:lnTo>
                <a:lnTo>
                  <a:pt x="327271" y="101196"/>
                </a:lnTo>
                <a:lnTo>
                  <a:pt x="326824" y="101183"/>
                </a:lnTo>
                <a:lnTo>
                  <a:pt x="326386" y="101161"/>
                </a:lnTo>
                <a:lnTo>
                  <a:pt x="325957" y="101131"/>
                </a:lnTo>
                <a:lnTo>
                  <a:pt x="325537" y="101092"/>
                </a:lnTo>
                <a:lnTo>
                  <a:pt x="325126" y="101044"/>
                </a:lnTo>
                <a:lnTo>
                  <a:pt x="324723" y="100988"/>
                </a:lnTo>
                <a:lnTo>
                  <a:pt x="324330" y="100922"/>
                </a:lnTo>
                <a:lnTo>
                  <a:pt x="323945" y="100849"/>
                </a:lnTo>
                <a:lnTo>
                  <a:pt x="323569" y="100766"/>
                </a:lnTo>
                <a:lnTo>
                  <a:pt x="323202" y="100675"/>
                </a:lnTo>
                <a:lnTo>
                  <a:pt x="322845" y="100575"/>
                </a:lnTo>
                <a:lnTo>
                  <a:pt x="322496" y="100467"/>
                </a:lnTo>
                <a:lnTo>
                  <a:pt x="322155" y="100350"/>
                </a:lnTo>
                <a:lnTo>
                  <a:pt x="321824" y="100224"/>
                </a:lnTo>
                <a:lnTo>
                  <a:pt x="321502" y="100089"/>
                </a:lnTo>
                <a:lnTo>
                  <a:pt x="321188" y="99946"/>
                </a:lnTo>
                <a:lnTo>
                  <a:pt x="320884" y="99794"/>
                </a:lnTo>
                <a:lnTo>
                  <a:pt x="320588" y="99634"/>
                </a:lnTo>
                <a:lnTo>
                  <a:pt x="320301" y="99465"/>
                </a:lnTo>
                <a:lnTo>
                  <a:pt x="320023" y="99287"/>
                </a:lnTo>
                <a:lnTo>
                  <a:pt x="319754" y="99100"/>
                </a:lnTo>
                <a:lnTo>
                  <a:pt x="319494" y="98905"/>
                </a:lnTo>
                <a:lnTo>
                  <a:pt x="319243" y="98701"/>
                </a:lnTo>
                <a:lnTo>
                  <a:pt x="319000" y="98490"/>
                </a:lnTo>
                <a:lnTo>
                  <a:pt x="318763" y="98271"/>
                </a:lnTo>
                <a:lnTo>
                  <a:pt x="318532" y="98047"/>
                </a:lnTo>
                <a:lnTo>
                  <a:pt x="318308" y="97815"/>
                </a:lnTo>
                <a:lnTo>
                  <a:pt x="318091" y="97577"/>
                </a:lnTo>
                <a:lnTo>
                  <a:pt x="317880" y="97333"/>
                </a:lnTo>
                <a:lnTo>
                  <a:pt x="317676" y="97081"/>
                </a:lnTo>
                <a:lnTo>
                  <a:pt x="317478" y="96823"/>
                </a:lnTo>
                <a:lnTo>
                  <a:pt x="317287" y="96559"/>
                </a:lnTo>
                <a:lnTo>
                  <a:pt x="317102" y="96288"/>
                </a:lnTo>
                <a:lnTo>
                  <a:pt x="316924" y="96010"/>
                </a:lnTo>
                <a:lnTo>
                  <a:pt x="316752" y="95726"/>
                </a:lnTo>
                <a:lnTo>
                  <a:pt x="316587" y="95435"/>
                </a:lnTo>
                <a:lnTo>
                  <a:pt x="316428" y="95137"/>
                </a:lnTo>
                <a:lnTo>
                  <a:pt x="316276" y="94833"/>
                </a:lnTo>
                <a:lnTo>
                  <a:pt x="316131" y="94522"/>
                </a:lnTo>
                <a:lnTo>
                  <a:pt x="315992" y="94205"/>
                </a:lnTo>
                <a:lnTo>
                  <a:pt x="315859" y="93881"/>
                </a:lnTo>
                <a:lnTo>
                  <a:pt x="315733" y="93550"/>
                </a:lnTo>
                <a:lnTo>
                  <a:pt x="315614" y="93213"/>
                </a:lnTo>
                <a:lnTo>
                  <a:pt x="315501" y="92869"/>
                </a:lnTo>
                <a:lnTo>
                  <a:pt x="315395" y="92519"/>
                </a:lnTo>
                <a:lnTo>
                  <a:pt x="315295" y="92161"/>
                </a:lnTo>
                <a:lnTo>
                  <a:pt x="315201" y="91798"/>
                </a:lnTo>
                <a:lnTo>
                  <a:pt x="315113" y="91428"/>
                </a:lnTo>
                <a:lnTo>
                  <a:pt x="315029" y="91054"/>
                </a:lnTo>
                <a:lnTo>
                  <a:pt x="314948" y="90675"/>
                </a:lnTo>
                <a:lnTo>
                  <a:pt x="314871" y="90291"/>
                </a:lnTo>
                <a:lnTo>
                  <a:pt x="314798" y="89903"/>
                </a:lnTo>
                <a:lnTo>
                  <a:pt x="314729" y="89510"/>
                </a:lnTo>
                <a:lnTo>
                  <a:pt x="314663" y="89112"/>
                </a:lnTo>
                <a:lnTo>
                  <a:pt x="314601" y="88709"/>
                </a:lnTo>
                <a:lnTo>
                  <a:pt x="314543" y="88302"/>
                </a:lnTo>
                <a:lnTo>
                  <a:pt x="314489" y="87890"/>
                </a:lnTo>
                <a:lnTo>
                  <a:pt x="314438" y="87473"/>
                </a:lnTo>
                <a:lnTo>
                  <a:pt x="314391" y="87052"/>
                </a:lnTo>
                <a:lnTo>
                  <a:pt x="314348" y="86626"/>
                </a:lnTo>
                <a:lnTo>
                  <a:pt x="314309" y="86195"/>
                </a:lnTo>
                <a:lnTo>
                  <a:pt x="314273" y="85760"/>
                </a:lnTo>
                <a:lnTo>
                  <a:pt x="314241" y="85320"/>
                </a:lnTo>
                <a:lnTo>
                  <a:pt x="314213" y="84875"/>
                </a:lnTo>
                <a:lnTo>
                  <a:pt x="314188" y="84425"/>
                </a:lnTo>
                <a:lnTo>
                  <a:pt x="314168" y="83971"/>
                </a:lnTo>
                <a:lnTo>
                  <a:pt x="314151" y="83512"/>
                </a:lnTo>
                <a:lnTo>
                  <a:pt x="314138" y="83048"/>
                </a:lnTo>
                <a:lnTo>
                  <a:pt x="314128" y="82580"/>
                </a:lnTo>
                <a:lnTo>
                  <a:pt x="314123" y="82107"/>
                </a:lnTo>
                <a:lnTo>
                  <a:pt x="314121" y="81629"/>
                </a:lnTo>
                <a:lnTo>
                  <a:pt x="314121" y="30288"/>
                </a:lnTo>
                <a:lnTo>
                  <a:pt x="300675" y="30288"/>
                </a:lnTo>
                <a:lnTo>
                  <a:pt x="300675" y="83147"/>
                </a:lnTo>
                <a:lnTo>
                  <a:pt x="300685" y="84299"/>
                </a:lnTo>
                <a:lnTo>
                  <a:pt x="300714" y="85430"/>
                </a:lnTo>
                <a:lnTo>
                  <a:pt x="300762" y="86540"/>
                </a:lnTo>
                <a:lnTo>
                  <a:pt x="300830" y="87630"/>
                </a:lnTo>
                <a:lnTo>
                  <a:pt x="300917" y="88698"/>
                </a:lnTo>
                <a:lnTo>
                  <a:pt x="301023" y="89746"/>
                </a:lnTo>
                <a:lnTo>
                  <a:pt x="301149" y="90773"/>
                </a:lnTo>
                <a:lnTo>
                  <a:pt x="301293" y="91779"/>
                </a:lnTo>
                <a:lnTo>
                  <a:pt x="301458" y="92764"/>
                </a:lnTo>
                <a:lnTo>
                  <a:pt x="301641" y="93728"/>
                </a:lnTo>
                <a:lnTo>
                  <a:pt x="301844" y="94672"/>
                </a:lnTo>
                <a:lnTo>
                  <a:pt x="302066" y="95594"/>
                </a:lnTo>
                <a:lnTo>
                  <a:pt x="302307" y="96496"/>
                </a:lnTo>
                <a:lnTo>
                  <a:pt x="302568" y="97377"/>
                </a:lnTo>
                <a:lnTo>
                  <a:pt x="302848" y="98237"/>
                </a:lnTo>
                <a:lnTo>
                  <a:pt x="303148" y="99076"/>
                </a:lnTo>
                <a:lnTo>
                  <a:pt x="303466" y="99895"/>
                </a:lnTo>
                <a:lnTo>
                  <a:pt x="303804" y="100692"/>
                </a:lnTo>
                <a:lnTo>
                  <a:pt x="304161" y="101469"/>
                </a:lnTo>
                <a:lnTo>
                  <a:pt x="304538" y="102224"/>
                </a:lnTo>
                <a:lnTo>
                  <a:pt x="304934" y="102959"/>
                </a:lnTo>
                <a:lnTo>
                  <a:pt x="305349" y="103673"/>
                </a:lnTo>
                <a:lnTo>
                  <a:pt x="305784" y="104366"/>
                </a:lnTo>
                <a:lnTo>
                  <a:pt x="306238" y="105039"/>
                </a:lnTo>
                <a:lnTo>
                  <a:pt x="306714" y="105687"/>
                </a:lnTo>
                <a:lnTo>
                  <a:pt x="307214" y="106307"/>
                </a:lnTo>
                <a:lnTo>
                  <a:pt x="307739" y="106900"/>
                </a:lnTo>
                <a:lnTo>
                  <a:pt x="308289" y="107465"/>
                </a:lnTo>
                <a:lnTo>
                  <a:pt x="308863" y="108002"/>
                </a:lnTo>
                <a:lnTo>
                  <a:pt x="309462" y="108512"/>
                </a:lnTo>
                <a:lnTo>
                  <a:pt x="310085" y="108995"/>
                </a:lnTo>
                <a:lnTo>
                  <a:pt x="310733" y="109450"/>
                </a:lnTo>
                <a:lnTo>
                  <a:pt x="311405" y="109877"/>
                </a:lnTo>
                <a:lnTo>
                  <a:pt x="312103" y="110277"/>
                </a:lnTo>
                <a:lnTo>
                  <a:pt x="312824" y="110649"/>
                </a:lnTo>
                <a:lnTo>
                  <a:pt x="313571" y="110994"/>
                </a:lnTo>
                <a:lnTo>
                  <a:pt x="314342" y="111311"/>
                </a:lnTo>
                <a:lnTo>
                  <a:pt x="315137" y="111600"/>
                </a:lnTo>
                <a:lnTo>
                  <a:pt x="315957" y="111862"/>
                </a:lnTo>
                <a:lnTo>
                  <a:pt x="316802" y="112097"/>
                </a:lnTo>
                <a:lnTo>
                  <a:pt x="317671" y="112303"/>
                </a:lnTo>
                <a:lnTo>
                  <a:pt x="318565" y="112482"/>
                </a:lnTo>
                <a:lnTo>
                  <a:pt x="319484" y="112634"/>
                </a:lnTo>
                <a:lnTo>
                  <a:pt x="320427" y="112758"/>
                </a:lnTo>
                <a:lnTo>
                  <a:pt x="321395" y="112855"/>
                </a:lnTo>
                <a:lnTo>
                  <a:pt x="322387" y="112924"/>
                </a:lnTo>
                <a:lnTo>
                  <a:pt x="323404" y="112965"/>
                </a:lnTo>
                <a:lnTo>
                  <a:pt x="324445" y="112979"/>
                </a:lnTo>
                <a:lnTo>
                  <a:pt x="325227" y="112972"/>
                </a:lnTo>
                <a:lnTo>
                  <a:pt x="325997" y="112950"/>
                </a:lnTo>
                <a:lnTo>
                  <a:pt x="326757" y="112914"/>
                </a:lnTo>
                <a:lnTo>
                  <a:pt x="327505" y="112864"/>
                </a:lnTo>
                <a:lnTo>
                  <a:pt x="328243" y="112800"/>
                </a:lnTo>
                <a:close/>
                <a:moveTo>
                  <a:pt x="1006976" y="15483"/>
                </a:moveTo>
                <a:lnTo>
                  <a:pt x="1007266" y="15449"/>
                </a:lnTo>
                <a:lnTo>
                  <a:pt x="1007552" y="15407"/>
                </a:lnTo>
                <a:lnTo>
                  <a:pt x="1007833" y="15357"/>
                </a:lnTo>
                <a:lnTo>
                  <a:pt x="1008109" y="15300"/>
                </a:lnTo>
                <a:lnTo>
                  <a:pt x="1008380" y="15235"/>
                </a:lnTo>
                <a:lnTo>
                  <a:pt x="1008646" y="15162"/>
                </a:lnTo>
                <a:lnTo>
                  <a:pt x="1008907" y="15082"/>
                </a:lnTo>
                <a:lnTo>
                  <a:pt x="1009163" y="14994"/>
                </a:lnTo>
                <a:lnTo>
                  <a:pt x="1009414" y="14898"/>
                </a:lnTo>
                <a:lnTo>
                  <a:pt x="1009660" y="14795"/>
                </a:lnTo>
                <a:lnTo>
                  <a:pt x="1009901" y="14684"/>
                </a:lnTo>
                <a:lnTo>
                  <a:pt x="1010137" y="14565"/>
                </a:lnTo>
                <a:lnTo>
                  <a:pt x="1010368" y="14439"/>
                </a:lnTo>
                <a:lnTo>
                  <a:pt x="1010594" y="14305"/>
                </a:lnTo>
                <a:lnTo>
                  <a:pt x="1010815" y="14164"/>
                </a:lnTo>
                <a:lnTo>
                  <a:pt x="1011031" y="14014"/>
                </a:lnTo>
                <a:lnTo>
                  <a:pt x="1011241" y="13858"/>
                </a:lnTo>
                <a:lnTo>
                  <a:pt x="1011447" y="13693"/>
                </a:lnTo>
                <a:lnTo>
                  <a:pt x="1011648" y="13521"/>
                </a:lnTo>
                <a:lnTo>
                  <a:pt x="1011844" y="13341"/>
                </a:lnTo>
                <a:lnTo>
                  <a:pt x="1012034" y="13155"/>
                </a:lnTo>
                <a:lnTo>
                  <a:pt x="1012215" y="12966"/>
                </a:lnTo>
                <a:lnTo>
                  <a:pt x="1012388" y="12772"/>
                </a:lnTo>
                <a:lnTo>
                  <a:pt x="1012553" y="12574"/>
                </a:lnTo>
                <a:lnTo>
                  <a:pt x="1012711" y="12373"/>
                </a:lnTo>
                <a:lnTo>
                  <a:pt x="1012860" y="12167"/>
                </a:lnTo>
                <a:lnTo>
                  <a:pt x="1013001" y="11957"/>
                </a:lnTo>
                <a:lnTo>
                  <a:pt x="1013134" y="11743"/>
                </a:lnTo>
                <a:lnTo>
                  <a:pt x="1013259" y="11525"/>
                </a:lnTo>
                <a:lnTo>
                  <a:pt x="1013375" y="11303"/>
                </a:lnTo>
                <a:lnTo>
                  <a:pt x="1013484" y="11077"/>
                </a:lnTo>
                <a:lnTo>
                  <a:pt x="1013585" y="10847"/>
                </a:lnTo>
                <a:lnTo>
                  <a:pt x="1013678" y="10613"/>
                </a:lnTo>
                <a:lnTo>
                  <a:pt x="1013762" y="10375"/>
                </a:lnTo>
                <a:lnTo>
                  <a:pt x="1013839" y="10133"/>
                </a:lnTo>
                <a:lnTo>
                  <a:pt x="1013907" y="9887"/>
                </a:lnTo>
                <a:lnTo>
                  <a:pt x="1013968" y="9637"/>
                </a:lnTo>
                <a:lnTo>
                  <a:pt x="1014020" y="9382"/>
                </a:lnTo>
                <a:lnTo>
                  <a:pt x="1014064" y="9124"/>
                </a:lnTo>
                <a:lnTo>
                  <a:pt x="1014101" y="8862"/>
                </a:lnTo>
                <a:lnTo>
                  <a:pt x="1014129" y="8595"/>
                </a:lnTo>
                <a:lnTo>
                  <a:pt x="1014149" y="8325"/>
                </a:lnTo>
                <a:lnTo>
                  <a:pt x="1014161" y="8051"/>
                </a:lnTo>
                <a:lnTo>
                  <a:pt x="1014165" y="7772"/>
                </a:lnTo>
                <a:lnTo>
                  <a:pt x="1014161" y="7494"/>
                </a:lnTo>
                <a:lnTo>
                  <a:pt x="1014149" y="7219"/>
                </a:lnTo>
                <a:lnTo>
                  <a:pt x="1014129" y="6949"/>
                </a:lnTo>
                <a:lnTo>
                  <a:pt x="1014101" y="6683"/>
                </a:lnTo>
                <a:lnTo>
                  <a:pt x="1014064" y="6421"/>
                </a:lnTo>
                <a:lnTo>
                  <a:pt x="1014020" y="6162"/>
                </a:lnTo>
                <a:lnTo>
                  <a:pt x="1013968" y="5908"/>
                </a:lnTo>
                <a:lnTo>
                  <a:pt x="1013907" y="5658"/>
                </a:lnTo>
                <a:lnTo>
                  <a:pt x="1013839" y="5412"/>
                </a:lnTo>
                <a:lnTo>
                  <a:pt x="1013762" y="5170"/>
                </a:lnTo>
                <a:lnTo>
                  <a:pt x="1013678" y="4931"/>
                </a:lnTo>
                <a:lnTo>
                  <a:pt x="1013585" y="4697"/>
                </a:lnTo>
                <a:lnTo>
                  <a:pt x="1013484" y="4467"/>
                </a:lnTo>
                <a:lnTo>
                  <a:pt x="1013375" y="4241"/>
                </a:lnTo>
                <a:lnTo>
                  <a:pt x="1013259" y="4019"/>
                </a:lnTo>
                <a:lnTo>
                  <a:pt x="1013134" y="3802"/>
                </a:lnTo>
                <a:lnTo>
                  <a:pt x="1013001" y="3588"/>
                </a:lnTo>
                <a:lnTo>
                  <a:pt x="1012860" y="3378"/>
                </a:lnTo>
                <a:lnTo>
                  <a:pt x="1012711" y="3172"/>
                </a:lnTo>
                <a:lnTo>
                  <a:pt x="1012553" y="2970"/>
                </a:lnTo>
                <a:lnTo>
                  <a:pt x="1012388" y="2773"/>
                </a:lnTo>
                <a:lnTo>
                  <a:pt x="1012215" y="2579"/>
                </a:lnTo>
                <a:lnTo>
                  <a:pt x="1012034" y="2389"/>
                </a:lnTo>
                <a:lnTo>
                  <a:pt x="1011844" y="2203"/>
                </a:lnTo>
                <a:lnTo>
                  <a:pt x="1011648" y="2024"/>
                </a:lnTo>
                <a:lnTo>
                  <a:pt x="1011447" y="1852"/>
                </a:lnTo>
                <a:lnTo>
                  <a:pt x="1011241" y="1687"/>
                </a:lnTo>
                <a:lnTo>
                  <a:pt x="1011031" y="1530"/>
                </a:lnTo>
                <a:lnTo>
                  <a:pt x="1010815" y="1381"/>
                </a:lnTo>
                <a:lnTo>
                  <a:pt x="1010594" y="1239"/>
                </a:lnTo>
                <a:lnTo>
                  <a:pt x="1010368" y="1106"/>
                </a:lnTo>
                <a:lnTo>
                  <a:pt x="1010137" y="979"/>
                </a:lnTo>
                <a:lnTo>
                  <a:pt x="1009901" y="861"/>
                </a:lnTo>
                <a:lnTo>
                  <a:pt x="1009660" y="750"/>
                </a:lnTo>
                <a:lnTo>
                  <a:pt x="1009414" y="647"/>
                </a:lnTo>
                <a:lnTo>
                  <a:pt x="1009163" y="551"/>
                </a:lnTo>
                <a:lnTo>
                  <a:pt x="1008907" y="463"/>
                </a:lnTo>
                <a:lnTo>
                  <a:pt x="1008646" y="383"/>
                </a:lnTo>
                <a:lnTo>
                  <a:pt x="1008380" y="310"/>
                </a:lnTo>
                <a:lnTo>
                  <a:pt x="1008109" y="245"/>
                </a:lnTo>
                <a:lnTo>
                  <a:pt x="1007833" y="187"/>
                </a:lnTo>
                <a:lnTo>
                  <a:pt x="1007552" y="138"/>
                </a:lnTo>
                <a:lnTo>
                  <a:pt x="1007266" y="96"/>
                </a:lnTo>
                <a:lnTo>
                  <a:pt x="1006976" y="61"/>
                </a:lnTo>
                <a:lnTo>
                  <a:pt x="1006680" y="34"/>
                </a:lnTo>
                <a:lnTo>
                  <a:pt x="1006379" y="15"/>
                </a:lnTo>
                <a:lnTo>
                  <a:pt x="1006073" y="4"/>
                </a:lnTo>
                <a:lnTo>
                  <a:pt x="1005762" y="0"/>
                </a:lnTo>
                <a:lnTo>
                  <a:pt x="1005444" y="4"/>
                </a:lnTo>
                <a:lnTo>
                  <a:pt x="1005133" y="15"/>
                </a:lnTo>
                <a:lnTo>
                  <a:pt x="1004826" y="34"/>
                </a:lnTo>
                <a:lnTo>
                  <a:pt x="1004526" y="61"/>
                </a:lnTo>
                <a:lnTo>
                  <a:pt x="1004231" y="96"/>
                </a:lnTo>
                <a:lnTo>
                  <a:pt x="1003941" y="138"/>
                </a:lnTo>
                <a:lnTo>
                  <a:pt x="1003657" y="187"/>
                </a:lnTo>
                <a:lnTo>
                  <a:pt x="1003378" y="245"/>
                </a:lnTo>
                <a:lnTo>
                  <a:pt x="1003106" y="310"/>
                </a:lnTo>
                <a:lnTo>
                  <a:pt x="1002838" y="383"/>
                </a:lnTo>
                <a:lnTo>
                  <a:pt x="1002576" y="463"/>
                </a:lnTo>
                <a:lnTo>
                  <a:pt x="1002320" y="551"/>
                </a:lnTo>
                <a:lnTo>
                  <a:pt x="1002070" y="647"/>
                </a:lnTo>
                <a:lnTo>
                  <a:pt x="1001825" y="750"/>
                </a:lnTo>
                <a:lnTo>
                  <a:pt x="1001585" y="861"/>
                </a:lnTo>
                <a:lnTo>
                  <a:pt x="1001351" y="979"/>
                </a:lnTo>
                <a:lnTo>
                  <a:pt x="1001123" y="1106"/>
                </a:lnTo>
                <a:lnTo>
                  <a:pt x="1000900" y="1239"/>
                </a:lnTo>
                <a:lnTo>
                  <a:pt x="1000682" y="1381"/>
                </a:lnTo>
                <a:lnTo>
                  <a:pt x="1000471" y="1530"/>
                </a:lnTo>
                <a:lnTo>
                  <a:pt x="1000264" y="1687"/>
                </a:lnTo>
                <a:lnTo>
                  <a:pt x="1000064" y="1852"/>
                </a:lnTo>
                <a:lnTo>
                  <a:pt x="999869" y="2024"/>
                </a:lnTo>
                <a:lnTo>
                  <a:pt x="999679" y="2203"/>
                </a:lnTo>
                <a:lnTo>
                  <a:pt x="999496" y="2389"/>
                </a:lnTo>
                <a:lnTo>
                  <a:pt x="999321" y="2579"/>
                </a:lnTo>
                <a:lnTo>
                  <a:pt x="999154" y="2773"/>
                </a:lnTo>
                <a:lnTo>
                  <a:pt x="998994" y="2970"/>
                </a:lnTo>
                <a:lnTo>
                  <a:pt x="998843" y="3172"/>
                </a:lnTo>
                <a:lnTo>
                  <a:pt x="998699" y="3378"/>
                </a:lnTo>
                <a:lnTo>
                  <a:pt x="998563" y="3588"/>
                </a:lnTo>
                <a:lnTo>
                  <a:pt x="998434" y="3802"/>
                </a:lnTo>
                <a:lnTo>
                  <a:pt x="998314" y="4019"/>
                </a:lnTo>
                <a:lnTo>
                  <a:pt x="998201" y="4241"/>
                </a:lnTo>
                <a:lnTo>
                  <a:pt x="998096" y="4467"/>
                </a:lnTo>
                <a:lnTo>
                  <a:pt x="997998" y="4697"/>
                </a:lnTo>
                <a:lnTo>
                  <a:pt x="997909" y="4931"/>
                </a:lnTo>
                <a:lnTo>
                  <a:pt x="997827" y="5170"/>
                </a:lnTo>
                <a:lnTo>
                  <a:pt x="997753" y="5412"/>
                </a:lnTo>
                <a:lnTo>
                  <a:pt x="997687" y="5658"/>
                </a:lnTo>
                <a:lnTo>
                  <a:pt x="997629" y="5908"/>
                </a:lnTo>
                <a:lnTo>
                  <a:pt x="997578" y="6162"/>
                </a:lnTo>
                <a:lnTo>
                  <a:pt x="997536" y="6421"/>
                </a:lnTo>
                <a:lnTo>
                  <a:pt x="997500" y="6683"/>
                </a:lnTo>
                <a:lnTo>
                  <a:pt x="997473" y="6949"/>
                </a:lnTo>
                <a:lnTo>
                  <a:pt x="997454" y="7219"/>
                </a:lnTo>
                <a:lnTo>
                  <a:pt x="997442" y="7494"/>
                </a:lnTo>
                <a:lnTo>
                  <a:pt x="997438" y="7772"/>
                </a:lnTo>
                <a:lnTo>
                  <a:pt x="997442" y="8051"/>
                </a:lnTo>
                <a:lnTo>
                  <a:pt x="997454" y="8325"/>
                </a:lnTo>
                <a:lnTo>
                  <a:pt x="997473" y="8595"/>
                </a:lnTo>
                <a:lnTo>
                  <a:pt x="997500" y="8862"/>
                </a:lnTo>
                <a:lnTo>
                  <a:pt x="997536" y="9124"/>
                </a:lnTo>
                <a:lnTo>
                  <a:pt x="997578" y="9382"/>
                </a:lnTo>
                <a:lnTo>
                  <a:pt x="997629" y="9637"/>
                </a:lnTo>
                <a:lnTo>
                  <a:pt x="997687" y="9887"/>
                </a:lnTo>
                <a:lnTo>
                  <a:pt x="997753" y="10133"/>
                </a:lnTo>
                <a:lnTo>
                  <a:pt x="997827" y="10375"/>
                </a:lnTo>
                <a:lnTo>
                  <a:pt x="997909" y="10613"/>
                </a:lnTo>
                <a:lnTo>
                  <a:pt x="997998" y="10847"/>
                </a:lnTo>
                <a:lnTo>
                  <a:pt x="998096" y="11077"/>
                </a:lnTo>
                <a:lnTo>
                  <a:pt x="998201" y="11303"/>
                </a:lnTo>
                <a:lnTo>
                  <a:pt x="998314" y="11525"/>
                </a:lnTo>
                <a:lnTo>
                  <a:pt x="998434" y="11743"/>
                </a:lnTo>
                <a:lnTo>
                  <a:pt x="998563" y="11957"/>
                </a:lnTo>
                <a:lnTo>
                  <a:pt x="998699" y="12167"/>
                </a:lnTo>
                <a:lnTo>
                  <a:pt x="998843" y="12373"/>
                </a:lnTo>
                <a:lnTo>
                  <a:pt x="998994" y="12574"/>
                </a:lnTo>
                <a:lnTo>
                  <a:pt x="999154" y="12772"/>
                </a:lnTo>
                <a:lnTo>
                  <a:pt x="999321" y="12966"/>
                </a:lnTo>
                <a:lnTo>
                  <a:pt x="999496" y="13155"/>
                </a:lnTo>
                <a:lnTo>
                  <a:pt x="999679" y="13341"/>
                </a:lnTo>
                <a:lnTo>
                  <a:pt x="999869" y="13521"/>
                </a:lnTo>
                <a:lnTo>
                  <a:pt x="1000064" y="13693"/>
                </a:lnTo>
                <a:lnTo>
                  <a:pt x="1000264" y="13858"/>
                </a:lnTo>
                <a:lnTo>
                  <a:pt x="1000471" y="14014"/>
                </a:lnTo>
                <a:lnTo>
                  <a:pt x="1000682" y="14164"/>
                </a:lnTo>
                <a:lnTo>
                  <a:pt x="1000900" y="14305"/>
                </a:lnTo>
                <a:lnTo>
                  <a:pt x="1001123" y="14439"/>
                </a:lnTo>
                <a:lnTo>
                  <a:pt x="1001351" y="14565"/>
                </a:lnTo>
                <a:lnTo>
                  <a:pt x="1001585" y="14684"/>
                </a:lnTo>
                <a:lnTo>
                  <a:pt x="1001825" y="14795"/>
                </a:lnTo>
                <a:lnTo>
                  <a:pt x="1002070" y="14898"/>
                </a:lnTo>
                <a:lnTo>
                  <a:pt x="1002320" y="14994"/>
                </a:lnTo>
                <a:lnTo>
                  <a:pt x="1002576" y="15082"/>
                </a:lnTo>
                <a:lnTo>
                  <a:pt x="1002838" y="15162"/>
                </a:lnTo>
                <a:lnTo>
                  <a:pt x="1003106" y="15235"/>
                </a:lnTo>
                <a:lnTo>
                  <a:pt x="1003378" y="15300"/>
                </a:lnTo>
                <a:lnTo>
                  <a:pt x="1003657" y="15357"/>
                </a:lnTo>
                <a:lnTo>
                  <a:pt x="1003941" y="15407"/>
                </a:lnTo>
                <a:lnTo>
                  <a:pt x="1004231" y="15449"/>
                </a:lnTo>
                <a:lnTo>
                  <a:pt x="1004526" y="15483"/>
                </a:lnTo>
                <a:lnTo>
                  <a:pt x="1004826" y="15510"/>
                </a:lnTo>
                <a:lnTo>
                  <a:pt x="1005133" y="15529"/>
                </a:lnTo>
                <a:lnTo>
                  <a:pt x="1005444" y="15541"/>
                </a:lnTo>
                <a:lnTo>
                  <a:pt x="1005762" y="15545"/>
                </a:lnTo>
                <a:lnTo>
                  <a:pt x="1006073" y="15541"/>
                </a:lnTo>
                <a:lnTo>
                  <a:pt x="1006379" y="15529"/>
                </a:lnTo>
                <a:lnTo>
                  <a:pt x="1006680" y="15510"/>
                </a:lnTo>
                <a:lnTo>
                  <a:pt x="1006976" y="15483"/>
                </a:lnTo>
                <a:close/>
                <a:moveTo>
                  <a:pt x="1166832" y="36151"/>
                </a:moveTo>
                <a:lnTo>
                  <a:pt x="1167117" y="35866"/>
                </a:lnTo>
                <a:lnTo>
                  <a:pt x="1167407" y="35594"/>
                </a:lnTo>
                <a:lnTo>
                  <a:pt x="1167703" y="35334"/>
                </a:lnTo>
                <a:lnTo>
                  <a:pt x="1168004" y="35086"/>
                </a:lnTo>
                <a:lnTo>
                  <a:pt x="1168310" y="34850"/>
                </a:lnTo>
                <a:lnTo>
                  <a:pt x="1168621" y="34626"/>
                </a:lnTo>
                <a:lnTo>
                  <a:pt x="1168938" y="34414"/>
                </a:lnTo>
                <a:lnTo>
                  <a:pt x="1169260" y="34214"/>
                </a:lnTo>
                <a:lnTo>
                  <a:pt x="1169587" y="34027"/>
                </a:lnTo>
                <a:lnTo>
                  <a:pt x="1169919" y="33851"/>
                </a:lnTo>
                <a:lnTo>
                  <a:pt x="1170257" y="33688"/>
                </a:lnTo>
                <a:lnTo>
                  <a:pt x="1170600" y="33536"/>
                </a:lnTo>
                <a:lnTo>
                  <a:pt x="1170949" y="33397"/>
                </a:lnTo>
                <a:lnTo>
                  <a:pt x="1171302" y="33270"/>
                </a:lnTo>
                <a:lnTo>
                  <a:pt x="1171661" y="33155"/>
                </a:lnTo>
                <a:lnTo>
                  <a:pt x="1172025" y="33052"/>
                </a:lnTo>
                <a:lnTo>
                  <a:pt x="1172394" y="32957"/>
                </a:lnTo>
                <a:lnTo>
                  <a:pt x="1172765" y="32867"/>
                </a:lnTo>
                <a:lnTo>
                  <a:pt x="1173140" y="32780"/>
                </a:lnTo>
                <a:lnTo>
                  <a:pt x="1173517" y="32697"/>
                </a:lnTo>
                <a:lnTo>
                  <a:pt x="1173898" y="32619"/>
                </a:lnTo>
                <a:lnTo>
                  <a:pt x="1174281" y="32544"/>
                </a:lnTo>
                <a:lnTo>
                  <a:pt x="1174668" y="32473"/>
                </a:lnTo>
                <a:lnTo>
                  <a:pt x="1175058" y="32407"/>
                </a:lnTo>
                <a:lnTo>
                  <a:pt x="1175451" y="32344"/>
                </a:lnTo>
                <a:lnTo>
                  <a:pt x="1175846" y="32286"/>
                </a:lnTo>
                <a:lnTo>
                  <a:pt x="1176245" y="32231"/>
                </a:lnTo>
                <a:lnTo>
                  <a:pt x="1176647" y="32181"/>
                </a:lnTo>
                <a:lnTo>
                  <a:pt x="1177052" y="32135"/>
                </a:lnTo>
                <a:lnTo>
                  <a:pt x="1177460" y="32092"/>
                </a:lnTo>
                <a:lnTo>
                  <a:pt x="1177872" y="32054"/>
                </a:lnTo>
                <a:lnTo>
                  <a:pt x="1178286" y="32020"/>
                </a:lnTo>
                <a:lnTo>
                  <a:pt x="1178703" y="31989"/>
                </a:lnTo>
                <a:lnTo>
                  <a:pt x="1179123" y="31963"/>
                </a:lnTo>
                <a:lnTo>
                  <a:pt x="1179547" y="31941"/>
                </a:lnTo>
                <a:lnTo>
                  <a:pt x="1179973" y="31923"/>
                </a:lnTo>
                <a:lnTo>
                  <a:pt x="1180403" y="31909"/>
                </a:lnTo>
                <a:lnTo>
                  <a:pt x="1180835" y="31899"/>
                </a:lnTo>
                <a:lnTo>
                  <a:pt x="1181271" y="31892"/>
                </a:lnTo>
                <a:lnTo>
                  <a:pt x="1181709" y="31890"/>
                </a:lnTo>
                <a:lnTo>
                  <a:pt x="1181709" y="20593"/>
                </a:lnTo>
                <a:lnTo>
                  <a:pt x="1181014" y="20617"/>
                </a:lnTo>
                <a:lnTo>
                  <a:pt x="1180329" y="20650"/>
                </a:lnTo>
                <a:lnTo>
                  <a:pt x="1179654" y="20691"/>
                </a:lnTo>
                <a:lnTo>
                  <a:pt x="1178989" y="20742"/>
                </a:lnTo>
                <a:lnTo>
                  <a:pt x="1178335" y="20801"/>
                </a:lnTo>
                <a:lnTo>
                  <a:pt x="1177690" y="20868"/>
                </a:lnTo>
                <a:lnTo>
                  <a:pt x="1177056" y="20944"/>
                </a:lnTo>
                <a:lnTo>
                  <a:pt x="1176432" y="21029"/>
                </a:lnTo>
                <a:lnTo>
                  <a:pt x="1175818" y="21122"/>
                </a:lnTo>
                <a:lnTo>
                  <a:pt x="1175214" y="21224"/>
                </a:lnTo>
                <a:lnTo>
                  <a:pt x="1174620" y="21335"/>
                </a:lnTo>
                <a:lnTo>
                  <a:pt x="1174036" y="21454"/>
                </a:lnTo>
                <a:lnTo>
                  <a:pt x="1173463" y="21582"/>
                </a:lnTo>
                <a:lnTo>
                  <a:pt x="1172899" y="21718"/>
                </a:lnTo>
                <a:lnTo>
                  <a:pt x="1172346" y="21863"/>
                </a:lnTo>
                <a:lnTo>
                  <a:pt x="1171803" y="22017"/>
                </a:lnTo>
                <a:lnTo>
                  <a:pt x="1171270" y="22179"/>
                </a:lnTo>
                <a:lnTo>
                  <a:pt x="1170747" y="22350"/>
                </a:lnTo>
                <a:lnTo>
                  <a:pt x="1170235" y="22530"/>
                </a:lnTo>
                <a:lnTo>
                  <a:pt x="1169732" y="22718"/>
                </a:lnTo>
                <a:lnTo>
                  <a:pt x="1169240" y="22915"/>
                </a:lnTo>
                <a:lnTo>
                  <a:pt x="1168758" y="23120"/>
                </a:lnTo>
                <a:lnTo>
                  <a:pt x="1168286" y="23335"/>
                </a:lnTo>
                <a:lnTo>
                  <a:pt x="1167824" y="23557"/>
                </a:lnTo>
                <a:lnTo>
                  <a:pt x="1167371" y="23793"/>
                </a:lnTo>
                <a:lnTo>
                  <a:pt x="1166927" y="24045"/>
                </a:lnTo>
                <a:lnTo>
                  <a:pt x="1166492" y="24313"/>
                </a:lnTo>
                <a:lnTo>
                  <a:pt x="1166066" y="24599"/>
                </a:lnTo>
                <a:lnTo>
                  <a:pt x="1165649" y="24901"/>
                </a:lnTo>
                <a:lnTo>
                  <a:pt x="1165240" y="25220"/>
                </a:lnTo>
                <a:lnTo>
                  <a:pt x="1164840" y="25555"/>
                </a:lnTo>
                <a:lnTo>
                  <a:pt x="1164449" y="25908"/>
                </a:lnTo>
                <a:lnTo>
                  <a:pt x="1164066" y="26277"/>
                </a:lnTo>
                <a:lnTo>
                  <a:pt x="1163693" y="26662"/>
                </a:lnTo>
                <a:lnTo>
                  <a:pt x="1163328" y="27064"/>
                </a:lnTo>
                <a:lnTo>
                  <a:pt x="1162972" y="27483"/>
                </a:lnTo>
                <a:lnTo>
                  <a:pt x="1162624" y="27919"/>
                </a:lnTo>
                <a:lnTo>
                  <a:pt x="1162285" y="28372"/>
                </a:lnTo>
                <a:lnTo>
                  <a:pt x="1161956" y="28841"/>
                </a:lnTo>
                <a:lnTo>
                  <a:pt x="1161634" y="29326"/>
                </a:lnTo>
                <a:lnTo>
                  <a:pt x="1161322" y="29829"/>
                </a:lnTo>
                <a:lnTo>
                  <a:pt x="1161018" y="30348"/>
                </a:lnTo>
                <a:lnTo>
                  <a:pt x="1160723" y="30884"/>
                </a:lnTo>
                <a:lnTo>
                  <a:pt x="1160437" y="31436"/>
                </a:lnTo>
                <a:lnTo>
                  <a:pt x="1160160" y="32006"/>
                </a:lnTo>
                <a:lnTo>
                  <a:pt x="1159891" y="32592"/>
                </a:lnTo>
                <a:lnTo>
                  <a:pt x="1159631" y="33194"/>
                </a:lnTo>
                <a:lnTo>
                  <a:pt x="1159607" y="33255"/>
                </a:lnTo>
                <a:lnTo>
                  <a:pt x="1159319" y="33112"/>
                </a:lnTo>
                <a:lnTo>
                  <a:pt x="1158757" y="32849"/>
                </a:lnTo>
                <a:lnTo>
                  <a:pt x="1158182" y="32600"/>
                </a:lnTo>
                <a:lnTo>
                  <a:pt x="1157597" y="32363"/>
                </a:lnTo>
                <a:lnTo>
                  <a:pt x="1157000" y="32138"/>
                </a:lnTo>
                <a:lnTo>
                  <a:pt x="1156392" y="31927"/>
                </a:lnTo>
                <a:lnTo>
                  <a:pt x="1155773" y="31729"/>
                </a:lnTo>
                <a:lnTo>
                  <a:pt x="1155143" y="31543"/>
                </a:lnTo>
                <a:lnTo>
                  <a:pt x="1154501" y="31370"/>
                </a:lnTo>
                <a:lnTo>
                  <a:pt x="1153848" y="31210"/>
                </a:lnTo>
                <a:lnTo>
                  <a:pt x="1153184" y="31063"/>
                </a:lnTo>
                <a:lnTo>
                  <a:pt x="1152508" y="30928"/>
                </a:lnTo>
                <a:lnTo>
                  <a:pt x="1151821" y="30807"/>
                </a:lnTo>
                <a:lnTo>
                  <a:pt x="1151123" y="30698"/>
                </a:lnTo>
                <a:lnTo>
                  <a:pt x="1150414" y="30602"/>
                </a:lnTo>
                <a:lnTo>
                  <a:pt x="1149694" y="30518"/>
                </a:lnTo>
                <a:lnTo>
                  <a:pt x="1148962" y="30448"/>
                </a:lnTo>
                <a:lnTo>
                  <a:pt x="1148219" y="30390"/>
                </a:lnTo>
                <a:lnTo>
                  <a:pt x="1147465" y="30346"/>
                </a:lnTo>
                <a:lnTo>
                  <a:pt x="1146699" y="30314"/>
                </a:lnTo>
                <a:lnTo>
                  <a:pt x="1145922" y="30294"/>
                </a:lnTo>
                <a:lnTo>
                  <a:pt x="1145134" y="30288"/>
                </a:lnTo>
                <a:lnTo>
                  <a:pt x="1144366" y="30294"/>
                </a:lnTo>
                <a:lnTo>
                  <a:pt x="1143607" y="30314"/>
                </a:lnTo>
                <a:lnTo>
                  <a:pt x="1142859" y="30346"/>
                </a:lnTo>
                <a:lnTo>
                  <a:pt x="1142121" y="30390"/>
                </a:lnTo>
                <a:lnTo>
                  <a:pt x="1141393" y="30448"/>
                </a:lnTo>
                <a:lnTo>
                  <a:pt x="1140675" y="30518"/>
                </a:lnTo>
                <a:lnTo>
                  <a:pt x="1139967" y="30602"/>
                </a:lnTo>
                <a:lnTo>
                  <a:pt x="1139270" y="30698"/>
                </a:lnTo>
                <a:lnTo>
                  <a:pt x="1138582" y="30807"/>
                </a:lnTo>
                <a:lnTo>
                  <a:pt x="1137905" y="30928"/>
                </a:lnTo>
                <a:lnTo>
                  <a:pt x="1137238" y="31063"/>
                </a:lnTo>
                <a:lnTo>
                  <a:pt x="1136581" y="31210"/>
                </a:lnTo>
                <a:lnTo>
                  <a:pt x="1135934" y="31370"/>
                </a:lnTo>
                <a:lnTo>
                  <a:pt x="1135297" y="31543"/>
                </a:lnTo>
                <a:lnTo>
                  <a:pt x="1134670" y="31729"/>
                </a:lnTo>
                <a:lnTo>
                  <a:pt x="1134054" y="31927"/>
                </a:lnTo>
                <a:lnTo>
                  <a:pt x="1133448" y="32138"/>
                </a:lnTo>
                <a:lnTo>
                  <a:pt x="1132852" y="32363"/>
                </a:lnTo>
                <a:lnTo>
                  <a:pt x="1132266" y="32600"/>
                </a:lnTo>
                <a:lnTo>
                  <a:pt x="1131690" y="32849"/>
                </a:lnTo>
                <a:lnTo>
                  <a:pt x="1131124" y="33112"/>
                </a:lnTo>
                <a:lnTo>
                  <a:pt x="1130568" y="33387"/>
                </a:lnTo>
                <a:lnTo>
                  <a:pt x="1130023" y="33675"/>
                </a:lnTo>
                <a:lnTo>
                  <a:pt x="1129488" y="33976"/>
                </a:lnTo>
                <a:lnTo>
                  <a:pt x="1128963" y="34288"/>
                </a:lnTo>
                <a:lnTo>
                  <a:pt x="1128448" y="34608"/>
                </a:lnTo>
                <a:lnTo>
                  <a:pt x="1127945" y="34937"/>
                </a:lnTo>
                <a:lnTo>
                  <a:pt x="1127451" y="35275"/>
                </a:lnTo>
                <a:lnTo>
                  <a:pt x="1126969" y="35622"/>
                </a:lnTo>
                <a:lnTo>
                  <a:pt x="1126496" y="35978"/>
                </a:lnTo>
                <a:lnTo>
                  <a:pt x="1126035" y="36343"/>
                </a:lnTo>
                <a:lnTo>
                  <a:pt x="1125584" y="36716"/>
                </a:lnTo>
                <a:lnTo>
                  <a:pt x="1125143" y="37098"/>
                </a:lnTo>
                <a:lnTo>
                  <a:pt x="1124714" y="37489"/>
                </a:lnTo>
                <a:lnTo>
                  <a:pt x="1124294" y="37889"/>
                </a:lnTo>
                <a:lnTo>
                  <a:pt x="1123885" y="38297"/>
                </a:lnTo>
                <a:lnTo>
                  <a:pt x="1123487" y="38715"/>
                </a:lnTo>
                <a:lnTo>
                  <a:pt x="1123100" y="39141"/>
                </a:lnTo>
                <a:lnTo>
                  <a:pt x="1122722" y="39576"/>
                </a:lnTo>
                <a:lnTo>
                  <a:pt x="1122356" y="40020"/>
                </a:lnTo>
                <a:lnTo>
                  <a:pt x="1122000" y="40473"/>
                </a:lnTo>
                <a:lnTo>
                  <a:pt x="1121654" y="40935"/>
                </a:lnTo>
                <a:lnTo>
                  <a:pt x="1121320" y="41405"/>
                </a:lnTo>
                <a:lnTo>
                  <a:pt x="1120995" y="41884"/>
                </a:lnTo>
                <a:lnTo>
                  <a:pt x="1120682" y="42372"/>
                </a:lnTo>
                <a:lnTo>
                  <a:pt x="1120378" y="42869"/>
                </a:lnTo>
                <a:lnTo>
                  <a:pt x="1120086" y="43375"/>
                </a:lnTo>
                <a:lnTo>
                  <a:pt x="1119804" y="43889"/>
                </a:lnTo>
                <a:lnTo>
                  <a:pt x="1119533" y="44411"/>
                </a:lnTo>
                <a:lnTo>
                  <a:pt x="1119273" y="44937"/>
                </a:lnTo>
                <a:lnTo>
                  <a:pt x="1119025" y="45467"/>
                </a:lnTo>
                <a:lnTo>
                  <a:pt x="1118789" y="46003"/>
                </a:lnTo>
                <a:lnTo>
                  <a:pt x="1118564" y="46544"/>
                </a:lnTo>
                <a:lnTo>
                  <a:pt x="1118351" y="47089"/>
                </a:lnTo>
                <a:lnTo>
                  <a:pt x="1118149" y="47639"/>
                </a:lnTo>
                <a:lnTo>
                  <a:pt x="1117958" y="48194"/>
                </a:lnTo>
                <a:lnTo>
                  <a:pt x="1117780" y="48754"/>
                </a:lnTo>
                <a:lnTo>
                  <a:pt x="1117613" y="49319"/>
                </a:lnTo>
                <a:lnTo>
                  <a:pt x="1117457" y="49889"/>
                </a:lnTo>
                <a:lnTo>
                  <a:pt x="1117313" y="50463"/>
                </a:lnTo>
                <a:lnTo>
                  <a:pt x="1117180" y="51042"/>
                </a:lnTo>
                <a:lnTo>
                  <a:pt x="1117059" y="51626"/>
                </a:lnTo>
                <a:lnTo>
                  <a:pt x="1116949" y="52215"/>
                </a:lnTo>
                <a:lnTo>
                  <a:pt x="1116851" y="52809"/>
                </a:lnTo>
                <a:lnTo>
                  <a:pt x="1116765" y="53408"/>
                </a:lnTo>
                <a:lnTo>
                  <a:pt x="1116690" y="54011"/>
                </a:lnTo>
                <a:lnTo>
                  <a:pt x="1116626" y="54620"/>
                </a:lnTo>
                <a:lnTo>
                  <a:pt x="1116575" y="55233"/>
                </a:lnTo>
                <a:lnTo>
                  <a:pt x="1116534" y="55851"/>
                </a:lnTo>
                <a:lnTo>
                  <a:pt x="1116505" y="56474"/>
                </a:lnTo>
                <a:lnTo>
                  <a:pt x="1116488" y="57101"/>
                </a:lnTo>
                <a:lnTo>
                  <a:pt x="1116482" y="57734"/>
                </a:lnTo>
                <a:lnTo>
                  <a:pt x="1116488" y="58333"/>
                </a:lnTo>
                <a:lnTo>
                  <a:pt x="1116505" y="58929"/>
                </a:lnTo>
                <a:lnTo>
                  <a:pt x="1116534" y="59521"/>
                </a:lnTo>
                <a:lnTo>
                  <a:pt x="1116573" y="60110"/>
                </a:lnTo>
                <a:lnTo>
                  <a:pt x="1116625" y="60695"/>
                </a:lnTo>
                <a:lnTo>
                  <a:pt x="1116687" y="61277"/>
                </a:lnTo>
                <a:lnTo>
                  <a:pt x="1116761" y="61856"/>
                </a:lnTo>
                <a:lnTo>
                  <a:pt x="1116847" y="62431"/>
                </a:lnTo>
                <a:lnTo>
                  <a:pt x="1116944" y="63002"/>
                </a:lnTo>
                <a:lnTo>
                  <a:pt x="1117052" y="63571"/>
                </a:lnTo>
                <a:lnTo>
                  <a:pt x="1117172" y="64136"/>
                </a:lnTo>
                <a:lnTo>
                  <a:pt x="1117303" y="64697"/>
                </a:lnTo>
                <a:lnTo>
                  <a:pt x="1117445" y="65255"/>
                </a:lnTo>
                <a:lnTo>
                  <a:pt x="1117599" y="65810"/>
                </a:lnTo>
                <a:lnTo>
                  <a:pt x="1117764" y="66362"/>
                </a:lnTo>
                <a:lnTo>
                  <a:pt x="1117941" y="66909"/>
                </a:lnTo>
                <a:lnTo>
                  <a:pt x="1118129" y="67454"/>
                </a:lnTo>
                <a:lnTo>
                  <a:pt x="1118328" y="67995"/>
                </a:lnTo>
                <a:lnTo>
                  <a:pt x="1118539" y="68533"/>
                </a:lnTo>
                <a:lnTo>
                  <a:pt x="1118761" y="69067"/>
                </a:lnTo>
                <a:lnTo>
                  <a:pt x="1118995" y="69598"/>
                </a:lnTo>
                <a:lnTo>
                  <a:pt x="1119240" y="70125"/>
                </a:lnTo>
                <a:lnTo>
                  <a:pt x="1119496" y="70649"/>
                </a:lnTo>
                <a:lnTo>
                  <a:pt x="1119764" y="71170"/>
                </a:lnTo>
                <a:lnTo>
                  <a:pt x="1120043" y="71685"/>
                </a:lnTo>
                <a:lnTo>
                  <a:pt x="1120332" y="72191"/>
                </a:lnTo>
                <a:lnTo>
                  <a:pt x="1120633" y="72689"/>
                </a:lnTo>
                <a:lnTo>
                  <a:pt x="1120944" y="73178"/>
                </a:lnTo>
                <a:lnTo>
                  <a:pt x="1121266" y="73658"/>
                </a:lnTo>
                <a:lnTo>
                  <a:pt x="1121599" y="74130"/>
                </a:lnTo>
                <a:lnTo>
                  <a:pt x="1121943" y="74594"/>
                </a:lnTo>
                <a:lnTo>
                  <a:pt x="1122298" y="75048"/>
                </a:lnTo>
                <a:lnTo>
                  <a:pt x="1122664" y="75495"/>
                </a:lnTo>
                <a:lnTo>
                  <a:pt x="1123040" y="75933"/>
                </a:lnTo>
                <a:lnTo>
                  <a:pt x="1123427" y="76362"/>
                </a:lnTo>
                <a:lnTo>
                  <a:pt x="1123825" y="76783"/>
                </a:lnTo>
                <a:lnTo>
                  <a:pt x="1124234" y="77195"/>
                </a:lnTo>
                <a:lnTo>
                  <a:pt x="1124654" y="77599"/>
                </a:lnTo>
                <a:lnTo>
                  <a:pt x="1125085" y="77994"/>
                </a:lnTo>
                <a:lnTo>
                  <a:pt x="1125526" y="78380"/>
                </a:lnTo>
                <a:lnTo>
                  <a:pt x="1125978" y="78758"/>
                </a:lnTo>
                <a:lnTo>
                  <a:pt x="1126441" y="79128"/>
                </a:lnTo>
                <a:lnTo>
                  <a:pt x="1126888" y="79468"/>
                </a:lnTo>
                <a:lnTo>
                  <a:pt x="1126572" y="79600"/>
                </a:lnTo>
                <a:lnTo>
                  <a:pt x="1126060" y="79824"/>
                </a:lnTo>
                <a:lnTo>
                  <a:pt x="1125562" y="80053"/>
                </a:lnTo>
                <a:lnTo>
                  <a:pt x="1125077" y="80287"/>
                </a:lnTo>
                <a:lnTo>
                  <a:pt x="1124606" y="80527"/>
                </a:lnTo>
                <a:lnTo>
                  <a:pt x="1124149" y="80771"/>
                </a:lnTo>
                <a:lnTo>
                  <a:pt x="1123705" y="81021"/>
                </a:lnTo>
                <a:lnTo>
                  <a:pt x="1123275" y="81275"/>
                </a:lnTo>
                <a:lnTo>
                  <a:pt x="1122859" y="81535"/>
                </a:lnTo>
                <a:lnTo>
                  <a:pt x="1122456" y="81800"/>
                </a:lnTo>
                <a:lnTo>
                  <a:pt x="1122067" y="82070"/>
                </a:lnTo>
                <a:lnTo>
                  <a:pt x="1121691" y="82345"/>
                </a:lnTo>
                <a:lnTo>
                  <a:pt x="1121329" y="82625"/>
                </a:lnTo>
                <a:lnTo>
                  <a:pt x="1120981" y="82910"/>
                </a:lnTo>
                <a:lnTo>
                  <a:pt x="1120646" y="83201"/>
                </a:lnTo>
                <a:lnTo>
                  <a:pt x="1120325" y="83496"/>
                </a:lnTo>
                <a:lnTo>
                  <a:pt x="1120018" y="83797"/>
                </a:lnTo>
                <a:lnTo>
                  <a:pt x="1119724" y="84103"/>
                </a:lnTo>
                <a:lnTo>
                  <a:pt x="1119444" y="84414"/>
                </a:lnTo>
                <a:lnTo>
                  <a:pt x="1119176" y="84727"/>
                </a:lnTo>
                <a:lnTo>
                  <a:pt x="1118919" y="85040"/>
                </a:lnTo>
                <a:lnTo>
                  <a:pt x="1118674" y="85353"/>
                </a:lnTo>
                <a:lnTo>
                  <a:pt x="1118441" y="85666"/>
                </a:lnTo>
                <a:lnTo>
                  <a:pt x="1118219" y="85980"/>
                </a:lnTo>
                <a:lnTo>
                  <a:pt x="1118008" y="86293"/>
                </a:lnTo>
                <a:lnTo>
                  <a:pt x="1117809" y="86606"/>
                </a:lnTo>
                <a:lnTo>
                  <a:pt x="1117621" y="86919"/>
                </a:lnTo>
                <a:lnTo>
                  <a:pt x="1117444" y="87232"/>
                </a:lnTo>
                <a:lnTo>
                  <a:pt x="1117279" y="87546"/>
                </a:lnTo>
                <a:lnTo>
                  <a:pt x="1117125" y="87859"/>
                </a:lnTo>
                <a:lnTo>
                  <a:pt x="1116983" y="88172"/>
                </a:lnTo>
                <a:lnTo>
                  <a:pt x="1116852" y="88485"/>
                </a:lnTo>
                <a:lnTo>
                  <a:pt x="1116732" y="88798"/>
                </a:lnTo>
                <a:lnTo>
                  <a:pt x="1116624" y="89112"/>
                </a:lnTo>
                <a:lnTo>
                  <a:pt x="1116527" y="89425"/>
                </a:lnTo>
                <a:lnTo>
                  <a:pt x="1116441" y="89738"/>
                </a:lnTo>
                <a:lnTo>
                  <a:pt x="1116367" y="90051"/>
                </a:lnTo>
                <a:lnTo>
                  <a:pt x="1116305" y="90364"/>
                </a:lnTo>
                <a:lnTo>
                  <a:pt x="1116253" y="90678"/>
                </a:lnTo>
                <a:lnTo>
                  <a:pt x="1116213" y="90991"/>
                </a:lnTo>
                <a:lnTo>
                  <a:pt x="1116185" y="91304"/>
                </a:lnTo>
                <a:lnTo>
                  <a:pt x="1116168" y="91617"/>
                </a:lnTo>
                <a:lnTo>
                  <a:pt x="1116162" y="91930"/>
                </a:lnTo>
                <a:lnTo>
                  <a:pt x="1116165" y="92142"/>
                </a:lnTo>
                <a:lnTo>
                  <a:pt x="1116175" y="92356"/>
                </a:lnTo>
                <a:lnTo>
                  <a:pt x="1116191" y="92571"/>
                </a:lnTo>
                <a:lnTo>
                  <a:pt x="1116213" y="92788"/>
                </a:lnTo>
                <a:lnTo>
                  <a:pt x="1116242" y="93006"/>
                </a:lnTo>
                <a:lnTo>
                  <a:pt x="1116277" y="93226"/>
                </a:lnTo>
                <a:lnTo>
                  <a:pt x="1116319" y="93447"/>
                </a:lnTo>
                <a:lnTo>
                  <a:pt x="1116367" y="93670"/>
                </a:lnTo>
                <a:lnTo>
                  <a:pt x="1116421" y="93894"/>
                </a:lnTo>
                <a:lnTo>
                  <a:pt x="1116482" y="94120"/>
                </a:lnTo>
                <a:lnTo>
                  <a:pt x="1116549" y="94348"/>
                </a:lnTo>
                <a:lnTo>
                  <a:pt x="1116622" y="94577"/>
                </a:lnTo>
                <a:lnTo>
                  <a:pt x="1116702" y="94808"/>
                </a:lnTo>
                <a:lnTo>
                  <a:pt x="1116789" y="95040"/>
                </a:lnTo>
                <a:lnTo>
                  <a:pt x="1116881" y="95274"/>
                </a:lnTo>
                <a:lnTo>
                  <a:pt x="1116980" y="95509"/>
                </a:lnTo>
                <a:lnTo>
                  <a:pt x="1117086" y="95746"/>
                </a:lnTo>
                <a:lnTo>
                  <a:pt x="1117198" y="95985"/>
                </a:lnTo>
                <a:lnTo>
                  <a:pt x="1117316" y="96225"/>
                </a:lnTo>
                <a:lnTo>
                  <a:pt x="1117441" y="96467"/>
                </a:lnTo>
                <a:lnTo>
                  <a:pt x="1117572" y="96710"/>
                </a:lnTo>
                <a:lnTo>
                  <a:pt x="1117709" y="96955"/>
                </a:lnTo>
                <a:lnTo>
                  <a:pt x="1117853" y="97201"/>
                </a:lnTo>
                <a:lnTo>
                  <a:pt x="1118003" y="97449"/>
                </a:lnTo>
                <a:lnTo>
                  <a:pt x="1118161" y="97696"/>
                </a:lnTo>
                <a:lnTo>
                  <a:pt x="1118328" y="97941"/>
                </a:lnTo>
                <a:lnTo>
                  <a:pt x="1118503" y="98183"/>
                </a:lnTo>
                <a:lnTo>
                  <a:pt x="1118688" y="98422"/>
                </a:lnTo>
                <a:lnTo>
                  <a:pt x="1118881" y="98658"/>
                </a:lnTo>
                <a:lnTo>
                  <a:pt x="1119083" y="98892"/>
                </a:lnTo>
                <a:lnTo>
                  <a:pt x="1119295" y="99123"/>
                </a:lnTo>
                <a:lnTo>
                  <a:pt x="1119515" y="99351"/>
                </a:lnTo>
                <a:lnTo>
                  <a:pt x="1119744" y="99577"/>
                </a:lnTo>
                <a:lnTo>
                  <a:pt x="1119982" y="99800"/>
                </a:lnTo>
                <a:lnTo>
                  <a:pt x="1120228" y="100020"/>
                </a:lnTo>
                <a:lnTo>
                  <a:pt x="1120484" y="100237"/>
                </a:lnTo>
                <a:lnTo>
                  <a:pt x="1120749" y="100452"/>
                </a:lnTo>
                <a:lnTo>
                  <a:pt x="1121022" y="100664"/>
                </a:lnTo>
                <a:lnTo>
                  <a:pt x="1121304" y="100874"/>
                </a:lnTo>
                <a:lnTo>
                  <a:pt x="1121596" y="101080"/>
                </a:lnTo>
                <a:lnTo>
                  <a:pt x="1121896" y="101285"/>
                </a:lnTo>
                <a:lnTo>
                  <a:pt x="1122205" y="101486"/>
                </a:lnTo>
                <a:lnTo>
                  <a:pt x="1122523" y="101685"/>
                </a:lnTo>
                <a:lnTo>
                  <a:pt x="1122849" y="101880"/>
                </a:lnTo>
                <a:lnTo>
                  <a:pt x="1123185" y="102074"/>
                </a:lnTo>
                <a:lnTo>
                  <a:pt x="1123530" y="102264"/>
                </a:lnTo>
                <a:lnTo>
                  <a:pt x="1123883" y="102452"/>
                </a:lnTo>
                <a:lnTo>
                  <a:pt x="1124246" y="102637"/>
                </a:lnTo>
                <a:lnTo>
                  <a:pt x="1124618" y="102818"/>
                </a:lnTo>
                <a:lnTo>
                  <a:pt x="1125003" y="102992"/>
                </a:lnTo>
                <a:lnTo>
                  <a:pt x="1125399" y="103160"/>
                </a:lnTo>
                <a:lnTo>
                  <a:pt x="1125609" y="103243"/>
                </a:lnTo>
                <a:lnTo>
                  <a:pt x="1125259" y="103397"/>
                </a:lnTo>
                <a:lnTo>
                  <a:pt x="1124543" y="103733"/>
                </a:lnTo>
                <a:lnTo>
                  <a:pt x="1123850" y="104081"/>
                </a:lnTo>
                <a:lnTo>
                  <a:pt x="1123178" y="104439"/>
                </a:lnTo>
                <a:lnTo>
                  <a:pt x="1122529" y="104809"/>
                </a:lnTo>
                <a:lnTo>
                  <a:pt x="1121902" y="105189"/>
                </a:lnTo>
                <a:lnTo>
                  <a:pt x="1121297" y="105581"/>
                </a:lnTo>
                <a:lnTo>
                  <a:pt x="1120714" y="105984"/>
                </a:lnTo>
                <a:lnTo>
                  <a:pt x="1120153" y="106398"/>
                </a:lnTo>
                <a:lnTo>
                  <a:pt x="1119614" y="106824"/>
                </a:lnTo>
                <a:lnTo>
                  <a:pt x="1119098" y="107260"/>
                </a:lnTo>
                <a:lnTo>
                  <a:pt x="1118603" y="107708"/>
                </a:lnTo>
                <a:lnTo>
                  <a:pt x="1118130" y="108164"/>
                </a:lnTo>
                <a:lnTo>
                  <a:pt x="1117676" y="108625"/>
                </a:lnTo>
                <a:lnTo>
                  <a:pt x="1117243" y="109092"/>
                </a:lnTo>
                <a:lnTo>
                  <a:pt x="1116830" y="109564"/>
                </a:lnTo>
                <a:lnTo>
                  <a:pt x="1116437" y="110042"/>
                </a:lnTo>
                <a:lnTo>
                  <a:pt x="1116065" y="110525"/>
                </a:lnTo>
                <a:lnTo>
                  <a:pt x="1115712" y="111014"/>
                </a:lnTo>
                <a:lnTo>
                  <a:pt x="1115380" y="111508"/>
                </a:lnTo>
                <a:lnTo>
                  <a:pt x="1115067" y="112007"/>
                </a:lnTo>
                <a:lnTo>
                  <a:pt x="1114775" y="112512"/>
                </a:lnTo>
                <a:lnTo>
                  <a:pt x="1114503" y="113023"/>
                </a:lnTo>
                <a:lnTo>
                  <a:pt x="1114251" y="113538"/>
                </a:lnTo>
                <a:lnTo>
                  <a:pt x="1114020" y="114060"/>
                </a:lnTo>
                <a:lnTo>
                  <a:pt x="1113808" y="114586"/>
                </a:lnTo>
                <a:lnTo>
                  <a:pt x="1113617" y="115118"/>
                </a:lnTo>
                <a:lnTo>
                  <a:pt x="1113446" y="115656"/>
                </a:lnTo>
                <a:lnTo>
                  <a:pt x="1113294" y="116199"/>
                </a:lnTo>
                <a:lnTo>
                  <a:pt x="1113163" y="116748"/>
                </a:lnTo>
                <a:lnTo>
                  <a:pt x="1113053" y="117301"/>
                </a:lnTo>
                <a:lnTo>
                  <a:pt x="1112962" y="117861"/>
                </a:lnTo>
                <a:lnTo>
                  <a:pt x="1112891" y="118426"/>
                </a:lnTo>
                <a:lnTo>
                  <a:pt x="1112841" y="118996"/>
                </a:lnTo>
                <a:lnTo>
                  <a:pt x="1112811" y="119571"/>
                </a:lnTo>
                <a:lnTo>
                  <a:pt x="1112801" y="120153"/>
                </a:lnTo>
                <a:lnTo>
                  <a:pt x="1112806" y="120632"/>
                </a:lnTo>
                <a:lnTo>
                  <a:pt x="1112823" y="121108"/>
                </a:lnTo>
                <a:lnTo>
                  <a:pt x="1112851" y="121582"/>
                </a:lnTo>
                <a:lnTo>
                  <a:pt x="1112891" y="122053"/>
                </a:lnTo>
                <a:lnTo>
                  <a:pt x="1112941" y="122521"/>
                </a:lnTo>
                <a:lnTo>
                  <a:pt x="1113003" y="122986"/>
                </a:lnTo>
                <a:lnTo>
                  <a:pt x="1113077" y="123448"/>
                </a:lnTo>
                <a:lnTo>
                  <a:pt x="1113161" y="123907"/>
                </a:lnTo>
                <a:lnTo>
                  <a:pt x="1113257" y="124363"/>
                </a:lnTo>
                <a:lnTo>
                  <a:pt x="1113364" y="124817"/>
                </a:lnTo>
                <a:lnTo>
                  <a:pt x="1113482" y="125267"/>
                </a:lnTo>
                <a:lnTo>
                  <a:pt x="1113611" y="125715"/>
                </a:lnTo>
                <a:lnTo>
                  <a:pt x="1113752" y="126160"/>
                </a:lnTo>
                <a:lnTo>
                  <a:pt x="1113904" y="126602"/>
                </a:lnTo>
                <a:lnTo>
                  <a:pt x="1114067" y="127041"/>
                </a:lnTo>
                <a:lnTo>
                  <a:pt x="1114241" y="127478"/>
                </a:lnTo>
                <a:lnTo>
                  <a:pt x="1114427" y="127911"/>
                </a:lnTo>
                <a:lnTo>
                  <a:pt x="1114624" y="128341"/>
                </a:lnTo>
                <a:lnTo>
                  <a:pt x="1114832" y="128769"/>
                </a:lnTo>
                <a:lnTo>
                  <a:pt x="1115052" y="129194"/>
                </a:lnTo>
                <a:lnTo>
                  <a:pt x="1115282" y="129616"/>
                </a:lnTo>
                <a:lnTo>
                  <a:pt x="1115524" y="130035"/>
                </a:lnTo>
                <a:lnTo>
                  <a:pt x="1115778" y="130451"/>
                </a:lnTo>
                <a:lnTo>
                  <a:pt x="1116042" y="130865"/>
                </a:lnTo>
                <a:lnTo>
                  <a:pt x="1116319" y="131273"/>
                </a:lnTo>
                <a:lnTo>
                  <a:pt x="1116610" y="131675"/>
                </a:lnTo>
                <a:lnTo>
                  <a:pt x="1116916" y="132070"/>
                </a:lnTo>
                <a:lnTo>
                  <a:pt x="1117235" y="132458"/>
                </a:lnTo>
                <a:lnTo>
                  <a:pt x="1117568" y="132839"/>
                </a:lnTo>
                <a:lnTo>
                  <a:pt x="1117915" y="133214"/>
                </a:lnTo>
                <a:lnTo>
                  <a:pt x="1118277" y="133581"/>
                </a:lnTo>
                <a:lnTo>
                  <a:pt x="1118652" y="133942"/>
                </a:lnTo>
                <a:lnTo>
                  <a:pt x="1119042" y="134295"/>
                </a:lnTo>
                <a:lnTo>
                  <a:pt x="1119445" y="134642"/>
                </a:lnTo>
                <a:lnTo>
                  <a:pt x="1119862" y="134982"/>
                </a:lnTo>
                <a:lnTo>
                  <a:pt x="1120294" y="135315"/>
                </a:lnTo>
                <a:lnTo>
                  <a:pt x="1120739" y="135642"/>
                </a:lnTo>
                <a:lnTo>
                  <a:pt x="1121199" y="135961"/>
                </a:lnTo>
                <a:lnTo>
                  <a:pt x="1121673" y="136273"/>
                </a:lnTo>
                <a:lnTo>
                  <a:pt x="1122160" y="136579"/>
                </a:lnTo>
                <a:lnTo>
                  <a:pt x="1122662" y="136878"/>
                </a:lnTo>
                <a:lnTo>
                  <a:pt x="1123178" y="137170"/>
                </a:lnTo>
                <a:lnTo>
                  <a:pt x="1123707" y="137455"/>
                </a:lnTo>
                <a:lnTo>
                  <a:pt x="1124251" y="137733"/>
                </a:lnTo>
                <a:lnTo>
                  <a:pt x="1124809" y="138004"/>
                </a:lnTo>
                <a:lnTo>
                  <a:pt x="1125381" y="138269"/>
                </a:lnTo>
                <a:lnTo>
                  <a:pt x="1125967" y="138526"/>
                </a:lnTo>
                <a:lnTo>
                  <a:pt x="1126567" y="138777"/>
                </a:lnTo>
                <a:lnTo>
                  <a:pt x="1127182" y="139019"/>
                </a:lnTo>
                <a:lnTo>
                  <a:pt x="1127814" y="139251"/>
                </a:lnTo>
                <a:lnTo>
                  <a:pt x="1128462" y="139472"/>
                </a:lnTo>
                <a:lnTo>
                  <a:pt x="1129128" y="139684"/>
                </a:lnTo>
                <a:lnTo>
                  <a:pt x="1129810" y="139885"/>
                </a:lnTo>
                <a:lnTo>
                  <a:pt x="1130508" y="140075"/>
                </a:lnTo>
                <a:lnTo>
                  <a:pt x="1131223" y="140256"/>
                </a:lnTo>
                <a:lnTo>
                  <a:pt x="1131955" y="140426"/>
                </a:lnTo>
                <a:lnTo>
                  <a:pt x="1132704" y="140585"/>
                </a:lnTo>
                <a:lnTo>
                  <a:pt x="1133469" y="140735"/>
                </a:lnTo>
                <a:lnTo>
                  <a:pt x="1134251" y="140874"/>
                </a:lnTo>
                <a:lnTo>
                  <a:pt x="1135050" y="141002"/>
                </a:lnTo>
                <a:lnTo>
                  <a:pt x="1135865" y="141121"/>
                </a:lnTo>
                <a:lnTo>
                  <a:pt x="1136697" y="141229"/>
                </a:lnTo>
                <a:lnTo>
                  <a:pt x="1137546" y="141327"/>
                </a:lnTo>
                <a:lnTo>
                  <a:pt x="1138411" y="141415"/>
                </a:lnTo>
                <a:lnTo>
                  <a:pt x="1139293" y="141492"/>
                </a:lnTo>
                <a:lnTo>
                  <a:pt x="1140192" y="141559"/>
                </a:lnTo>
                <a:lnTo>
                  <a:pt x="1141108" y="141615"/>
                </a:lnTo>
                <a:lnTo>
                  <a:pt x="1142040" y="141662"/>
                </a:lnTo>
                <a:lnTo>
                  <a:pt x="1142988" y="141698"/>
                </a:lnTo>
                <a:lnTo>
                  <a:pt x="1143954" y="141724"/>
                </a:lnTo>
                <a:lnTo>
                  <a:pt x="1144936" y="141739"/>
                </a:lnTo>
                <a:lnTo>
                  <a:pt x="1145935" y="141744"/>
                </a:lnTo>
                <a:lnTo>
                  <a:pt x="1147381" y="141732"/>
                </a:lnTo>
                <a:lnTo>
                  <a:pt x="1148797" y="141696"/>
                </a:lnTo>
                <a:lnTo>
                  <a:pt x="1150185" y="141635"/>
                </a:lnTo>
                <a:lnTo>
                  <a:pt x="1151544" y="141551"/>
                </a:lnTo>
                <a:lnTo>
                  <a:pt x="1152873" y="141442"/>
                </a:lnTo>
                <a:lnTo>
                  <a:pt x="1154173" y="141309"/>
                </a:lnTo>
                <a:lnTo>
                  <a:pt x="1155444" y="141152"/>
                </a:lnTo>
                <a:lnTo>
                  <a:pt x="1156686" y="140971"/>
                </a:lnTo>
                <a:lnTo>
                  <a:pt x="1157898" y="140765"/>
                </a:lnTo>
                <a:lnTo>
                  <a:pt x="1159082" y="140535"/>
                </a:lnTo>
                <a:lnTo>
                  <a:pt x="1160236" y="140281"/>
                </a:lnTo>
                <a:lnTo>
                  <a:pt x="1161361" y="140003"/>
                </a:lnTo>
                <a:lnTo>
                  <a:pt x="1162457" y="139701"/>
                </a:lnTo>
                <a:lnTo>
                  <a:pt x="1163523" y="139375"/>
                </a:lnTo>
                <a:lnTo>
                  <a:pt x="1164561" y="139024"/>
                </a:lnTo>
                <a:lnTo>
                  <a:pt x="1165569" y="138649"/>
                </a:lnTo>
                <a:lnTo>
                  <a:pt x="1166548" y="138250"/>
                </a:lnTo>
                <a:lnTo>
                  <a:pt x="1167498" y="137827"/>
                </a:lnTo>
                <a:lnTo>
                  <a:pt x="1168419" y="137380"/>
                </a:lnTo>
                <a:lnTo>
                  <a:pt x="1169311" y="136908"/>
                </a:lnTo>
                <a:lnTo>
                  <a:pt x="1170173" y="136413"/>
                </a:lnTo>
                <a:lnTo>
                  <a:pt x="1171007" y="135893"/>
                </a:lnTo>
                <a:lnTo>
                  <a:pt x="1171811" y="135349"/>
                </a:lnTo>
                <a:lnTo>
                  <a:pt x="1172586" y="134781"/>
                </a:lnTo>
                <a:lnTo>
                  <a:pt x="1173330" y="134194"/>
                </a:lnTo>
                <a:lnTo>
                  <a:pt x="1174043" y="133593"/>
                </a:lnTo>
                <a:lnTo>
                  <a:pt x="1174724" y="132979"/>
                </a:lnTo>
                <a:lnTo>
                  <a:pt x="1175373" y="132351"/>
                </a:lnTo>
                <a:lnTo>
                  <a:pt x="1175991" y="131709"/>
                </a:lnTo>
                <a:lnTo>
                  <a:pt x="1176577" y="131054"/>
                </a:lnTo>
                <a:lnTo>
                  <a:pt x="1177132" y="130386"/>
                </a:lnTo>
                <a:lnTo>
                  <a:pt x="1177654" y="129703"/>
                </a:lnTo>
                <a:lnTo>
                  <a:pt x="1178145" y="129007"/>
                </a:lnTo>
                <a:lnTo>
                  <a:pt x="1178605" y="128298"/>
                </a:lnTo>
                <a:lnTo>
                  <a:pt x="1179032" y="127575"/>
                </a:lnTo>
                <a:lnTo>
                  <a:pt x="1179428" y="126838"/>
                </a:lnTo>
                <a:lnTo>
                  <a:pt x="1179793" y="126088"/>
                </a:lnTo>
                <a:lnTo>
                  <a:pt x="1180125" y="125324"/>
                </a:lnTo>
                <a:lnTo>
                  <a:pt x="1180426" y="124547"/>
                </a:lnTo>
                <a:lnTo>
                  <a:pt x="1180696" y="123756"/>
                </a:lnTo>
                <a:lnTo>
                  <a:pt x="1180933" y="122951"/>
                </a:lnTo>
                <a:lnTo>
                  <a:pt x="1181139" y="122133"/>
                </a:lnTo>
                <a:lnTo>
                  <a:pt x="1181313" y="121301"/>
                </a:lnTo>
                <a:lnTo>
                  <a:pt x="1181456" y="120455"/>
                </a:lnTo>
                <a:lnTo>
                  <a:pt x="1181567" y="119596"/>
                </a:lnTo>
                <a:lnTo>
                  <a:pt x="1181646" y="118724"/>
                </a:lnTo>
                <a:lnTo>
                  <a:pt x="1181694" y="117837"/>
                </a:lnTo>
                <a:lnTo>
                  <a:pt x="1181709" y="116938"/>
                </a:lnTo>
                <a:lnTo>
                  <a:pt x="1181696" y="116034"/>
                </a:lnTo>
                <a:lnTo>
                  <a:pt x="1181655" y="115151"/>
                </a:lnTo>
                <a:lnTo>
                  <a:pt x="1181587" y="114287"/>
                </a:lnTo>
                <a:lnTo>
                  <a:pt x="1181493" y="113443"/>
                </a:lnTo>
                <a:lnTo>
                  <a:pt x="1181371" y="112619"/>
                </a:lnTo>
                <a:lnTo>
                  <a:pt x="1181222" y="111815"/>
                </a:lnTo>
                <a:lnTo>
                  <a:pt x="1181046" y="111031"/>
                </a:lnTo>
                <a:lnTo>
                  <a:pt x="1180842" y="110267"/>
                </a:lnTo>
                <a:lnTo>
                  <a:pt x="1180612" y="109523"/>
                </a:lnTo>
                <a:lnTo>
                  <a:pt x="1180355" y="108799"/>
                </a:lnTo>
                <a:lnTo>
                  <a:pt x="1180070" y="108094"/>
                </a:lnTo>
                <a:lnTo>
                  <a:pt x="1179759" y="107409"/>
                </a:lnTo>
                <a:lnTo>
                  <a:pt x="1179420" y="106745"/>
                </a:lnTo>
                <a:lnTo>
                  <a:pt x="1179054" y="106100"/>
                </a:lnTo>
                <a:lnTo>
                  <a:pt x="1178661" y="105475"/>
                </a:lnTo>
                <a:lnTo>
                  <a:pt x="1178241" y="104870"/>
                </a:lnTo>
                <a:lnTo>
                  <a:pt x="1177794" y="104284"/>
                </a:lnTo>
                <a:lnTo>
                  <a:pt x="1177320" y="103719"/>
                </a:lnTo>
                <a:lnTo>
                  <a:pt x="1176819" y="103173"/>
                </a:lnTo>
                <a:lnTo>
                  <a:pt x="1176290" y="102648"/>
                </a:lnTo>
                <a:lnTo>
                  <a:pt x="1175735" y="102142"/>
                </a:lnTo>
                <a:lnTo>
                  <a:pt x="1175152" y="101656"/>
                </a:lnTo>
                <a:lnTo>
                  <a:pt x="1174543" y="101190"/>
                </a:lnTo>
                <a:lnTo>
                  <a:pt x="1173906" y="100744"/>
                </a:lnTo>
                <a:lnTo>
                  <a:pt x="1173238" y="100317"/>
                </a:lnTo>
                <a:lnTo>
                  <a:pt x="1172534" y="99909"/>
                </a:lnTo>
                <a:lnTo>
                  <a:pt x="1171793" y="99518"/>
                </a:lnTo>
                <a:lnTo>
                  <a:pt x="1171017" y="99145"/>
                </a:lnTo>
                <a:lnTo>
                  <a:pt x="1170205" y="98791"/>
                </a:lnTo>
                <a:lnTo>
                  <a:pt x="1169357" y="98455"/>
                </a:lnTo>
                <a:lnTo>
                  <a:pt x="1168473" y="98137"/>
                </a:lnTo>
                <a:lnTo>
                  <a:pt x="1167552" y="97837"/>
                </a:lnTo>
                <a:lnTo>
                  <a:pt x="1166596" y="97555"/>
                </a:lnTo>
                <a:lnTo>
                  <a:pt x="1165604" y="97292"/>
                </a:lnTo>
                <a:lnTo>
                  <a:pt x="1164576" y="97047"/>
                </a:lnTo>
                <a:lnTo>
                  <a:pt x="1163512" y="96819"/>
                </a:lnTo>
                <a:lnTo>
                  <a:pt x="1162412" y="96610"/>
                </a:lnTo>
                <a:lnTo>
                  <a:pt x="1161276" y="96420"/>
                </a:lnTo>
                <a:lnTo>
                  <a:pt x="1160104" y="96247"/>
                </a:lnTo>
                <a:lnTo>
                  <a:pt x="1158895" y="96093"/>
                </a:lnTo>
                <a:lnTo>
                  <a:pt x="1157651" y="95956"/>
                </a:lnTo>
                <a:lnTo>
                  <a:pt x="1156371" y="95838"/>
                </a:lnTo>
                <a:lnTo>
                  <a:pt x="1155055" y="95738"/>
                </a:lnTo>
                <a:lnTo>
                  <a:pt x="1153703" y="95656"/>
                </a:lnTo>
                <a:lnTo>
                  <a:pt x="1152315" y="95593"/>
                </a:lnTo>
                <a:lnTo>
                  <a:pt x="1150891" y="95547"/>
                </a:lnTo>
                <a:lnTo>
                  <a:pt x="1149431" y="95520"/>
                </a:lnTo>
                <a:lnTo>
                  <a:pt x="1147935" y="95511"/>
                </a:lnTo>
                <a:lnTo>
                  <a:pt x="1143534" y="95511"/>
                </a:lnTo>
                <a:lnTo>
                  <a:pt x="1143031" y="95503"/>
                </a:lnTo>
                <a:lnTo>
                  <a:pt x="1142538" y="95493"/>
                </a:lnTo>
                <a:lnTo>
                  <a:pt x="1142053" y="95481"/>
                </a:lnTo>
                <a:lnTo>
                  <a:pt x="1141577" y="95466"/>
                </a:lnTo>
                <a:lnTo>
                  <a:pt x="1141110" y="95450"/>
                </a:lnTo>
                <a:lnTo>
                  <a:pt x="1140652" y="95431"/>
                </a:lnTo>
                <a:lnTo>
                  <a:pt x="1140203" y="95409"/>
                </a:lnTo>
                <a:lnTo>
                  <a:pt x="1139763" y="95386"/>
                </a:lnTo>
                <a:lnTo>
                  <a:pt x="1139332" y="95360"/>
                </a:lnTo>
                <a:lnTo>
                  <a:pt x="1138909" y="95332"/>
                </a:lnTo>
                <a:lnTo>
                  <a:pt x="1138496" y="95302"/>
                </a:lnTo>
                <a:lnTo>
                  <a:pt x="1138091" y="95269"/>
                </a:lnTo>
                <a:lnTo>
                  <a:pt x="1137696" y="95235"/>
                </a:lnTo>
                <a:lnTo>
                  <a:pt x="1137309" y="95198"/>
                </a:lnTo>
                <a:lnTo>
                  <a:pt x="1136931" y="95159"/>
                </a:lnTo>
                <a:lnTo>
                  <a:pt x="1136562" y="95117"/>
                </a:lnTo>
                <a:lnTo>
                  <a:pt x="1136202" y="95073"/>
                </a:lnTo>
                <a:lnTo>
                  <a:pt x="1135850" y="95028"/>
                </a:lnTo>
                <a:lnTo>
                  <a:pt x="1135508" y="94979"/>
                </a:lnTo>
                <a:lnTo>
                  <a:pt x="1135175" y="94929"/>
                </a:lnTo>
                <a:lnTo>
                  <a:pt x="1134850" y="94876"/>
                </a:lnTo>
                <a:lnTo>
                  <a:pt x="1134534" y="94821"/>
                </a:lnTo>
                <a:lnTo>
                  <a:pt x="1134227" y="94764"/>
                </a:lnTo>
                <a:lnTo>
                  <a:pt x="1133930" y="94705"/>
                </a:lnTo>
                <a:lnTo>
                  <a:pt x="1133640" y="94643"/>
                </a:lnTo>
                <a:lnTo>
                  <a:pt x="1133357" y="94580"/>
                </a:lnTo>
                <a:lnTo>
                  <a:pt x="1133082" y="94515"/>
                </a:lnTo>
                <a:lnTo>
                  <a:pt x="1132814" y="94448"/>
                </a:lnTo>
                <a:lnTo>
                  <a:pt x="1132553" y="94380"/>
                </a:lnTo>
                <a:lnTo>
                  <a:pt x="1132299" y="94309"/>
                </a:lnTo>
                <a:lnTo>
                  <a:pt x="1132052" y="94237"/>
                </a:lnTo>
                <a:lnTo>
                  <a:pt x="1131813" y="94163"/>
                </a:lnTo>
                <a:lnTo>
                  <a:pt x="1131581" y="94087"/>
                </a:lnTo>
                <a:lnTo>
                  <a:pt x="1131356" y="94009"/>
                </a:lnTo>
                <a:lnTo>
                  <a:pt x="1131139" y="93929"/>
                </a:lnTo>
                <a:lnTo>
                  <a:pt x="1130928" y="93848"/>
                </a:lnTo>
                <a:lnTo>
                  <a:pt x="1130725" y="93765"/>
                </a:lnTo>
                <a:lnTo>
                  <a:pt x="1130529" y="93680"/>
                </a:lnTo>
                <a:lnTo>
                  <a:pt x="1130341" y="93593"/>
                </a:lnTo>
                <a:lnTo>
                  <a:pt x="1130159" y="93504"/>
                </a:lnTo>
                <a:lnTo>
                  <a:pt x="1129985" y="93414"/>
                </a:lnTo>
                <a:lnTo>
                  <a:pt x="1129818" y="93321"/>
                </a:lnTo>
                <a:lnTo>
                  <a:pt x="1129658" y="93227"/>
                </a:lnTo>
                <a:lnTo>
                  <a:pt x="1129506" y="93131"/>
                </a:lnTo>
                <a:lnTo>
                  <a:pt x="1129360" y="93033"/>
                </a:lnTo>
                <a:lnTo>
                  <a:pt x="1129222" y="92934"/>
                </a:lnTo>
                <a:lnTo>
                  <a:pt x="1129091" y="92832"/>
                </a:lnTo>
                <a:lnTo>
                  <a:pt x="1128968" y="92729"/>
                </a:lnTo>
                <a:lnTo>
                  <a:pt x="1128850" y="92625"/>
                </a:lnTo>
                <a:lnTo>
                  <a:pt x="1128737" y="92519"/>
                </a:lnTo>
                <a:lnTo>
                  <a:pt x="1128630" y="92412"/>
                </a:lnTo>
                <a:lnTo>
                  <a:pt x="1128527" y="92305"/>
                </a:lnTo>
                <a:lnTo>
                  <a:pt x="1128430" y="92196"/>
                </a:lnTo>
                <a:lnTo>
                  <a:pt x="1128337" y="92087"/>
                </a:lnTo>
                <a:lnTo>
                  <a:pt x="1128250" y="91976"/>
                </a:lnTo>
                <a:lnTo>
                  <a:pt x="1128167" y="91865"/>
                </a:lnTo>
                <a:lnTo>
                  <a:pt x="1128090" y="91752"/>
                </a:lnTo>
                <a:lnTo>
                  <a:pt x="1128017" y="91639"/>
                </a:lnTo>
                <a:lnTo>
                  <a:pt x="1127950" y="91524"/>
                </a:lnTo>
                <a:lnTo>
                  <a:pt x="1127887" y="91409"/>
                </a:lnTo>
                <a:lnTo>
                  <a:pt x="1127830" y="91293"/>
                </a:lnTo>
                <a:lnTo>
                  <a:pt x="1127777" y="91175"/>
                </a:lnTo>
                <a:lnTo>
                  <a:pt x="1127729" y="91057"/>
                </a:lnTo>
                <a:lnTo>
                  <a:pt x="1127687" y="90937"/>
                </a:lnTo>
                <a:lnTo>
                  <a:pt x="1127649" y="90817"/>
                </a:lnTo>
                <a:lnTo>
                  <a:pt x="1127617" y="90696"/>
                </a:lnTo>
                <a:lnTo>
                  <a:pt x="1127589" y="90574"/>
                </a:lnTo>
                <a:lnTo>
                  <a:pt x="1127567" y="90450"/>
                </a:lnTo>
                <a:lnTo>
                  <a:pt x="1127549" y="90326"/>
                </a:lnTo>
                <a:lnTo>
                  <a:pt x="1127537" y="90201"/>
                </a:lnTo>
                <a:lnTo>
                  <a:pt x="1127529" y="90075"/>
                </a:lnTo>
                <a:lnTo>
                  <a:pt x="1127527" y="89947"/>
                </a:lnTo>
                <a:lnTo>
                  <a:pt x="1127531" y="89766"/>
                </a:lnTo>
                <a:lnTo>
                  <a:pt x="1127544" y="89586"/>
                </a:lnTo>
                <a:lnTo>
                  <a:pt x="1127564" y="89406"/>
                </a:lnTo>
                <a:lnTo>
                  <a:pt x="1127594" y="89226"/>
                </a:lnTo>
                <a:lnTo>
                  <a:pt x="1127631" y="89048"/>
                </a:lnTo>
                <a:lnTo>
                  <a:pt x="1127677" y="88869"/>
                </a:lnTo>
                <a:lnTo>
                  <a:pt x="1127731" y="88692"/>
                </a:lnTo>
                <a:lnTo>
                  <a:pt x="1127794" y="88514"/>
                </a:lnTo>
                <a:lnTo>
                  <a:pt x="1127865" y="88338"/>
                </a:lnTo>
                <a:lnTo>
                  <a:pt x="1127944" y="88162"/>
                </a:lnTo>
                <a:lnTo>
                  <a:pt x="1128031" y="87986"/>
                </a:lnTo>
                <a:lnTo>
                  <a:pt x="1128127" y="87811"/>
                </a:lnTo>
                <a:lnTo>
                  <a:pt x="1128231" y="87637"/>
                </a:lnTo>
                <a:lnTo>
                  <a:pt x="1128344" y="87463"/>
                </a:lnTo>
                <a:lnTo>
                  <a:pt x="1128465" y="87290"/>
                </a:lnTo>
                <a:lnTo>
                  <a:pt x="1128594" y="87117"/>
                </a:lnTo>
                <a:lnTo>
                  <a:pt x="1128732" y="86945"/>
                </a:lnTo>
                <a:lnTo>
                  <a:pt x="1128877" y="86774"/>
                </a:lnTo>
                <a:lnTo>
                  <a:pt x="1129032" y="86603"/>
                </a:lnTo>
                <a:lnTo>
                  <a:pt x="1129194" y="86432"/>
                </a:lnTo>
                <a:lnTo>
                  <a:pt x="1129365" y="86262"/>
                </a:lnTo>
                <a:lnTo>
                  <a:pt x="1129544" y="86093"/>
                </a:lnTo>
                <a:lnTo>
                  <a:pt x="1129732" y="85924"/>
                </a:lnTo>
                <a:lnTo>
                  <a:pt x="1129928" y="85756"/>
                </a:lnTo>
                <a:lnTo>
                  <a:pt x="1130131" y="85589"/>
                </a:lnTo>
                <a:lnTo>
                  <a:pt x="1130342" y="85427"/>
                </a:lnTo>
                <a:lnTo>
                  <a:pt x="1130559" y="85268"/>
                </a:lnTo>
                <a:lnTo>
                  <a:pt x="1130784" y="85112"/>
                </a:lnTo>
                <a:lnTo>
                  <a:pt x="1131015" y="84960"/>
                </a:lnTo>
                <a:lnTo>
                  <a:pt x="1131253" y="84812"/>
                </a:lnTo>
                <a:lnTo>
                  <a:pt x="1131499" y="84668"/>
                </a:lnTo>
                <a:lnTo>
                  <a:pt x="1131751" y="84527"/>
                </a:lnTo>
                <a:lnTo>
                  <a:pt x="1132010" y="84390"/>
                </a:lnTo>
                <a:lnTo>
                  <a:pt x="1132276" y="84256"/>
                </a:lnTo>
                <a:lnTo>
                  <a:pt x="1132549" y="84127"/>
                </a:lnTo>
                <a:lnTo>
                  <a:pt x="1132829" y="84000"/>
                </a:lnTo>
                <a:lnTo>
                  <a:pt x="1133116" y="83878"/>
                </a:lnTo>
                <a:lnTo>
                  <a:pt x="1133410" y="83759"/>
                </a:lnTo>
                <a:lnTo>
                  <a:pt x="1133711" y="83644"/>
                </a:lnTo>
                <a:lnTo>
                  <a:pt x="1134018" y="83532"/>
                </a:lnTo>
                <a:lnTo>
                  <a:pt x="1134333" y="83424"/>
                </a:lnTo>
                <a:lnTo>
                  <a:pt x="1134431" y="83392"/>
                </a:lnTo>
                <a:lnTo>
                  <a:pt x="1134644" y="83462"/>
                </a:lnTo>
                <a:lnTo>
                  <a:pt x="1135270" y="83652"/>
                </a:lnTo>
                <a:lnTo>
                  <a:pt x="1135905" y="83829"/>
                </a:lnTo>
                <a:lnTo>
                  <a:pt x="1136551" y="83992"/>
                </a:lnTo>
                <a:lnTo>
                  <a:pt x="1137206" y="84143"/>
                </a:lnTo>
                <a:lnTo>
                  <a:pt x="1137871" y="84280"/>
                </a:lnTo>
                <a:lnTo>
                  <a:pt x="1138545" y="84404"/>
                </a:lnTo>
                <a:lnTo>
                  <a:pt x="1139230" y="84516"/>
                </a:lnTo>
                <a:lnTo>
                  <a:pt x="1139924" y="84614"/>
                </a:lnTo>
                <a:lnTo>
                  <a:pt x="1140627" y="84699"/>
                </a:lnTo>
                <a:lnTo>
                  <a:pt x="1141341" y="84771"/>
                </a:lnTo>
                <a:lnTo>
                  <a:pt x="1142064" y="84830"/>
                </a:lnTo>
                <a:lnTo>
                  <a:pt x="1142797" y="84875"/>
                </a:lnTo>
                <a:lnTo>
                  <a:pt x="1143540" y="84908"/>
                </a:lnTo>
                <a:lnTo>
                  <a:pt x="1144292" y="84928"/>
                </a:lnTo>
                <a:lnTo>
                  <a:pt x="1145054" y="84934"/>
                </a:lnTo>
                <a:lnTo>
                  <a:pt x="1145842" y="84928"/>
                </a:lnTo>
                <a:lnTo>
                  <a:pt x="1146619" y="84909"/>
                </a:lnTo>
                <a:lnTo>
                  <a:pt x="1147385" y="84876"/>
                </a:lnTo>
                <a:lnTo>
                  <a:pt x="1148139" y="84831"/>
                </a:lnTo>
                <a:lnTo>
                  <a:pt x="1148882" y="84773"/>
                </a:lnTo>
                <a:lnTo>
                  <a:pt x="1149614" y="84702"/>
                </a:lnTo>
                <a:lnTo>
                  <a:pt x="1150334" y="84617"/>
                </a:lnTo>
                <a:lnTo>
                  <a:pt x="1151043" y="84520"/>
                </a:lnTo>
                <a:lnTo>
                  <a:pt x="1151741" y="84410"/>
                </a:lnTo>
                <a:lnTo>
                  <a:pt x="1152428" y="84288"/>
                </a:lnTo>
                <a:lnTo>
                  <a:pt x="1153104" y="84152"/>
                </a:lnTo>
                <a:lnTo>
                  <a:pt x="1153768" y="84003"/>
                </a:lnTo>
                <a:lnTo>
                  <a:pt x="1154421" y="83841"/>
                </a:lnTo>
                <a:lnTo>
                  <a:pt x="1155062" y="83667"/>
                </a:lnTo>
                <a:lnTo>
                  <a:pt x="1155693" y="83479"/>
                </a:lnTo>
                <a:lnTo>
                  <a:pt x="1156312" y="83278"/>
                </a:lnTo>
                <a:lnTo>
                  <a:pt x="1156920" y="83065"/>
                </a:lnTo>
                <a:lnTo>
                  <a:pt x="1157517" y="82839"/>
                </a:lnTo>
                <a:lnTo>
                  <a:pt x="1158102" y="82599"/>
                </a:lnTo>
                <a:lnTo>
                  <a:pt x="1158676" y="82347"/>
                </a:lnTo>
                <a:lnTo>
                  <a:pt x="1159239" y="82082"/>
                </a:lnTo>
                <a:lnTo>
                  <a:pt x="1159791" y="81804"/>
                </a:lnTo>
                <a:lnTo>
                  <a:pt x="1160332" y="81513"/>
                </a:lnTo>
                <a:lnTo>
                  <a:pt x="1160861" y="81208"/>
                </a:lnTo>
                <a:lnTo>
                  <a:pt x="1161379" y="80894"/>
                </a:lnTo>
                <a:lnTo>
                  <a:pt x="1161886" y="80570"/>
                </a:lnTo>
                <a:lnTo>
                  <a:pt x="1162383" y="80238"/>
                </a:lnTo>
                <a:lnTo>
                  <a:pt x="1162869" y="79897"/>
                </a:lnTo>
                <a:lnTo>
                  <a:pt x="1163345" y="79548"/>
                </a:lnTo>
                <a:lnTo>
                  <a:pt x="1163809" y="79191"/>
                </a:lnTo>
                <a:lnTo>
                  <a:pt x="1164263" y="78825"/>
                </a:lnTo>
                <a:lnTo>
                  <a:pt x="1164707" y="78450"/>
                </a:lnTo>
                <a:lnTo>
                  <a:pt x="1165139" y="78067"/>
                </a:lnTo>
                <a:lnTo>
                  <a:pt x="1165561" y="77675"/>
                </a:lnTo>
                <a:lnTo>
                  <a:pt x="1165972" y="77275"/>
                </a:lnTo>
                <a:lnTo>
                  <a:pt x="1166373" y="76866"/>
                </a:lnTo>
                <a:lnTo>
                  <a:pt x="1166763" y="76449"/>
                </a:lnTo>
                <a:lnTo>
                  <a:pt x="1167142" y="76023"/>
                </a:lnTo>
                <a:lnTo>
                  <a:pt x="1167510" y="75588"/>
                </a:lnTo>
                <a:lnTo>
                  <a:pt x="1167868" y="75146"/>
                </a:lnTo>
                <a:lnTo>
                  <a:pt x="1168215" y="74694"/>
                </a:lnTo>
                <a:lnTo>
                  <a:pt x="1168551" y="74234"/>
                </a:lnTo>
                <a:lnTo>
                  <a:pt x="1168877" y="73766"/>
                </a:lnTo>
                <a:lnTo>
                  <a:pt x="1169192" y="73289"/>
                </a:lnTo>
                <a:lnTo>
                  <a:pt x="1169496" y="72803"/>
                </a:lnTo>
                <a:lnTo>
                  <a:pt x="1169790" y="72309"/>
                </a:lnTo>
                <a:lnTo>
                  <a:pt x="1170073" y="71806"/>
                </a:lnTo>
                <a:lnTo>
                  <a:pt x="1170345" y="71295"/>
                </a:lnTo>
                <a:lnTo>
                  <a:pt x="1170606" y="70778"/>
                </a:lnTo>
                <a:lnTo>
                  <a:pt x="1170856" y="70256"/>
                </a:lnTo>
                <a:lnTo>
                  <a:pt x="1171095" y="69730"/>
                </a:lnTo>
                <a:lnTo>
                  <a:pt x="1171323" y="69200"/>
                </a:lnTo>
                <a:lnTo>
                  <a:pt x="1171540" y="68666"/>
                </a:lnTo>
                <a:lnTo>
                  <a:pt x="1171745" y="68127"/>
                </a:lnTo>
                <a:lnTo>
                  <a:pt x="1171940" y="67585"/>
                </a:lnTo>
                <a:lnTo>
                  <a:pt x="1172123" y="67039"/>
                </a:lnTo>
                <a:lnTo>
                  <a:pt x="1172295" y="66488"/>
                </a:lnTo>
                <a:lnTo>
                  <a:pt x="1172457" y="65933"/>
                </a:lnTo>
                <a:lnTo>
                  <a:pt x="1172607" y="65374"/>
                </a:lnTo>
                <a:lnTo>
                  <a:pt x="1172746" y="64811"/>
                </a:lnTo>
                <a:lnTo>
                  <a:pt x="1172873" y="64244"/>
                </a:lnTo>
                <a:lnTo>
                  <a:pt x="1172990" y="63673"/>
                </a:lnTo>
                <a:lnTo>
                  <a:pt x="1173096" y="63098"/>
                </a:lnTo>
                <a:lnTo>
                  <a:pt x="1173190" y="62518"/>
                </a:lnTo>
                <a:lnTo>
                  <a:pt x="1173274" y="61934"/>
                </a:lnTo>
                <a:lnTo>
                  <a:pt x="1173346" y="61347"/>
                </a:lnTo>
                <a:lnTo>
                  <a:pt x="1173407" y="60755"/>
                </a:lnTo>
                <a:lnTo>
                  <a:pt x="1173457" y="60159"/>
                </a:lnTo>
                <a:lnTo>
                  <a:pt x="1173496" y="59559"/>
                </a:lnTo>
                <a:lnTo>
                  <a:pt x="1173524" y="58955"/>
                </a:lnTo>
                <a:lnTo>
                  <a:pt x="1173540" y="58346"/>
                </a:lnTo>
                <a:lnTo>
                  <a:pt x="1173546" y="57734"/>
                </a:lnTo>
                <a:lnTo>
                  <a:pt x="1173540" y="57101"/>
                </a:lnTo>
                <a:lnTo>
                  <a:pt x="1173524" y="56474"/>
                </a:lnTo>
                <a:lnTo>
                  <a:pt x="1173497" y="55851"/>
                </a:lnTo>
                <a:lnTo>
                  <a:pt x="1173458" y="55233"/>
                </a:lnTo>
                <a:lnTo>
                  <a:pt x="1173409" y="54620"/>
                </a:lnTo>
                <a:lnTo>
                  <a:pt x="1173348" y="54011"/>
                </a:lnTo>
                <a:lnTo>
                  <a:pt x="1173277" y="53408"/>
                </a:lnTo>
                <a:lnTo>
                  <a:pt x="1173195" y="52809"/>
                </a:lnTo>
                <a:lnTo>
                  <a:pt x="1173101" y="52215"/>
                </a:lnTo>
                <a:lnTo>
                  <a:pt x="1172997" y="51626"/>
                </a:lnTo>
                <a:lnTo>
                  <a:pt x="1172882" y="51042"/>
                </a:lnTo>
                <a:lnTo>
                  <a:pt x="1172756" y="50463"/>
                </a:lnTo>
                <a:lnTo>
                  <a:pt x="1172618" y="49889"/>
                </a:lnTo>
                <a:lnTo>
                  <a:pt x="1172470" y="49319"/>
                </a:lnTo>
                <a:lnTo>
                  <a:pt x="1172311" y="48754"/>
                </a:lnTo>
                <a:lnTo>
                  <a:pt x="1172141" y="48194"/>
                </a:lnTo>
                <a:lnTo>
                  <a:pt x="1171960" y="47639"/>
                </a:lnTo>
                <a:lnTo>
                  <a:pt x="1171768" y="47089"/>
                </a:lnTo>
                <a:lnTo>
                  <a:pt x="1171565" y="46544"/>
                </a:lnTo>
                <a:lnTo>
                  <a:pt x="1171351" y="46003"/>
                </a:lnTo>
                <a:lnTo>
                  <a:pt x="1171126" y="45467"/>
                </a:lnTo>
                <a:lnTo>
                  <a:pt x="1170890" y="44937"/>
                </a:lnTo>
                <a:lnTo>
                  <a:pt x="1170643" y="44411"/>
                </a:lnTo>
                <a:lnTo>
                  <a:pt x="1170385" y="43889"/>
                </a:lnTo>
                <a:lnTo>
                  <a:pt x="1170116" y="43375"/>
                </a:lnTo>
                <a:lnTo>
                  <a:pt x="1169836" y="42869"/>
                </a:lnTo>
                <a:lnTo>
                  <a:pt x="1169546" y="42372"/>
                </a:lnTo>
                <a:lnTo>
                  <a:pt x="1169244" y="41884"/>
                </a:lnTo>
                <a:lnTo>
                  <a:pt x="1168932" y="41405"/>
                </a:lnTo>
                <a:lnTo>
                  <a:pt x="1168609" y="40935"/>
                </a:lnTo>
                <a:lnTo>
                  <a:pt x="1168275" y="40473"/>
                </a:lnTo>
                <a:lnTo>
                  <a:pt x="1167930" y="40020"/>
                </a:lnTo>
                <a:lnTo>
                  <a:pt x="1167575" y="39576"/>
                </a:lnTo>
                <a:lnTo>
                  <a:pt x="1167208" y="39141"/>
                </a:lnTo>
                <a:lnTo>
                  <a:pt x="1166831" y="38715"/>
                </a:lnTo>
                <a:lnTo>
                  <a:pt x="1166443" y="38297"/>
                </a:lnTo>
                <a:lnTo>
                  <a:pt x="1166044" y="37889"/>
                </a:lnTo>
                <a:lnTo>
                  <a:pt x="1165664" y="37518"/>
                </a:lnTo>
                <a:lnTo>
                  <a:pt x="1165745" y="37409"/>
                </a:lnTo>
                <a:lnTo>
                  <a:pt x="1166009" y="37076"/>
                </a:lnTo>
                <a:lnTo>
                  <a:pt x="1166278" y="36756"/>
                </a:lnTo>
                <a:lnTo>
                  <a:pt x="1166552" y="36447"/>
                </a:lnTo>
                <a:lnTo>
                  <a:pt x="1166832" y="36151"/>
                </a:lnTo>
                <a:close/>
                <a:moveTo>
                  <a:pt x="1142566" y="75604"/>
                </a:moveTo>
                <a:lnTo>
                  <a:pt x="1142068" y="75518"/>
                </a:lnTo>
                <a:lnTo>
                  <a:pt x="1141575" y="75416"/>
                </a:lnTo>
                <a:lnTo>
                  <a:pt x="1141088" y="75298"/>
                </a:lnTo>
                <a:lnTo>
                  <a:pt x="1140606" y="75165"/>
                </a:lnTo>
                <a:lnTo>
                  <a:pt x="1140129" y="75016"/>
                </a:lnTo>
                <a:lnTo>
                  <a:pt x="1139658" y="74852"/>
                </a:lnTo>
                <a:lnTo>
                  <a:pt x="1139192" y="74671"/>
                </a:lnTo>
                <a:lnTo>
                  <a:pt x="1138731" y="74475"/>
                </a:lnTo>
                <a:lnTo>
                  <a:pt x="1138275" y="74264"/>
                </a:lnTo>
                <a:lnTo>
                  <a:pt x="1137825" y="74036"/>
                </a:lnTo>
                <a:lnTo>
                  <a:pt x="1137380" y="73793"/>
                </a:lnTo>
                <a:lnTo>
                  <a:pt x="1136940" y="73535"/>
                </a:lnTo>
                <a:lnTo>
                  <a:pt x="1136506" y="73260"/>
                </a:lnTo>
                <a:lnTo>
                  <a:pt x="1136076" y="72970"/>
                </a:lnTo>
                <a:lnTo>
                  <a:pt x="1135652" y="72665"/>
                </a:lnTo>
                <a:lnTo>
                  <a:pt x="1135234" y="72343"/>
                </a:lnTo>
                <a:lnTo>
                  <a:pt x="1134820" y="72006"/>
                </a:lnTo>
                <a:lnTo>
                  <a:pt x="1134412" y="71654"/>
                </a:lnTo>
                <a:lnTo>
                  <a:pt x="1134010" y="71285"/>
                </a:lnTo>
                <a:lnTo>
                  <a:pt x="1133618" y="70901"/>
                </a:lnTo>
                <a:lnTo>
                  <a:pt x="1133243" y="70500"/>
                </a:lnTo>
                <a:lnTo>
                  <a:pt x="1132884" y="70084"/>
                </a:lnTo>
                <a:lnTo>
                  <a:pt x="1132542" y="69652"/>
                </a:lnTo>
                <a:lnTo>
                  <a:pt x="1132217" y="69204"/>
                </a:lnTo>
                <a:lnTo>
                  <a:pt x="1131909" y="68739"/>
                </a:lnTo>
                <a:lnTo>
                  <a:pt x="1131617" y="68259"/>
                </a:lnTo>
                <a:lnTo>
                  <a:pt x="1131342" y="67763"/>
                </a:lnTo>
                <a:lnTo>
                  <a:pt x="1131083" y="67251"/>
                </a:lnTo>
                <a:lnTo>
                  <a:pt x="1130842" y="66723"/>
                </a:lnTo>
                <a:lnTo>
                  <a:pt x="1130617" y="66179"/>
                </a:lnTo>
                <a:lnTo>
                  <a:pt x="1130408" y="65619"/>
                </a:lnTo>
                <a:lnTo>
                  <a:pt x="1130216" y="65043"/>
                </a:lnTo>
                <a:lnTo>
                  <a:pt x="1130041" y="64451"/>
                </a:lnTo>
                <a:lnTo>
                  <a:pt x="1129883" y="63843"/>
                </a:lnTo>
                <a:lnTo>
                  <a:pt x="1129741" y="63219"/>
                </a:lnTo>
                <a:lnTo>
                  <a:pt x="1129616" y="62579"/>
                </a:lnTo>
                <a:lnTo>
                  <a:pt x="1129508" y="61924"/>
                </a:lnTo>
                <a:lnTo>
                  <a:pt x="1129416" y="61252"/>
                </a:lnTo>
                <a:lnTo>
                  <a:pt x="1129341" y="60564"/>
                </a:lnTo>
                <a:lnTo>
                  <a:pt x="1129283" y="59860"/>
                </a:lnTo>
                <a:lnTo>
                  <a:pt x="1129241" y="59141"/>
                </a:lnTo>
                <a:lnTo>
                  <a:pt x="1129216" y="58405"/>
                </a:lnTo>
                <a:lnTo>
                  <a:pt x="1129208" y="57654"/>
                </a:lnTo>
                <a:lnTo>
                  <a:pt x="1129215" y="56909"/>
                </a:lnTo>
                <a:lnTo>
                  <a:pt x="1129239" y="56179"/>
                </a:lnTo>
                <a:lnTo>
                  <a:pt x="1129278" y="55464"/>
                </a:lnTo>
                <a:lnTo>
                  <a:pt x="1129332" y="54765"/>
                </a:lnTo>
                <a:lnTo>
                  <a:pt x="1129402" y="54081"/>
                </a:lnTo>
                <a:lnTo>
                  <a:pt x="1129488" y="53412"/>
                </a:lnTo>
                <a:lnTo>
                  <a:pt x="1129589" y="52759"/>
                </a:lnTo>
                <a:lnTo>
                  <a:pt x="1129706" y="52121"/>
                </a:lnTo>
                <a:lnTo>
                  <a:pt x="1129838" y="51497"/>
                </a:lnTo>
                <a:lnTo>
                  <a:pt x="1129986" y="50890"/>
                </a:lnTo>
                <a:lnTo>
                  <a:pt x="1130149" y="50297"/>
                </a:lnTo>
                <a:lnTo>
                  <a:pt x="1130328" y="49720"/>
                </a:lnTo>
                <a:lnTo>
                  <a:pt x="1130523" y="49158"/>
                </a:lnTo>
                <a:lnTo>
                  <a:pt x="1130733" y="48611"/>
                </a:lnTo>
                <a:lnTo>
                  <a:pt x="1130958" y="48080"/>
                </a:lnTo>
                <a:lnTo>
                  <a:pt x="1131200" y="47563"/>
                </a:lnTo>
                <a:lnTo>
                  <a:pt x="1131456" y="47062"/>
                </a:lnTo>
                <a:lnTo>
                  <a:pt x="1131729" y="46577"/>
                </a:lnTo>
                <a:lnTo>
                  <a:pt x="1132017" y="46106"/>
                </a:lnTo>
                <a:lnTo>
                  <a:pt x="1132320" y="45651"/>
                </a:lnTo>
                <a:lnTo>
                  <a:pt x="1132639" y="45211"/>
                </a:lnTo>
                <a:lnTo>
                  <a:pt x="1132974" y="44786"/>
                </a:lnTo>
                <a:lnTo>
                  <a:pt x="1133324" y="44376"/>
                </a:lnTo>
                <a:lnTo>
                  <a:pt x="1133689" y="43982"/>
                </a:lnTo>
                <a:lnTo>
                  <a:pt x="1134068" y="43603"/>
                </a:lnTo>
                <a:lnTo>
                  <a:pt x="1134455" y="43241"/>
                </a:lnTo>
                <a:lnTo>
                  <a:pt x="1134851" y="42895"/>
                </a:lnTo>
                <a:lnTo>
                  <a:pt x="1135257" y="42564"/>
                </a:lnTo>
                <a:lnTo>
                  <a:pt x="1135672" y="42250"/>
                </a:lnTo>
                <a:lnTo>
                  <a:pt x="1136095" y="41952"/>
                </a:lnTo>
                <a:lnTo>
                  <a:pt x="1136529" y="41670"/>
                </a:lnTo>
                <a:lnTo>
                  <a:pt x="1136971" y="41404"/>
                </a:lnTo>
                <a:lnTo>
                  <a:pt x="1137422" y="41155"/>
                </a:lnTo>
                <a:lnTo>
                  <a:pt x="1137883" y="40921"/>
                </a:lnTo>
                <a:lnTo>
                  <a:pt x="1138353" y="40704"/>
                </a:lnTo>
                <a:lnTo>
                  <a:pt x="1138832" y="40502"/>
                </a:lnTo>
                <a:lnTo>
                  <a:pt x="1139320" y="40317"/>
                </a:lnTo>
                <a:lnTo>
                  <a:pt x="1139817" y="40148"/>
                </a:lnTo>
                <a:lnTo>
                  <a:pt x="1140323" y="39995"/>
                </a:lnTo>
                <a:lnTo>
                  <a:pt x="1140839" y="39858"/>
                </a:lnTo>
                <a:lnTo>
                  <a:pt x="1141364" y="39737"/>
                </a:lnTo>
                <a:lnTo>
                  <a:pt x="1141898" y="39632"/>
                </a:lnTo>
                <a:lnTo>
                  <a:pt x="1142441" y="39544"/>
                </a:lnTo>
                <a:lnTo>
                  <a:pt x="1142993" y="39471"/>
                </a:lnTo>
                <a:lnTo>
                  <a:pt x="1143555" y="39415"/>
                </a:lnTo>
                <a:lnTo>
                  <a:pt x="1144125" y="39374"/>
                </a:lnTo>
                <a:lnTo>
                  <a:pt x="1144705" y="39350"/>
                </a:lnTo>
                <a:lnTo>
                  <a:pt x="1145294" y="39342"/>
                </a:lnTo>
                <a:lnTo>
                  <a:pt x="1145883" y="39350"/>
                </a:lnTo>
                <a:lnTo>
                  <a:pt x="1146462" y="39374"/>
                </a:lnTo>
                <a:lnTo>
                  <a:pt x="1147031" y="39413"/>
                </a:lnTo>
                <a:lnTo>
                  <a:pt x="1147590" y="39468"/>
                </a:lnTo>
                <a:lnTo>
                  <a:pt x="1148139" y="39538"/>
                </a:lnTo>
                <a:lnTo>
                  <a:pt x="1148678" y="39625"/>
                </a:lnTo>
                <a:lnTo>
                  <a:pt x="1149208" y="39727"/>
                </a:lnTo>
                <a:lnTo>
                  <a:pt x="1149727" y="39844"/>
                </a:lnTo>
                <a:lnTo>
                  <a:pt x="1150237" y="39977"/>
                </a:lnTo>
                <a:lnTo>
                  <a:pt x="1150737" y="40126"/>
                </a:lnTo>
                <a:lnTo>
                  <a:pt x="1151227" y="40291"/>
                </a:lnTo>
                <a:lnTo>
                  <a:pt x="1151707" y="40472"/>
                </a:lnTo>
                <a:lnTo>
                  <a:pt x="1152177" y="40668"/>
                </a:lnTo>
                <a:lnTo>
                  <a:pt x="1152638" y="40879"/>
                </a:lnTo>
                <a:lnTo>
                  <a:pt x="1153088" y="41107"/>
                </a:lnTo>
                <a:lnTo>
                  <a:pt x="1153529" y="41350"/>
                </a:lnTo>
                <a:lnTo>
                  <a:pt x="1153960" y="41609"/>
                </a:lnTo>
                <a:lnTo>
                  <a:pt x="1154381" y="41883"/>
                </a:lnTo>
                <a:lnTo>
                  <a:pt x="1154792" y="42173"/>
                </a:lnTo>
                <a:lnTo>
                  <a:pt x="1155193" y="42479"/>
                </a:lnTo>
                <a:lnTo>
                  <a:pt x="1155584" y="42801"/>
                </a:lnTo>
                <a:lnTo>
                  <a:pt x="1155966" y="43138"/>
                </a:lnTo>
                <a:lnTo>
                  <a:pt x="1156337" y="43491"/>
                </a:lnTo>
                <a:lnTo>
                  <a:pt x="1156699" y="43859"/>
                </a:lnTo>
                <a:lnTo>
                  <a:pt x="1157048" y="44244"/>
                </a:lnTo>
                <a:lnTo>
                  <a:pt x="1157383" y="44645"/>
                </a:lnTo>
                <a:lnTo>
                  <a:pt x="1157703" y="45064"/>
                </a:lnTo>
                <a:lnTo>
                  <a:pt x="1158007" y="45499"/>
                </a:lnTo>
                <a:lnTo>
                  <a:pt x="1158297" y="45951"/>
                </a:lnTo>
                <a:lnTo>
                  <a:pt x="1158572" y="46420"/>
                </a:lnTo>
                <a:lnTo>
                  <a:pt x="1158832" y="46905"/>
                </a:lnTo>
                <a:lnTo>
                  <a:pt x="1159078" y="47408"/>
                </a:lnTo>
                <a:lnTo>
                  <a:pt x="1159308" y="47927"/>
                </a:lnTo>
                <a:lnTo>
                  <a:pt x="1159524" y="48463"/>
                </a:lnTo>
                <a:lnTo>
                  <a:pt x="1159724" y="49016"/>
                </a:lnTo>
                <a:lnTo>
                  <a:pt x="1159910" y="49586"/>
                </a:lnTo>
                <a:lnTo>
                  <a:pt x="1160081" y="50173"/>
                </a:lnTo>
                <a:lnTo>
                  <a:pt x="1160237" y="50776"/>
                </a:lnTo>
                <a:lnTo>
                  <a:pt x="1160379" y="51396"/>
                </a:lnTo>
                <a:lnTo>
                  <a:pt x="1160505" y="52033"/>
                </a:lnTo>
                <a:lnTo>
                  <a:pt x="1160617" y="52687"/>
                </a:lnTo>
                <a:lnTo>
                  <a:pt x="1160713" y="53358"/>
                </a:lnTo>
                <a:lnTo>
                  <a:pt x="1160795" y="54046"/>
                </a:lnTo>
                <a:lnTo>
                  <a:pt x="1160862" y="54750"/>
                </a:lnTo>
                <a:lnTo>
                  <a:pt x="1160914" y="55472"/>
                </a:lnTo>
                <a:lnTo>
                  <a:pt x="1160951" y="56210"/>
                </a:lnTo>
                <a:lnTo>
                  <a:pt x="1160973" y="56965"/>
                </a:lnTo>
                <a:lnTo>
                  <a:pt x="1160981" y="57736"/>
                </a:lnTo>
                <a:lnTo>
                  <a:pt x="1160973" y="58474"/>
                </a:lnTo>
                <a:lnTo>
                  <a:pt x="1160950" y="59197"/>
                </a:lnTo>
                <a:lnTo>
                  <a:pt x="1160912" y="59905"/>
                </a:lnTo>
                <a:lnTo>
                  <a:pt x="1160858" y="60597"/>
                </a:lnTo>
                <a:lnTo>
                  <a:pt x="1160790" y="61275"/>
                </a:lnTo>
                <a:lnTo>
                  <a:pt x="1160706" y="61936"/>
                </a:lnTo>
                <a:lnTo>
                  <a:pt x="1160606" y="62583"/>
                </a:lnTo>
                <a:lnTo>
                  <a:pt x="1160492" y="63214"/>
                </a:lnTo>
                <a:lnTo>
                  <a:pt x="1160362" y="63831"/>
                </a:lnTo>
                <a:lnTo>
                  <a:pt x="1160217" y="64431"/>
                </a:lnTo>
                <a:lnTo>
                  <a:pt x="1160056" y="65017"/>
                </a:lnTo>
                <a:lnTo>
                  <a:pt x="1159880" y="65588"/>
                </a:lnTo>
                <a:lnTo>
                  <a:pt x="1159689" y="66143"/>
                </a:lnTo>
                <a:lnTo>
                  <a:pt x="1159483" y="66683"/>
                </a:lnTo>
                <a:lnTo>
                  <a:pt x="1159261" y="67207"/>
                </a:lnTo>
                <a:lnTo>
                  <a:pt x="1159024" y="67717"/>
                </a:lnTo>
                <a:lnTo>
                  <a:pt x="1158772" y="68211"/>
                </a:lnTo>
                <a:lnTo>
                  <a:pt x="1158505" y="68690"/>
                </a:lnTo>
                <a:lnTo>
                  <a:pt x="1158222" y="69153"/>
                </a:lnTo>
                <a:lnTo>
                  <a:pt x="1157924" y="69602"/>
                </a:lnTo>
                <a:lnTo>
                  <a:pt x="1157611" y="70035"/>
                </a:lnTo>
                <a:lnTo>
                  <a:pt x="1157282" y="70453"/>
                </a:lnTo>
                <a:lnTo>
                  <a:pt x="1156938" y="70855"/>
                </a:lnTo>
                <a:lnTo>
                  <a:pt x="1156579" y="71243"/>
                </a:lnTo>
                <a:lnTo>
                  <a:pt x="1156208" y="71615"/>
                </a:lnTo>
                <a:lnTo>
                  <a:pt x="1155827" y="71971"/>
                </a:lnTo>
                <a:lnTo>
                  <a:pt x="1155437" y="72311"/>
                </a:lnTo>
                <a:lnTo>
                  <a:pt x="1155038" y="72635"/>
                </a:lnTo>
                <a:lnTo>
                  <a:pt x="1154630" y="72944"/>
                </a:lnTo>
                <a:lnTo>
                  <a:pt x="1154213" y="73236"/>
                </a:lnTo>
                <a:lnTo>
                  <a:pt x="1153787" y="73513"/>
                </a:lnTo>
                <a:lnTo>
                  <a:pt x="1153351" y="73774"/>
                </a:lnTo>
                <a:lnTo>
                  <a:pt x="1152906" y="74020"/>
                </a:lnTo>
                <a:lnTo>
                  <a:pt x="1152452" y="74249"/>
                </a:lnTo>
                <a:lnTo>
                  <a:pt x="1151989" y="74463"/>
                </a:lnTo>
                <a:lnTo>
                  <a:pt x="1151517" y="74661"/>
                </a:lnTo>
                <a:lnTo>
                  <a:pt x="1151035" y="74843"/>
                </a:lnTo>
                <a:lnTo>
                  <a:pt x="1150545" y="75009"/>
                </a:lnTo>
                <a:lnTo>
                  <a:pt x="1150045" y="75159"/>
                </a:lnTo>
                <a:lnTo>
                  <a:pt x="1149536" y="75294"/>
                </a:lnTo>
                <a:lnTo>
                  <a:pt x="1149018" y="75412"/>
                </a:lnTo>
                <a:lnTo>
                  <a:pt x="1148491" y="75515"/>
                </a:lnTo>
                <a:lnTo>
                  <a:pt x="1147954" y="75602"/>
                </a:lnTo>
                <a:lnTo>
                  <a:pt x="1147408" y="75673"/>
                </a:lnTo>
                <a:lnTo>
                  <a:pt x="1146854" y="75729"/>
                </a:lnTo>
                <a:lnTo>
                  <a:pt x="1146290" y="75768"/>
                </a:lnTo>
                <a:lnTo>
                  <a:pt x="1145717" y="75792"/>
                </a:lnTo>
                <a:lnTo>
                  <a:pt x="1145134" y="75800"/>
                </a:lnTo>
                <a:lnTo>
                  <a:pt x="1144610" y="75792"/>
                </a:lnTo>
                <a:lnTo>
                  <a:pt x="1144091" y="75769"/>
                </a:lnTo>
                <a:lnTo>
                  <a:pt x="1143577" y="75729"/>
                </a:lnTo>
                <a:lnTo>
                  <a:pt x="1143069" y="75675"/>
                </a:lnTo>
                <a:lnTo>
                  <a:pt x="1142566" y="75604"/>
                </a:lnTo>
                <a:close/>
                <a:moveTo>
                  <a:pt x="1141350" y="131885"/>
                </a:moveTo>
                <a:lnTo>
                  <a:pt x="1140562" y="131813"/>
                </a:lnTo>
                <a:lnTo>
                  <a:pt x="1139796" y="131728"/>
                </a:lnTo>
                <a:lnTo>
                  <a:pt x="1139052" y="131630"/>
                </a:lnTo>
                <a:lnTo>
                  <a:pt x="1138329" y="131519"/>
                </a:lnTo>
                <a:lnTo>
                  <a:pt x="1137628" y="131394"/>
                </a:lnTo>
                <a:lnTo>
                  <a:pt x="1136948" y="131257"/>
                </a:lnTo>
                <a:lnTo>
                  <a:pt x="1136291" y="131106"/>
                </a:lnTo>
                <a:lnTo>
                  <a:pt x="1135654" y="130943"/>
                </a:lnTo>
                <a:lnTo>
                  <a:pt x="1135040" y="130766"/>
                </a:lnTo>
                <a:lnTo>
                  <a:pt x="1134447" y="130576"/>
                </a:lnTo>
                <a:lnTo>
                  <a:pt x="1133876" y="130373"/>
                </a:lnTo>
                <a:lnTo>
                  <a:pt x="1133327" y="130157"/>
                </a:lnTo>
                <a:lnTo>
                  <a:pt x="1132799" y="129928"/>
                </a:lnTo>
                <a:lnTo>
                  <a:pt x="1132293" y="129686"/>
                </a:lnTo>
                <a:lnTo>
                  <a:pt x="1131809" y="129430"/>
                </a:lnTo>
                <a:lnTo>
                  <a:pt x="1131346" y="129162"/>
                </a:lnTo>
                <a:lnTo>
                  <a:pt x="1130905" y="128880"/>
                </a:lnTo>
                <a:lnTo>
                  <a:pt x="1130486" y="128586"/>
                </a:lnTo>
                <a:lnTo>
                  <a:pt x="1130088" y="128278"/>
                </a:lnTo>
                <a:lnTo>
                  <a:pt x="1129709" y="127962"/>
                </a:lnTo>
                <a:lnTo>
                  <a:pt x="1129347" y="127641"/>
                </a:lnTo>
                <a:lnTo>
                  <a:pt x="1129000" y="127316"/>
                </a:lnTo>
                <a:lnTo>
                  <a:pt x="1128670" y="126988"/>
                </a:lnTo>
                <a:lnTo>
                  <a:pt x="1128355" y="126655"/>
                </a:lnTo>
                <a:lnTo>
                  <a:pt x="1128057" y="126317"/>
                </a:lnTo>
                <a:lnTo>
                  <a:pt x="1127775" y="125976"/>
                </a:lnTo>
                <a:lnTo>
                  <a:pt x="1127509" y="125630"/>
                </a:lnTo>
                <a:lnTo>
                  <a:pt x="1127259" y="125281"/>
                </a:lnTo>
                <a:lnTo>
                  <a:pt x="1127026" y="124927"/>
                </a:lnTo>
                <a:lnTo>
                  <a:pt x="1126808" y="124569"/>
                </a:lnTo>
                <a:lnTo>
                  <a:pt x="1126607" y="124207"/>
                </a:lnTo>
                <a:lnTo>
                  <a:pt x="1126421" y="123840"/>
                </a:lnTo>
                <a:lnTo>
                  <a:pt x="1126252" y="123470"/>
                </a:lnTo>
                <a:lnTo>
                  <a:pt x="1126099" y="123095"/>
                </a:lnTo>
                <a:lnTo>
                  <a:pt x="1125962" y="122716"/>
                </a:lnTo>
                <a:lnTo>
                  <a:pt x="1125841" y="122333"/>
                </a:lnTo>
                <a:lnTo>
                  <a:pt x="1125736" y="121945"/>
                </a:lnTo>
                <a:lnTo>
                  <a:pt x="1125648" y="121554"/>
                </a:lnTo>
                <a:lnTo>
                  <a:pt x="1125575" y="121158"/>
                </a:lnTo>
                <a:lnTo>
                  <a:pt x="1125519" y="120759"/>
                </a:lnTo>
                <a:lnTo>
                  <a:pt x="1125478" y="120355"/>
                </a:lnTo>
                <a:lnTo>
                  <a:pt x="1125454" y="119946"/>
                </a:lnTo>
                <a:lnTo>
                  <a:pt x="1125446" y="119534"/>
                </a:lnTo>
                <a:lnTo>
                  <a:pt x="1125451" y="119163"/>
                </a:lnTo>
                <a:lnTo>
                  <a:pt x="1125466" y="118796"/>
                </a:lnTo>
                <a:lnTo>
                  <a:pt x="1125490" y="118432"/>
                </a:lnTo>
                <a:lnTo>
                  <a:pt x="1125525" y="118072"/>
                </a:lnTo>
                <a:lnTo>
                  <a:pt x="1125569" y="117716"/>
                </a:lnTo>
                <a:lnTo>
                  <a:pt x="1125624" y="117364"/>
                </a:lnTo>
                <a:lnTo>
                  <a:pt x="1125688" y="117016"/>
                </a:lnTo>
                <a:lnTo>
                  <a:pt x="1125762" y="116671"/>
                </a:lnTo>
                <a:lnTo>
                  <a:pt x="1125846" y="116330"/>
                </a:lnTo>
                <a:lnTo>
                  <a:pt x="1125939" y="115992"/>
                </a:lnTo>
                <a:lnTo>
                  <a:pt x="1126043" y="115659"/>
                </a:lnTo>
                <a:lnTo>
                  <a:pt x="1126156" y="115329"/>
                </a:lnTo>
                <a:lnTo>
                  <a:pt x="1126280" y="115003"/>
                </a:lnTo>
                <a:lnTo>
                  <a:pt x="1126413" y="114680"/>
                </a:lnTo>
                <a:lnTo>
                  <a:pt x="1126556" y="114361"/>
                </a:lnTo>
                <a:lnTo>
                  <a:pt x="1126709" y="114047"/>
                </a:lnTo>
                <a:lnTo>
                  <a:pt x="1126872" y="113735"/>
                </a:lnTo>
                <a:lnTo>
                  <a:pt x="1127044" y="113428"/>
                </a:lnTo>
                <a:lnTo>
                  <a:pt x="1127227" y="113124"/>
                </a:lnTo>
                <a:lnTo>
                  <a:pt x="1127419" y="112824"/>
                </a:lnTo>
                <a:lnTo>
                  <a:pt x="1127621" y="112528"/>
                </a:lnTo>
                <a:lnTo>
                  <a:pt x="1127833" y="112235"/>
                </a:lnTo>
                <a:lnTo>
                  <a:pt x="1128055" y="111947"/>
                </a:lnTo>
                <a:lnTo>
                  <a:pt x="1128287" y="111662"/>
                </a:lnTo>
                <a:lnTo>
                  <a:pt x="1128529" y="111382"/>
                </a:lnTo>
                <a:lnTo>
                  <a:pt x="1128779" y="111109"/>
                </a:lnTo>
                <a:lnTo>
                  <a:pt x="1129039" y="110843"/>
                </a:lnTo>
                <a:lnTo>
                  <a:pt x="1129309" y="110584"/>
                </a:lnTo>
                <a:lnTo>
                  <a:pt x="1129587" y="110332"/>
                </a:lnTo>
                <a:lnTo>
                  <a:pt x="1129875" y="110087"/>
                </a:lnTo>
                <a:lnTo>
                  <a:pt x="1130173" y="109849"/>
                </a:lnTo>
                <a:lnTo>
                  <a:pt x="1130479" y="109617"/>
                </a:lnTo>
                <a:lnTo>
                  <a:pt x="1130795" y="109393"/>
                </a:lnTo>
                <a:lnTo>
                  <a:pt x="1131120" y="109175"/>
                </a:lnTo>
                <a:lnTo>
                  <a:pt x="1131455" y="108965"/>
                </a:lnTo>
                <a:lnTo>
                  <a:pt x="1131799" y="108761"/>
                </a:lnTo>
                <a:lnTo>
                  <a:pt x="1132152" y="108564"/>
                </a:lnTo>
                <a:lnTo>
                  <a:pt x="1132514" y="108374"/>
                </a:lnTo>
                <a:lnTo>
                  <a:pt x="1132886" y="108191"/>
                </a:lnTo>
                <a:lnTo>
                  <a:pt x="1133267" y="108015"/>
                </a:lnTo>
                <a:lnTo>
                  <a:pt x="1133657" y="107846"/>
                </a:lnTo>
                <a:lnTo>
                  <a:pt x="1134057" y="107683"/>
                </a:lnTo>
                <a:lnTo>
                  <a:pt x="1134466" y="107528"/>
                </a:lnTo>
                <a:lnTo>
                  <a:pt x="1134884" y="107379"/>
                </a:lnTo>
                <a:lnTo>
                  <a:pt x="1135312" y="107238"/>
                </a:lnTo>
                <a:lnTo>
                  <a:pt x="1135749" y="107103"/>
                </a:lnTo>
                <a:lnTo>
                  <a:pt x="1136195" y="106975"/>
                </a:lnTo>
                <a:lnTo>
                  <a:pt x="1136651" y="106854"/>
                </a:lnTo>
                <a:lnTo>
                  <a:pt x="1147455" y="106854"/>
                </a:lnTo>
                <a:lnTo>
                  <a:pt x="1148169" y="106857"/>
                </a:lnTo>
                <a:lnTo>
                  <a:pt x="1148868" y="106864"/>
                </a:lnTo>
                <a:lnTo>
                  <a:pt x="1149554" y="106876"/>
                </a:lnTo>
                <a:lnTo>
                  <a:pt x="1150225" y="106893"/>
                </a:lnTo>
                <a:lnTo>
                  <a:pt x="1150883" y="106915"/>
                </a:lnTo>
                <a:lnTo>
                  <a:pt x="1151527" y="106942"/>
                </a:lnTo>
                <a:lnTo>
                  <a:pt x="1152157" y="106974"/>
                </a:lnTo>
                <a:lnTo>
                  <a:pt x="1152773" y="107011"/>
                </a:lnTo>
                <a:lnTo>
                  <a:pt x="1153375" y="107052"/>
                </a:lnTo>
                <a:lnTo>
                  <a:pt x="1153963" y="107099"/>
                </a:lnTo>
                <a:lnTo>
                  <a:pt x="1154538" y="107150"/>
                </a:lnTo>
                <a:lnTo>
                  <a:pt x="1155098" y="107206"/>
                </a:lnTo>
                <a:lnTo>
                  <a:pt x="1155645" y="107268"/>
                </a:lnTo>
                <a:lnTo>
                  <a:pt x="1156178" y="107334"/>
                </a:lnTo>
                <a:lnTo>
                  <a:pt x="1156696" y="107405"/>
                </a:lnTo>
                <a:lnTo>
                  <a:pt x="1157201" y="107481"/>
                </a:lnTo>
                <a:lnTo>
                  <a:pt x="1157692" y="107561"/>
                </a:lnTo>
                <a:lnTo>
                  <a:pt x="1158170" y="107647"/>
                </a:lnTo>
                <a:lnTo>
                  <a:pt x="1158633" y="107738"/>
                </a:lnTo>
                <a:lnTo>
                  <a:pt x="1159082" y="107833"/>
                </a:lnTo>
                <a:lnTo>
                  <a:pt x="1159518" y="107933"/>
                </a:lnTo>
                <a:lnTo>
                  <a:pt x="1159939" y="108039"/>
                </a:lnTo>
                <a:lnTo>
                  <a:pt x="1160347" y="108149"/>
                </a:lnTo>
                <a:lnTo>
                  <a:pt x="1160741" y="108264"/>
                </a:lnTo>
                <a:lnTo>
                  <a:pt x="1161122" y="108383"/>
                </a:lnTo>
                <a:lnTo>
                  <a:pt x="1161494" y="108506"/>
                </a:lnTo>
                <a:lnTo>
                  <a:pt x="1161856" y="108633"/>
                </a:lnTo>
                <a:lnTo>
                  <a:pt x="1162208" y="108764"/>
                </a:lnTo>
                <a:lnTo>
                  <a:pt x="1162550" y="108899"/>
                </a:lnTo>
                <a:lnTo>
                  <a:pt x="1162882" y="109037"/>
                </a:lnTo>
                <a:lnTo>
                  <a:pt x="1163203" y="109180"/>
                </a:lnTo>
                <a:lnTo>
                  <a:pt x="1163515" y="109326"/>
                </a:lnTo>
                <a:lnTo>
                  <a:pt x="1163817" y="109477"/>
                </a:lnTo>
                <a:lnTo>
                  <a:pt x="1164109" y="109631"/>
                </a:lnTo>
                <a:lnTo>
                  <a:pt x="1164391" y="109789"/>
                </a:lnTo>
                <a:lnTo>
                  <a:pt x="1164662" y="109951"/>
                </a:lnTo>
                <a:lnTo>
                  <a:pt x="1164924" y="110117"/>
                </a:lnTo>
                <a:lnTo>
                  <a:pt x="1165176" y="110286"/>
                </a:lnTo>
                <a:lnTo>
                  <a:pt x="1165418" y="110460"/>
                </a:lnTo>
                <a:lnTo>
                  <a:pt x="1165649" y="110638"/>
                </a:lnTo>
                <a:lnTo>
                  <a:pt x="1165871" y="110819"/>
                </a:lnTo>
                <a:lnTo>
                  <a:pt x="1166083" y="111004"/>
                </a:lnTo>
                <a:lnTo>
                  <a:pt x="1166285" y="111193"/>
                </a:lnTo>
                <a:lnTo>
                  <a:pt x="1166476" y="111386"/>
                </a:lnTo>
                <a:lnTo>
                  <a:pt x="1166658" y="111583"/>
                </a:lnTo>
                <a:lnTo>
                  <a:pt x="1166830" y="111784"/>
                </a:lnTo>
                <a:lnTo>
                  <a:pt x="1166992" y="111989"/>
                </a:lnTo>
                <a:lnTo>
                  <a:pt x="1167143" y="112198"/>
                </a:lnTo>
                <a:lnTo>
                  <a:pt x="1167287" y="112410"/>
                </a:lnTo>
                <a:lnTo>
                  <a:pt x="1167425" y="112626"/>
                </a:lnTo>
                <a:lnTo>
                  <a:pt x="1167556" y="112845"/>
                </a:lnTo>
                <a:lnTo>
                  <a:pt x="1167681" y="113067"/>
                </a:lnTo>
                <a:lnTo>
                  <a:pt x="1167801" y="113293"/>
                </a:lnTo>
                <a:lnTo>
                  <a:pt x="1167914" y="113522"/>
                </a:lnTo>
                <a:lnTo>
                  <a:pt x="1168021" y="113754"/>
                </a:lnTo>
                <a:lnTo>
                  <a:pt x="1168122" y="113990"/>
                </a:lnTo>
                <a:lnTo>
                  <a:pt x="1168216" y="114228"/>
                </a:lnTo>
                <a:lnTo>
                  <a:pt x="1168305" y="114471"/>
                </a:lnTo>
                <a:lnTo>
                  <a:pt x="1168387" y="114716"/>
                </a:lnTo>
                <a:lnTo>
                  <a:pt x="1168464" y="114965"/>
                </a:lnTo>
                <a:lnTo>
                  <a:pt x="1168534" y="115217"/>
                </a:lnTo>
                <a:lnTo>
                  <a:pt x="1168598" y="115473"/>
                </a:lnTo>
                <a:lnTo>
                  <a:pt x="1168656" y="115731"/>
                </a:lnTo>
                <a:lnTo>
                  <a:pt x="1168708" y="115994"/>
                </a:lnTo>
                <a:lnTo>
                  <a:pt x="1168754" y="116259"/>
                </a:lnTo>
                <a:lnTo>
                  <a:pt x="1168794" y="116528"/>
                </a:lnTo>
                <a:lnTo>
                  <a:pt x="1168828" y="116800"/>
                </a:lnTo>
                <a:lnTo>
                  <a:pt x="1168855" y="117075"/>
                </a:lnTo>
                <a:lnTo>
                  <a:pt x="1168877" y="117354"/>
                </a:lnTo>
                <a:lnTo>
                  <a:pt x="1168892" y="117636"/>
                </a:lnTo>
                <a:lnTo>
                  <a:pt x="1168901" y="117921"/>
                </a:lnTo>
                <a:lnTo>
                  <a:pt x="1168904" y="118210"/>
                </a:lnTo>
                <a:lnTo>
                  <a:pt x="1168895" y="118697"/>
                </a:lnTo>
                <a:lnTo>
                  <a:pt x="1168867" y="119177"/>
                </a:lnTo>
                <a:lnTo>
                  <a:pt x="1168821" y="119651"/>
                </a:lnTo>
                <a:lnTo>
                  <a:pt x="1168756" y="120118"/>
                </a:lnTo>
                <a:lnTo>
                  <a:pt x="1168673" y="120579"/>
                </a:lnTo>
                <a:lnTo>
                  <a:pt x="1168571" y="121032"/>
                </a:lnTo>
                <a:lnTo>
                  <a:pt x="1168451" y="121480"/>
                </a:lnTo>
                <a:lnTo>
                  <a:pt x="1168313" y="121920"/>
                </a:lnTo>
                <a:lnTo>
                  <a:pt x="1168156" y="122354"/>
                </a:lnTo>
                <a:lnTo>
                  <a:pt x="1167980" y="122782"/>
                </a:lnTo>
                <a:lnTo>
                  <a:pt x="1167786" y="123203"/>
                </a:lnTo>
                <a:lnTo>
                  <a:pt x="1167574" y="123617"/>
                </a:lnTo>
                <a:lnTo>
                  <a:pt x="1167343" y="124024"/>
                </a:lnTo>
                <a:lnTo>
                  <a:pt x="1167093" y="124425"/>
                </a:lnTo>
                <a:lnTo>
                  <a:pt x="1166825" y="124820"/>
                </a:lnTo>
                <a:lnTo>
                  <a:pt x="1166539" y="125207"/>
                </a:lnTo>
                <a:lnTo>
                  <a:pt x="1166234" y="125588"/>
                </a:lnTo>
                <a:lnTo>
                  <a:pt x="1165910" y="125963"/>
                </a:lnTo>
                <a:lnTo>
                  <a:pt x="1165568" y="126331"/>
                </a:lnTo>
                <a:lnTo>
                  <a:pt x="1165208" y="126692"/>
                </a:lnTo>
                <a:lnTo>
                  <a:pt x="1164829" y="127046"/>
                </a:lnTo>
                <a:lnTo>
                  <a:pt x="1164432" y="127394"/>
                </a:lnTo>
                <a:lnTo>
                  <a:pt x="1164016" y="127735"/>
                </a:lnTo>
                <a:lnTo>
                  <a:pt x="1163582" y="128070"/>
                </a:lnTo>
                <a:lnTo>
                  <a:pt x="1163126" y="128395"/>
                </a:lnTo>
                <a:lnTo>
                  <a:pt x="1162644" y="128706"/>
                </a:lnTo>
                <a:lnTo>
                  <a:pt x="1162137" y="129003"/>
                </a:lnTo>
                <a:lnTo>
                  <a:pt x="1161604" y="129286"/>
                </a:lnTo>
                <a:lnTo>
                  <a:pt x="1161046" y="129555"/>
                </a:lnTo>
                <a:lnTo>
                  <a:pt x="1160463" y="129811"/>
                </a:lnTo>
                <a:lnTo>
                  <a:pt x="1159854" y="130053"/>
                </a:lnTo>
                <a:lnTo>
                  <a:pt x="1159220" y="130281"/>
                </a:lnTo>
                <a:lnTo>
                  <a:pt x="1158560" y="130495"/>
                </a:lnTo>
                <a:lnTo>
                  <a:pt x="1157875" y="130695"/>
                </a:lnTo>
                <a:lnTo>
                  <a:pt x="1157165" y="130882"/>
                </a:lnTo>
                <a:lnTo>
                  <a:pt x="1156429" y="131054"/>
                </a:lnTo>
                <a:lnTo>
                  <a:pt x="1155668" y="131213"/>
                </a:lnTo>
                <a:lnTo>
                  <a:pt x="1154881" y="131358"/>
                </a:lnTo>
                <a:lnTo>
                  <a:pt x="1154069" y="131489"/>
                </a:lnTo>
                <a:lnTo>
                  <a:pt x="1153231" y="131607"/>
                </a:lnTo>
                <a:lnTo>
                  <a:pt x="1152368" y="131710"/>
                </a:lnTo>
                <a:lnTo>
                  <a:pt x="1151479" y="131800"/>
                </a:lnTo>
                <a:lnTo>
                  <a:pt x="1150565" y="131876"/>
                </a:lnTo>
                <a:lnTo>
                  <a:pt x="1149626" y="131938"/>
                </a:lnTo>
                <a:lnTo>
                  <a:pt x="1148661" y="131987"/>
                </a:lnTo>
                <a:lnTo>
                  <a:pt x="1147671" y="132021"/>
                </a:lnTo>
                <a:lnTo>
                  <a:pt x="1146655" y="132042"/>
                </a:lnTo>
                <a:lnTo>
                  <a:pt x="1145614" y="132049"/>
                </a:lnTo>
                <a:lnTo>
                  <a:pt x="1144718" y="132042"/>
                </a:lnTo>
                <a:lnTo>
                  <a:pt x="1143844" y="132023"/>
                </a:lnTo>
                <a:lnTo>
                  <a:pt x="1142991" y="131990"/>
                </a:lnTo>
                <a:lnTo>
                  <a:pt x="1142160" y="131944"/>
                </a:lnTo>
                <a:lnTo>
                  <a:pt x="1141350" y="131885"/>
                </a:lnTo>
                <a:close/>
                <a:moveTo>
                  <a:pt x="984044" y="111536"/>
                </a:moveTo>
                <a:lnTo>
                  <a:pt x="949150" y="68411"/>
                </a:lnTo>
                <a:lnTo>
                  <a:pt x="980683" y="30288"/>
                </a:lnTo>
                <a:lnTo>
                  <a:pt x="965477" y="30288"/>
                </a:lnTo>
                <a:lnTo>
                  <a:pt x="934024" y="68576"/>
                </a:lnTo>
                <a:lnTo>
                  <a:pt x="934024" y="3686"/>
                </a:lnTo>
                <a:lnTo>
                  <a:pt x="920658" y="3686"/>
                </a:lnTo>
                <a:lnTo>
                  <a:pt x="920658" y="111536"/>
                </a:lnTo>
                <a:lnTo>
                  <a:pt x="934024" y="111536"/>
                </a:lnTo>
                <a:lnTo>
                  <a:pt x="934024" y="69327"/>
                </a:lnTo>
                <a:lnTo>
                  <a:pt x="968278" y="111536"/>
                </a:lnTo>
                <a:lnTo>
                  <a:pt x="984044" y="111536"/>
                </a:lnTo>
                <a:close/>
                <a:moveTo>
                  <a:pt x="1048388" y="51859"/>
                </a:moveTo>
                <a:lnTo>
                  <a:pt x="1048695" y="51471"/>
                </a:lnTo>
                <a:lnTo>
                  <a:pt x="1049010" y="51085"/>
                </a:lnTo>
                <a:lnTo>
                  <a:pt x="1049332" y="50701"/>
                </a:lnTo>
                <a:lnTo>
                  <a:pt x="1049662" y="50320"/>
                </a:lnTo>
                <a:lnTo>
                  <a:pt x="1049999" y="49941"/>
                </a:lnTo>
                <a:lnTo>
                  <a:pt x="1050344" y="49564"/>
                </a:lnTo>
                <a:lnTo>
                  <a:pt x="1050697" y="49189"/>
                </a:lnTo>
                <a:lnTo>
                  <a:pt x="1051057" y="48816"/>
                </a:lnTo>
                <a:lnTo>
                  <a:pt x="1051425" y="48446"/>
                </a:lnTo>
                <a:lnTo>
                  <a:pt x="1051801" y="48078"/>
                </a:lnTo>
                <a:lnTo>
                  <a:pt x="1052184" y="47712"/>
                </a:lnTo>
                <a:lnTo>
                  <a:pt x="1052575" y="47348"/>
                </a:lnTo>
                <a:lnTo>
                  <a:pt x="1052974" y="46987"/>
                </a:lnTo>
                <a:lnTo>
                  <a:pt x="1053380" y="46628"/>
                </a:lnTo>
                <a:lnTo>
                  <a:pt x="1053794" y="46271"/>
                </a:lnTo>
                <a:lnTo>
                  <a:pt x="1054215" y="45916"/>
                </a:lnTo>
                <a:lnTo>
                  <a:pt x="1054644" y="45563"/>
                </a:lnTo>
                <a:lnTo>
                  <a:pt x="1055081" y="45213"/>
                </a:lnTo>
                <a:lnTo>
                  <a:pt x="1055525" y="44865"/>
                </a:lnTo>
                <a:lnTo>
                  <a:pt x="1055977" y="44519"/>
                </a:lnTo>
                <a:lnTo>
                  <a:pt x="1056437" y="44175"/>
                </a:lnTo>
                <a:lnTo>
                  <a:pt x="1056905" y="43839"/>
                </a:lnTo>
                <a:lnTo>
                  <a:pt x="1057382" y="43518"/>
                </a:lnTo>
                <a:lnTo>
                  <a:pt x="1057867" y="43211"/>
                </a:lnTo>
                <a:lnTo>
                  <a:pt x="1058361" y="42919"/>
                </a:lnTo>
                <a:lnTo>
                  <a:pt x="1058864" y="42640"/>
                </a:lnTo>
                <a:lnTo>
                  <a:pt x="1059376" y="42376"/>
                </a:lnTo>
                <a:lnTo>
                  <a:pt x="1059896" y="42126"/>
                </a:lnTo>
                <a:lnTo>
                  <a:pt x="1060426" y="41891"/>
                </a:lnTo>
                <a:lnTo>
                  <a:pt x="1060963" y="41669"/>
                </a:lnTo>
                <a:lnTo>
                  <a:pt x="1061510" y="41462"/>
                </a:lnTo>
                <a:lnTo>
                  <a:pt x="1062066" y="41270"/>
                </a:lnTo>
                <a:lnTo>
                  <a:pt x="1062630" y="41091"/>
                </a:lnTo>
                <a:lnTo>
                  <a:pt x="1063203" y="40927"/>
                </a:lnTo>
                <a:lnTo>
                  <a:pt x="1063784" y="40777"/>
                </a:lnTo>
                <a:lnTo>
                  <a:pt x="1064375" y="40642"/>
                </a:lnTo>
                <a:lnTo>
                  <a:pt x="1064974" y="40520"/>
                </a:lnTo>
                <a:lnTo>
                  <a:pt x="1065582" y="40413"/>
                </a:lnTo>
                <a:lnTo>
                  <a:pt x="1066199" y="40320"/>
                </a:lnTo>
                <a:lnTo>
                  <a:pt x="1066824" y="40242"/>
                </a:lnTo>
                <a:lnTo>
                  <a:pt x="1067458" y="40178"/>
                </a:lnTo>
                <a:lnTo>
                  <a:pt x="1068101" y="40128"/>
                </a:lnTo>
                <a:lnTo>
                  <a:pt x="1068753" y="40092"/>
                </a:lnTo>
                <a:lnTo>
                  <a:pt x="1069414" y="40071"/>
                </a:lnTo>
                <a:lnTo>
                  <a:pt x="1070083" y="40063"/>
                </a:lnTo>
                <a:lnTo>
                  <a:pt x="1070519" y="40068"/>
                </a:lnTo>
                <a:lnTo>
                  <a:pt x="1070946" y="40081"/>
                </a:lnTo>
                <a:lnTo>
                  <a:pt x="1071365" y="40104"/>
                </a:lnTo>
                <a:lnTo>
                  <a:pt x="1071776" y="40135"/>
                </a:lnTo>
                <a:lnTo>
                  <a:pt x="1072178" y="40176"/>
                </a:lnTo>
                <a:lnTo>
                  <a:pt x="1072571" y="40225"/>
                </a:lnTo>
                <a:lnTo>
                  <a:pt x="1072956" y="40283"/>
                </a:lnTo>
                <a:lnTo>
                  <a:pt x="1073333" y="40351"/>
                </a:lnTo>
                <a:lnTo>
                  <a:pt x="1073701" y="40427"/>
                </a:lnTo>
                <a:lnTo>
                  <a:pt x="1074061" y="40512"/>
                </a:lnTo>
                <a:lnTo>
                  <a:pt x="1074412" y="40607"/>
                </a:lnTo>
                <a:lnTo>
                  <a:pt x="1074755" y="40710"/>
                </a:lnTo>
                <a:lnTo>
                  <a:pt x="1075089" y="40822"/>
                </a:lnTo>
                <a:lnTo>
                  <a:pt x="1075415" y="40944"/>
                </a:lnTo>
                <a:lnTo>
                  <a:pt x="1075732" y="41074"/>
                </a:lnTo>
                <a:lnTo>
                  <a:pt x="1076041" y="41213"/>
                </a:lnTo>
                <a:lnTo>
                  <a:pt x="1076341" y="41361"/>
                </a:lnTo>
                <a:lnTo>
                  <a:pt x="1076633" y="41518"/>
                </a:lnTo>
                <a:lnTo>
                  <a:pt x="1076916" y="41684"/>
                </a:lnTo>
                <a:lnTo>
                  <a:pt x="1077191" y="41860"/>
                </a:lnTo>
                <a:lnTo>
                  <a:pt x="1077458" y="42044"/>
                </a:lnTo>
                <a:lnTo>
                  <a:pt x="1077716" y="42237"/>
                </a:lnTo>
                <a:lnTo>
                  <a:pt x="1077965" y="42439"/>
                </a:lnTo>
                <a:lnTo>
                  <a:pt x="1078206" y="42650"/>
                </a:lnTo>
                <a:lnTo>
                  <a:pt x="1078440" y="42869"/>
                </a:lnTo>
                <a:lnTo>
                  <a:pt x="1078668" y="43095"/>
                </a:lnTo>
                <a:lnTo>
                  <a:pt x="1078889" y="43327"/>
                </a:lnTo>
                <a:lnTo>
                  <a:pt x="1079104" y="43567"/>
                </a:lnTo>
                <a:lnTo>
                  <a:pt x="1079314" y="43813"/>
                </a:lnTo>
                <a:lnTo>
                  <a:pt x="1079517" y="44067"/>
                </a:lnTo>
                <a:lnTo>
                  <a:pt x="1079714" y="44327"/>
                </a:lnTo>
                <a:lnTo>
                  <a:pt x="1079905" y="44594"/>
                </a:lnTo>
                <a:lnTo>
                  <a:pt x="1080089" y="44869"/>
                </a:lnTo>
                <a:lnTo>
                  <a:pt x="1080268" y="45150"/>
                </a:lnTo>
                <a:lnTo>
                  <a:pt x="1080441" y="45438"/>
                </a:lnTo>
                <a:lnTo>
                  <a:pt x="1080607" y="45733"/>
                </a:lnTo>
                <a:lnTo>
                  <a:pt x="1080768" y="46035"/>
                </a:lnTo>
                <a:lnTo>
                  <a:pt x="1080922" y="46344"/>
                </a:lnTo>
                <a:lnTo>
                  <a:pt x="1081070" y="46660"/>
                </a:lnTo>
                <a:lnTo>
                  <a:pt x="1081212" y="46982"/>
                </a:lnTo>
                <a:lnTo>
                  <a:pt x="1081348" y="47312"/>
                </a:lnTo>
                <a:lnTo>
                  <a:pt x="1081478" y="47649"/>
                </a:lnTo>
                <a:lnTo>
                  <a:pt x="1081601" y="47992"/>
                </a:lnTo>
                <a:lnTo>
                  <a:pt x="1081719" y="48343"/>
                </a:lnTo>
                <a:lnTo>
                  <a:pt x="1081830" y="48700"/>
                </a:lnTo>
                <a:lnTo>
                  <a:pt x="1081936" y="49064"/>
                </a:lnTo>
                <a:lnTo>
                  <a:pt x="1082035" y="49436"/>
                </a:lnTo>
                <a:lnTo>
                  <a:pt x="1082128" y="49814"/>
                </a:lnTo>
                <a:lnTo>
                  <a:pt x="1082216" y="50197"/>
                </a:lnTo>
                <a:lnTo>
                  <a:pt x="1082300" y="50586"/>
                </a:lnTo>
                <a:lnTo>
                  <a:pt x="1082381" y="50978"/>
                </a:lnTo>
                <a:lnTo>
                  <a:pt x="1082458" y="51375"/>
                </a:lnTo>
                <a:lnTo>
                  <a:pt x="1082531" y="51776"/>
                </a:lnTo>
                <a:lnTo>
                  <a:pt x="1082601" y="52182"/>
                </a:lnTo>
                <a:lnTo>
                  <a:pt x="1082666" y="52592"/>
                </a:lnTo>
                <a:lnTo>
                  <a:pt x="1082728" y="53007"/>
                </a:lnTo>
                <a:lnTo>
                  <a:pt x="1082786" y="53426"/>
                </a:lnTo>
                <a:lnTo>
                  <a:pt x="1082841" y="53849"/>
                </a:lnTo>
                <a:lnTo>
                  <a:pt x="1082891" y="54277"/>
                </a:lnTo>
                <a:lnTo>
                  <a:pt x="1082938" y="54710"/>
                </a:lnTo>
                <a:lnTo>
                  <a:pt x="1082981" y="55146"/>
                </a:lnTo>
                <a:lnTo>
                  <a:pt x="1083021" y="55588"/>
                </a:lnTo>
                <a:lnTo>
                  <a:pt x="1083056" y="56033"/>
                </a:lnTo>
                <a:lnTo>
                  <a:pt x="1083088" y="56483"/>
                </a:lnTo>
                <a:lnTo>
                  <a:pt x="1083116" y="56938"/>
                </a:lnTo>
                <a:lnTo>
                  <a:pt x="1083141" y="57397"/>
                </a:lnTo>
                <a:lnTo>
                  <a:pt x="1083161" y="57860"/>
                </a:lnTo>
                <a:lnTo>
                  <a:pt x="1083178" y="58328"/>
                </a:lnTo>
                <a:lnTo>
                  <a:pt x="1083191" y="58800"/>
                </a:lnTo>
                <a:lnTo>
                  <a:pt x="1083201" y="59276"/>
                </a:lnTo>
                <a:lnTo>
                  <a:pt x="1083206" y="59757"/>
                </a:lnTo>
                <a:lnTo>
                  <a:pt x="1083208" y="60243"/>
                </a:lnTo>
                <a:lnTo>
                  <a:pt x="1083208" y="111536"/>
                </a:lnTo>
                <a:lnTo>
                  <a:pt x="1096494" y="111536"/>
                </a:lnTo>
                <a:lnTo>
                  <a:pt x="1096494" y="58708"/>
                </a:lnTo>
                <a:lnTo>
                  <a:pt x="1096484" y="57534"/>
                </a:lnTo>
                <a:lnTo>
                  <a:pt x="1096457" y="56383"/>
                </a:lnTo>
                <a:lnTo>
                  <a:pt x="1096410" y="55254"/>
                </a:lnTo>
                <a:lnTo>
                  <a:pt x="1096345" y="54147"/>
                </a:lnTo>
                <a:lnTo>
                  <a:pt x="1096261" y="53062"/>
                </a:lnTo>
                <a:lnTo>
                  <a:pt x="1096159" y="52000"/>
                </a:lnTo>
                <a:lnTo>
                  <a:pt x="1096038" y="50960"/>
                </a:lnTo>
                <a:lnTo>
                  <a:pt x="1095898" y="49942"/>
                </a:lnTo>
                <a:lnTo>
                  <a:pt x="1095740" y="48946"/>
                </a:lnTo>
                <a:lnTo>
                  <a:pt x="1095563" y="47972"/>
                </a:lnTo>
                <a:lnTo>
                  <a:pt x="1095367" y="47020"/>
                </a:lnTo>
                <a:lnTo>
                  <a:pt x="1095153" y="46091"/>
                </a:lnTo>
                <a:lnTo>
                  <a:pt x="1094920" y="45184"/>
                </a:lnTo>
                <a:lnTo>
                  <a:pt x="1094669" y="44299"/>
                </a:lnTo>
                <a:lnTo>
                  <a:pt x="1094399" y="43436"/>
                </a:lnTo>
                <a:lnTo>
                  <a:pt x="1094111" y="42596"/>
                </a:lnTo>
                <a:lnTo>
                  <a:pt x="1093803" y="41777"/>
                </a:lnTo>
                <a:lnTo>
                  <a:pt x="1093478" y="40981"/>
                </a:lnTo>
                <a:lnTo>
                  <a:pt x="1093133" y="40207"/>
                </a:lnTo>
                <a:lnTo>
                  <a:pt x="1092770" y="39456"/>
                </a:lnTo>
                <a:lnTo>
                  <a:pt x="1092388" y="38726"/>
                </a:lnTo>
                <a:lnTo>
                  <a:pt x="1091988" y="38019"/>
                </a:lnTo>
                <a:lnTo>
                  <a:pt x="1091569" y="37333"/>
                </a:lnTo>
                <a:lnTo>
                  <a:pt x="1091132" y="36671"/>
                </a:lnTo>
                <a:lnTo>
                  <a:pt x="1090672" y="36032"/>
                </a:lnTo>
                <a:lnTo>
                  <a:pt x="1090188" y="35421"/>
                </a:lnTo>
                <a:lnTo>
                  <a:pt x="1089680" y="34837"/>
                </a:lnTo>
                <a:lnTo>
                  <a:pt x="1089146" y="34280"/>
                </a:lnTo>
                <a:lnTo>
                  <a:pt x="1088588" y="33750"/>
                </a:lnTo>
                <a:lnTo>
                  <a:pt x="1088005" y="33247"/>
                </a:lnTo>
                <a:lnTo>
                  <a:pt x="1087398" y="32772"/>
                </a:lnTo>
                <a:lnTo>
                  <a:pt x="1086765" y="32323"/>
                </a:lnTo>
                <a:lnTo>
                  <a:pt x="1086108" y="31902"/>
                </a:lnTo>
                <a:lnTo>
                  <a:pt x="1085426" y="31508"/>
                </a:lnTo>
                <a:lnTo>
                  <a:pt x="1084720" y="31141"/>
                </a:lnTo>
                <a:lnTo>
                  <a:pt x="1083989" y="30802"/>
                </a:lnTo>
                <a:lnTo>
                  <a:pt x="1083233" y="30489"/>
                </a:lnTo>
                <a:lnTo>
                  <a:pt x="1082452" y="30204"/>
                </a:lnTo>
                <a:lnTo>
                  <a:pt x="1081646" y="29946"/>
                </a:lnTo>
                <a:lnTo>
                  <a:pt x="1080816" y="29715"/>
                </a:lnTo>
                <a:lnTo>
                  <a:pt x="1079961" y="29511"/>
                </a:lnTo>
                <a:lnTo>
                  <a:pt x="1079082" y="29335"/>
                </a:lnTo>
                <a:lnTo>
                  <a:pt x="1078177" y="29185"/>
                </a:lnTo>
                <a:lnTo>
                  <a:pt x="1077248" y="29063"/>
                </a:lnTo>
                <a:lnTo>
                  <a:pt x="1076294" y="28968"/>
                </a:lnTo>
                <a:lnTo>
                  <a:pt x="1075316" y="28900"/>
                </a:lnTo>
                <a:lnTo>
                  <a:pt x="1074312" y="28859"/>
                </a:lnTo>
                <a:lnTo>
                  <a:pt x="1073284" y="28846"/>
                </a:lnTo>
                <a:lnTo>
                  <a:pt x="1072489" y="28853"/>
                </a:lnTo>
                <a:lnTo>
                  <a:pt x="1071706" y="28874"/>
                </a:lnTo>
                <a:lnTo>
                  <a:pt x="1070933" y="28909"/>
                </a:lnTo>
                <a:lnTo>
                  <a:pt x="1070172" y="28958"/>
                </a:lnTo>
                <a:lnTo>
                  <a:pt x="1069421" y="29021"/>
                </a:lnTo>
                <a:lnTo>
                  <a:pt x="1068682" y="29099"/>
                </a:lnTo>
                <a:lnTo>
                  <a:pt x="1067954" y="29190"/>
                </a:lnTo>
                <a:lnTo>
                  <a:pt x="1067237" y="29295"/>
                </a:lnTo>
                <a:lnTo>
                  <a:pt x="1066531" y="29415"/>
                </a:lnTo>
                <a:lnTo>
                  <a:pt x="1065837" y="29548"/>
                </a:lnTo>
                <a:lnTo>
                  <a:pt x="1065153" y="29696"/>
                </a:lnTo>
                <a:lnTo>
                  <a:pt x="1064481" y="29857"/>
                </a:lnTo>
                <a:lnTo>
                  <a:pt x="1063819" y="30033"/>
                </a:lnTo>
                <a:lnTo>
                  <a:pt x="1063169" y="30223"/>
                </a:lnTo>
                <a:lnTo>
                  <a:pt x="1062530" y="30426"/>
                </a:lnTo>
                <a:lnTo>
                  <a:pt x="1061902" y="30644"/>
                </a:lnTo>
                <a:lnTo>
                  <a:pt x="1061285" y="30876"/>
                </a:lnTo>
                <a:lnTo>
                  <a:pt x="1060679" y="31122"/>
                </a:lnTo>
                <a:lnTo>
                  <a:pt x="1060084" y="31382"/>
                </a:lnTo>
                <a:lnTo>
                  <a:pt x="1059501" y="31656"/>
                </a:lnTo>
                <a:lnTo>
                  <a:pt x="1058928" y="31944"/>
                </a:lnTo>
                <a:lnTo>
                  <a:pt x="1058367" y="32246"/>
                </a:lnTo>
                <a:lnTo>
                  <a:pt x="1057817" y="32562"/>
                </a:lnTo>
                <a:lnTo>
                  <a:pt x="1057278" y="32892"/>
                </a:lnTo>
                <a:lnTo>
                  <a:pt x="1056749" y="33230"/>
                </a:lnTo>
                <a:lnTo>
                  <a:pt x="1056231" y="33571"/>
                </a:lnTo>
                <a:lnTo>
                  <a:pt x="1055723" y="33913"/>
                </a:lnTo>
                <a:lnTo>
                  <a:pt x="1055226" y="34258"/>
                </a:lnTo>
                <a:lnTo>
                  <a:pt x="1054738" y="34604"/>
                </a:lnTo>
                <a:lnTo>
                  <a:pt x="1054261" y="34953"/>
                </a:lnTo>
                <a:lnTo>
                  <a:pt x="1053795" y="35304"/>
                </a:lnTo>
                <a:lnTo>
                  <a:pt x="1053338" y="35656"/>
                </a:lnTo>
                <a:lnTo>
                  <a:pt x="1052892" y="36011"/>
                </a:lnTo>
                <a:lnTo>
                  <a:pt x="1052456" y="36368"/>
                </a:lnTo>
                <a:lnTo>
                  <a:pt x="1052031" y="36727"/>
                </a:lnTo>
                <a:lnTo>
                  <a:pt x="1051615" y="37089"/>
                </a:lnTo>
                <a:lnTo>
                  <a:pt x="1051210" y="37452"/>
                </a:lnTo>
                <a:lnTo>
                  <a:pt x="1050815" y="37817"/>
                </a:lnTo>
                <a:lnTo>
                  <a:pt x="1050431" y="38185"/>
                </a:lnTo>
                <a:lnTo>
                  <a:pt x="1050057" y="38554"/>
                </a:lnTo>
                <a:lnTo>
                  <a:pt x="1049693" y="38926"/>
                </a:lnTo>
                <a:lnTo>
                  <a:pt x="1049339" y="39300"/>
                </a:lnTo>
                <a:lnTo>
                  <a:pt x="1048996" y="39675"/>
                </a:lnTo>
                <a:lnTo>
                  <a:pt x="1048663" y="40053"/>
                </a:lnTo>
                <a:lnTo>
                  <a:pt x="1048340" y="40433"/>
                </a:lnTo>
                <a:lnTo>
                  <a:pt x="1048028" y="40815"/>
                </a:lnTo>
                <a:lnTo>
                  <a:pt x="1047725" y="41200"/>
                </a:lnTo>
                <a:lnTo>
                  <a:pt x="1047433" y="41586"/>
                </a:lnTo>
                <a:lnTo>
                  <a:pt x="1047113" y="30288"/>
                </a:lnTo>
                <a:lnTo>
                  <a:pt x="1034148" y="30288"/>
                </a:lnTo>
                <a:lnTo>
                  <a:pt x="1034148" y="111536"/>
                </a:lnTo>
                <a:lnTo>
                  <a:pt x="1047513" y="111536"/>
                </a:lnTo>
                <a:lnTo>
                  <a:pt x="1047513" y="53036"/>
                </a:lnTo>
                <a:lnTo>
                  <a:pt x="1047797" y="52642"/>
                </a:lnTo>
                <a:lnTo>
                  <a:pt x="1048089" y="52249"/>
                </a:lnTo>
                <a:lnTo>
                  <a:pt x="1048388" y="51859"/>
                </a:lnTo>
                <a:close/>
                <a:moveTo>
                  <a:pt x="868313" y="112888"/>
                </a:moveTo>
                <a:lnTo>
                  <a:pt x="869032" y="112837"/>
                </a:lnTo>
                <a:lnTo>
                  <a:pt x="869744" y="112775"/>
                </a:lnTo>
                <a:lnTo>
                  <a:pt x="870451" y="112701"/>
                </a:lnTo>
                <a:lnTo>
                  <a:pt x="871151" y="112616"/>
                </a:lnTo>
                <a:lnTo>
                  <a:pt x="871845" y="112520"/>
                </a:lnTo>
                <a:lnTo>
                  <a:pt x="872532" y="112412"/>
                </a:lnTo>
                <a:lnTo>
                  <a:pt x="873213" y="112293"/>
                </a:lnTo>
                <a:lnTo>
                  <a:pt x="873889" y="112162"/>
                </a:lnTo>
                <a:lnTo>
                  <a:pt x="874557" y="112021"/>
                </a:lnTo>
                <a:lnTo>
                  <a:pt x="875220" y="111868"/>
                </a:lnTo>
                <a:lnTo>
                  <a:pt x="875876" y="111703"/>
                </a:lnTo>
                <a:lnTo>
                  <a:pt x="876526" y="111528"/>
                </a:lnTo>
                <a:lnTo>
                  <a:pt x="877170" y="111340"/>
                </a:lnTo>
                <a:lnTo>
                  <a:pt x="877808" y="111142"/>
                </a:lnTo>
                <a:lnTo>
                  <a:pt x="878439" y="110932"/>
                </a:lnTo>
                <a:lnTo>
                  <a:pt x="879064" y="110711"/>
                </a:lnTo>
                <a:lnTo>
                  <a:pt x="879683" y="110479"/>
                </a:lnTo>
                <a:lnTo>
                  <a:pt x="880295" y="110235"/>
                </a:lnTo>
                <a:lnTo>
                  <a:pt x="880902" y="109980"/>
                </a:lnTo>
                <a:lnTo>
                  <a:pt x="881502" y="109714"/>
                </a:lnTo>
                <a:lnTo>
                  <a:pt x="882094" y="109436"/>
                </a:lnTo>
                <a:lnTo>
                  <a:pt x="882675" y="109146"/>
                </a:lnTo>
                <a:lnTo>
                  <a:pt x="883247" y="108845"/>
                </a:lnTo>
                <a:lnTo>
                  <a:pt x="883809" y="108532"/>
                </a:lnTo>
                <a:lnTo>
                  <a:pt x="884361" y="108208"/>
                </a:lnTo>
                <a:lnTo>
                  <a:pt x="884903" y="107873"/>
                </a:lnTo>
                <a:lnTo>
                  <a:pt x="885435" y="107526"/>
                </a:lnTo>
                <a:lnTo>
                  <a:pt x="885957" y="107168"/>
                </a:lnTo>
                <a:lnTo>
                  <a:pt x="886469" y="106798"/>
                </a:lnTo>
                <a:lnTo>
                  <a:pt x="886971" y="106416"/>
                </a:lnTo>
                <a:lnTo>
                  <a:pt x="887462" y="106023"/>
                </a:lnTo>
                <a:lnTo>
                  <a:pt x="887944" y="105619"/>
                </a:lnTo>
                <a:lnTo>
                  <a:pt x="888416" y="105203"/>
                </a:lnTo>
                <a:lnTo>
                  <a:pt x="888878" y="104776"/>
                </a:lnTo>
                <a:lnTo>
                  <a:pt x="889330" y="104337"/>
                </a:lnTo>
                <a:lnTo>
                  <a:pt x="889772" y="103887"/>
                </a:lnTo>
                <a:lnTo>
                  <a:pt x="890204" y="103425"/>
                </a:lnTo>
                <a:lnTo>
                  <a:pt x="890625" y="102951"/>
                </a:lnTo>
                <a:lnTo>
                  <a:pt x="891037" y="102467"/>
                </a:lnTo>
                <a:lnTo>
                  <a:pt x="891439" y="101970"/>
                </a:lnTo>
                <a:lnTo>
                  <a:pt x="891831" y="101463"/>
                </a:lnTo>
                <a:lnTo>
                  <a:pt x="892213" y="100943"/>
                </a:lnTo>
                <a:lnTo>
                  <a:pt x="892585" y="100413"/>
                </a:lnTo>
                <a:lnTo>
                  <a:pt x="892946" y="99871"/>
                </a:lnTo>
                <a:lnTo>
                  <a:pt x="893296" y="99317"/>
                </a:lnTo>
                <a:lnTo>
                  <a:pt x="893631" y="98752"/>
                </a:lnTo>
                <a:lnTo>
                  <a:pt x="893952" y="98176"/>
                </a:lnTo>
                <a:lnTo>
                  <a:pt x="894259" y="97588"/>
                </a:lnTo>
                <a:lnTo>
                  <a:pt x="894552" y="96990"/>
                </a:lnTo>
                <a:lnTo>
                  <a:pt x="894830" y="96380"/>
                </a:lnTo>
                <a:lnTo>
                  <a:pt x="895093" y="95759"/>
                </a:lnTo>
                <a:lnTo>
                  <a:pt x="895343" y="95127"/>
                </a:lnTo>
                <a:lnTo>
                  <a:pt x="895578" y="94484"/>
                </a:lnTo>
                <a:lnTo>
                  <a:pt x="895799" y="93829"/>
                </a:lnTo>
                <a:lnTo>
                  <a:pt x="896006" y="93164"/>
                </a:lnTo>
                <a:lnTo>
                  <a:pt x="896198" y="92487"/>
                </a:lnTo>
                <a:lnTo>
                  <a:pt x="896376" y="91799"/>
                </a:lnTo>
                <a:lnTo>
                  <a:pt x="896539" y="91100"/>
                </a:lnTo>
                <a:lnTo>
                  <a:pt x="896689" y="90389"/>
                </a:lnTo>
                <a:lnTo>
                  <a:pt x="896824" y="89668"/>
                </a:lnTo>
                <a:lnTo>
                  <a:pt x="896944" y="88935"/>
                </a:lnTo>
                <a:lnTo>
                  <a:pt x="897051" y="88191"/>
                </a:lnTo>
                <a:lnTo>
                  <a:pt x="897143" y="87436"/>
                </a:lnTo>
                <a:lnTo>
                  <a:pt x="897220" y="86669"/>
                </a:lnTo>
                <a:lnTo>
                  <a:pt x="897284" y="85892"/>
                </a:lnTo>
                <a:lnTo>
                  <a:pt x="897333" y="85103"/>
                </a:lnTo>
                <a:lnTo>
                  <a:pt x="897368" y="84303"/>
                </a:lnTo>
                <a:lnTo>
                  <a:pt x="897388" y="83492"/>
                </a:lnTo>
                <a:lnTo>
                  <a:pt x="884263" y="83492"/>
                </a:lnTo>
                <a:lnTo>
                  <a:pt x="884234" y="84251"/>
                </a:lnTo>
                <a:lnTo>
                  <a:pt x="884188" y="84995"/>
                </a:lnTo>
                <a:lnTo>
                  <a:pt x="884125" y="85723"/>
                </a:lnTo>
                <a:lnTo>
                  <a:pt x="884045" y="86436"/>
                </a:lnTo>
                <a:lnTo>
                  <a:pt x="883947" y="87133"/>
                </a:lnTo>
                <a:lnTo>
                  <a:pt x="883833" y="87815"/>
                </a:lnTo>
                <a:lnTo>
                  <a:pt x="883701" y="88481"/>
                </a:lnTo>
                <a:lnTo>
                  <a:pt x="883551" y="89132"/>
                </a:lnTo>
                <a:lnTo>
                  <a:pt x="883385" y="89767"/>
                </a:lnTo>
                <a:lnTo>
                  <a:pt x="883201" y="90386"/>
                </a:lnTo>
                <a:lnTo>
                  <a:pt x="883000" y="90990"/>
                </a:lnTo>
                <a:lnTo>
                  <a:pt x="882782" y="91579"/>
                </a:lnTo>
                <a:lnTo>
                  <a:pt x="882547" y="92152"/>
                </a:lnTo>
                <a:lnTo>
                  <a:pt x="882294" y="92709"/>
                </a:lnTo>
                <a:lnTo>
                  <a:pt x="882024" y="93251"/>
                </a:lnTo>
                <a:lnTo>
                  <a:pt x="881737" y="93777"/>
                </a:lnTo>
                <a:lnTo>
                  <a:pt x="881433" y="94288"/>
                </a:lnTo>
                <a:lnTo>
                  <a:pt x="881111" y="94783"/>
                </a:lnTo>
                <a:lnTo>
                  <a:pt x="880773" y="95263"/>
                </a:lnTo>
                <a:lnTo>
                  <a:pt x="880417" y="95727"/>
                </a:lnTo>
                <a:lnTo>
                  <a:pt x="880044" y="96176"/>
                </a:lnTo>
                <a:lnTo>
                  <a:pt x="879653" y="96609"/>
                </a:lnTo>
                <a:lnTo>
                  <a:pt x="879245" y="97027"/>
                </a:lnTo>
                <a:lnTo>
                  <a:pt x="878821" y="97429"/>
                </a:lnTo>
                <a:lnTo>
                  <a:pt x="878382" y="97815"/>
                </a:lnTo>
                <a:lnTo>
                  <a:pt x="877934" y="98185"/>
                </a:lnTo>
                <a:lnTo>
                  <a:pt x="877476" y="98538"/>
                </a:lnTo>
                <a:lnTo>
                  <a:pt x="877009" y="98875"/>
                </a:lnTo>
                <a:lnTo>
                  <a:pt x="876531" y="99196"/>
                </a:lnTo>
                <a:lnTo>
                  <a:pt x="876044" y="99500"/>
                </a:lnTo>
                <a:lnTo>
                  <a:pt x="875548" y="99787"/>
                </a:lnTo>
                <a:lnTo>
                  <a:pt x="875041" y="100058"/>
                </a:lnTo>
                <a:lnTo>
                  <a:pt x="874525" y="100313"/>
                </a:lnTo>
                <a:lnTo>
                  <a:pt x="873999" y="100551"/>
                </a:lnTo>
                <a:lnTo>
                  <a:pt x="873463" y="100773"/>
                </a:lnTo>
                <a:lnTo>
                  <a:pt x="872918" y="100979"/>
                </a:lnTo>
                <a:lnTo>
                  <a:pt x="872363" y="101167"/>
                </a:lnTo>
                <a:lnTo>
                  <a:pt x="871798" y="101340"/>
                </a:lnTo>
                <a:lnTo>
                  <a:pt x="871224" y="101496"/>
                </a:lnTo>
                <a:lnTo>
                  <a:pt x="870639" y="101636"/>
                </a:lnTo>
                <a:lnTo>
                  <a:pt x="870045" y="101759"/>
                </a:lnTo>
                <a:lnTo>
                  <a:pt x="869442" y="101866"/>
                </a:lnTo>
                <a:lnTo>
                  <a:pt x="868828" y="101956"/>
                </a:lnTo>
                <a:lnTo>
                  <a:pt x="868205" y="102030"/>
                </a:lnTo>
                <a:lnTo>
                  <a:pt x="867572" y="102088"/>
                </a:lnTo>
                <a:lnTo>
                  <a:pt x="866930" y="102129"/>
                </a:lnTo>
                <a:lnTo>
                  <a:pt x="866277" y="102153"/>
                </a:lnTo>
                <a:lnTo>
                  <a:pt x="865615" y="102162"/>
                </a:lnTo>
                <a:lnTo>
                  <a:pt x="865026" y="102155"/>
                </a:lnTo>
                <a:lnTo>
                  <a:pt x="864444" y="102136"/>
                </a:lnTo>
                <a:lnTo>
                  <a:pt x="863871" y="102105"/>
                </a:lnTo>
                <a:lnTo>
                  <a:pt x="863305" y="102060"/>
                </a:lnTo>
                <a:lnTo>
                  <a:pt x="862748" y="102003"/>
                </a:lnTo>
                <a:lnTo>
                  <a:pt x="862199" y="101934"/>
                </a:lnTo>
                <a:lnTo>
                  <a:pt x="861657" y="101851"/>
                </a:lnTo>
                <a:lnTo>
                  <a:pt x="861124" y="101757"/>
                </a:lnTo>
                <a:lnTo>
                  <a:pt x="860599" y="101649"/>
                </a:lnTo>
                <a:lnTo>
                  <a:pt x="860082" y="101529"/>
                </a:lnTo>
                <a:lnTo>
                  <a:pt x="859573" y="101396"/>
                </a:lnTo>
                <a:lnTo>
                  <a:pt x="859072" y="101250"/>
                </a:lnTo>
                <a:lnTo>
                  <a:pt x="858580" y="101092"/>
                </a:lnTo>
                <a:lnTo>
                  <a:pt x="858095" y="100921"/>
                </a:lnTo>
                <a:lnTo>
                  <a:pt x="857618" y="100738"/>
                </a:lnTo>
                <a:lnTo>
                  <a:pt x="857149" y="100541"/>
                </a:lnTo>
                <a:lnTo>
                  <a:pt x="856689" y="100332"/>
                </a:lnTo>
                <a:lnTo>
                  <a:pt x="856236" y="100111"/>
                </a:lnTo>
                <a:lnTo>
                  <a:pt x="855792" y="99877"/>
                </a:lnTo>
                <a:lnTo>
                  <a:pt x="855355" y="99630"/>
                </a:lnTo>
                <a:lnTo>
                  <a:pt x="854927" y="99370"/>
                </a:lnTo>
                <a:lnTo>
                  <a:pt x="854507" y="99098"/>
                </a:lnTo>
                <a:lnTo>
                  <a:pt x="854094" y="98813"/>
                </a:lnTo>
                <a:lnTo>
                  <a:pt x="853690" y="98516"/>
                </a:lnTo>
                <a:lnTo>
                  <a:pt x="853294" y="98206"/>
                </a:lnTo>
                <a:lnTo>
                  <a:pt x="852906" y="97885"/>
                </a:lnTo>
                <a:lnTo>
                  <a:pt x="852527" y="97552"/>
                </a:lnTo>
                <a:lnTo>
                  <a:pt x="852156" y="97208"/>
                </a:lnTo>
                <a:lnTo>
                  <a:pt x="851794" y="96852"/>
                </a:lnTo>
                <a:lnTo>
                  <a:pt x="851439" y="96485"/>
                </a:lnTo>
                <a:lnTo>
                  <a:pt x="851093" y="96107"/>
                </a:lnTo>
                <a:lnTo>
                  <a:pt x="850756" y="95716"/>
                </a:lnTo>
                <a:lnTo>
                  <a:pt x="850426" y="95315"/>
                </a:lnTo>
                <a:lnTo>
                  <a:pt x="850105" y="94902"/>
                </a:lnTo>
                <a:lnTo>
                  <a:pt x="849793" y="94477"/>
                </a:lnTo>
                <a:lnTo>
                  <a:pt x="849488" y="94041"/>
                </a:lnTo>
                <a:lnTo>
                  <a:pt x="849192" y="93594"/>
                </a:lnTo>
                <a:lnTo>
                  <a:pt x="848905" y="93135"/>
                </a:lnTo>
                <a:lnTo>
                  <a:pt x="848626" y="92664"/>
                </a:lnTo>
                <a:lnTo>
                  <a:pt x="848355" y="92183"/>
                </a:lnTo>
                <a:lnTo>
                  <a:pt x="848092" y="91689"/>
                </a:lnTo>
                <a:lnTo>
                  <a:pt x="847838" y="91184"/>
                </a:lnTo>
                <a:lnTo>
                  <a:pt x="847592" y="90668"/>
                </a:lnTo>
                <a:lnTo>
                  <a:pt x="847354" y="90140"/>
                </a:lnTo>
                <a:lnTo>
                  <a:pt x="847125" y="89601"/>
                </a:lnTo>
                <a:lnTo>
                  <a:pt x="846904" y="89050"/>
                </a:lnTo>
                <a:lnTo>
                  <a:pt x="846691" y="88488"/>
                </a:lnTo>
                <a:lnTo>
                  <a:pt x="846487" y="87914"/>
                </a:lnTo>
                <a:lnTo>
                  <a:pt x="846291" y="87330"/>
                </a:lnTo>
                <a:lnTo>
                  <a:pt x="846104" y="86735"/>
                </a:lnTo>
                <a:lnTo>
                  <a:pt x="845924" y="86131"/>
                </a:lnTo>
                <a:lnTo>
                  <a:pt x="845754" y="85516"/>
                </a:lnTo>
                <a:lnTo>
                  <a:pt x="845591" y="84892"/>
                </a:lnTo>
                <a:lnTo>
                  <a:pt x="845437" y="84257"/>
                </a:lnTo>
                <a:lnTo>
                  <a:pt x="845291" y="83613"/>
                </a:lnTo>
                <a:lnTo>
                  <a:pt x="845153" y="82958"/>
                </a:lnTo>
                <a:lnTo>
                  <a:pt x="845024" y="82294"/>
                </a:lnTo>
                <a:lnTo>
                  <a:pt x="844903" y="81619"/>
                </a:lnTo>
                <a:lnTo>
                  <a:pt x="844791" y="80935"/>
                </a:lnTo>
                <a:lnTo>
                  <a:pt x="844686" y="80240"/>
                </a:lnTo>
                <a:lnTo>
                  <a:pt x="844591" y="79536"/>
                </a:lnTo>
                <a:lnTo>
                  <a:pt x="844503" y="78821"/>
                </a:lnTo>
                <a:lnTo>
                  <a:pt x="844424" y="78096"/>
                </a:lnTo>
                <a:lnTo>
                  <a:pt x="844353" y="77362"/>
                </a:lnTo>
                <a:lnTo>
                  <a:pt x="844290" y="76617"/>
                </a:lnTo>
                <a:lnTo>
                  <a:pt x="844236" y="75863"/>
                </a:lnTo>
                <a:lnTo>
                  <a:pt x="844190" y="75098"/>
                </a:lnTo>
                <a:lnTo>
                  <a:pt x="844153" y="74323"/>
                </a:lnTo>
                <a:lnTo>
                  <a:pt x="844124" y="73539"/>
                </a:lnTo>
                <a:lnTo>
                  <a:pt x="844103" y="72744"/>
                </a:lnTo>
                <a:lnTo>
                  <a:pt x="844090" y="71940"/>
                </a:lnTo>
                <a:lnTo>
                  <a:pt x="844086" y="71125"/>
                </a:lnTo>
                <a:lnTo>
                  <a:pt x="844096" y="69893"/>
                </a:lnTo>
                <a:lnTo>
                  <a:pt x="844124" y="68684"/>
                </a:lnTo>
                <a:lnTo>
                  <a:pt x="844171" y="67498"/>
                </a:lnTo>
                <a:lnTo>
                  <a:pt x="844237" y="66335"/>
                </a:lnTo>
                <a:lnTo>
                  <a:pt x="844322" y="65195"/>
                </a:lnTo>
                <a:lnTo>
                  <a:pt x="844426" y="64078"/>
                </a:lnTo>
                <a:lnTo>
                  <a:pt x="844549" y="62985"/>
                </a:lnTo>
                <a:lnTo>
                  <a:pt x="844691" y="61914"/>
                </a:lnTo>
                <a:lnTo>
                  <a:pt x="844851" y="60867"/>
                </a:lnTo>
                <a:lnTo>
                  <a:pt x="845031" y="59843"/>
                </a:lnTo>
                <a:lnTo>
                  <a:pt x="845229" y="58841"/>
                </a:lnTo>
                <a:lnTo>
                  <a:pt x="845447" y="57863"/>
                </a:lnTo>
                <a:lnTo>
                  <a:pt x="845683" y="56909"/>
                </a:lnTo>
                <a:lnTo>
                  <a:pt x="845938" y="55977"/>
                </a:lnTo>
                <a:lnTo>
                  <a:pt x="846212" y="55068"/>
                </a:lnTo>
                <a:lnTo>
                  <a:pt x="846505" y="54183"/>
                </a:lnTo>
                <a:lnTo>
                  <a:pt x="846817" y="53320"/>
                </a:lnTo>
                <a:lnTo>
                  <a:pt x="847147" y="52481"/>
                </a:lnTo>
                <a:lnTo>
                  <a:pt x="847497" y="51665"/>
                </a:lnTo>
                <a:lnTo>
                  <a:pt x="847865" y="50872"/>
                </a:lnTo>
                <a:lnTo>
                  <a:pt x="848253" y="50102"/>
                </a:lnTo>
                <a:lnTo>
                  <a:pt x="848659" y="49355"/>
                </a:lnTo>
                <a:lnTo>
                  <a:pt x="849084" y="48631"/>
                </a:lnTo>
                <a:lnTo>
                  <a:pt x="849528" y="47931"/>
                </a:lnTo>
                <a:lnTo>
                  <a:pt x="849991" y="47256"/>
                </a:lnTo>
                <a:lnTo>
                  <a:pt x="850472" y="46610"/>
                </a:lnTo>
                <a:lnTo>
                  <a:pt x="850970" y="45993"/>
                </a:lnTo>
                <a:lnTo>
                  <a:pt x="851487" y="45404"/>
                </a:lnTo>
                <a:lnTo>
                  <a:pt x="852022" y="44845"/>
                </a:lnTo>
                <a:lnTo>
                  <a:pt x="852575" y="44314"/>
                </a:lnTo>
                <a:lnTo>
                  <a:pt x="853146" y="43811"/>
                </a:lnTo>
                <a:lnTo>
                  <a:pt x="853735" y="43337"/>
                </a:lnTo>
                <a:lnTo>
                  <a:pt x="854342" y="42892"/>
                </a:lnTo>
                <a:lnTo>
                  <a:pt x="854967" y="42476"/>
                </a:lnTo>
                <a:lnTo>
                  <a:pt x="855610" y="42089"/>
                </a:lnTo>
                <a:lnTo>
                  <a:pt x="856271" y="41730"/>
                </a:lnTo>
                <a:lnTo>
                  <a:pt x="856951" y="41400"/>
                </a:lnTo>
                <a:lnTo>
                  <a:pt x="857648" y="41098"/>
                </a:lnTo>
                <a:lnTo>
                  <a:pt x="858363" y="40825"/>
                </a:lnTo>
                <a:lnTo>
                  <a:pt x="859097" y="40581"/>
                </a:lnTo>
                <a:lnTo>
                  <a:pt x="859848" y="40366"/>
                </a:lnTo>
                <a:lnTo>
                  <a:pt x="860618" y="40180"/>
                </a:lnTo>
                <a:lnTo>
                  <a:pt x="861406" y="40022"/>
                </a:lnTo>
                <a:lnTo>
                  <a:pt x="862211" y="39892"/>
                </a:lnTo>
                <a:lnTo>
                  <a:pt x="863035" y="39792"/>
                </a:lnTo>
                <a:lnTo>
                  <a:pt x="863877" y="39720"/>
                </a:lnTo>
                <a:lnTo>
                  <a:pt x="864737" y="39677"/>
                </a:lnTo>
                <a:lnTo>
                  <a:pt x="865615" y="39663"/>
                </a:lnTo>
                <a:lnTo>
                  <a:pt x="866263" y="39671"/>
                </a:lnTo>
                <a:lnTo>
                  <a:pt x="866901" y="39695"/>
                </a:lnTo>
                <a:lnTo>
                  <a:pt x="867529" y="39735"/>
                </a:lnTo>
                <a:lnTo>
                  <a:pt x="868146" y="39792"/>
                </a:lnTo>
                <a:lnTo>
                  <a:pt x="868753" y="39865"/>
                </a:lnTo>
                <a:lnTo>
                  <a:pt x="869349" y="39953"/>
                </a:lnTo>
                <a:lnTo>
                  <a:pt x="869935" y="40058"/>
                </a:lnTo>
                <a:lnTo>
                  <a:pt x="870510" y="40179"/>
                </a:lnTo>
                <a:lnTo>
                  <a:pt x="871075" y="40317"/>
                </a:lnTo>
                <a:lnTo>
                  <a:pt x="871630" y="40470"/>
                </a:lnTo>
                <a:lnTo>
                  <a:pt x="872174" y="40640"/>
                </a:lnTo>
                <a:lnTo>
                  <a:pt x="872708" y="40825"/>
                </a:lnTo>
                <a:lnTo>
                  <a:pt x="873231" y="41027"/>
                </a:lnTo>
                <a:lnTo>
                  <a:pt x="873744" y="41245"/>
                </a:lnTo>
                <a:lnTo>
                  <a:pt x="874247" y="41479"/>
                </a:lnTo>
                <a:lnTo>
                  <a:pt x="874739" y="41729"/>
                </a:lnTo>
                <a:lnTo>
                  <a:pt x="875221" y="41996"/>
                </a:lnTo>
                <a:lnTo>
                  <a:pt x="875692" y="42278"/>
                </a:lnTo>
                <a:lnTo>
                  <a:pt x="876153" y="42577"/>
                </a:lnTo>
                <a:lnTo>
                  <a:pt x="876603" y="42892"/>
                </a:lnTo>
                <a:lnTo>
                  <a:pt x="877043" y="43223"/>
                </a:lnTo>
                <a:lnTo>
                  <a:pt x="877472" y="43570"/>
                </a:lnTo>
                <a:lnTo>
                  <a:pt x="877892" y="43933"/>
                </a:lnTo>
                <a:lnTo>
                  <a:pt x="878300" y="44313"/>
                </a:lnTo>
                <a:lnTo>
                  <a:pt x="878696" y="44706"/>
                </a:lnTo>
                <a:lnTo>
                  <a:pt x="879078" y="45111"/>
                </a:lnTo>
                <a:lnTo>
                  <a:pt x="879444" y="45528"/>
                </a:lnTo>
                <a:lnTo>
                  <a:pt x="879795" y="45957"/>
                </a:lnTo>
                <a:lnTo>
                  <a:pt x="880132" y="46398"/>
                </a:lnTo>
                <a:lnTo>
                  <a:pt x="880454" y="46851"/>
                </a:lnTo>
                <a:lnTo>
                  <a:pt x="880761" y="47316"/>
                </a:lnTo>
                <a:lnTo>
                  <a:pt x="881053" y="47793"/>
                </a:lnTo>
                <a:lnTo>
                  <a:pt x="881330" y="48282"/>
                </a:lnTo>
                <a:lnTo>
                  <a:pt x="881592" y="48783"/>
                </a:lnTo>
                <a:lnTo>
                  <a:pt x="881839" y="49296"/>
                </a:lnTo>
                <a:lnTo>
                  <a:pt x="882072" y="49821"/>
                </a:lnTo>
                <a:lnTo>
                  <a:pt x="882290" y="50357"/>
                </a:lnTo>
                <a:lnTo>
                  <a:pt x="882492" y="50906"/>
                </a:lnTo>
                <a:lnTo>
                  <a:pt x="882680" y="51467"/>
                </a:lnTo>
                <a:lnTo>
                  <a:pt x="882853" y="52039"/>
                </a:lnTo>
                <a:lnTo>
                  <a:pt x="883012" y="52624"/>
                </a:lnTo>
                <a:lnTo>
                  <a:pt x="883155" y="53220"/>
                </a:lnTo>
                <a:lnTo>
                  <a:pt x="883283" y="53829"/>
                </a:lnTo>
                <a:lnTo>
                  <a:pt x="883397" y="54449"/>
                </a:lnTo>
                <a:lnTo>
                  <a:pt x="883496" y="55081"/>
                </a:lnTo>
                <a:lnTo>
                  <a:pt x="883579" y="55726"/>
                </a:lnTo>
                <a:lnTo>
                  <a:pt x="883648" y="56382"/>
                </a:lnTo>
                <a:lnTo>
                  <a:pt x="883703" y="57050"/>
                </a:lnTo>
                <a:lnTo>
                  <a:pt x="896908" y="57050"/>
                </a:lnTo>
                <a:lnTo>
                  <a:pt x="896875" y="56261"/>
                </a:lnTo>
                <a:lnTo>
                  <a:pt x="896828" y="55483"/>
                </a:lnTo>
                <a:lnTo>
                  <a:pt x="896767" y="54717"/>
                </a:lnTo>
                <a:lnTo>
                  <a:pt x="896694" y="53962"/>
                </a:lnTo>
                <a:lnTo>
                  <a:pt x="896606" y="53219"/>
                </a:lnTo>
                <a:lnTo>
                  <a:pt x="896505" y="52487"/>
                </a:lnTo>
                <a:lnTo>
                  <a:pt x="896391" y="51766"/>
                </a:lnTo>
                <a:lnTo>
                  <a:pt x="896263" y="51057"/>
                </a:lnTo>
                <a:lnTo>
                  <a:pt x="896122" y="50360"/>
                </a:lnTo>
                <a:lnTo>
                  <a:pt x="895967" y="49674"/>
                </a:lnTo>
                <a:lnTo>
                  <a:pt x="895799" y="49000"/>
                </a:lnTo>
                <a:lnTo>
                  <a:pt x="895618" y="48336"/>
                </a:lnTo>
                <a:lnTo>
                  <a:pt x="895422" y="47685"/>
                </a:lnTo>
                <a:lnTo>
                  <a:pt x="895214" y="47045"/>
                </a:lnTo>
                <a:lnTo>
                  <a:pt x="894992" y="46416"/>
                </a:lnTo>
                <a:lnTo>
                  <a:pt x="894756" y="45799"/>
                </a:lnTo>
                <a:lnTo>
                  <a:pt x="894507" y="45193"/>
                </a:lnTo>
                <a:lnTo>
                  <a:pt x="894244" y="44599"/>
                </a:lnTo>
                <a:lnTo>
                  <a:pt x="893968" y="44017"/>
                </a:lnTo>
                <a:lnTo>
                  <a:pt x="893679" y="43445"/>
                </a:lnTo>
                <a:lnTo>
                  <a:pt x="893376" y="42886"/>
                </a:lnTo>
                <a:lnTo>
                  <a:pt x="893060" y="42337"/>
                </a:lnTo>
                <a:lnTo>
                  <a:pt x="892730" y="41801"/>
                </a:lnTo>
                <a:lnTo>
                  <a:pt x="892386" y="41275"/>
                </a:lnTo>
                <a:lnTo>
                  <a:pt x="892031" y="40761"/>
                </a:lnTo>
                <a:lnTo>
                  <a:pt x="891666" y="40258"/>
                </a:lnTo>
                <a:lnTo>
                  <a:pt x="891292" y="39765"/>
                </a:lnTo>
                <a:lnTo>
                  <a:pt x="890908" y="39283"/>
                </a:lnTo>
                <a:lnTo>
                  <a:pt x="890514" y="38813"/>
                </a:lnTo>
                <a:lnTo>
                  <a:pt x="890110" y="38353"/>
                </a:lnTo>
                <a:lnTo>
                  <a:pt x="889697" y="37904"/>
                </a:lnTo>
                <a:lnTo>
                  <a:pt x="889274" y="37466"/>
                </a:lnTo>
                <a:lnTo>
                  <a:pt x="888841" y="37039"/>
                </a:lnTo>
                <a:lnTo>
                  <a:pt x="888398" y="36623"/>
                </a:lnTo>
                <a:lnTo>
                  <a:pt x="887946" y="36218"/>
                </a:lnTo>
                <a:lnTo>
                  <a:pt x="887484" y="35824"/>
                </a:lnTo>
                <a:lnTo>
                  <a:pt x="887012" y="35440"/>
                </a:lnTo>
                <a:lnTo>
                  <a:pt x="886531" y="35068"/>
                </a:lnTo>
                <a:lnTo>
                  <a:pt x="886040" y="34706"/>
                </a:lnTo>
                <a:lnTo>
                  <a:pt x="885539" y="34355"/>
                </a:lnTo>
                <a:lnTo>
                  <a:pt x="885028" y="34016"/>
                </a:lnTo>
                <a:lnTo>
                  <a:pt x="884508" y="33687"/>
                </a:lnTo>
                <a:lnTo>
                  <a:pt x="883978" y="33369"/>
                </a:lnTo>
                <a:lnTo>
                  <a:pt x="883438" y="33062"/>
                </a:lnTo>
                <a:lnTo>
                  <a:pt x="882888" y="32766"/>
                </a:lnTo>
                <a:lnTo>
                  <a:pt x="882329" y="32481"/>
                </a:lnTo>
                <a:lnTo>
                  <a:pt x="881760" y="32206"/>
                </a:lnTo>
                <a:lnTo>
                  <a:pt x="881182" y="31943"/>
                </a:lnTo>
                <a:lnTo>
                  <a:pt x="880595" y="31690"/>
                </a:lnTo>
                <a:lnTo>
                  <a:pt x="880002" y="31448"/>
                </a:lnTo>
                <a:lnTo>
                  <a:pt x="879403" y="31217"/>
                </a:lnTo>
                <a:lnTo>
                  <a:pt x="878797" y="30997"/>
                </a:lnTo>
                <a:lnTo>
                  <a:pt x="878185" y="30787"/>
                </a:lnTo>
                <a:lnTo>
                  <a:pt x="877568" y="30588"/>
                </a:lnTo>
                <a:lnTo>
                  <a:pt x="876943" y="30400"/>
                </a:lnTo>
                <a:lnTo>
                  <a:pt x="876313" y="30222"/>
                </a:lnTo>
                <a:lnTo>
                  <a:pt x="875676" y="30056"/>
                </a:lnTo>
                <a:lnTo>
                  <a:pt x="875033" y="29900"/>
                </a:lnTo>
                <a:lnTo>
                  <a:pt x="874384" y="29754"/>
                </a:lnTo>
                <a:lnTo>
                  <a:pt x="873728" y="29620"/>
                </a:lnTo>
                <a:lnTo>
                  <a:pt x="873067" y="29496"/>
                </a:lnTo>
                <a:lnTo>
                  <a:pt x="872399" y="29383"/>
                </a:lnTo>
                <a:lnTo>
                  <a:pt x="871724" y="29281"/>
                </a:lnTo>
                <a:lnTo>
                  <a:pt x="871044" y="29190"/>
                </a:lnTo>
                <a:lnTo>
                  <a:pt x="870357" y="29109"/>
                </a:lnTo>
                <a:lnTo>
                  <a:pt x="869664" y="29039"/>
                </a:lnTo>
                <a:lnTo>
                  <a:pt x="868965" y="28980"/>
                </a:lnTo>
                <a:lnTo>
                  <a:pt x="868260" y="28932"/>
                </a:lnTo>
                <a:lnTo>
                  <a:pt x="867548" y="28894"/>
                </a:lnTo>
                <a:lnTo>
                  <a:pt x="866830" y="28867"/>
                </a:lnTo>
                <a:lnTo>
                  <a:pt x="866105" y="28851"/>
                </a:lnTo>
                <a:lnTo>
                  <a:pt x="865375" y="28846"/>
                </a:lnTo>
                <a:lnTo>
                  <a:pt x="864506" y="28854"/>
                </a:lnTo>
                <a:lnTo>
                  <a:pt x="863646" y="28879"/>
                </a:lnTo>
                <a:lnTo>
                  <a:pt x="862795" y="28920"/>
                </a:lnTo>
                <a:lnTo>
                  <a:pt x="861952" y="28978"/>
                </a:lnTo>
                <a:lnTo>
                  <a:pt x="861119" y="29052"/>
                </a:lnTo>
                <a:lnTo>
                  <a:pt x="860295" y="29143"/>
                </a:lnTo>
                <a:lnTo>
                  <a:pt x="859480" y="29251"/>
                </a:lnTo>
                <a:lnTo>
                  <a:pt x="858674" y="29375"/>
                </a:lnTo>
                <a:lnTo>
                  <a:pt x="857877" y="29515"/>
                </a:lnTo>
                <a:lnTo>
                  <a:pt x="857090" y="29672"/>
                </a:lnTo>
                <a:lnTo>
                  <a:pt x="856311" y="29846"/>
                </a:lnTo>
                <a:lnTo>
                  <a:pt x="855541" y="30036"/>
                </a:lnTo>
                <a:lnTo>
                  <a:pt x="854780" y="30243"/>
                </a:lnTo>
                <a:lnTo>
                  <a:pt x="854028" y="30466"/>
                </a:lnTo>
                <a:lnTo>
                  <a:pt x="853286" y="30706"/>
                </a:lnTo>
                <a:lnTo>
                  <a:pt x="852552" y="30962"/>
                </a:lnTo>
                <a:lnTo>
                  <a:pt x="851827" y="31235"/>
                </a:lnTo>
                <a:lnTo>
                  <a:pt x="851112" y="31525"/>
                </a:lnTo>
                <a:lnTo>
                  <a:pt x="850405" y="31830"/>
                </a:lnTo>
                <a:lnTo>
                  <a:pt x="849707" y="32153"/>
                </a:lnTo>
                <a:lnTo>
                  <a:pt x="849019" y="32492"/>
                </a:lnTo>
                <a:lnTo>
                  <a:pt x="848339" y="32847"/>
                </a:lnTo>
                <a:lnTo>
                  <a:pt x="847669" y="33220"/>
                </a:lnTo>
                <a:lnTo>
                  <a:pt x="847007" y="33608"/>
                </a:lnTo>
                <a:lnTo>
                  <a:pt x="846356" y="34013"/>
                </a:lnTo>
                <a:lnTo>
                  <a:pt x="845718" y="34434"/>
                </a:lnTo>
                <a:lnTo>
                  <a:pt x="845091" y="34872"/>
                </a:lnTo>
                <a:lnTo>
                  <a:pt x="844476" y="35326"/>
                </a:lnTo>
                <a:lnTo>
                  <a:pt x="843874" y="35796"/>
                </a:lnTo>
                <a:lnTo>
                  <a:pt x="843283" y="36282"/>
                </a:lnTo>
                <a:lnTo>
                  <a:pt x="842705" y="36784"/>
                </a:lnTo>
                <a:lnTo>
                  <a:pt x="842139" y="37303"/>
                </a:lnTo>
                <a:lnTo>
                  <a:pt x="841584" y="37838"/>
                </a:lnTo>
                <a:lnTo>
                  <a:pt x="841042" y="38389"/>
                </a:lnTo>
                <a:lnTo>
                  <a:pt x="840512" y="38957"/>
                </a:lnTo>
                <a:lnTo>
                  <a:pt x="839994" y="39541"/>
                </a:lnTo>
                <a:lnTo>
                  <a:pt x="839489" y="40141"/>
                </a:lnTo>
                <a:lnTo>
                  <a:pt x="838995" y="40757"/>
                </a:lnTo>
                <a:lnTo>
                  <a:pt x="838513" y="41389"/>
                </a:lnTo>
                <a:lnTo>
                  <a:pt x="838044" y="42038"/>
                </a:lnTo>
                <a:lnTo>
                  <a:pt x="837586" y="42703"/>
                </a:lnTo>
                <a:lnTo>
                  <a:pt x="837141" y="43384"/>
                </a:lnTo>
                <a:lnTo>
                  <a:pt x="836707" y="44082"/>
                </a:lnTo>
                <a:lnTo>
                  <a:pt x="836286" y="44796"/>
                </a:lnTo>
                <a:lnTo>
                  <a:pt x="835877" y="45526"/>
                </a:lnTo>
                <a:lnTo>
                  <a:pt x="835480" y="46272"/>
                </a:lnTo>
                <a:lnTo>
                  <a:pt x="835095" y="47034"/>
                </a:lnTo>
                <a:lnTo>
                  <a:pt x="834722" y="47813"/>
                </a:lnTo>
                <a:lnTo>
                  <a:pt x="834363" y="48607"/>
                </a:lnTo>
                <a:lnTo>
                  <a:pt x="834019" y="49417"/>
                </a:lnTo>
                <a:lnTo>
                  <a:pt x="833691" y="50242"/>
                </a:lnTo>
                <a:lnTo>
                  <a:pt x="833377" y="51083"/>
                </a:lnTo>
                <a:lnTo>
                  <a:pt x="833079" y="51939"/>
                </a:lnTo>
                <a:lnTo>
                  <a:pt x="832796" y="52810"/>
                </a:lnTo>
                <a:lnTo>
                  <a:pt x="832529" y="53696"/>
                </a:lnTo>
                <a:lnTo>
                  <a:pt x="832277" y="54598"/>
                </a:lnTo>
                <a:lnTo>
                  <a:pt x="832040" y="55516"/>
                </a:lnTo>
                <a:lnTo>
                  <a:pt x="831818" y="56448"/>
                </a:lnTo>
                <a:lnTo>
                  <a:pt x="831612" y="57396"/>
                </a:lnTo>
                <a:lnTo>
                  <a:pt x="831421" y="58360"/>
                </a:lnTo>
                <a:lnTo>
                  <a:pt x="831245" y="59339"/>
                </a:lnTo>
                <a:lnTo>
                  <a:pt x="831085" y="60333"/>
                </a:lnTo>
                <a:lnTo>
                  <a:pt x="830939" y="61342"/>
                </a:lnTo>
                <a:lnTo>
                  <a:pt x="830810" y="62367"/>
                </a:lnTo>
                <a:lnTo>
                  <a:pt x="830695" y="63408"/>
                </a:lnTo>
                <a:lnTo>
                  <a:pt x="830596" y="64463"/>
                </a:lnTo>
                <a:lnTo>
                  <a:pt x="830512" y="65534"/>
                </a:lnTo>
                <a:lnTo>
                  <a:pt x="830443" y="66621"/>
                </a:lnTo>
                <a:lnTo>
                  <a:pt x="830389" y="67722"/>
                </a:lnTo>
                <a:lnTo>
                  <a:pt x="830351" y="68840"/>
                </a:lnTo>
                <a:lnTo>
                  <a:pt x="830328" y="69972"/>
                </a:lnTo>
                <a:lnTo>
                  <a:pt x="830320" y="71120"/>
                </a:lnTo>
                <a:lnTo>
                  <a:pt x="830328" y="72268"/>
                </a:lnTo>
                <a:lnTo>
                  <a:pt x="830352" y="73400"/>
                </a:lnTo>
                <a:lnTo>
                  <a:pt x="830390" y="74516"/>
                </a:lnTo>
                <a:lnTo>
                  <a:pt x="830445" y="75617"/>
                </a:lnTo>
                <a:lnTo>
                  <a:pt x="830515" y="76701"/>
                </a:lnTo>
                <a:lnTo>
                  <a:pt x="830601" y="77770"/>
                </a:lnTo>
                <a:lnTo>
                  <a:pt x="830702" y="78823"/>
                </a:lnTo>
                <a:lnTo>
                  <a:pt x="830818" y="79861"/>
                </a:lnTo>
                <a:lnTo>
                  <a:pt x="830951" y="80882"/>
                </a:lnTo>
                <a:lnTo>
                  <a:pt x="831099" y="81888"/>
                </a:lnTo>
                <a:lnTo>
                  <a:pt x="831262" y="82877"/>
                </a:lnTo>
                <a:lnTo>
                  <a:pt x="831441" y="83851"/>
                </a:lnTo>
                <a:lnTo>
                  <a:pt x="831635" y="84810"/>
                </a:lnTo>
                <a:lnTo>
                  <a:pt x="831846" y="85752"/>
                </a:lnTo>
                <a:lnTo>
                  <a:pt x="832071" y="86679"/>
                </a:lnTo>
                <a:lnTo>
                  <a:pt x="832312" y="87589"/>
                </a:lnTo>
                <a:lnTo>
                  <a:pt x="832569" y="88484"/>
                </a:lnTo>
                <a:lnTo>
                  <a:pt x="832841" y="89364"/>
                </a:lnTo>
                <a:lnTo>
                  <a:pt x="833129" y="90227"/>
                </a:lnTo>
                <a:lnTo>
                  <a:pt x="833433" y="91075"/>
                </a:lnTo>
                <a:lnTo>
                  <a:pt x="833752" y="91906"/>
                </a:lnTo>
                <a:lnTo>
                  <a:pt x="834086" y="92722"/>
                </a:lnTo>
                <a:lnTo>
                  <a:pt x="834437" y="93522"/>
                </a:lnTo>
                <a:lnTo>
                  <a:pt x="834802" y="94307"/>
                </a:lnTo>
                <a:lnTo>
                  <a:pt x="835182" y="95075"/>
                </a:lnTo>
                <a:lnTo>
                  <a:pt x="835573" y="95827"/>
                </a:lnTo>
                <a:lnTo>
                  <a:pt x="835977" y="96563"/>
                </a:lnTo>
                <a:lnTo>
                  <a:pt x="836392" y="97283"/>
                </a:lnTo>
                <a:lnTo>
                  <a:pt x="836819" y="97987"/>
                </a:lnTo>
                <a:lnTo>
                  <a:pt x="837258" y="98674"/>
                </a:lnTo>
                <a:lnTo>
                  <a:pt x="837709" y="99346"/>
                </a:lnTo>
                <a:lnTo>
                  <a:pt x="838173" y="100002"/>
                </a:lnTo>
                <a:lnTo>
                  <a:pt x="838648" y="100641"/>
                </a:lnTo>
                <a:lnTo>
                  <a:pt x="839135" y="101264"/>
                </a:lnTo>
                <a:lnTo>
                  <a:pt x="839634" y="101872"/>
                </a:lnTo>
                <a:lnTo>
                  <a:pt x="840145" y="102463"/>
                </a:lnTo>
                <a:lnTo>
                  <a:pt x="840667" y="103038"/>
                </a:lnTo>
                <a:lnTo>
                  <a:pt x="841202" y="103597"/>
                </a:lnTo>
                <a:lnTo>
                  <a:pt x="841749" y="104140"/>
                </a:lnTo>
                <a:lnTo>
                  <a:pt x="842308" y="104666"/>
                </a:lnTo>
                <a:lnTo>
                  <a:pt x="842878" y="105177"/>
                </a:lnTo>
                <a:lnTo>
                  <a:pt x="843461" y="105672"/>
                </a:lnTo>
                <a:lnTo>
                  <a:pt x="844055" y="106150"/>
                </a:lnTo>
                <a:lnTo>
                  <a:pt x="844662" y="106613"/>
                </a:lnTo>
                <a:lnTo>
                  <a:pt x="845280" y="107059"/>
                </a:lnTo>
                <a:lnTo>
                  <a:pt x="845911" y="107489"/>
                </a:lnTo>
                <a:lnTo>
                  <a:pt x="846553" y="107903"/>
                </a:lnTo>
                <a:lnTo>
                  <a:pt x="847207" y="108301"/>
                </a:lnTo>
                <a:lnTo>
                  <a:pt x="847872" y="108683"/>
                </a:lnTo>
                <a:lnTo>
                  <a:pt x="848544" y="109048"/>
                </a:lnTo>
                <a:lnTo>
                  <a:pt x="849225" y="109398"/>
                </a:lnTo>
                <a:lnTo>
                  <a:pt x="849913" y="109731"/>
                </a:lnTo>
                <a:lnTo>
                  <a:pt x="850610" y="110047"/>
                </a:lnTo>
                <a:lnTo>
                  <a:pt x="851314" y="110348"/>
                </a:lnTo>
                <a:lnTo>
                  <a:pt x="852027" y="110632"/>
                </a:lnTo>
                <a:lnTo>
                  <a:pt x="852748" y="110900"/>
                </a:lnTo>
                <a:lnTo>
                  <a:pt x="853476" y="111152"/>
                </a:lnTo>
                <a:lnTo>
                  <a:pt x="854213" y="111387"/>
                </a:lnTo>
                <a:lnTo>
                  <a:pt x="854958" y="111606"/>
                </a:lnTo>
                <a:lnTo>
                  <a:pt x="855711" y="111809"/>
                </a:lnTo>
                <a:lnTo>
                  <a:pt x="856472" y="111996"/>
                </a:lnTo>
                <a:lnTo>
                  <a:pt x="857241" y="112167"/>
                </a:lnTo>
                <a:lnTo>
                  <a:pt x="858018" y="112321"/>
                </a:lnTo>
                <a:lnTo>
                  <a:pt x="858803" y="112459"/>
                </a:lnTo>
                <a:lnTo>
                  <a:pt x="859597" y="112581"/>
                </a:lnTo>
                <a:lnTo>
                  <a:pt x="860398" y="112686"/>
                </a:lnTo>
                <a:lnTo>
                  <a:pt x="861207" y="112776"/>
                </a:lnTo>
                <a:lnTo>
                  <a:pt x="862025" y="112849"/>
                </a:lnTo>
                <a:lnTo>
                  <a:pt x="862850" y="112906"/>
                </a:lnTo>
                <a:lnTo>
                  <a:pt x="863684" y="112946"/>
                </a:lnTo>
                <a:lnTo>
                  <a:pt x="864525" y="112971"/>
                </a:lnTo>
                <a:lnTo>
                  <a:pt x="865375" y="112979"/>
                </a:lnTo>
                <a:lnTo>
                  <a:pt x="866119" y="112973"/>
                </a:lnTo>
                <a:lnTo>
                  <a:pt x="866856" y="112956"/>
                </a:lnTo>
                <a:lnTo>
                  <a:pt x="867588" y="112928"/>
                </a:lnTo>
                <a:lnTo>
                  <a:pt x="868313" y="112888"/>
                </a:lnTo>
                <a:close/>
                <a:moveTo>
                  <a:pt x="1012404" y="111536"/>
                </a:moveTo>
                <a:lnTo>
                  <a:pt x="1012404" y="30288"/>
                </a:lnTo>
                <a:lnTo>
                  <a:pt x="999039" y="30288"/>
                </a:lnTo>
                <a:lnTo>
                  <a:pt x="999039" y="111536"/>
                </a:lnTo>
                <a:lnTo>
                  <a:pt x="1012404" y="111536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�">
            <a:extLst xmlns:a="http://schemas.openxmlformats.org/drawingml/2006/main">
              <a:ext uri="{FF2B5EF4-FFF2-40B4-BE49-F238E27FC236}">
                <a16:creationId xmlns:a16="http://schemas.microsoft.com/office/drawing/2014/main" id="{5A4EEF95-8F29-41F0-B6E1-5DEC0814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1543" y="2485383"/>
            <a:ext cx="197415" cy="197646"/>
          </a:xfrm>
          <a:custGeom xmlns:a="http://schemas.openxmlformats.org/drawingml/2006/main">
            <a:pathLst>
              <a:path w="197415" h="197646">
                <a:moveTo>
                  <a:pt x="0" y="98823"/>
                </a:moveTo>
                <a:cubicBezTo>
                  <a:pt x="0" y="71491"/>
                  <a:pt x="9626" y="48187"/>
                  <a:pt x="28879" y="28912"/>
                </a:cubicBezTo>
                <a:cubicBezTo>
                  <a:pt x="48131" y="9637"/>
                  <a:pt x="71407" y="0"/>
                  <a:pt x="98708" y="0"/>
                </a:cubicBezTo>
                <a:cubicBezTo>
                  <a:pt x="126008" y="0"/>
                  <a:pt x="149284" y="9637"/>
                  <a:pt x="168536" y="28912"/>
                </a:cubicBezTo>
                <a:cubicBezTo>
                  <a:pt x="187789" y="48187"/>
                  <a:pt x="197415" y="71491"/>
                  <a:pt x="197415" y="98823"/>
                </a:cubicBezTo>
                <a:cubicBezTo>
                  <a:pt x="197415" y="126155"/>
                  <a:pt x="187789" y="149459"/>
                  <a:pt x="168536" y="168734"/>
                </a:cubicBezTo>
                <a:cubicBezTo>
                  <a:pt x="149284" y="188009"/>
                  <a:pt x="126008" y="197646"/>
                  <a:pt x="98708" y="197646"/>
                </a:cubicBezTo>
                <a:cubicBezTo>
                  <a:pt x="71407" y="197646"/>
                  <a:pt x="48131" y="188009"/>
                  <a:pt x="28879" y="168734"/>
                </a:cubicBezTo>
                <a:cubicBezTo>
                  <a:pt x="9626" y="149459"/>
                  <a:pt x="0" y="126155"/>
                  <a:pt x="0" y="98823"/>
                </a:cubicBezTo>
                <a:moveTo>
                  <a:pt x="13205" y="98890"/>
                </a:moveTo>
                <a:cubicBezTo>
                  <a:pt x="13205" y="122516"/>
                  <a:pt x="21542" y="142656"/>
                  <a:pt x="38216" y="159310"/>
                </a:cubicBezTo>
                <a:cubicBezTo>
                  <a:pt x="54889" y="175964"/>
                  <a:pt x="75053" y="184292"/>
                  <a:pt x="98708" y="184292"/>
                </a:cubicBezTo>
                <a:cubicBezTo>
                  <a:pt x="122362" y="184292"/>
                  <a:pt x="142548" y="175964"/>
                  <a:pt x="159266" y="159310"/>
                </a:cubicBezTo>
                <a:cubicBezTo>
                  <a:pt x="175984" y="142656"/>
                  <a:pt x="184343" y="122516"/>
                  <a:pt x="184343" y="98890"/>
                </a:cubicBezTo>
                <a:cubicBezTo>
                  <a:pt x="184343" y="75264"/>
                  <a:pt x="175984" y="55101"/>
                  <a:pt x="159266" y="38402"/>
                </a:cubicBezTo>
                <a:cubicBezTo>
                  <a:pt x="142548" y="21704"/>
                  <a:pt x="122362" y="13354"/>
                  <a:pt x="98708" y="13354"/>
                </a:cubicBezTo>
                <a:cubicBezTo>
                  <a:pt x="75053" y="13354"/>
                  <a:pt x="54889" y="21704"/>
                  <a:pt x="38216" y="38402"/>
                </a:cubicBezTo>
                <a:cubicBezTo>
                  <a:pt x="21542" y="55101"/>
                  <a:pt x="13205" y="75264"/>
                  <a:pt x="13205" y="98890"/>
                </a:cubicBezTo>
                <a:moveTo>
                  <a:pt x="102042" y="159452"/>
                </a:moveTo>
                <a:lnTo>
                  <a:pt x="102405" y="124196"/>
                </a:lnTo>
                <a:lnTo>
                  <a:pt x="46019" y="124196"/>
                </a:lnTo>
                <a:lnTo>
                  <a:pt x="46019" y="112044"/>
                </a:lnTo>
                <a:lnTo>
                  <a:pt x="102042" y="35523"/>
                </a:lnTo>
                <a:lnTo>
                  <a:pt x="117515" y="35523"/>
                </a:lnTo>
                <a:lnTo>
                  <a:pt x="117515" y="110842"/>
                </a:lnTo>
                <a:lnTo>
                  <a:pt x="134189" y="110842"/>
                </a:lnTo>
                <a:lnTo>
                  <a:pt x="134189" y="124196"/>
                </a:lnTo>
                <a:lnTo>
                  <a:pt x="117515" y="124196"/>
                </a:lnTo>
                <a:lnTo>
                  <a:pt x="117515" y="159452"/>
                </a:lnTo>
                <a:lnTo>
                  <a:pt x="102042" y="159452"/>
                </a:lnTo>
                <a:moveTo>
                  <a:pt x="62292" y="110842"/>
                </a:moveTo>
                <a:lnTo>
                  <a:pt x="102542" y="110842"/>
                </a:lnTo>
                <a:lnTo>
                  <a:pt x="103109" y="55538"/>
                </a:lnTo>
                <a:lnTo>
                  <a:pt x="62292" y="1108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�">
            <a:extLst xmlns:a="http://schemas.openxmlformats.org/drawingml/2006/main">
              <a:ext uri="{FF2B5EF4-FFF2-40B4-BE49-F238E27FC236}">
                <a16:creationId xmlns:a16="http://schemas.microsoft.com/office/drawing/2014/main" id="{3BB10305-21B5-4A9F-B5FE-8C8684A7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9449" y="1967433"/>
            <a:ext cx="197415" cy="197646"/>
          </a:xfrm>
          <a:custGeom xmlns:a="http://schemas.openxmlformats.org/drawingml/2006/main">
            <a:pathLst>
              <a:path w="197415" h="197646">
                <a:moveTo>
                  <a:pt x="0" y="98823"/>
                </a:moveTo>
                <a:cubicBezTo>
                  <a:pt x="0" y="71491"/>
                  <a:pt x="9626" y="48187"/>
                  <a:pt x="28879" y="28912"/>
                </a:cubicBezTo>
                <a:cubicBezTo>
                  <a:pt x="48131" y="9637"/>
                  <a:pt x="71407" y="0"/>
                  <a:pt x="98708" y="0"/>
                </a:cubicBezTo>
                <a:cubicBezTo>
                  <a:pt x="126008" y="0"/>
                  <a:pt x="149284" y="9637"/>
                  <a:pt x="168536" y="28912"/>
                </a:cubicBezTo>
                <a:cubicBezTo>
                  <a:pt x="187789" y="48187"/>
                  <a:pt x="197415" y="71491"/>
                  <a:pt x="197415" y="98823"/>
                </a:cubicBezTo>
                <a:cubicBezTo>
                  <a:pt x="197415" y="126155"/>
                  <a:pt x="187789" y="149459"/>
                  <a:pt x="168536" y="168734"/>
                </a:cubicBezTo>
                <a:cubicBezTo>
                  <a:pt x="149284" y="188009"/>
                  <a:pt x="126008" y="197646"/>
                  <a:pt x="98708" y="197646"/>
                </a:cubicBezTo>
                <a:cubicBezTo>
                  <a:pt x="71407" y="197646"/>
                  <a:pt x="48131" y="188009"/>
                  <a:pt x="28879" y="168734"/>
                </a:cubicBezTo>
                <a:cubicBezTo>
                  <a:pt x="9626" y="149459"/>
                  <a:pt x="0" y="126155"/>
                  <a:pt x="0" y="98823"/>
                </a:cubicBezTo>
                <a:moveTo>
                  <a:pt x="13205" y="98890"/>
                </a:moveTo>
                <a:cubicBezTo>
                  <a:pt x="13205" y="122516"/>
                  <a:pt x="21542" y="142656"/>
                  <a:pt x="38216" y="159310"/>
                </a:cubicBezTo>
                <a:cubicBezTo>
                  <a:pt x="54889" y="175964"/>
                  <a:pt x="75053" y="184292"/>
                  <a:pt x="98708" y="184292"/>
                </a:cubicBezTo>
                <a:cubicBezTo>
                  <a:pt x="122362" y="184292"/>
                  <a:pt x="142548" y="175964"/>
                  <a:pt x="159266" y="159310"/>
                </a:cubicBezTo>
                <a:cubicBezTo>
                  <a:pt x="175984" y="142656"/>
                  <a:pt x="184343" y="122516"/>
                  <a:pt x="184343" y="98890"/>
                </a:cubicBezTo>
                <a:cubicBezTo>
                  <a:pt x="184343" y="75264"/>
                  <a:pt x="175984" y="55101"/>
                  <a:pt x="159266" y="38402"/>
                </a:cubicBezTo>
                <a:cubicBezTo>
                  <a:pt x="142548" y="21704"/>
                  <a:pt x="122362" y="13354"/>
                  <a:pt x="98708" y="13354"/>
                </a:cubicBezTo>
                <a:cubicBezTo>
                  <a:pt x="75053" y="13354"/>
                  <a:pt x="54889" y="21704"/>
                  <a:pt x="38216" y="38402"/>
                </a:cubicBezTo>
                <a:cubicBezTo>
                  <a:pt x="21542" y="55101"/>
                  <a:pt x="13205" y="75264"/>
                  <a:pt x="13205" y="98890"/>
                </a:cubicBezTo>
                <a:moveTo>
                  <a:pt x="66828" y="159986"/>
                </a:moveTo>
                <a:lnTo>
                  <a:pt x="66828" y="144495"/>
                </a:lnTo>
                <a:cubicBezTo>
                  <a:pt x="78744" y="149125"/>
                  <a:pt x="88081" y="151440"/>
                  <a:pt x="94839" y="151440"/>
                </a:cubicBezTo>
                <a:cubicBezTo>
                  <a:pt x="102754" y="151440"/>
                  <a:pt x="109201" y="149137"/>
                  <a:pt x="114181" y="144533"/>
                </a:cubicBezTo>
                <a:cubicBezTo>
                  <a:pt x="119160" y="139926"/>
                  <a:pt x="121650" y="133947"/>
                  <a:pt x="121650" y="126596"/>
                </a:cubicBezTo>
                <a:cubicBezTo>
                  <a:pt x="121650" y="117829"/>
                  <a:pt x="118605" y="111276"/>
                  <a:pt x="112513" y="106936"/>
                </a:cubicBezTo>
                <a:cubicBezTo>
                  <a:pt x="106422" y="102596"/>
                  <a:pt x="97240" y="100426"/>
                  <a:pt x="84969" y="100426"/>
                </a:cubicBezTo>
                <a:lnTo>
                  <a:pt x="78432" y="100426"/>
                </a:lnTo>
                <a:lnTo>
                  <a:pt x="78432" y="89341"/>
                </a:lnTo>
                <a:lnTo>
                  <a:pt x="84168" y="89208"/>
                </a:lnTo>
                <a:cubicBezTo>
                  <a:pt x="95729" y="89208"/>
                  <a:pt x="104377" y="87202"/>
                  <a:pt x="110112" y="83190"/>
                </a:cubicBezTo>
                <a:cubicBezTo>
                  <a:pt x="115848" y="79175"/>
                  <a:pt x="118716" y="73155"/>
                  <a:pt x="118716" y="65128"/>
                </a:cubicBezTo>
                <a:cubicBezTo>
                  <a:pt x="118716" y="58776"/>
                  <a:pt x="116804" y="54035"/>
                  <a:pt x="112980" y="50906"/>
                </a:cubicBezTo>
                <a:cubicBezTo>
                  <a:pt x="109156" y="47773"/>
                  <a:pt x="103421" y="46206"/>
                  <a:pt x="95773" y="46206"/>
                </a:cubicBezTo>
                <a:cubicBezTo>
                  <a:pt x="87592" y="46206"/>
                  <a:pt x="78521" y="48521"/>
                  <a:pt x="68562" y="53151"/>
                </a:cubicBezTo>
                <a:lnTo>
                  <a:pt x="68562" y="38728"/>
                </a:lnTo>
                <a:cubicBezTo>
                  <a:pt x="78344" y="35345"/>
                  <a:pt x="87859" y="33653"/>
                  <a:pt x="97107" y="33653"/>
                </a:cubicBezTo>
                <a:cubicBezTo>
                  <a:pt x="109823" y="33653"/>
                  <a:pt x="119361" y="36042"/>
                  <a:pt x="125719" y="40819"/>
                </a:cubicBezTo>
                <a:cubicBezTo>
                  <a:pt x="132077" y="45593"/>
                  <a:pt x="135256" y="52800"/>
                  <a:pt x="135256" y="62440"/>
                </a:cubicBezTo>
                <a:cubicBezTo>
                  <a:pt x="135256" y="69691"/>
                  <a:pt x="133100" y="75903"/>
                  <a:pt x="128787" y="81078"/>
                </a:cubicBezTo>
                <a:cubicBezTo>
                  <a:pt x="124474" y="86250"/>
                  <a:pt x="118004" y="90385"/>
                  <a:pt x="109379" y="93481"/>
                </a:cubicBezTo>
                <a:cubicBezTo>
                  <a:pt x="119427" y="95790"/>
                  <a:pt x="126941" y="99701"/>
                  <a:pt x="131921" y="105212"/>
                </a:cubicBezTo>
                <a:cubicBezTo>
                  <a:pt x="136901" y="110721"/>
                  <a:pt x="139391" y="117785"/>
                  <a:pt x="139391" y="126404"/>
                </a:cubicBezTo>
                <a:cubicBezTo>
                  <a:pt x="139391" y="138045"/>
                  <a:pt x="135523" y="147220"/>
                  <a:pt x="127786" y="153931"/>
                </a:cubicBezTo>
                <a:cubicBezTo>
                  <a:pt x="120050" y="160639"/>
                  <a:pt x="109468" y="163993"/>
                  <a:pt x="96040" y="163993"/>
                </a:cubicBezTo>
                <a:cubicBezTo>
                  <a:pt x="88303" y="163993"/>
                  <a:pt x="78566" y="162657"/>
                  <a:pt x="66828" y="15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InformationRetrieval">
            <a:extLst xmlns:a="http://schemas.openxmlformats.org/drawingml/2006/main">
              <a:ext uri="{FF2B5EF4-FFF2-40B4-BE49-F238E27FC236}">
                <a16:creationId xmlns:a16="http://schemas.microsoft.com/office/drawing/2014/main" id="{55BA29B5-032A-44F3-9662-58355560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17" y="61503"/>
            <a:ext cx="1623173" cy="131809"/>
          </a:xfrm>
          <a:custGeom xmlns:a="http://schemas.openxmlformats.org/drawingml/2006/main">
            <a:pathLst>
              <a:path w="1623173" h="131809">
                <a:moveTo>
                  <a:pt x="675514" y="18064"/>
                </a:moveTo>
                <a:lnTo>
                  <a:pt x="675853" y="18024"/>
                </a:lnTo>
                <a:lnTo>
                  <a:pt x="676187" y="17975"/>
                </a:lnTo>
                <a:lnTo>
                  <a:pt x="676515" y="17917"/>
                </a:lnTo>
                <a:lnTo>
                  <a:pt x="676837" y="17850"/>
                </a:lnTo>
                <a:lnTo>
                  <a:pt x="677153" y="17774"/>
                </a:lnTo>
                <a:lnTo>
                  <a:pt x="677463" y="17689"/>
                </a:lnTo>
                <a:lnTo>
                  <a:pt x="677768" y="17595"/>
                </a:lnTo>
                <a:lnTo>
                  <a:pt x="678066" y="17493"/>
                </a:lnTo>
                <a:lnTo>
                  <a:pt x="678359" y="17381"/>
                </a:lnTo>
                <a:lnTo>
                  <a:pt x="678646" y="17261"/>
                </a:lnTo>
                <a:lnTo>
                  <a:pt x="678927" y="17131"/>
                </a:lnTo>
                <a:lnTo>
                  <a:pt x="679202" y="16993"/>
                </a:lnTo>
                <a:lnTo>
                  <a:pt x="679472" y="16846"/>
                </a:lnTo>
                <a:lnTo>
                  <a:pt x="679735" y="16689"/>
                </a:lnTo>
                <a:lnTo>
                  <a:pt x="679993" y="16524"/>
                </a:lnTo>
                <a:lnTo>
                  <a:pt x="680245" y="16350"/>
                </a:lnTo>
                <a:lnTo>
                  <a:pt x="680491" y="16167"/>
                </a:lnTo>
                <a:lnTo>
                  <a:pt x="680731" y="15975"/>
                </a:lnTo>
                <a:lnTo>
                  <a:pt x="680965" y="15774"/>
                </a:lnTo>
                <a:lnTo>
                  <a:pt x="681194" y="15565"/>
                </a:lnTo>
                <a:lnTo>
                  <a:pt x="681415" y="15348"/>
                </a:lnTo>
                <a:lnTo>
                  <a:pt x="681627" y="15127"/>
                </a:lnTo>
                <a:lnTo>
                  <a:pt x="681829" y="14901"/>
                </a:lnTo>
                <a:lnTo>
                  <a:pt x="682021" y="14670"/>
                </a:lnTo>
                <a:lnTo>
                  <a:pt x="682205" y="14435"/>
                </a:lnTo>
                <a:lnTo>
                  <a:pt x="682379" y="14195"/>
                </a:lnTo>
                <a:lnTo>
                  <a:pt x="682543" y="13950"/>
                </a:lnTo>
                <a:lnTo>
                  <a:pt x="682698" y="13700"/>
                </a:lnTo>
                <a:lnTo>
                  <a:pt x="682844" y="13446"/>
                </a:lnTo>
                <a:lnTo>
                  <a:pt x="682980" y="13187"/>
                </a:lnTo>
                <a:lnTo>
                  <a:pt x="683107" y="12923"/>
                </a:lnTo>
                <a:lnTo>
                  <a:pt x="683225" y="12655"/>
                </a:lnTo>
                <a:lnTo>
                  <a:pt x="683333" y="12382"/>
                </a:lnTo>
                <a:lnTo>
                  <a:pt x="683432" y="12104"/>
                </a:lnTo>
                <a:lnTo>
                  <a:pt x="683521" y="11822"/>
                </a:lnTo>
                <a:lnTo>
                  <a:pt x="683601" y="11535"/>
                </a:lnTo>
                <a:lnTo>
                  <a:pt x="683672" y="11243"/>
                </a:lnTo>
                <a:lnTo>
                  <a:pt x="683733" y="10946"/>
                </a:lnTo>
                <a:lnTo>
                  <a:pt x="683784" y="10645"/>
                </a:lnTo>
                <a:lnTo>
                  <a:pt x="683827" y="10339"/>
                </a:lnTo>
                <a:lnTo>
                  <a:pt x="683860" y="10028"/>
                </a:lnTo>
                <a:lnTo>
                  <a:pt x="683883" y="9713"/>
                </a:lnTo>
                <a:lnTo>
                  <a:pt x="683897" y="9393"/>
                </a:lnTo>
                <a:lnTo>
                  <a:pt x="683902" y="9068"/>
                </a:lnTo>
                <a:lnTo>
                  <a:pt x="683897" y="8743"/>
                </a:lnTo>
                <a:lnTo>
                  <a:pt x="683883" y="8423"/>
                </a:lnTo>
                <a:lnTo>
                  <a:pt x="683860" y="8107"/>
                </a:lnTo>
                <a:lnTo>
                  <a:pt x="683827" y="7797"/>
                </a:lnTo>
                <a:lnTo>
                  <a:pt x="683784" y="7491"/>
                </a:lnTo>
                <a:lnTo>
                  <a:pt x="683733" y="7189"/>
                </a:lnTo>
                <a:lnTo>
                  <a:pt x="683672" y="6893"/>
                </a:lnTo>
                <a:lnTo>
                  <a:pt x="683601" y="6601"/>
                </a:lnTo>
                <a:lnTo>
                  <a:pt x="683521" y="6314"/>
                </a:lnTo>
                <a:lnTo>
                  <a:pt x="683432" y="6031"/>
                </a:lnTo>
                <a:lnTo>
                  <a:pt x="683333" y="5753"/>
                </a:lnTo>
                <a:lnTo>
                  <a:pt x="683225" y="5480"/>
                </a:lnTo>
                <a:lnTo>
                  <a:pt x="683107" y="5212"/>
                </a:lnTo>
                <a:lnTo>
                  <a:pt x="682980" y="4948"/>
                </a:lnTo>
                <a:lnTo>
                  <a:pt x="682844" y="4689"/>
                </a:lnTo>
                <a:lnTo>
                  <a:pt x="682698" y="4435"/>
                </a:lnTo>
                <a:lnTo>
                  <a:pt x="682543" y="4186"/>
                </a:lnTo>
                <a:lnTo>
                  <a:pt x="682379" y="3941"/>
                </a:lnTo>
                <a:lnTo>
                  <a:pt x="682205" y="3701"/>
                </a:lnTo>
                <a:lnTo>
                  <a:pt x="682021" y="3465"/>
                </a:lnTo>
                <a:lnTo>
                  <a:pt x="681829" y="3235"/>
                </a:lnTo>
                <a:lnTo>
                  <a:pt x="681627" y="3009"/>
                </a:lnTo>
                <a:lnTo>
                  <a:pt x="681415" y="2787"/>
                </a:lnTo>
                <a:lnTo>
                  <a:pt x="681194" y="2571"/>
                </a:lnTo>
                <a:lnTo>
                  <a:pt x="680965" y="2361"/>
                </a:lnTo>
                <a:lnTo>
                  <a:pt x="680731" y="2160"/>
                </a:lnTo>
                <a:lnTo>
                  <a:pt x="680491" y="1968"/>
                </a:lnTo>
                <a:lnTo>
                  <a:pt x="680245" y="1785"/>
                </a:lnTo>
                <a:lnTo>
                  <a:pt x="679993" y="1611"/>
                </a:lnTo>
                <a:lnTo>
                  <a:pt x="679735" y="1446"/>
                </a:lnTo>
                <a:lnTo>
                  <a:pt x="679472" y="1290"/>
                </a:lnTo>
                <a:lnTo>
                  <a:pt x="679202" y="1143"/>
                </a:lnTo>
                <a:lnTo>
                  <a:pt x="678927" y="1004"/>
                </a:lnTo>
                <a:lnTo>
                  <a:pt x="678646" y="875"/>
                </a:lnTo>
                <a:lnTo>
                  <a:pt x="678359" y="754"/>
                </a:lnTo>
                <a:lnTo>
                  <a:pt x="678066" y="643"/>
                </a:lnTo>
                <a:lnTo>
                  <a:pt x="677768" y="540"/>
                </a:lnTo>
                <a:lnTo>
                  <a:pt x="677463" y="446"/>
                </a:lnTo>
                <a:lnTo>
                  <a:pt x="677153" y="362"/>
                </a:lnTo>
                <a:lnTo>
                  <a:pt x="676837" y="286"/>
                </a:lnTo>
                <a:lnTo>
                  <a:pt x="676515" y="219"/>
                </a:lnTo>
                <a:lnTo>
                  <a:pt x="676187" y="161"/>
                </a:lnTo>
                <a:lnTo>
                  <a:pt x="675853" y="112"/>
                </a:lnTo>
                <a:lnTo>
                  <a:pt x="675514" y="71"/>
                </a:lnTo>
                <a:lnTo>
                  <a:pt x="675169" y="40"/>
                </a:lnTo>
                <a:lnTo>
                  <a:pt x="674818" y="18"/>
                </a:lnTo>
                <a:lnTo>
                  <a:pt x="674461" y="4"/>
                </a:lnTo>
                <a:lnTo>
                  <a:pt x="674098" y="0"/>
                </a:lnTo>
                <a:lnTo>
                  <a:pt x="673728" y="4"/>
                </a:lnTo>
                <a:lnTo>
                  <a:pt x="673364" y="18"/>
                </a:lnTo>
                <a:lnTo>
                  <a:pt x="673007" y="40"/>
                </a:lnTo>
                <a:lnTo>
                  <a:pt x="672656" y="71"/>
                </a:lnTo>
                <a:lnTo>
                  <a:pt x="672311" y="112"/>
                </a:lnTo>
                <a:lnTo>
                  <a:pt x="671974" y="161"/>
                </a:lnTo>
                <a:lnTo>
                  <a:pt x="671642" y="219"/>
                </a:lnTo>
                <a:lnTo>
                  <a:pt x="671317" y="286"/>
                </a:lnTo>
                <a:lnTo>
                  <a:pt x="670999" y="362"/>
                </a:lnTo>
                <a:lnTo>
                  <a:pt x="670687" y="446"/>
                </a:lnTo>
                <a:lnTo>
                  <a:pt x="670382" y="540"/>
                </a:lnTo>
                <a:lnTo>
                  <a:pt x="670083" y="643"/>
                </a:lnTo>
                <a:lnTo>
                  <a:pt x="669790" y="754"/>
                </a:lnTo>
                <a:lnTo>
                  <a:pt x="669504" y="875"/>
                </a:lnTo>
                <a:lnTo>
                  <a:pt x="669225" y="1004"/>
                </a:lnTo>
                <a:lnTo>
                  <a:pt x="668952" y="1143"/>
                </a:lnTo>
                <a:lnTo>
                  <a:pt x="668685" y="1290"/>
                </a:lnTo>
                <a:lnTo>
                  <a:pt x="668425" y="1446"/>
                </a:lnTo>
                <a:lnTo>
                  <a:pt x="668172" y="1611"/>
                </a:lnTo>
                <a:lnTo>
                  <a:pt x="667925" y="1785"/>
                </a:lnTo>
                <a:lnTo>
                  <a:pt x="667684" y="1968"/>
                </a:lnTo>
                <a:lnTo>
                  <a:pt x="667450" y="2160"/>
                </a:lnTo>
                <a:lnTo>
                  <a:pt x="667223" y="2361"/>
                </a:lnTo>
                <a:lnTo>
                  <a:pt x="667002" y="2571"/>
                </a:lnTo>
                <a:lnTo>
                  <a:pt x="666788" y="2787"/>
                </a:lnTo>
                <a:lnTo>
                  <a:pt x="666584" y="3009"/>
                </a:lnTo>
                <a:lnTo>
                  <a:pt x="666389" y="3235"/>
                </a:lnTo>
                <a:lnTo>
                  <a:pt x="666203" y="3465"/>
                </a:lnTo>
                <a:lnTo>
                  <a:pt x="666026" y="3701"/>
                </a:lnTo>
                <a:lnTo>
                  <a:pt x="665858" y="3941"/>
                </a:lnTo>
                <a:lnTo>
                  <a:pt x="665699" y="4186"/>
                </a:lnTo>
                <a:lnTo>
                  <a:pt x="665549" y="4435"/>
                </a:lnTo>
                <a:lnTo>
                  <a:pt x="665408" y="4689"/>
                </a:lnTo>
                <a:lnTo>
                  <a:pt x="665277" y="4948"/>
                </a:lnTo>
                <a:lnTo>
                  <a:pt x="665154" y="5212"/>
                </a:lnTo>
                <a:lnTo>
                  <a:pt x="665041" y="5480"/>
                </a:lnTo>
                <a:lnTo>
                  <a:pt x="664936" y="5753"/>
                </a:lnTo>
                <a:lnTo>
                  <a:pt x="664841" y="6031"/>
                </a:lnTo>
                <a:lnTo>
                  <a:pt x="664755" y="6314"/>
                </a:lnTo>
                <a:lnTo>
                  <a:pt x="664678" y="6601"/>
                </a:lnTo>
                <a:lnTo>
                  <a:pt x="664610" y="6893"/>
                </a:lnTo>
                <a:lnTo>
                  <a:pt x="664550" y="7189"/>
                </a:lnTo>
                <a:lnTo>
                  <a:pt x="664501" y="7491"/>
                </a:lnTo>
                <a:lnTo>
                  <a:pt x="664460" y="7797"/>
                </a:lnTo>
                <a:lnTo>
                  <a:pt x="664428" y="8107"/>
                </a:lnTo>
                <a:lnTo>
                  <a:pt x="664405" y="8423"/>
                </a:lnTo>
                <a:lnTo>
                  <a:pt x="664392" y="8743"/>
                </a:lnTo>
                <a:lnTo>
                  <a:pt x="664387" y="9068"/>
                </a:lnTo>
                <a:lnTo>
                  <a:pt x="664392" y="9393"/>
                </a:lnTo>
                <a:lnTo>
                  <a:pt x="664405" y="9713"/>
                </a:lnTo>
                <a:lnTo>
                  <a:pt x="664428" y="10028"/>
                </a:lnTo>
                <a:lnTo>
                  <a:pt x="664460" y="10339"/>
                </a:lnTo>
                <a:lnTo>
                  <a:pt x="664501" y="10645"/>
                </a:lnTo>
                <a:lnTo>
                  <a:pt x="664550" y="10946"/>
                </a:lnTo>
                <a:lnTo>
                  <a:pt x="664610" y="11243"/>
                </a:lnTo>
                <a:lnTo>
                  <a:pt x="664678" y="11535"/>
                </a:lnTo>
                <a:lnTo>
                  <a:pt x="664755" y="11822"/>
                </a:lnTo>
                <a:lnTo>
                  <a:pt x="664841" y="12104"/>
                </a:lnTo>
                <a:lnTo>
                  <a:pt x="664936" y="12382"/>
                </a:lnTo>
                <a:lnTo>
                  <a:pt x="665041" y="12655"/>
                </a:lnTo>
                <a:lnTo>
                  <a:pt x="665154" y="12923"/>
                </a:lnTo>
                <a:lnTo>
                  <a:pt x="665277" y="13187"/>
                </a:lnTo>
                <a:lnTo>
                  <a:pt x="665408" y="13446"/>
                </a:lnTo>
                <a:lnTo>
                  <a:pt x="665549" y="13700"/>
                </a:lnTo>
                <a:lnTo>
                  <a:pt x="665699" y="13950"/>
                </a:lnTo>
                <a:lnTo>
                  <a:pt x="665858" y="14195"/>
                </a:lnTo>
                <a:lnTo>
                  <a:pt x="666026" y="14435"/>
                </a:lnTo>
                <a:lnTo>
                  <a:pt x="666203" y="14670"/>
                </a:lnTo>
                <a:lnTo>
                  <a:pt x="666389" y="14901"/>
                </a:lnTo>
                <a:lnTo>
                  <a:pt x="666584" y="15127"/>
                </a:lnTo>
                <a:lnTo>
                  <a:pt x="666788" y="15348"/>
                </a:lnTo>
                <a:lnTo>
                  <a:pt x="667002" y="15565"/>
                </a:lnTo>
                <a:lnTo>
                  <a:pt x="667223" y="15774"/>
                </a:lnTo>
                <a:lnTo>
                  <a:pt x="667450" y="15975"/>
                </a:lnTo>
                <a:lnTo>
                  <a:pt x="667684" y="16167"/>
                </a:lnTo>
                <a:lnTo>
                  <a:pt x="667925" y="16350"/>
                </a:lnTo>
                <a:lnTo>
                  <a:pt x="668172" y="16524"/>
                </a:lnTo>
                <a:lnTo>
                  <a:pt x="668425" y="16689"/>
                </a:lnTo>
                <a:lnTo>
                  <a:pt x="668685" y="16846"/>
                </a:lnTo>
                <a:lnTo>
                  <a:pt x="668952" y="16993"/>
                </a:lnTo>
                <a:lnTo>
                  <a:pt x="669225" y="17131"/>
                </a:lnTo>
                <a:lnTo>
                  <a:pt x="669504" y="17261"/>
                </a:lnTo>
                <a:lnTo>
                  <a:pt x="669790" y="17381"/>
                </a:lnTo>
                <a:lnTo>
                  <a:pt x="670083" y="17493"/>
                </a:lnTo>
                <a:lnTo>
                  <a:pt x="670382" y="17595"/>
                </a:lnTo>
                <a:lnTo>
                  <a:pt x="670687" y="17689"/>
                </a:lnTo>
                <a:lnTo>
                  <a:pt x="670999" y="17774"/>
                </a:lnTo>
                <a:lnTo>
                  <a:pt x="671317" y="17850"/>
                </a:lnTo>
                <a:lnTo>
                  <a:pt x="671642" y="17917"/>
                </a:lnTo>
                <a:lnTo>
                  <a:pt x="671974" y="17975"/>
                </a:lnTo>
                <a:lnTo>
                  <a:pt x="672311" y="18024"/>
                </a:lnTo>
                <a:lnTo>
                  <a:pt x="672656" y="18064"/>
                </a:lnTo>
                <a:lnTo>
                  <a:pt x="673007" y="18095"/>
                </a:lnTo>
                <a:lnTo>
                  <a:pt x="673364" y="18118"/>
                </a:lnTo>
                <a:lnTo>
                  <a:pt x="673728" y="18131"/>
                </a:lnTo>
                <a:lnTo>
                  <a:pt x="674098" y="18135"/>
                </a:lnTo>
                <a:lnTo>
                  <a:pt x="674461" y="18131"/>
                </a:lnTo>
                <a:lnTo>
                  <a:pt x="674818" y="18118"/>
                </a:lnTo>
                <a:lnTo>
                  <a:pt x="675169" y="18095"/>
                </a:lnTo>
                <a:lnTo>
                  <a:pt x="675514" y="18064"/>
                </a:lnTo>
                <a:close/>
                <a:moveTo>
                  <a:pt x="16807" y="130126"/>
                </a:moveTo>
                <a:lnTo>
                  <a:pt x="16807" y="4300"/>
                </a:lnTo>
                <a:lnTo>
                  <a:pt x="0" y="4300"/>
                </a:lnTo>
                <a:lnTo>
                  <a:pt x="0" y="130126"/>
                </a:lnTo>
                <a:lnTo>
                  <a:pt x="16807" y="130126"/>
                </a:lnTo>
                <a:close/>
                <a:moveTo>
                  <a:pt x="182279" y="35336"/>
                </a:moveTo>
                <a:lnTo>
                  <a:pt x="161270" y="35336"/>
                </a:lnTo>
                <a:lnTo>
                  <a:pt x="161270" y="31202"/>
                </a:lnTo>
                <a:lnTo>
                  <a:pt x="161274" y="30617"/>
                </a:lnTo>
                <a:lnTo>
                  <a:pt x="161286" y="30043"/>
                </a:lnTo>
                <a:lnTo>
                  <a:pt x="161305" y="29481"/>
                </a:lnTo>
                <a:lnTo>
                  <a:pt x="161331" y="28930"/>
                </a:lnTo>
                <a:lnTo>
                  <a:pt x="161366" y="28391"/>
                </a:lnTo>
                <a:lnTo>
                  <a:pt x="161408" y="27863"/>
                </a:lnTo>
                <a:lnTo>
                  <a:pt x="161457" y="27347"/>
                </a:lnTo>
                <a:lnTo>
                  <a:pt x="161514" y="26842"/>
                </a:lnTo>
                <a:lnTo>
                  <a:pt x="161579" y="26348"/>
                </a:lnTo>
                <a:lnTo>
                  <a:pt x="161651" y="25867"/>
                </a:lnTo>
                <a:lnTo>
                  <a:pt x="161731" y="25396"/>
                </a:lnTo>
                <a:lnTo>
                  <a:pt x="161819" y="24938"/>
                </a:lnTo>
                <a:lnTo>
                  <a:pt x="161914" y="24490"/>
                </a:lnTo>
                <a:lnTo>
                  <a:pt x="162017" y="24055"/>
                </a:lnTo>
                <a:lnTo>
                  <a:pt x="162128" y="23630"/>
                </a:lnTo>
                <a:lnTo>
                  <a:pt x="162246" y="23217"/>
                </a:lnTo>
                <a:lnTo>
                  <a:pt x="162371" y="22816"/>
                </a:lnTo>
                <a:lnTo>
                  <a:pt x="162505" y="22426"/>
                </a:lnTo>
                <a:lnTo>
                  <a:pt x="162646" y="22048"/>
                </a:lnTo>
                <a:lnTo>
                  <a:pt x="162794" y="21681"/>
                </a:lnTo>
                <a:lnTo>
                  <a:pt x="162950" y="21326"/>
                </a:lnTo>
                <a:lnTo>
                  <a:pt x="163114" y="20982"/>
                </a:lnTo>
                <a:lnTo>
                  <a:pt x="163286" y="20650"/>
                </a:lnTo>
                <a:lnTo>
                  <a:pt x="163465" y="20329"/>
                </a:lnTo>
                <a:lnTo>
                  <a:pt x="163658" y="20021"/>
                </a:lnTo>
                <a:lnTo>
                  <a:pt x="163872" y="19725"/>
                </a:lnTo>
                <a:lnTo>
                  <a:pt x="164107" y="19443"/>
                </a:lnTo>
                <a:lnTo>
                  <a:pt x="164363" y="19173"/>
                </a:lnTo>
                <a:lnTo>
                  <a:pt x="164640" y="18917"/>
                </a:lnTo>
                <a:lnTo>
                  <a:pt x="164938" y="18674"/>
                </a:lnTo>
                <a:lnTo>
                  <a:pt x="165257" y="18444"/>
                </a:lnTo>
                <a:lnTo>
                  <a:pt x="165597" y="18228"/>
                </a:lnTo>
                <a:lnTo>
                  <a:pt x="165957" y="18024"/>
                </a:lnTo>
                <a:lnTo>
                  <a:pt x="166339" y="17833"/>
                </a:lnTo>
                <a:lnTo>
                  <a:pt x="166741" y="17656"/>
                </a:lnTo>
                <a:lnTo>
                  <a:pt x="167165" y="17492"/>
                </a:lnTo>
                <a:lnTo>
                  <a:pt x="167609" y="17341"/>
                </a:lnTo>
                <a:lnTo>
                  <a:pt x="168074" y="17203"/>
                </a:lnTo>
                <a:lnTo>
                  <a:pt x="168560" y="17078"/>
                </a:lnTo>
                <a:lnTo>
                  <a:pt x="169067" y="16967"/>
                </a:lnTo>
                <a:lnTo>
                  <a:pt x="169595" y="16868"/>
                </a:lnTo>
                <a:lnTo>
                  <a:pt x="170144" y="16783"/>
                </a:lnTo>
                <a:lnTo>
                  <a:pt x="170713" y="16710"/>
                </a:lnTo>
                <a:lnTo>
                  <a:pt x="171304" y="16651"/>
                </a:lnTo>
                <a:lnTo>
                  <a:pt x="171916" y="16605"/>
                </a:lnTo>
                <a:lnTo>
                  <a:pt x="172548" y="16572"/>
                </a:lnTo>
                <a:lnTo>
                  <a:pt x="173201" y="16553"/>
                </a:lnTo>
                <a:lnTo>
                  <a:pt x="173876" y="16546"/>
                </a:lnTo>
                <a:lnTo>
                  <a:pt x="182466" y="16546"/>
                </a:lnTo>
                <a:lnTo>
                  <a:pt x="182466" y="4300"/>
                </a:lnTo>
                <a:lnTo>
                  <a:pt x="172942" y="4300"/>
                </a:lnTo>
                <a:lnTo>
                  <a:pt x="172247" y="4303"/>
                </a:lnTo>
                <a:lnTo>
                  <a:pt x="171563" y="4312"/>
                </a:lnTo>
                <a:lnTo>
                  <a:pt x="170890" y="4328"/>
                </a:lnTo>
                <a:lnTo>
                  <a:pt x="170228" y="4349"/>
                </a:lnTo>
                <a:lnTo>
                  <a:pt x="169576" y="4376"/>
                </a:lnTo>
                <a:lnTo>
                  <a:pt x="168936" y="4410"/>
                </a:lnTo>
                <a:lnTo>
                  <a:pt x="168306" y="4449"/>
                </a:lnTo>
                <a:lnTo>
                  <a:pt x="167687" y="4495"/>
                </a:lnTo>
                <a:lnTo>
                  <a:pt x="167079" y="4547"/>
                </a:lnTo>
                <a:lnTo>
                  <a:pt x="166482" y="4604"/>
                </a:lnTo>
                <a:lnTo>
                  <a:pt x="165896" y="4668"/>
                </a:lnTo>
                <a:lnTo>
                  <a:pt x="165320" y="4738"/>
                </a:lnTo>
                <a:lnTo>
                  <a:pt x="164756" y="4814"/>
                </a:lnTo>
                <a:lnTo>
                  <a:pt x="164202" y="4897"/>
                </a:lnTo>
                <a:lnTo>
                  <a:pt x="163659" y="4985"/>
                </a:lnTo>
                <a:lnTo>
                  <a:pt x="163127" y="5079"/>
                </a:lnTo>
                <a:lnTo>
                  <a:pt x="162606" y="5180"/>
                </a:lnTo>
                <a:lnTo>
                  <a:pt x="162096" y="5286"/>
                </a:lnTo>
                <a:lnTo>
                  <a:pt x="161597" y="5399"/>
                </a:lnTo>
                <a:lnTo>
                  <a:pt x="161108" y="5517"/>
                </a:lnTo>
                <a:lnTo>
                  <a:pt x="160631" y="5642"/>
                </a:lnTo>
                <a:lnTo>
                  <a:pt x="160164" y="5773"/>
                </a:lnTo>
                <a:lnTo>
                  <a:pt x="159708" y="5910"/>
                </a:lnTo>
                <a:lnTo>
                  <a:pt x="159263" y="6053"/>
                </a:lnTo>
                <a:lnTo>
                  <a:pt x="158827" y="6202"/>
                </a:lnTo>
                <a:lnTo>
                  <a:pt x="158400" y="6356"/>
                </a:lnTo>
                <a:lnTo>
                  <a:pt x="157980" y="6516"/>
                </a:lnTo>
                <a:lnTo>
                  <a:pt x="157568" y="6683"/>
                </a:lnTo>
                <a:lnTo>
                  <a:pt x="157164" y="6855"/>
                </a:lnTo>
                <a:lnTo>
                  <a:pt x="156768" y="7032"/>
                </a:lnTo>
                <a:lnTo>
                  <a:pt x="156380" y="7216"/>
                </a:lnTo>
                <a:lnTo>
                  <a:pt x="156000" y="7405"/>
                </a:lnTo>
                <a:lnTo>
                  <a:pt x="155628" y="7600"/>
                </a:lnTo>
                <a:lnTo>
                  <a:pt x="155264" y="7801"/>
                </a:lnTo>
                <a:lnTo>
                  <a:pt x="154908" y="8008"/>
                </a:lnTo>
                <a:lnTo>
                  <a:pt x="154559" y="8220"/>
                </a:lnTo>
                <a:lnTo>
                  <a:pt x="154219" y="8439"/>
                </a:lnTo>
                <a:lnTo>
                  <a:pt x="153887" y="8663"/>
                </a:lnTo>
                <a:lnTo>
                  <a:pt x="153562" y="8893"/>
                </a:lnTo>
                <a:lnTo>
                  <a:pt x="153246" y="9129"/>
                </a:lnTo>
                <a:lnTo>
                  <a:pt x="152937" y="9370"/>
                </a:lnTo>
                <a:lnTo>
                  <a:pt x="152636" y="9618"/>
                </a:lnTo>
                <a:lnTo>
                  <a:pt x="152344" y="9871"/>
                </a:lnTo>
                <a:lnTo>
                  <a:pt x="152059" y="10130"/>
                </a:lnTo>
                <a:lnTo>
                  <a:pt x="151782" y="10394"/>
                </a:lnTo>
                <a:lnTo>
                  <a:pt x="151513" y="10665"/>
                </a:lnTo>
                <a:lnTo>
                  <a:pt x="151252" y="10941"/>
                </a:lnTo>
                <a:lnTo>
                  <a:pt x="150999" y="11224"/>
                </a:lnTo>
                <a:lnTo>
                  <a:pt x="150754" y="11511"/>
                </a:lnTo>
                <a:lnTo>
                  <a:pt x="150514" y="11804"/>
                </a:lnTo>
                <a:lnTo>
                  <a:pt x="150281" y="12102"/>
                </a:lnTo>
                <a:lnTo>
                  <a:pt x="150054" y="12404"/>
                </a:lnTo>
                <a:lnTo>
                  <a:pt x="149834" y="12712"/>
                </a:lnTo>
                <a:lnTo>
                  <a:pt x="149619" y="13025"/>
                </a:lnTo>
                <a:lnTo>
                  <a:pt x="149411" y="13343"/>
                </a:lnTo>
                <a:lnTo>
                  <a:pt x="149210" y="13666"/>
                </a:lnTo>
                <a:lnTo>
                  <a:pt x="149015" y="13995"/>
                </a:lnTo>
                <a:lnTo>
                  <a:pt x="148826" y="14328"/>
                </a:lnTo>
                <a:lnTo>
                  <a:pt x="148643" y="14666"/>
                </a:lnTo>
                <a:lnTo>
                  <a:pt x="148467" y="15010"/>
                </a:lnTo>
                <a:lnTo>
                  <a:pt x="148297" y="15358"/>
                </a:lnTo>
                <a:lnTo>
                  <a:pt x="148133" y="15712"/>
                </a:lnTo>
                <a:lnTo>
                  <a:pt x="147976" y="16070"/>
                </a:lnTo>
                <a:lnTo>
                  <a:pt x="147825" y="16434"/>
                </a:lnTo>
                <a:lnTo>
                  <a:pt x="147680" y="16803"/>
                </a:lnTo>
                <a:lnTo>
                  <a:pt x="147542" y="17176"/>
                </a:lnTo>
                <a:lnTo>
                  <a:pt x="147410" y="17555"/>
                </a:lnTo>
                <a:lnTo>
                  <a:pt x="147284" y="17939"/>
                </a:lnTo>
                <a:lnTo>
                  <a:pt x="147165" y="18328"/>
                </a:lnTo>
                <a:lnTo>
                  <a:pt x="147052" y="18722"/>
                </a:lnTo>
                <a:lnTo>
                  <a:pt x="146945" y="19122"/>
                </a:lnTo>
                <a:lnTo>
                  <a:pt x="146844" y="19526"/>
                </a:lnTo>
                <a:lnTo>
                  <a:pt x="146749" y="19935"/>
                </a:lnTo>
                <a:lnTo>
                  <a:pt x="146658" y="20349"/>
                </a:lnTo>
                <a:lnTo>
                  <a:pt x="146571" y="20768"/>
                </a:lnTo>
                <a:lnTo>
                  <a:pt x="146488" y="21191"/>
                </a:lnTo>
                <a:lnTo>
                  <a:pt x="146409" y="21620"/>
                </a:lnTo>
                <a:lnTo>
                  <a:pt x="146334" y="22053"/>
                </a:lnTo>
                <a:lnTo>
                  <a:pt x="146263" y="22490"/>
                </a:lnTo>
                <a:lnTo>
                  <a:pt x="146196" y="22933"/>
                </a:lnTo>
                <a:lnTo>
                  <a:pt x="146133" y="23380"/>
                </a:lnTo>
                <a:lnTo>
                  <a:pt x="146074" y="23833"/>
                </a:lnTo>
                <a:lnTo>
                  <a:pt x="146020" y="24290"/>
                </a:lnTo>
                <a:lnTo>
                  <a:pt x="145969" y="24751"/>
                </a:lnTo>
                <a:lnTo>
                  <a:pt x="145922" y="25218"/>
                </a:lnTo>
                <a:lnTo>
                  <a:pt x="145880" y="25689"/>
                </a:lnTo>
                <a:lnTo>
                  <a:pt x="145841" y="26165"/>
                </a:lnTo>
                <a:lnTo>
                  <a:pt x="145807" y="26646"/>
                </a:lnTo>
                <a:lnTo>
                  <a:pt x="145777" y="27132"/>
                </a:lnTo>
                <a:lnTo>
                  <a:pt x="145750" y="27622"/>
                </a:lnTo>
                <a:lnTo>
                  <a:pt x="145728" y="28117"/>
                </a:lnTo>
                <a:lnTo>
                  <a:pt x="145710" y="28617"/>
                </a:lnTo>
                <a:lnTo>
                  <a:pt x="145696" y="29122"/>
                </a:lnTo>
                <a:lnTo>
                  <a:pt x="145685" y="29631"/>
                </a:lnTo>
                <a:lnTo>
                  <a:pt x="145679" y="30146"/>
                </a:lnTo>
                <a:lnTo>
                  <a:pt x="145677" y="30665"/>
                </a:lnTo>
                <a:lnTo>
                  <a:pt x="145677" y="35336"/>
                </a:lnTo>
                <a:lnTo>
                  <a:pt x="130551" y="35336"/>
                </a:lnTo>
                <a:lnTo>
                  <a:pt x="130551" y="47956"/>
                </a:lnTo>
                <a:lnTo>
                  <a:pt x="145677" y="47956"/>
                </a:lnTo>
                <a:lnTo>
                  <a:pt x="145677" y="130126"/>
                </a:lnTo>
                <a:lnTo>
                  <a:pt x="161270" y="130126"/>
                </a:lnTo>
                <a:lnTo>
                  <a:pt x="161270" y="47956"/>
                </a:lnTo>
                <a:lnTo>
                  <a:pt x="182279" y="47956"/>
                </a:lnTo>
                <a:lnTo>
                  <a:pt x="182279" y="35336"/>
                </a:lnTo>
                <a:close/>
                <a:moveTo>
                  <a:pt x="637892" y="117380"/>
                </a:moveTo>
                <a:lnTo>
                  <a:pt x="637259" y="117338"/>
                </a:lnTo>
                <a:lnTo>
                  <a:pt x="636648" y="117281"/>
                </a:lnTo>
                <a:lnTo>
                  <a:pt x="636057" y="117207"/>
                </a:lnTo>
                <a:lnTo>
                  <a:pt x="635487" y="117116"/>
                </a:lnTo>
                <a:lnTo>
                  <a:pt x="634939" y="117009"/>
                </a:lnTo>
                <a:lnTo>
                  <a:pt x="634411" y="116886"/>
                </a:lnTo>
                <a:lnTo>
                  <a:pt x="633904" y="116746"/>
                </a:lnTo>
                <a:lnTo>
                  <a:pt x="633418" y="116589"/>
                </a:lnTo>
                <a:lnTo>
                  <a:pt x="632953" y="116416"/>
                </a:lnTo>
                <a:lnTo>
                  <a:pt x="632508" y="116227"/>
                </a:lnTo>
                <a:lnTo>
                  <a:pt x="632085" y="116021"/>
                </a:lnTo>
                <a:lnTo>
                  <a:pt x="631683" y="115799"/>
                </a:lnTo>
                <a:lnTo>
                  <a:pt x="631301" y="115560"/>
                </a:lnTo>
                <a:lnTo>
                  <a:pt x="630940" y="115305"/>
                </a:lnTo>
                <a:lnTo>
                  <a:pt x="630601" y="115034"/>
                </a:lnTo>
                <a:lnTo>
                  <a:pt x="630282" y="114745"/>
                </a:lnTo>
                <a:lnTo>
                  <a:pt x="629984" y="114441"/>
                </a:lnTo>
                <a:lnTo>
                  <a:pt x="629707" y="114120"/>
                </a:lnTo>
                <a:lnTo>
                  <a:pt x="629451" y="113782"/>
                </a:lnTo>
                <a:lnTo>
                  <a:pt x="629216" y="113428"/>
                </a:lnTo>
                <a:lnTo>
                  <a:pt x="629002" y="113058"/>
                </a:lnTo>
                <a:lnTo>
                  <a:pt x="628808" y="112671"/>
                </a:lnTo>
                <a:lnTo>
                  <a:pt x="628629" y="112268"/>
                </a:lnTo>
                <a:lnTo>
                  <a:pt x="628458" y="111851"/>
                </a:lnTo>
                <a:lnTo>
                  <a:pt x="628294" y="111419"/>
                </a:lnTo>
                <a:lnTo>
                  <a:pt x="628138" y="110972"/>
                </a:lnTo>
                <a:lnTo>
                  <a:pt x="627989" y="110510"/>
                </a:lnTo>
                <a:lnTo>
                  <a:pt x="627848" y="110034"/>
                </a:lnTo>
                <a:lnTo>
                  <a:pt x="627715" y="109543"/>
                </a:lnTo>
                <a:lnTo>
                  <a:pt x="627589" y="109037"/>
                </a:lnTo>
                <a:lnTo>
                  <a:pt x="627471" y="108516"/>
                </a:lnTo>
                <a:lnTo>
                  <a:pt x="627361" y="107981"/>
                </a:lnTo>
                <a:lnTo>
                  <a:pt x="627258" y="107431"/>
                </a:lnTo>
                <a:lnTo>
                  <a:pt x="627163" y="106866"/>
                </a:lnTo>
                <a:lnTo>
                  <a:pt x="627075" y="106286"/>
                </a:lnTo>
                <a:lnTo>
                  <a:pt x="626995" y="105692"/>
                </a:lnTo>
                <a:lnTo>
                  <a:pt x="626923" y="105083"/>
                </a:lnTo>
                <a:lnTo>
                  <a:pt x="626858" y="104459"/>
                </a:lnTo>
                <a:lnTo>
                  <a:pt x="626801" y="103821"/>
                </a:lnTo>
                <a:lnTo>
                  <a:pt x="626751" y="103167"/>
                </a:lnTo>
                <a:lnTo>
                  <a:pt x="626709" y="102499"/>
                </a:lnTo>
                <a:lnTo>
                  <a:pt x="626675" y="101817"/>
                </a:lnTo>
                <a:lnTo>
                  <a:pt x="626648" y="101119"/>
                </a:lnTo>
                <a:lnTo>
                  <a:pt x="626629" y="100407"/>
                </a:lnTo>
                <a:lnTo>
                  <a:pt x="626618" y="99680"/>
                </a:lnTo>
                <a:lnTo>
                  <a:pt x="626614" y="98938"/>
                </a:lnTo>
                <a:lnTo>
                  <a:pt x="626614" y="47956"/>
                </a:lnTo>
                <a:lnTo>
                  <a:pt x="649117" y="47956"/>
                </a:lnTo>
                <a:lnTo>
                  <a:pt x="649117" y="35336"/>
                </a:lnTo>
                <a:lnTo>
                  <a:pt x="626614" y="35336"/>
                </a:lnTo>
                <a:lnTo>
                  <a:pt x="626614" y="14490"/>
                </a:lnTo>
                <a:lnTo>
                  <a:pt x="611021" y="14490"/>
                </a:lnTo>
                <a:lnTo>
                  <a:pt x="611021" y="35336"/>
                </a:lnTo>
                <a:lnTo>
                  <a:pt x="595895" y="35336"/>
                </a:lnTo>
                <a:lnTo>
                  <a:pt x="595895" y="47956"/>
                </a:lnTo>
                <a:lnTo>
                  <a:pt x="611021" y="47956"/>
                </a:lnTo>
                <a:lnTo>
                  <a:pt x="611021" y="99274"/>
                </a:lnTo>
                <a:lnTo>
                  <a:pt x="611025" y="100077"/>
                </a:lnTo>
                <a:lnTo>
                  <a:pt x="611036" y="100871"/>
                </a:lnTo>
                <a:lnTo>
                  <a:pt x="611055" y="101655"/>
                </a:lnTo>
                <a:lnTo>
                  <a:pt x="611082" y="102429"/>
                </a:lnTo>
                <a:lnTo>
                  <a:pt x="611116" y="103193"/>
                </a:lnTo>
                <a:lnTo>
                  <a:pt x="611158" y="103948"/>
                </a:lnTo>
                <a:lnTo>
                  <a:pt x="611208" y="104693"/>
                </a:lnTo>
                <a:lnTo>
                  <a:pt x="611265" y="105428"/>
                </a:lnTo>
                <a:lnTo>
                  <a:pt x="611330" y="106154"/>
                </a:lnTo>
                <a:lnTo>
                  <a:pt x="611402" y="106870"/>
                </a:lnTo>
                <a:lnTo>
                  <a:pt x="611482" y="107576"/>
                </a:lnTo>
                <a:lnTo>
                  <a:pt x="611570" y="108272"/>
                </a:lnTo>
                <a:lnTo>
                  <a:pt x="611665" y="108959"/>
                </a:lnTo>
                <a:lnTo>
                  <a:pt x="611768" y="109637"/>
                </a:lnTo>
                <a:lnTo>
                  <a:pt x="611878" y="110304"/>
                </a:lnTo>
                <a:lnTo>
                  <a:pt x="611996" y="110962"/>
                </a:lnTo>
                <a:lnTo>
                  <a:pt x="612122" y="111610"/>
                </a:lnTo>
                <a:lnTo>
                  <a:pt x="612255" y="112249"/>
                </a:lnTo>
                <a:lnTo>
                  <a:pt x="612396" y="112877"/>
                </a:lnTo>
                <a:lnTo>
                  <a:pt x="612545" y="113496"/>
                </a:lnTo>
                <a:lnTo>
                  <a:pt x="612701" y="114106"/>
                </a:lnTo>
                <a:lnTo>
                  <a:pt x="612865" y="114705"/>
                </a:lnTo>
                <a:lnTo>
                  <a:pt x="613036" y="115296"/>
                </a:lnTo>
                <a:lnTo>
                  <a:pt x="613215" y="115876"/>
                </a:lnTo>
                <a:lnTo>
                  <a:pt x="613405" y="116446"/>
                </a:lnTo>
                <a:lnTo>
                  <a:pt x="613607" y="117004"/>
                </a:lnTo>
                <a:lnTo>
                  <a:pt x="613822" y="117552"/>
                </a:lnTo>
                <a:lnTo>
                  <a:pt x="614050" y="118088"/>
                </a:lnTo>
                <a:lnTo>
                  <a:pt x="614292" y="118613"/>
                </a:lnTo>
                <a:lnTo>
                  <a:pt x="614546" y="119127"/>
                </a:lnTo>
                <a:lnTo>
                  <a:pt x="614813" y="119629"/>
                </a:lnTo>
                <a:lnTo>
                  <a:pt x="615093" y="120120"/>
                </a:lnTo>
                <a:lnTo>
                  <a:pt x="615386" y="120601"/>
                </a:lnTo>
                <a:lnTo>
                  <a:pt x="615692" y="121069"/>
                </a:lnTo>
                <a:lnTo>
                  <a:pt x="616011" y="121527"/>
                </a:lnTo>
                <a:lnTo>
                  <a:pt x="616343" y="121973"/>
                </a:lnTo>
                <a:lnTo>
                  <a:pt x="616688" y="122408"/>
                </a:lnTo>
                <a:lnTo>
                  <a:pt x="617046" y="122832"/>
                </a:lnTo>
                <a:lnTo>
                  <a:pt x="617417" y="123245"/>
                </a:lnTo>
                <a:lnTo>
                  <a:pt x="617801" y="123646"/>
                </a:lnTo>
                <a:lnTo>
                  <a:pt x="618198" y="124037"/>
                </a:lnTo>
                <a:lnTo>
                  <a:pt x="618608" y="124416"/>
                </a:lnTo>
                <a:lnTo>
                  <a:pt x="619030" y="124783"/>
                </a:lnTo>
                <a:lnTo>
                  <a:pt x="619466" y="125140"/>
                </a:lnTo>
                <a:lnTo>
                  <a:pt x="619915" y="125485"/>
                </a:lnTo>
                <a:lnTo>
                  <a:pt x="620376" y="125819"/>
                </a:lnTo>
                <a:lnTo>
                  <a:pt x="620851" y="126142"/>
                </a:lnTo>
                <a:lnTo>
                  <a:pt x="621339" y="126454"/>
                </a:lnTo>
                <a:lnTo>
                  <a:pt x="621841" y="126753"/>
                </a:lnTo>
                <a:lnTo>
                  <a:pt x="622362" y="127040"/>
                </a:lnTo>
                <a:lnTo>
                  <a:pt x="622899" y="127314"/>
                </a:lnTo>
                <a:lnTo>
                  <a:pt x="623454" y="127576"/>
                </a:lnTo>
                <a:lnTo>
                  <a:pt x="624026" y="127824"/>
                </a:lnTo>
                <a:lnTo>
                  <a:pt x="624615" y="128060"/>
                </a:lnTo>
                <a:lnTo>
                  <a:pt x="625222" y="128283"/>
                </a:lnTo>
                <a:lnTo>
                  <a:pt x="625846" y="128494"/>
                </a:lnTo>
                <a:lnTo>
                  <a:pt x="626488" y="128691"/>
                </a:lnTo>
                <a:lnTo>
                  <a:pt x="627147" y="128876"/>
                </a:lnTo>
                <a:lnTo>
                  <a:pt x="627823" y="129048"/>
                </a:lnTo>
                <a:lnTo>
                  <a:pt x="628517" y="129208"/>
                </a:lnTo>
                <a:lnTo>
                  <a:pt x="629228" y="129355"/>
                </a:lnTo>
                <a:lnTo>
                  <a:pt x="629956" y="129488"/>
                </a:lnTo>
                <a:lnTo>
                  <a:pt x="630701" y="129610"/>
                </a:lnTo>
                <a:lnTo>
                  <a:pt x="631464" y="129718"/>
                </a:lnTo>
                <a:lnTo>
                  <a:pt x="632245" y="129814"/>
                </a:lnTo>
                <a:lnTo>
                  <a:pt x="633042" y="129896"/>
                </a:lnTo>
                <a:lnTo>
                  <a:pt x="633857" y="129967"/>
                </a:lnTo>
                <a:lnTo>
                  <a:pt x="634690" y="130024"/>
                </a:lnTo>
                <a:lnTo>
                  <a:pt x="635539" y="130069"/>
                </a:lnTo>
                <a:lnTo>
                  <a:pt x="636406" y="130100"/>
                </a:lnTo>
                <a:lnTo>
                  <a:pt x="637291" y="130120"/>
                </a:lnTo>
                <a:lnTo>
                  <a:pt x="638192" y="130126"/>
                </a:lnTo>
                <a:lnTo>
                  <a:pt x="649117" y="130126"/>
                </a:lnTo>
                <a:lnTo>
                  <a:pt x="649117" y="117412"/>
                </a:lnTo>
                <a:lnTo>
                  <a:pt x="639219" y="117412"/>
                </a:lnTo>
                <a:lnTo>
                  <a:pt x="638545" y="117404"/>
                </a:lnTo>
                <a:lnTo>
                  <a:pt x="637892" y="117380"/>
                </a:lnTo>
                <a:close/>
                <a:moveTo>
                  <a:pt x="60791" y="60502"/>
                </a:moveTo>
                <a:lnTo>
                  <a:pt x="61149" y="60049"/>
                </a:lnTo>
                <a:lnTo>
                  <a:pt x="61516" y="59599"/>
                </a:lnTo>
                <a:lnTo>
                  <a:pt x="61892" y="59152"/>
                </a:lnTo>
                <a:lnTo>
                  <a:pt x="62277" y="58707"/>
                </a:lnTo>
                <a:lnTo>
                  <a:pt x="62670" y="58264"/>
                </a:lnTo>
                <a:lnTo>
                  <a:pt x="63073" y="57824"/>
                </a:lnTo>
                <a:lnTo>
                  <a:pt x="63484" y="57387"/>
                </a:lnTo>
                <a:lnTo>
                  <a:pt x="63905" y="56952"/>
                </a:lnTo>
                <a:lnTo>
                  <a:pt x="64334" y="56520"/>
                </a:lnTo>
                <a:lnTo>
                  <a:pt x="64772" y="56091"/>
                </a:lnTo>
                <a:lnTo>
                  <a:pt x="65220" y="55664"/>
                </a:lnTo>
                <a:lnTo>
                  <a:pt x="65676" y="55240"/>
                </a:lnTo>
                <a:lnTo>
                  <a:pt x="66141" y="54818"/>
                </a:lnTo>
                <a:lnTo>
                  <a:pt x="66615" y="54399"/>
                </a:lnTo>
                <a:lnTo>
                  <a:pt x="67097" y="53982"/>
                </a:lnTo>
                <a:lnTo>
                  <a:pt x="67589" y="53568"/>
                </a:lnTo>
                <a:lnTo>
                  <a:pt x="68090" y="53157"/>
                </a:lnTo>
                <a:lnTo>
                  <a:pt x="68599" y="52748"/>
                </a:lnTo>
                <a:lnTo>
                  <a:pt x="69118" y="52342"/>
                </a:lnTo>
                <a:lnTo>
                  <a:pt x="69645" y="51938"/>
                </a:lnTo>
                <a:lnTo>
                  <a:pt x="70182" y="51537"/>
                </a:lnTo>
                <a:lnTo>
                  <a:pt x="70728" y="51146"/>
                </a:lnTo>
                <a:lnTo>
                  <a:pt x="71284" y="50771"/>
                </a:lnTo>
                <a:lnTo>
                  <a:pt x="71850" y="50413"/>
                </a:lnTo>
                <a:lnTo>
                  <a:pt x="72426" y="50072"/>
                </a:lnTo>
                <a:lnTo>
                  <a:pt x="73013" y="49747"/>
                </a:lnTo>
                <a:lnTo>
                  <a:pt x="73610" y="49439"/>
                </a:lnTo>
                <a:lnTo>
                  <a:pt x="74217" y="49147"/>
                </a:lnTo>
                <a:lnTo>
                  <a:pt x="74835" y="48873"/>
                </a:lnTo>
                <a:lnTo>
                  <a:pt x="75462" y="48614"/>
                </a:lnTo>
                <a:lnTo>
                  <a:pt x="76100" y="48373"/>
                </a:lnTo>
                <a:lnTo>
                  <a:pt x="76748" y="48148"/>
                </a:lnTo>
                <a:lnTo>
                  <a:pt x="77406" y="47940"/>
                </a:lnTo>
                <a:lnTo>
                  <a:pt x="78075" y="47748"/>
                </a:lnTo>
                <a:lnTo>
                  <a:pt x="78753" y="47573"/>
                </a:lnTo>
                <a:lnTo>
                  <a:pt x="79442" y="47415"/>
                </a:lnTo>
                <a:lnTo>
                  <a:pt x="80141" y="47274"/>
                </a:lnTo>
                <a:lnTo>
                  <a:pt x="80851" y="47149"/>
                </a:lnTo>
                <a:lnTo>
                  <a:pt x="81570" y="47040"/>
                </a:lnTo>
                <a:lnTo>
                  <a:pt x="82300" y="46949"/>
                </a:lnTo>
                <a:lnTo>
                  <a:pt x="83040" y="46874"/>
                </a:lnTo>
                <a:lnTo>
                  <a:pt x="83790" y="46816"/>
                </a:lnTo>
                <a:lnTo>
                  <a:pt x="84550" y="46774"/>
                </a:lnTo>
                <a:lnTo>
                  <a:pt x="85321" y="46749"/>
                </a:lnTo>
                <a:lnTo>
                  <a:pt x="86102" y="46741"/>
                </a:lnTo>
                <a:lnTo>
                  <a:pt x="86610" y="46746"/>
                </a:lnTo>
                <a:lnTo>
                  <a:pt x="87109" y="46762"/>
                </a:lnTo>
                <a:lnTo>
                  <a:pt x="87598" y="46788"/>
                </a:lnTo>
                <a:lnTo>
                  <a:pt x="88077" y="46824"/>
                </a:lnTo>
                <a:lnTo>
                  <a:pt x="88546" y="46872"/>
                </a:lnTo>
                <a:lnTo>
                  <a:pt x="89005" y="46929"/>
                </a:lnTo>
                <a:lnTo>
                  <a:pt x="89454" y="46997"/>
                </a:lnTo>
                <a:lnTo>
                  <a:pt x="89894" y="47076"/>
                </a:lnTo>
                <a:lnTo>
                  <a:pt x="90323" y="47165"/>
                </a:lnTo>
                <a:lnTo>
                  <a:pt x="90743" y="47265"/>
                </a:lnTo>
                <a:lnTo>
                  <a:pt x="91152" y="47375"/>
                </a:lnTo>
                <a:lnTo>
                  <a:pt x="91552" y="47495"/>
                </a:lnTo>
                <a:lnTo>
                  <a:pt x="91942" y="47626"/>
                </a:lnTo>
                <a:lnTo>
                  <a:pt x="92322" y="47767"/>
                </a:lnTo>
                <a:lnTo>
                  <a:pt x="92692" y="47919"/>
                </a:lnTo>
                <a:lnTo>
                  <a:pt x="93053" y="48082"/>
                </a:lnTo>
                <a:lnTo>
                  <a:pt x="93403" y="48255"/>
                </a:lnTo>
                <a:lnTo>
                  <a:pt x="93743" y="48438"/>
                </a:lnTo>
                <a:lnTo>
                  <a:pt x="94074" y="48632"/>
                </a:lnTo>
                <a:lnTo>
                  <a:pt x="94395" y="48836"/>
                </a:lnTo>
                <a:lnTo>
                  <a:pt x="94706" y="49051"/>
                </a:lnTo>
                <a:lnTo>
                  <a:pt x="95007" y="49276"/>
                </a:lnTo>
                <a:lnTo>
                  <a:pt x="95298" y="49512"/>
                </a:lnTo>
                <a:lnTo>
                  <a:pt x="95579" y="49758"/>
                </a:lnTo>
                <a:lnTo>
                  <a:pt x="95851" y="50014"/>
                </a:lnTo>
                <a:lnTo>
                  <a:pt x="96117" y="50277"/>
                </a:lnTo>
                <a:lnTo>
                  <a:pt x="96375" y="50548"/>
                </a:lnTo>
                <a:lnTo>
                  <a:pt x="96627" y="50828"/>
                </a:lnTo>
                <a:lnTo>
                  <a:pt x="96871" y="51116"/>
                </a:lnTo>
                <a:lnTo>
                  <a:pt x="97108" y="51411"/>
                </a:lnTo>
                <a:lnTo>
                  <a:pt x="97338" y="51715"/>
                </a:lnTo>
                <a:lnTo>
                  <a:pt x="97560" y="52027"/>
                </a:lnTo>
                <a:lnTo>
                  <a:pt x="97776" y="52347"/>
                </a:lnTo>
                <a:lnTo>
                  <a:pt x="97984" y="52675"/>
                </a:lnTo>
                <a:lnTo>
                  <a:pt x="98186" y="53011"/>
                </a:lnTo>
                <a:lnTo>
                  <a:pt x="98380" y="53355"/>
                </a:lnTo>
                <a:lnTo>
                  <a:pt x="98567" y="53707"/>
                </a:lnTo>
                <a:lnTo>
                  <a:pt x="98747" y="54068"/>
                </a:lnTo>
                <a:lnTo>
                  <a:pt x="98920" y="54436"/>
                </a:lnTo>
                <a:lnTo>
                  <a:pt x="99085" y="54813"/>
                </a:lnTo>
                <a:lnTo>
                  <a:pt x="99244" y="55197"/>
                </a:lnTo>
                <a:lnTo>
                  <a:pt x="99395" y="55590"/>
                </a:lnTo>
                <a:lnTo>
                  <a:pt x="99540" y="55991"/>
                </a:lnTo>
                <a:lnTo>
                  <a:pt x="99677" y="56400"/>
                </a:lnTo>
                <a:lnTo>
                  <a:pt x="99807" y="56817"/>
                </a:lnTo>
                <a:lnTo>
                  <a:pt x="99930" y="57242"/>
                </a:lnTo>
                <a:lnTo>
                  <a:pt x="100045" y="57675"/>
                </a:lnTo>
                <a:lnTo>
                  <a:pt x="100154" y="58116"/>
                </a:lnTo>
                <a:lnTo>
                  <a:pt x="100257" y="58564"/>
                </a:lnTo>
                <a:lnTo>
                  <a:pt x="100355" y="59016"/>
                </a:lnTo>
                <a:lnTo>
                  <a:pt x="100450" y="59474"/>
                </a:lnTo>
                <a:lnTo>
                  <a:pt x="100539" y="59937"/>
                </a:lnTo>
                <a:lnTo>
                  <a:pt x="100625" y="60406"/>
                </a:lnTo>
                <a:lnTo>
                  <a:pt x="100706" y="60879"/>
                </a:lnTo>
                <a:lnTo>
                  <a:pt x="100782" y="61358"/>
                </a:lnTo>
                <a:lnTo>
                  <a:pt x="100854" y="61841"/>
                </a:lnTo>
                <a:lnTo>
                  <a:pt x="100922" y="62330"/>
                </a:lnTo>
                <a:lnTo>
                  <a:pt x="100986" y="62824"/>
                </a:lnTo>
                <a:lnTo>
                  <a:pt x="101045" y="63324"/>
                </a:lnTo>
                <a:lnTo>
                  <a:pt x="101099" y="63828"/>
                </a:lnTo>
                <a:lnTo>
                  <a:pt x="101150" y="64338"/>
                </a:lnTo>
                <a:lnTo>
                  <a:pt x="101196" y="64852"/>
                </a:lnTo>
                <a:lnTo>
                  <a:pt x="101237" y="65372"/>
                </a:lnTo>
                <a:lnTo>
                  <a:pt x="101275" y="65897"/>
                </a:lnTo>
                <a:lnTo>
                  <a:pt x="101307" y="66427"/>
                </a:lnTo>
                <a:lnTo>
                  <a:pt x="101336" y="66963"/>
                </a:lnTo>
                <a:lnTo>
                  <a:pt x="101360" y="67503"/>
                </a:lnTo>
                <a:lnTo>
                  <a:pt x="101380" y="68049"/>
                </a:lnTo>
                <a:lnTo>
                  <a:pt x="101395" y="68600"/>
                </a:lnTo>
                <a:lnTo>
                  <a:pt x="101406" y="69156"/>
                </a:lnTo>
                <a:lnTo>
                  <a:pt x="101412" y="69717"/>
                </a:lnTo>
                <a:lnTo>
                  <a:pt x="101415" y="70283"/>
                </a:lnTo>
                <a:lnTo>
                  <a:pt x="101415" y="130126"/>
                </a:lnTo>
                <a:lnTo>
                  <a:pt x="116914" y="130126"/>
                </a:lnTo>
                <a:lnTo>
                  <a:pt x="116914" y="68493"/>
                </a:lnTo>
                <a:lnTo>
                  <a:pt x="116903" y="67123"/>
                </a:lnTo>
                <a:lnTo>
                  <a:pt x="116871" y="65780"/>
                </a:lnTo>
                <a:lnTo>
                  <a:pt x="116817" y="64463"/>
                </a:lnTo>
                <a:lnTo>
                  <a:pt x="116741" y="63172"/>
                </a:lnTo>
                <a:lnTo>
                  <a:pt x="116643" y="61906"/>
                </a:lnTo>
                <a:lnTo>
                  <a:pt x="116523" y="60667"/>
                </a:lnTo>
                <a:lnTo>
                  <a:pt x="116382" y="59453"/>
                </a:lnTo>
                <a:lnTo>
                  <a:pt x="116219" y="58265"/>
                </a:lnTo>
                <a:lnTo>
                  <a:pt x="116035" y="57103"/>
                </a:lnTo>
                <a:lnTo>
                  <a:pt x="115828" y="55967"/>
                </a:lnTo>
                <a:lnTo>
                  <a:pt x="115600" y="54857"/>
                </a:lnTo>
                <a:lnTo>
                  <a:pt x="115350" y="53773"/>
                </a:lnTo>
                <a:lnTo>
                  <a:pt x="115079" y="52715"/>
                </a:lnTo>
                <a:lnTo>
                  <a:pt x="114786" y="51682"/>
                </a:lnTo>
                <a:lnTo>
                  <a:pt x="114471" y="50676"/>
                </a:lnTo>
                <a:lnTo>
                  <a:pt x="114134" y="49695"/>
                </a:lnTo>
                <a:lnTo>
                  <a:pt x="113776" y="48740"/>
                </a:lnTo>
                <a:lnTo>
                  <a:pt x="113395" y="47811"/>
                </a:lnTo>
                <a:lnTo>
                  <a:pt x="112994" y="46909"/>
                </a:lnTo>
                <a:lnTo>
                  <a:pt x="112570" y="46031"/>
                </a:lnTo>
                <a:lnTo>
                  <a:pt x="112125" y="45180"/>
                </a:lnTo>
                <a:lnTo>
                  <a:pt x="111658" y="44355"/>
                </a:lnTo>
                <a:lnTo>
                  <a:pt x="111169" y="43556"/>
                </a:lnTo>
                <a:lnTo>
                  <a:pt x="110658" y="42782"/>
                </a:lnTo>
                <a:lnTo>
                  <a:pt x="110123" y="42037"/>
                </a:lnTo>
                <a:lnTo>
                  <a:pt x="109558" y="41324"/>
                </a:lnTo>
                <a:lnTo>
                  <a:pt x="108965" y="40643"/>
                </a:lnTo>
                <a:lnTo>
                  <a:pt x="108342" y="39993"/>
                </a:lnTo>
                <a:lnTo>
                  <a:pt x="107691" y="39375"/>
                </a:lnTo>
                <a:lnTo>
                  <a:pt x="107011" y="38788"/>
                </a:lnTo>
                <a:lnTo>
                  <a:pt x="106302" y="38234"/>
                </a:lnTo>
                <a:lnTo>
                  <a:pt x="105564" y="37711"/>
                </a:lnTo>
                <a:lnTo>
                  <a:pt x="104798" y="37219"/>
                </a:lnTo>
                <a:lnTo>
                  <a:pt x="104002" y="36760"/>
                </a:lnTo>
                <a:lnTo>
                  <a:pt x="103178" y="36332"/>
                </a:lnTo>
                <a:lnTo>
                  <a:pt x="102325" y="35936"/>
                </a:lnTo>
                <a:lnTo>
                  <a:pt x="101443" y="35571"/>
                </a:lnTo>
                <a:lnTo>
                  <a:pt x="100532" y="35238"/>
                </a:lnTo>
                <a:lnTo>
                  <a:pt x="99592" y="34937"/>
                </a:lnTo>
                <a:lnTo>
                  <a:pt x="98624" y="34668"/>
                </a:lnTo>
                <a:lnTo>
                  <a:pt x="97626" y="34430"/>
                </a:lnTo>
                <a:lnTo>
                  <a:pt x="96600" y="34224"/>
                </a:lnTo>
                <a:lnTo>
                  <a:pt x="95545" y="34049"/>
                </a:lnTo>
                <a:lnTo>
                  <a:pt x="94461" y="33907"/>
                </a:lnTo>
                <a:lnTo>
                  <a:pt x="93348" y="33796"/>
                </a:lnTo>
                <a:lnTo>
                  <a:pt x="92206" y="33717"/>
                </a:lnTo>
                <a:lnTo>
                  <a:pt x="91036" y="33669"/>
                </a:lnTo>
                <a:lnTo>
                  <a:pt x="89836" y="33653"/>
                </a:lnTo>
                <a:lnTo>
                  <a:pt x="88909" y="33661"/>
                </a:lnTo>
                <a:lnTo>
                  <a:pt x="87995" y="33686"/>
                </a:lnTo>
                <a:lnTo>
                  <a:pt x="87094" y="33727"/>
                </a:lnTo>
                <a:lnTo>
                  <a:pt x="86205" y="33784"/>
                </a:lnTo>
                <a:lnTo>
                  <a:pt x="85330" y="33858"/>
                </a:lnTo>
                <a:lnTo>
                  <a:pt x="84468" y="33948"/>
                </a:lnTo>
                <a:lnTo>
                  <a:pt x="83618" y="34055"/>
                </a:lnTo>
                <a:lnTo>
                  <a:pt x="82782" y="34178"/>
                </a:lnTo>
                <a:lnTo>
                  <a:pt x="81958" y="34317"/>
                </a:lnTo>
                <a:lnTo>
                  <a:pt x="81148" y="34473"/>
                </a:lnTo>
                <a:lnTo>
                  <a:pt x="80350" y="34645"/>
                </a:lnTo>
                <a:lnTo>
                  <a:pt x="79566" y="34833"/>
                </a:lnTo>
                <a:lnTo>
                  <a:pt x="78794" y="35038"/>
                </a:lnTo>
                <a:lnTo>
                  <a:pt x="78035" y="35260"/>
                </a:lnTo>
                <a:lnTo>
                  <a:pt x="77290" y="35497"/>
                </a:lnTo>
                <a:lnTo>
                  <a:pt x="76557" y="35751"/>
                </a:lnTo>
                <a:lnTo>
                  <a:pt x="75837" y="36022"/>
                </a:lnTo>
                <a:lnTo>
                  <a:pt x="75130" y="36309"/>
                </a:lnTo>
                <a:lnTo>
                  <a:pt x="74437" y="36612"/>
                </a:lnTo>
                <a:lnTo>
                  <a:pt x="73756" y="36932"/>
                </a:lnTo>
                <a:lnTo>
                  <a:pt x="73088" y="37268"/>
                </a:lnTo>
                <a:lnTo>
                  <a:pt x="72433" y="37620"/>
                </a:lnTo>
                <a:lnTo>
                  <a:pt x="71791" y="37989"/>
                </a:lnTo>
                <a:lnTo>
                  <a:pt x="71162" y="38374"/>
                </a:lnTo>
                <a:lnTo>
                  <a:pt x="70546" y="38769"/>
                </a:lnTo>
                <a:lnTo>
                  <a:pt x="69941" y="39166"/>
                </a:lnTo>
                <a:lnTo>
                  <a:pt x="69349" y="39565"/>
                </a:lnTo>
                <a:lnTo>
                  <a:pt x="68768" y="39967"/>
                </a:lnTo>
                <a:lnTo>
                  <a:pt x="68200" y="40371"/>
                </a:lnTo>
                <a:lnTo>
                  <a:pt x="67643" y="40778"/>
                </a:lnTo>
                <a:lnTo>
                  <a:pt x="67099" y="41187"/>
                </a:lnTo>
                <a:lnTo>
                  <a:pt x="66566" y="41599"/>
                </a:lnTo>
                <a:lnTo>
                  <a:pt x="66046" y="42013"/>
                </a:lnTo>
                <a:lnTo>
                  <a:pt x="65537" y="42430"/>
                </a:lnTo>
                <a:lnTo>
                  <a:pt x="65041" y="42849"/>
                </a:lnTo>
                <a:lnTo>
                  <a:pt x="64556" y="43270"/>
                </a:lnTo>
                <a:lnTo>
                  <a:pt x="64083" y="43694"/>
                </a:lnTo>
                <a:lnTo>
                  <a:pt x="63623" y="44120"/>
                </a:lnTo>
                <a:lnTo>
                  <a:pt x="63174" y="44549"/>
                </a:lnTo>
                <a:lnTo>
                  <a:pt x="62738" y="44980"/>
                </a:lnTo>
                <a:lnTo>
                  <a:pt x="62313" y="45414"/>
                </a:lnTo>
                <a:lnTo>
                  <a:pt x="61901" y="45850"/>
                </a:lnTo>
                <a:lnTo>
                  <a:pt x="61500" y="46288"/>
                </a:lnTo>
                <a:lnTo>
                  <a:pt x="61112" y="46729"/>
                </a:lnTo>
                <a:lnTo>
                  <a:pt x="60735" y="47172"/>
                </a:lnTo>
                <a:lnTo>
                  <a:pt x="60370" y="47618"/>
                </a:lnTo>
                <a:lnTo>
                  <a:pt x="60018" y="48066"/>
                </a:lnTo>
                <a:lnTo>
                  <a:pt x="59677" y="48517"/>
                </a:lnTo>
                <a:lnTo>
                  <a:pt x="59304" y="35336"/>
                </a:lnTo>
                <a:lnTo>
                  <a:pt x="44178" y="35336"/>
                </a:lnTo>
                <a:lnTo>
                  <a:pt x="44178" y="130126"/>
                </a:lnTo>
                <a:lnTo>
                  <a:pt x="59771" y="130126"/>
                </a:lnTo>
                <a:lnTo>
                  <a:pt x="59771" y="61876"/>
                </a:lnTo>
                <a:lnTo>
                  <a:pt x="60102" y="61415"/>
                </a:lnTo>
                <a:lnTo>
                  <a:pt x="60442" y="60957"/>
                </a:lnTo>
                <a:lnTo>
                  <a:pt x="60791" y="60502"/>
                </a:lnTo>
                <a:close/>
                <a:moveTo>
                  <a:pt x="311732" y="61937"/>
                </a:moveTo>
                <a:lnTo>
                  <a:pt x="311995" y="61585"/>
                </a:lnTo>
                <a:lnTo>
                  <a:pt x="312260" y="61236"/>
                </a:lnTo>
                <a:lnTo>
                  <a:pt x="312528" y="60890"/>
                </a:lnTo>
                <a:lnTo>
                  <a:pt x="312798" y="60548"/>
                </a:lnTo>
                <a:lnTo>
                  <a:pt x="313071" y="60210"/>
                </a:lnTo>
                <a:lnTo>
                  <a:pt x="313346" y="59876"/>
                </a:lnTo>
                <a:lnTo>
                  <a:pt x="313623" y="59545"/>
                </a:lnTo>
                <a:lnTo>
                  <a:pt x="313903" y="59217"/>
                </a:lnTo>
                <a:lnTo>
                  <a:pt x="314185" y="58894"/>
                </a:lnTo>
                <a:lnTo>
                  <a:pt x="314470" y="58573"/>
                </a:lnTo>
                <a:lnTo>
                  <a:pt x="314757" y="58257"/>
                </a:lnTo>
                <a:lnTo>
                  <a:pt x="315047" y="57944"/>
                </a:lnTo>
                <a:lnTo>
                  <a:pt x="315339" y="57634"/>
                </a:lnTo>
                <a:lnTo>
                  <a:pt x="315633" y="57328"/>
                </a:lnTo>
                <a:lnTo>
                  <a:pt x="315930" y="57026"/>
                </a:lnTo>
                <a:lnTo>
                  <a:pt x="316229" y="56727"/>
                </a:lnTo>
                <a:lnTo>
                  <a:pt x="316531" y="56432"/>
                </a:lnTo>
                <a:lnTo>
                  <a:pt x="316835" y="56141"/>
                </a:lnTo>
                <a:lnTo>
                  <a:pt x="317142" y="55853"/>
                </a:lnTo>
                <a:lnTo>
                  <a:pt x="317451" y="55569"/>
                </a:lnTo>
                <a:lnTo>
                  <a:pt x="317763" y="55288"/>
                </a:lnTo>
                <a:lnTo>
                  <a:pt x="318076" y="55011"/>
                </a:lnTo>
                <a:lnTo>
                  <a:pt x="318394" y="54738"/>
                </a:lnTo>
                <a:lnTo>
                  <a:pt x="318716" y="54470"/>
                </a:lnTo>
                <a:lnTo>
                  <a:pt x="319043" y="54206"/>
                </a:lnTo>
                <a:lnTo>
                  <a:pt x="319375" y="53948"/>
                </a:lnTo>
                <a:lnTo>
                  <a:pt x="319711" y="53695"/>
                </a:lnTo>
                <a:lnTo>
                  <a:pt x="320052" y="53447"/>
                </a:lnTo>
                <a:lnTo>
                  <a:pt x="320398" y="53204"/>
                </a:lnTo>
                <a:lnTo>
                  <a:pt x="320748" y="52966"/>
                </a:lnTo>
                <a:lnTo>
                  <a:pt x="321103" y="52732"/>
                </a:lnTo>
                <a:lnTo>
                  <a:pt x="321463" y="52504"/>
                </a:lnTo>
                <a:lnTo>
                  <a:pt x="321827" y="52281"/>
                </a:lnTo>
                <a:lnTo>
                  <a:pt x="322197" y="52062"/>
                </a:lnTo>
                <a:lnTo>
                  <a:pt x="322570" y="51849"/>
                </a:lnTo>
                <a:lnTo>
                  <a:pt x="322949" y="51641"/>
                </a:lnTo>
                <a:lnTo>
                  <a:pt x="323332" y="51437"/>
                </a:lnTo>
                <a:lnTo>
                  <a:pt x="323720" y="51239"/>
                </a:lnTo>
                <a:lnTo>
                  <a:pt x="324113" y="51046"/>
                </a:lnTo>
                <a:lnTo>
                  <a:pt x="324510" y="50857"/>
                </a:lnTo>
                <a:lnTo>
                  <a:pt x="324912" y="50674"/>
                </a:lnTo>
                <a:lnTo>
                  <a:pt x="325319" y="50495"/>
                </a:lnTo>
                <a:lnTo>
                  <a:pt x="325731" y="50322"/>
                </a:lnTo>
                <a:lnTo>
                  <a:pt x="326147" y="50153"/>
                </a:lnTo>
                <a:lnTo>
                  <a:pt x="326568" y="49990"/>
                </a:lnTo>
                <a:lnTo>
                  <a:pt x="326994" y="49831"/>
                </a:lnTo>
                <a:lnTo>
                  <a:pt x="327424" y="49678"/>
                </a:lnTo>
                <a:lnTo>
                  <a:pt x="327861" y="49532"/>
                </a:lnTo>
                <a:lnTo>
                  <a:pt x="328304" y="49392"/>
                </a:lnTo>
                <a:lnTo>
                  <a:pt x="328752" y="49258"/>
                </a:lnTo>
                <a:lnTo>
                  <a:pt x="329206" y="49131"/>
                </a:lnTo>
                <a:lnTo>
                  <a:pt x="329666" y="49011"/>
                </a:lnTo>
                <a:lnTo>
                  <a:pt x="330132" y="48897"/>
                </a:lnTo>
                <a:lnTo>
                  <a:pt x="330604" y="48789"/>
                </a:lnTo>
                <a:lnTo>
                  <a:pt x="331081" y="48688"/>
                </a:lnTo>
                <a:lnTo>
                  <a:pt x="331565" y="48594"/>
                </a:lnTo>
                <a:lnTo>
                  <a:pt x="332054" y="48506"/>
                </a:lnTo>
                <a:lnTo>
                  <a:pt x="332549" y="48425"/>
                </a:lnTo>
                <a:lnTo>
                  <a:pt x="333050" y="48350"/>
                </a:lnTo>
                <a:lnTo>
                  <a:pt x="333557" y="48281"/>
                </a:lnTo>
                <a:lnTo>
                  <a:pt x="334069" y="48220"/>
                </a:lnTo>
                <a:lnTo>
                  <a:pt x="334588" y="48164"/>
                </a:lnTo>
                <a:lnTo>
                  <a:pt x="335112" y="48115"/>
                </a:lnTo>
                <a:lnTo>
                  <a:pt x="335642" y="48073"/>
                </a:lnTo>
                <a:lnTo>
                  <a:pt x="336178" y="48037"/>
                </a:lnTo>
                <a:lnTo>
                  <a:pt x="336720" y="48008"/>
                </a:lnTo>
                <a:lnTo>
                  <a:pt x="337267" y="47985"/>
                </a:lnTo>
                <a:lnTo>
                  <a:pt x="337821" y="47969"/>
                </a:lnTo>
                <a:lnTo>
                  <a:pt x="338380" y="47959"/>
                </a:lnTo>
                <a:lnTo>
                  <a:pt x="338945" y="47956"/>
                </a:lnTo>
                <a:lnTo>
                  <a:pt x="341093" y="47956"/>
                </a:lnTo>
                <a:lnTo>
                  <a:pt x="341093" y="33653"/>
                </a:lnTo>
                <a:lnTo>
                  <a:pt x="339225" y="33653"/>
                </a:lnTo>
                <a:lnTo>
                  <a:pt x="338330" y="33662"/>
                </a:lnTo>
                <a:lnTo>
                  <a:pt x="337448" y="33686"/>
                </a:lnTo>
                <a:lnTo>
                  <a:pt x="336580" y="33728"/>
                </a:lnTo>
                <a:lnTo>
                  <a:pt x="335726" y="33786"/>
                </a:lnTo>
                <a:lnTo>
                  <a:pt x="334887" y="33860"/>
                </a:lnTo>
                <a:lnTo>
                  <a:pt x="334061" y="33951"/>
                </a:lnTo>
                <a:lnTo>
                  <a:pt x="333249" y="34059"/>
                </a:lnTo>
                <a:lnTo>
                  <a:pt x="332451" y="34183"/>
                </a:lnTo>
                <a:lnTo>
                  <a:pt x="331666" y="34324"/>
                </a:lnTo>
                <a:lnTo>
                  <a:pt x="330896" y="34481"/>
                </a:lnTo>
                <a:lnTo>
                  <a:pt x="330140" y="34655"/>
                </a:lnTo>
                <a:lnTo>
                  <a:pt x="329398" y="34845"/>
                </a:lnTo>
                <a:lnTo>
                  <a:pt x="328669" y="35052"/>
                </a:lnTo>
                <a:lnTo>
                  <a:pt x="327955" y="35276"/>
                </a:lnTo>
                <a:lnTo>
                  <a:pt x="327255" y="35516"/>
                </a:lnTo>
                <a:lnTo>
                  <a:pt x="326568" y="35772"/>
                </a:lnTo>
                <a:lnTo>
                  <a:pt x="325896" y="36045"/>
                </a:lnTo>
                <a:lnTo>
                  <a:pt x="325237" y="36335"/>
                </a:lnTo>
                <a:lnTo>
                  <a:pt x="324592" y="36641"/>
                </a:lnTo>
                <a:lnTo>
                  <a:pt x="323962" y="36964"/>
                </a:lnTo>
                <a:lnTo>
                  <a:pt x="323345" y="37303"/>
                </a:lnTo>
                <a:lnTo>
                  <a:pt x="322742" y="37659"/>
                </a:lnTo>
                <a:lnTo>
                  <a:pt x="322153" y="38032"/>
                </a:lnTo>
                <a:lnTo>
                  <a:pt x="321578" y="38421"/>
                </a:lnTo>
                <a:lnTo>
                  <a:pt x="321015" y="38822"/>
                </a:lnTo>
                <a:lnTo>
                  <a:pt x="320462" y="39231"/>
                </a:lnTo>
                <a:lnTo>
                  <a:pt x="319919" y="39648"/>
                </a:lnTo>
                <a:lnTo>
                  <a:pt x="319386" y="40072"/>
                </a:lnTo>
                <a:lnTo>
                  <a:pt x="318863" y="40505"/>
                </a:lnTo>
                <a:lnTo>
                  <a:pt x="318351" y="40945"/>
                </a:lnTo>
                <a:lnTo>
                  <a:pt x="317848" y="41393"/>
                </a:lnTo>
                <a:lnTo>
                  <a:pt x="317355" y="41848"/>
                </a:lnTo>
                <a:lnTo>
                  <a:pt x="316873" y="42312"/>
                </a:lnTo>
                <a:lnTo>
                  <a:pt x="316400" y="42783"/>
                </a:lnTo>
                <a:lnTo>
                  <a:pt x="315938" y="43262"/>
                </a:lnTo>
                <a:lnTo>
                  <a:pt x="315485" y="43749"/>
                </a:lnTo>
                <a:lnTo>
                  <a:pt x="315043" y="44244"/>
                </a:lnTo>
                <a:lnTo>
                  <a:pt x="314611" y="44746"/>
                </a:lnTo>
                <a:lnTo>
                  <a:pt x="314188" y="45257"/>
                </a:lnTo>
                <a:lnTo>
                  <a:pt x="313776" y="45775"/>
                </a:lnTo>
                <a:lnTo>
                  <a:pt x="313374" y="46300"/>
                </a:lnTo>
                <a:lnTo>
                  <a:pt x="312982" y="46834"/>
                </a:lnTo>
                <a:lnTo>
                  <a:pt x="312600" y="47376"/>
                </a:lnTo>
                <a:lnTo>
                  <a:pt x="312228" y="47925"/>
                </a:lnTo>
                <a:lnTo>
                  <a:pt x="311866" y="48482"/>
                </a:lnTo>
                <a:lnTo>
                  <a:pt x="311514" y="49046"/>
                </a:lnTo>
                <a:lnTo>
                  <a:pt x="311172" y="49619"/>
                </a:lnTo>
                <a:lnTo>
                  <a:pt x="310840" y="50199"/>
                </a:lnTo>
                <a:lnTo>
                  <a:pt x="310280" y="35336"/>
                </a:lnTo>
                <a:lnTo>
                  <a:pt x="295621" y="35336"/>
                </a:lnTo>
                <a:lnTo>
                  <a:pt x="295621" y="130126"/>
                </a:lnTo>
                <a:lnTo>
                  <a:pt x="311214" y="130126"/>
                </a:lnTo>
                <a:lnTo>
                  <a:pt x="311214" y="62653"/>
                </a:lnTo>
                <a:lnTo>
                  <a:pt x="311472" y="62293"/>
                </a:lnTo>
                <a:lnTo>
                  <a:pt x="311732" y="61937"/>
                </a:lnTo>
                <a:close/>
                <a:moveTo>
                  <a:pt x="423475" y="47034"/>
                </a:moveTo>
                <a:lnTo>
                  <a:pt x="423038" y="46153"/>
                </a:lnTo>
                <a:lnTo>
                  <a:pt x="422580" y="45297"/>
                </a:lnTo>
                <a:lnTo>
                  <a:pt x="422099" y="44466"/>
                </a:lnTo>
                <a:lnTo>
                  <a:pt x="421595" y="43660"/>
                </a:lnTo>
                <a:lnTo>
                  <a:pt x="421070" y="42879"/>
                </a:lnTo>
                <a:lnTo>
                  <a:pt x="420518" y="42126"/>
                </a:lnTo>
                <a:lnTo>
                  <a:pt x="419937" y="41405"/>
                </a:lnTo>
                <a:lnTo>
                  <a:pt x="419326" y="40716"/>
                </a:lnTo>
                <a:lnTo>
                  <a:pt x="418686" y="40060"/>
                </a:lnTo>
                <a:lnTo>
                  <a:pt x="418017" y="39435"/>
                </a:lnTo>
                <a:lnTo>
                  <a:pt x="417317" y="38843"/>
                </a:lnTo>
                <a:lnTo>
                  <a:pt x="416589" y="38282"/>
                </a:lnTo>
                <a:lnTo>
                  <a:pt x="415831" y="37753"/>
                </a:lnTo>
                <a:lnTo>
                  <a:pt x="415043" y="37257"/>
                </a:lnTo>
                <a:lnTo>
                  <a:pt x="414226" y="36792"/>
                </a:lnTo>
                <a:lnTo>
                  <a:pt x="413379" y="36360"/>
                </a:lnTo>
                <a:lnTo>
                  <a:pt x="412503" y="35960"/>
                </a:lnTo>
                <a:lnTo>
                  <a:pt x="411597" y="35591"/>
                </a:lnTo>
                <a:lnTo>
                  <a:pt x="410662" y="35255"/>
                </a:lnTo>
                <a:lnTo>
                  <a:pt x="409697" y="34951"/>
                </a:lnTo>
                <a:lnTo>
                  <a:pt x="408703" y="34678"/>
                </a:lnTo>
                <a:lnTo>
                  <a:pt x="407679" y="34438"/>
                </a:lnTo>
                <a:lnTo>
                  <a:pt x="406626" y="34230"/>
                </a:lnTo>
                <a:lnTo>
                  <a:pt x="405544" y="34054"/>
                </a:lnTo>
                <a:lnTo>
                  <a:pt x="404431" y="33910"/>
                </a:lnTo>
                <a:lnTo>
                  <a:pt x="403290" y="33797"/>
                </a:lnTo>
                <a:lnTo>
                  <a:pt x="402118" y="33717"/>
                </a:lnTo>
                <a:lnTo>
                  <a:pt x="400918" y="33669"/>
                </a:lnTo>
                <a:lnTo>
                  <a:pt x="399688" y="33653"/>
                </a:lnTo>
                <a:lnTo>
                  <a:pt x="398799" y="33661"/>
                </a:lnTo>
                <a:lnTo>
                  <a:pt x="397923" y="33686"/>
                </a:lnTo>
                <a:lnTo>
                  <a:pt x="397059" y="33727"/>
                </a:lnTo>
                <a:lnTo>
                  <a:pt x="396207" y="33784"/>
                </a:lnTo>
                <a:lnTo>
                  <a:pt x="395367" y="33858"/>
                </a:lnTo>
                <a:lnTo>
                  <a:pt x="394540" y="33948"/>
                </a:lnTo>
                <a:lnTo>
                  <a:pt x="393726" y="34055"/>
                </a:lnTo>
                <a:lnTo>
                  <a:pt x="392923" y="34178"/>
                </a:lnTo>
                <a:lnTo>
                  <a:pt x="392133" y="34317"/>
                </a:lnTo>
                <a:lnTo>
                  <a:pt x="391355" y="34473"/>
                </a:lnTo>
                <a:lnTo>
                  <a:pt x="390590" y="34645"/>
                </a:lnTo>
                <a:lnTo>
                  <a:pt x="389837" y="34833"/>
                </a:lnTo>
                <a:lnTo>
                  <a:pt x="389096" y="35038"/>
                </a:lnTo>
                <a:lnTo>
                  <a:pt x="388368" y="35260"/>
                </a:lnTo>
                <a:lnTo>
                  <a:pt x="387651" y="35497"/>
                </a:lnTo>
                <a:lnTo>
                  <a:pt x="386947" y="35751"/>
                </a:lnTo>
                <a:lnTo>
                  <a:pt x="386256" y="36022"/>
                </a:lnTo>
                <a:lnTo>
                  <a:pt x="385577" y="36309"/>
                </a:lnTo>
                <a:lnTo>
                  <a:pt x="384910" y="36612"/>
                </a:lnTo>
                <a:lnTo>
                  <a:pt x="384255" y="36932"/>
                </a:lnTo>
                <a:lnTo>
                  <a:pt x="383613" y="37268"/>
                </a:lnTo>
                <a:lnTo>
                  <a:pt x="382983" y="37620"/>
                </a:lnTo>
                <a:lnTo>
                  <a:pt x="382365" y="37989"/>
                </a:lnTo>
                <a:lnTo>
                  <a:pt x="381760" y="38374"/>
                </a:lnTo>
                <a:lnTo>
                  <a:pt x="381167" y="38769"/>
                </a:lnTo>
                <a:lnTo>
                  <a:pt x="380585" y="39166"/>
                </a:lnTo>
                <a:lnTo>
                  <a:pt x="380014" y="39565"/>
                </a:lnTo>
                <a:lnTo>
                  <a:pt x="379454" y="39967"/>
                </a:lnTo>
                <a:lnTo>
                  <a:pt x="378906" y="40371"/>
                </a:lnTo>
                <a:lnTo>
                  <a:pt x="378370" y="40778"/>
                </a:lnTo>
                <a:lnTo>
                  <a:pt x="377844" y="41187"/>
                </a:lnTo>
                <a:lnTo>
                  <a:pt x="377330" y="41599"/>
                </a:lnTo>
                <a:lnTo>
                  <a:pt x="376827" y="42013"/>
                </a:lnTo>
                <a:lnTo>
                  <a:pt x="376336" y="42430"/>
                </a:lnTo>
                <a:lnTo>
                  <a:pt x="375856" y="42849"/>
                </a:lnTo>
                <a:lnTo>
                  <a:pt x="375387" y="43270"/>
                </a:lnTo>
                <a:lnTo>
                  <a:pt x="374930" y="43694"/>
                </a:lnTo>
                <a:lnTo>
                  <a:pt x="374484" y="44120"/>
                </a:lnTo>
                <a:lnTo>
                  <a:pt x="374050" y="44549"/>
                </a:lnTo>
                <a:lnTo>
                  <a:pt x="373626" y="44980"/>
                </a:lnTo>
                <a:lnTo>
                  <a:pt x="373214" y="45414"/>
                </a:lnTo>
                <a:lnTo>
                  <a:pt x="372814" y="45850"/>
                </a:lnTo>
                <a:lnTo>
                  <a:pt x="372425" y="46288"/>
                </a:lnTo>
                <a:lnTo>
                  <a:pt x="372047" y="46729"/>
                </a:lnTo>
                <a:lnTo>
                  <a:pt x="371680" y="47172"/>
                </a:lnTo>
                <a:lnTo>
                  <a:pt x="371325" y="47618"/>
                </a:lnTo>
                <a:lnTo>
                  <a:pt x="370981" y="48066"/>
                </a:lnTo>
                <a:lnTo>
                  <a:pt x="370649" y="48517"/>
                </a:lnTo>
                <a:lnTo>
                  <a:pt x="370275" y="35336"/>
                </a:lnTo>
                <a:lnTo>
                  <a:pt x="355149" y="35336"/>
                </a:lnTo>
                <a:lnTo>
                  <a:pt x="355149" y="130126"/>
                </a:lnTo>
                <a:lnTo>
                  <a:pt x="370742" y="130126"/>
                </a:lnTo>
                <a:lnTo>
                  <a:pt x="370742" y="61876"/>
                </a:lnTo>
                <a:lnTo>
                  <a:pt x="371073" y="61415"/>
                </a:lnTo>
                <a:lnTo>
                  <a:pt x="371412" y="60957"/>
                </a:lnTo>
                <a:lnTo>
                  <a:pt x="371760" y="60502"/>
                </a:lnTo>
                <a:lnTo>
                  <a:pt x="372116" y="60049"/>
                </a:lnTo>
                <a:lnTo>
                  <a:pt x="372480" y="59599"/>
                </a:lnTo>
                <a:lnTo>
                  <a:pt x="372852" y="59152"/>
                </a:lnTo>
                <a:lnTo>
                  <a:pt x="373232" y="58707"/>
                </a:lnTo>
                <a:lnTo>
                  <a:pt x="373621" y="58264"/>
                </a:lnTo>
                <a:lnTo>
                  <a:pt x="374018" y="57824"/>
                </a:lnTo>
                <a:lnTo>
                  <a:pt x="374424" y="57387"/>
                </a:lnTo>
                <a:lnTo>
                  <a:pt x="374837" y="56952"/>
                </a:lnTo>
                <a:lnTo>
                  <a:pt x="375259" y="56520"/>
                </a:lnTo>
                <a:lnTo>
                  <a:pt x="375689" y="56091"/>
                </a:lnTo>
                <a:lnTo>
                  <a:pt x="376128" y="55664"/>
                </a:lnTo>
                <a:lnTo>
                  <a:pt x="376574" y="55240"/>
                </a:lnTo>
                <a:lnTo>
                  <a:pt x="377029" y="54818"/>
                </a:lnTo>
                <a:lnTo>
                  <a:pt x="377493" y="54399"/>
                </a:lnTo>
                <a:lnTo>
                  <a:pt x="377964" y="53982"/>
                </a:lnTo>
                <a:lnTo>
                  <a:pt x="378444" y="53568"/>
                </a:lnTo>
                <a:lnTo>
                  <a:pt x="378932" y="53157"/>
                </a:lnTo>
                <a:lnTo>
                  <a:pt x="379428" y="52748"/>
                </a:lnTo>
                <a:lnTo>
                  <a:pt x="379933" y="52342"/>
                </a:lnTo>
                <a:lnTo>
                  <a:pt x="380445" y="51938"/>
                </a:lnTo>
                <a:lnTo>
                  <a:pt x="380966" y="51537"/>
                </a:lnTo>
                <a:lnTo>
                  <a:pt x="381496" y="51146"/>
                </a:lnTo>
                <a:lnTo>
                  <a:pt x="382035" y="50771"/>
                </a:lnTo>
                <a:lnTo>
                  <a:pt x="382584" y="50413"/>
                </a:lnTo>
                <a:lnTo>
                  <a:pt x="383141" y="50072"/>
                </a:lnTo>
                <a:lnTo>
                  <a:pt x="383708" y="49747"/>
                </a:lnTo>
                <a:lnTo>
                  <a:pt x="384284" y="49439"/>
                </a:lnTo>
                <a:lnTo>
                  <a:pt x="384869" y="49147"/>
                </a:lnTo>
                <a:lnTo>
                  <a:pt x="385464" y="48873"/>
                </a:lnTo>
                <a:lnTo>
                  <a:pt x="386068" y="48614"/>
                </a:lnTo>
                <a:lnTo>
                  <a:pt x="386681" y="48373"/>
                </a:lnTo>
                <a:lnTo>
                  <a:pt x="387303" y="48148"/>
                </a:lnTo>
                <a:lnTo>
                  <a:pt x="387934" y="47940"/>
                </a:lnTo>
                <a:lnTo>
                  <a:pt x="388575" y="47748"/>
                </a:lnTo>
                <a:lnTo>
                  <a:pt x="389225" y="47573"/>
                </a:lnTo>
                <a:lnTo>
                  <a:pt x="389884" y="47415"/>
                </a:lnTo>
                <a:lnTo>
                  <a:pt x="390553" y="47274"/>
                </a:lnTo>
                <a:lnTo>
                  <a:pt x="391230" y="47149"/>
                </a:lnTo>
                <a:lnTo>
                  <a:pt x="391917" y="47040"/>
                </a:lnTo>
                <a:lnTo>
                  <a:pt x="392613" y="46949"/>
                </a:lnTo>
                <a:lnTo>
                  <a:pt x="393319" y="46874"/>
                </a:lnTo>
                <a:lnTo>
                  <a:pt x="394033" y="46816"/>
                </a:lnTo>
                <a:lnTo>
                  <a:pt x="394757" y="46774"/>
                </a:lnTo>
                <a:lnTo>
                  <a:pt x="395490" y="46749"/>
                </a:lnTo>
                <a:lnTo>
                  <a:pt x="396233" y="46741"/>
                </a:lnTo>
                <a:lnTo>
                  <a:pt x="396772" y="46746"/>
                </a:lnTo>
                <a:lnTo>
                  <a:pt x="397300" y="46762"/>
                </a:lnTo>
                <a:lnTo>
                  <a:pt x="397818" y="46788"/>
                </a:lnTo>
                <a:lnTo>
                  <a:pt x="398325" y="46824"/>
                </a:lnTo>
                <a:lnTo>
                  <a:pt x="398820" y="46872"/>
                </a:lnTo>
                <a:lnTo>
                  <a:pt x="399305" y="46929"/>
                </a:lnTo>
                <a:lnTo>
                  <a:pt x="399779" y="46997"/>
                </a:lnTo>
                <a:lnTo>
                  <a:pt x="400243" y="47076"/>
                </a:lnTo>
                <a:lnTo>
                  <a:pt x="400695" y="47165"/>
                </a:lnTo>
                <a:lnTo>
                  <a:pt x="401136" y="47265"/>
                </a:lnTo>
                <a:lnTo>
                  <a:pt x="401567" y="47375"/>
                </a:lnTo>
                <a:lnTo>
                  <a:pt x="401987" y="47495"/>
                </a:lnTo>
                <a:lnTo>
                  <a:pt x="402396" y="47626"/>
                </a:lnTo>
                <a:lnTo>
                  <a:pt x="402794" y="47767"/>
                </a:lnTo>
                <a:lnTo>
                  <a:pt x="403181" y="47919"/>
                </a:lnTo>
                <a:lnTo>
                  <a:pt x="403557" y="48082"/>
                </a:lnTo>
                <a:lnTo>
                  <a:pt x="403923" y="48255"/>
                </a:lnTo>
                <a:lnTo>
                  <a:pt x="404277" y="48438"/>
                </a:lnTo>
                <a:lnTo>
                  <a:pt x="404621" y="48632"/>
                </a:lnTo>
                <a:lnTo>
                  <a:pt x="404954" y="48836"/>
                </a:lnTo>
                <a:lnTo>
                  <a:pt x="405276" y="49051"/>
                </a:lnTo>
                <a:lnTo>
                  <a:pt x="405587" y="49276"/>
                </a:lnTo>
                <a:lnTo>
                  <a:pt x="405887" y="49512"/>
                </a:lnTo>
                <a:lnTo>
                  <a:pt x="406177" y="49758"/>
                </a:lnTo>
                <a:lnTo>
                  <a:pt x="406457" y="50014"/>
                </a:lnTo>
                <a:lnTo>
                  <a:pt x="406730" y="50277"/>
                </a:lnTo>
                <a:lnTo>
                  <a:pt x="406995" y="50548"/>
                </a:lnTo>
                <a:lnTo>
                  <a:pt x="407252" y="50828"/>
                </a:lnTo>
                <a:lnTo>
                  <a:pt x="407502" y="51116"/>
                </a:lnTo>
                <a:lnTo>
                  <a:pt x="407744" y="51411"/>
                </a:lnTo>
                <a:lnTo>
                  <a:pt x="407978" y="51715"/>
                </a:lnTo>
                <a:lnTo>
                  <a:pt x="408205" y="52027"/>
                </a:lnTo>
                <a:lnTo>
                  <a:pt x="408424" y="52347"/>
                </a:lnTo>
                <a:lnTo>
                  <a:pt x="408636" y="52675"/>
                </a:lnTo>
                <a:lnTo>
                  <a:pt x="408840" y="53011"/>
                </a:lnTo>
                <a:lnTo>
                  <a:pt x="409036" y="53355"/>
                </a:lnTo>
                <a:lnTo>
                  <a:pt x="409225" y="53707"/>
                </a:lnTo>
                <a:lnTo>
                  <a:pt x="409406" y="54068"/>
                </a:lnTo>
                <a:lnTo>
                  <a:pt x="409580" y="54436"/>
                </a:lnTo>
                <a:lnTo>
                  <a:pt x="409746" y="54813"/>
                </a:lnTo>
                <a:lnTo>
                  <a:pt x="409904" y="55197"/>
                </a:lnTo>
                <a:lnTo>
                  <a:pt x="410055" y="55590"/>
                </a:lnTo>
                <a:lnTo>
                  <a:pt x="410198" y="55991"/>
                </a:lnTo>
                <a:lnTo>
                  <a:pt x="410333" y="56400"/>
                </a:lnTo>
                <a:lnTo>
                  <a:pt x="410461" y="56817"/>
                </a:lnTo>
                <a:lnTo>
                  <a:pt x="410581" y="57242"/>
                </a:lnTo>
                <a:lnTo>
                  <a:pt x="410694" y="57675"/>
                </a:lnTo>
                <a:lnTo>
                  <a:pt x="410799" y="58116"/>
                </a:lnTo>
                <a:lnTo>
                  <a:pt x="410898" y="58564"/>
                </a:lnTo>
                <a:lnTo>
                  <a:pt x="410993" y="59016"/>
                </a:lnTo>
                <a:lnTo>
                  <a:pt x="411083" y="59474"/>
                </a:lnTo>
                <a:lnTo>
                  <a:pt x="411170" y="59937"/>
                </a:lnTo>
                <a:lnTo>
                  <a:pt x="411252" y="60406"/>
                </a:lnTo>
                <a:lnTo>
                  <a:pt x="411330" y="60879"/>
                </a:lnTo>
                <a:lnTo>
                  <a:pt x="411404" y="61358"/>
                </a:lnTo>
                <a:lnTo>
                  <a:pt x="411473" y="61841"/>
                </a:lnTo>
                <a:lnTo>
                  <a:pt x="411539" y="62330"/>
                </a:lnTo>
                <a:lnTo>
                  <a:pt x="411600" y="62824"/>
                </a:lnTo>
                <a:lnTo>
                  <a:pt x="411657" y="63324"/>
                </a:lnTo>
                <a:lnTo>
                  <a:pt x="411709" y="63828"/>
                </a:lnTo>
                <a:lnTo>
                  <a:pt x="411758" y="64338"/>
                </a:lnTo>
                <a:lnTo>
                  <a:pt x="411802" y="64852"/>
                </a:lnTo>
                <a:lnTo>
                  <a:pt x="411842" y="65372"/>
                </a:lnTo>
                <a:lnTo>
                  <a:pt x="411878" y="65897"/>
                </a:lnTo>
                <a:lnTo>
                  <a:pt x="411909" y="66427"/>
                </a:lnTo>
                <a:lnTo>
                  <a:pt x="411937" y="66963"/>
                </a:lnTo>
                <a:lnTo>
                  <a:pt x="411960" y="67503"/>
                </a:lnTo>
                <a:lnTo>
                  <a:pt x="411979" y="68049"/>
                </a:lnTo>
                <a:lnTo>
                  <a:pt x="411994" y="68600"/>
                </a:lnTo>
                <a:lnTo>
                  <a:pt x="412004" y="69156"/>
                </a:lnTo>
                <a:lnTo>
                  <a:pt x="412011" y="69717"/>
                </a:lnTo>
                <a:lnTo>
                  <a:pt x="412013" y="70283"/>
                </a:lnTo>
                <a:lnTo>
                  <a:pt x="412013" y="130126"/>
                </a:lnTo>
                <a:lnTo>
                  <a:pt x="427512" y="130126"/>
                </a:lnTo>
                <a:lnTo>
                  <a:pt x="427512" y="68493"/>
                </a:lnTo>
                <a:lnTo>
                  <a:pt x="427501" y="67139"/>
                </a:lnTo>
                <a:lnTo>
                  <a:pt x="427468" y="65811"/>
                </a:lnTo>
                <a:lnTo>
                  <a:pt x="427412" y="64507"/>
                </a:lnTo>
                <a:lnTo>
                  <a:pt x="427333" y="63229"/>
                </a:lnTo>
                <a:lnTo>
                  <a:pt x="427233" y="61975"/>
                </a:lnTo>
                <a:lnTo>
                  <a:pt x="427122" y="60864"/>
                </a:lnTo>
                <a:lnTo>
                  <a:pt x="427139" y="60950"/>
                </a:lnTo>
                <a:lnTo>
                  <a:pt x="427463" y="60515"/>
                </a:lnTo>
                <a:lnTo>
                  <a:pt x="427795" y="60082"/>
                </a:lnTo>
                <a:lnTo>
                  <a:pt x="428137" y="59653"/>
                </a:lnTo>
                <a:lnTo>
                  <a:pt x="428488" y="59226"/>
                </a:lnTo>
                <a:lnTo>
                  <a:pt x="428848" y="58801"/>
                </a:lnTo>
                <a:lnTo>
                  <a:pt x="429216" y="58379"/>
                </a:lnTo>
                <a:lnTo>
                  <a:pt x="429595" y="57960"/>
                </a:lnTo>
                <a:lnTo>
                  <a:pt x="429982" y="57543"/>
                </a:lnTo>
                <a:lnTo>
                  <a:pt x="430378" y="57129"/>
                </a:lnTo>
                <a:lnTo>
                  <a:pt x="430783" y="56717"/>
                </a:lnTo>
                <a:lnTo>
                  <a:pt x="431197" y="56308"/>
                </a:lnTo>
                <a:lnTo>
                  <a:pt x="431621" y="55902"/>
                </a:lnTo>
                <a:lnTo>
                  <a:pt x="432053" y="55498"/>
                </a:lnTo>
                <a:lnTo>
                  <a:pt x="432495" y="55097"/>
                </a:lnTo>
                <a:lnTo>
                  <a:pt x="432946" y="54698"/>
                </a:lnTo>
                <a:lnTo>
                  <a:pt x="433405" y="54302"/>
                </a:lnTo>
                <a:lnTo>
                  <a:pt x="433874" y="53909"/>
                </a:lnTo>
                <a:lnTo>
                  <a:pt x="434352" y="53518"/>
                </a:lnTo>
                <a:lnTo>
                  <a:pt x="434839" y="53130"/>
                </a:lnTo>
                <a:lnTo>
                  <a:pt x="435335" y="52744"/>
                </a:lnTo>
                <a:lnTo>
                  <a:pt x="435840" y="52361"/>
                </a:lnTo>
                <a:lnTo>
                  <a:pt x="436354" y="51981"/>
                </a:lnTo>
                <a:lnTo>
                  <a:pt x="436878" y="51603"/>
                </a:lnTo>
                <a:lnTo>
                  <a:pt x="437410" y="51228"/>
                </a:lnTo>
                <a:lnTo>
                  <a:pt x="437951" y="50862"/>
                </a:lnTo>
                <a:lnTo>
                  <a:pt x="438501" y="50511"/>
                </a:lnTo>
                <a:lnTo>
                  <a:pt x="439060" y="50176"/>
                </a:lnTo>
                <a:lnTo>
                  <a:pt x="439627" y="49857"/>
                </a:lnTo>
                <a:lnTo>
                  <a:pt x="440204" y="49553"/>
                </a:lnTo>
                <a:lnTo>
                  <a:pt x="440789" y="49265"/>
                </a:lnTo>
                <a:lnTo>
                  <a:pt x="441383" y="48992"/>
                </a:lnTo>
                <a:lnTo>
                  <a:pt x="441985" y="48735"/>
                </a:lnTo>
                <a:lnTo>
                  <a:pt x="442596" y="48493"/>
                </a:lnTo>
                <a:lnTo>
                  <a:pt x="443216" y="48267"/>
                </a:lnTo>
                <a:lnTo>
                  <a:pt x="443845" y="48057"/>
                </a:lnTo>
                <a:lnTo>
                  <a:pt x="444483" y="47862"/>
                </a:lnTo>
                <a:lnTo>
                  <a:pt x="445129" y="47683"/>
                </a:lnTo>
                <a:lnTo>
                  <a:pt x="445784" y="47520"/>
                </a:lnTo>
                <a:lnTo>
                  <a:pt x="446448" y="47372"/>
                </a:lnTo>
                <a:lnTo>
                  <a:pt x="447121" y="47239"/>
                </a:lnTo>
                <a:lnTo>
                  <a:pt x="447802" y="47122"/>
                </a:lnTo>
                <a:lnTo>
                  <a:pt x="448492" y="47021"/>
                </a:lnTo>
                <a:lnTo>
                  <a:pt x="449191" y="46935"/>
                </a:lnTo>
                <a:lnTo>
                  <a:pt x="449898" y="46865"/>
                </a:lnTo>
                <a:lnTo>
                  <a:pt x="450615" y="46811"/>
                </a:lnTo>
                <a:lnTo>
                  <a:pt x="451340" y="46772"/>
                </a:lnTo>
                <a:lnTo>
                  <a:pt x="452074" y="46748"/>
                </a:lnTo>
                <a:lnTo>
                  <a:pt x="452816" y="46741"/>
                </a:lnTo>
                <a:lnTo>
                  <a:pt x="453348" y="46746"/>
                </a:lnTo>
                <a:lnTo>
                  <a:pt x="453869" y="46762"/>
                </a:lnTo>
                <a:lnTo>
                  <a:pt x="454379" y="46788"/>
                </a:lnTo>
                <a:lnTo>
                  <a:pt x="454878" y="46824"/>
                </a:lnTo>
                <a:lnTo>
                  <a:pt x="455367" y="46872"/>
                </a:lnTo>
                <a:lnTo>
                  <a:pt x="455845" y="46929"/>
                </a:lnTo>
                <a:lnTo>
                  <a:pt x="456312" y="46997"/>
                </a:lnTo>
                <a:lnTo>
                  <a:pt x="456769" y="47076"/>
                </a:lnTo>
                <a:lnTo>
                  <a:pt x="457215" y="47165"/>
                </a:lnTo>
                <a:lnTo>
                  <a:pt x="457650" y="47265"/>
                </a:lnTo>
                <a:lnTo>
                  <a:pt x="458075" y="47375"/>
                </a:lnTo>
                <a:lnTo>
                  <a:pt x="458489" y="47495"/>
                </a:lnTo>
                <a:lnTo>
                  <a:pt x="458892" y="47626"/>
                </a:lnTo>
                <a:lnTo>
                  <a:pt x="459284" y="47767"/>
                </a:lnTo>
                <a:lnTo>
                  <a:pt x="459666" y="47919"/>
                </a:lnTo>
                <a:lnTo>
                  <a:pt x="460037" y="48082"/>
                </a:lnTo>
                <a:lnTo>
                  <a:pt x="460397" y="48255"/>
                </a:lnTo>
                <a:lnTo>
                  <a:pt x="460747" y="48438"/>
                </a:lnTo>
                <a:lnTo>
                  <a:pt x="461086" y="48632"/>
                </a:lnTo>
                <a:lnTo>
                  <a:pt x="461414" y="48836"/>
                </a:lnTo>
                <a:lnTo>
                  <a:pt x="461732" y="49051"/>
                </a:lnTo>
                <a:lnTo>
                  <a:pt x="462039" y="49276"/>
                </a:lnTo>
                <a:lnTo>
                  <a:pt x="462335" y="49512"/>
                </a:lnTo>
                <a:lnTo>
                  <a:pt x="462620" y="49758"/>
                </a:lnTo>
                <a:lnTo>
                  <a:pt x="462897" y="50014"/>
                </a:lnTo>
                <a:lnTo>
                  <a:pt x="463166" y="50277"/>
                </a:lnTo>
                <a:lnTo>
                  <a:pt x="463428" y="50548"/>
                </a:lnTo>
                <a:lnTo>
                  <a:pt x="463682" y="50828"/>
                </a:lnTo>
                <a:lnTo>
                  <a:pt x="463930" y="51116"/>
                </a:lnTo>
                <a:lnTo>
                  <a:pt x="464170" y="51411"/>
                </a:lnTo>
                <a:lnTo>
                  <a:pt x="464402" y="51715"/>
                </a:lnTo>
                <a:lnTo>
                  <a:pt x="464628" y="52027"/>
                </a:lnTo>
                <a:lnTo>
                  <a:pt x="464846" y="52347"/>
                </a:lnTo>
                <a:lnTo>
                  <a:pt x="465057" y="52675"/>
                </a:lnTo>
                <a:lnTo>
                  <a:pt x="465260" y="53011"/>
                </a:lnTo>
                <a:lnTo>
                  <a:pt x="465456" y="53355"/>
                </a:lnTo>
                <a:lnTo>
                  <a:pt x="465645" y="53707"/>
                </a:lnTo>
                <a:lnTo>
                  <a:pt x="465827" y="54068"/>
                </a:lnTo>
                <a:lnTo>
                  <a:pt x="466001" y="54436"/>
                </a:lnTo>
                <a:lnTo>
                  <a:pt x="466168" y="54813"/>
                </a:lnTo>
                <a:lnTo>
                  <a:pt x="466328" y="55197"/>
                </a:lnTo>
                <a:lnTo>
                  <a:pt x="466481" y="55590"/>
                </a:lnTo>
                <a:lnTo>
                  <a:pt x="466626" y="55991"/>
                </a:lnTo>
                <a:lnTo>
                  <a:pt x="466764" y="56400"/>
                </a:lnTo>
                <a:lnTo>
                  <a:pt x="466894" y="56817"/>
                </a:lnTo>
                <a:lnTo>
                  <a:pt x="467018" y="57242"/>
                </a:lnTo>
                <a:lnTo>
                  <a:pt x="467134" y="57675"/>
                </a:lnTo>
                <a:lnTo>
                  <a:pt x="467242" y="58116"/>
                </a:lnTo>
                <a:lnTo>
                  <a:pt x="467345" y="58564"/>
                </a:lnTo>
                <a:lnTo>
                  <a:pt x="467444" y="59016"/>
                </a:lnTo>
                <a:lnTo>
                  <a:pt x="467538" y="59474"/>
                </a:lnTo>
                <a:lnTo>
                  <a:pt x="467627" y="59937"/>
                </a:lnTo>
                <a:lnTo>
                  <a:pt x="467713" y="60406"/>
                </a:lnTo>
                <a:lnTo>
                  <a:pt x="467794" y="60879"/>
                </a:lnTo>
                <a:lnTo>
                  <a:pt x="467870" y="61358"/>
                </a:lnTo>
                <a:lnTo>
                  <a:pt x="467943" y="61841"/>
                </a:lnTo>
                <a:lnTo>
                  <a:pt x="468010" y="62330"/>
                </a:lnTo>
                <a:lnTo>
                  <a:pt x="468074" y="62824"/>
                </a:lnTo>
                <a:lnTo>
                  <a:pt x="468133" y="63324"/>
                </a:lnTo>
                <a:lnTo>
                  <a:pt x="468188" y="63828"/>
                </a:lnTo>
                <a:lnTo>
                  <a:pt x="468238" y="64338"/>
                </a:lnTo>
                <a:lnTo>
                  <a:pt x="468284" y="64852"/>
                </a:lnTo>
                <a:lnTo>
                  <a:pt x="468326" y="65372"/>
                </a:lnTo>
                <a:lnTo>
                  <a:pt x="468363" y="65897"/>
                </a:lnTo>
                <a:lnTo>
                  <a:pt x="468396" y="66427"/>
                </a:lnTo>
                <a:lnTo>
                  <a:pt x="468424" y="66963"/>
                </a:lnTo>
                <a:lnTo>
                  <a:pt x="468448" y="67503"/>
                </a:lnTo>
                <a:lnTo>
                  <a:pt x="468468" y="68049"/>
                </a:lnTo>
                <a:lnTo>
                  <a:pt x="468483" y="68600"/>
                </a:lnTo>
                <a:lnTo>
                  <a:pt x="468494" y="69156"/>
                </a:lnTo>
                <a:lnTo>
                  <a:pt x="468501" y="69717"/>
                </a:lnTo>
                <a:lnTo>
                  <a:pt x="468503" y="70283"/>
                </a:lnTo>
                <a:lnTo>
                  <a:pt x="468503" y="130126"/>
                </a:lnTo>
                <a:lnTo>
                  <a:pt x="484096" y="130126"/>
                </a:lnTo>
                <a:lnTo>
                  <a:pt x="484096" y="68493"/>
                </a:lnTo>
                <a:lnTo>
                  <a:pt x="484085" y="67139"/>
                </a:lnTo>
                <a:lnTo>
                  <a:pt x="484051" y="65811"/>
                </a:lnTo>
                <a:lnTo>
                  <a:pt x="483994" y="64507"/>
                </a:lnTo>
                <a:lnTo>
                  <a:pt x="483914" y="63229"/>
                </a:lnTo>
                <a:lnTo>
                  <a:pt x="483812" y="61975"/>
                </a:lnTo>
                <a:lnTo>
                  <a:pt x="483687" y="60746"/>
                </a:lnTo>
                <a:lnTo>
                  <a:pt x="483540" y="59542"/>
                </a:lnTo>
                <a:lnTo>
                  <a:pt x="483370" y="58363"/>
                </a:lnTo>
                <a:lnTo>
                  <a:pt x="483177" y="57209"/>
                </a:lnTo>
                <a:lnTo>
                  <a:pt x="482961" y="56079"/>
                </a:lnTo>
                <a:lnTo>
                  <a:pt x="482723" y="54975"/>
                </a:lnTo>
                <a:lnTo>
                  <a:pt x="482462" y="53895"/>
                </a:lnTo>
                <a:lnTo>
                  <a:pt x="482178" y="52840"/>
                </a:lnTo>
                <a:lnTo>
                  <a:pt x="481872" y="51810"/>
                </a:lnTo>
                <a:lnTo>
                  <a:pt x="481543" y="50805"/>
                </a:lnTo>
                <a:lnTo>
                  <a:pt x="481191" y="49825"/>
                </a:lnTo>
                <a:lnTo>
                  <a:pt x="480817" y="48870"/>
                </a:lnTo>
                <a:lnTo>
                  <a:pt x="480419" y="47939"/>
                </a:lnTo>
                <a:lnTo>
                  <a:pt x="480000" y="47034"/>
                </a:lnTo>
                <a:lnTo>
                  <a:pt x="479557" y="46153"/>
                </a:lnTo>
                <a:lnTo>
                  <a:pt x="479092" y="45297"/>
                </a:lnTo>
                <a:lnTo>
                  <a:pt x="478604" y="44466"/>
                </a:lnTo>
                <a:lnTo>
                  <a:pt x="478093" y="43660"/>
                </a:lnTo>
                <a:lnTo>
                  <a:pt x="477560" y="42879"/>
                </a:lnTo>
                <a:lnTo>
                  <a:pt x="477001" y="42126"/>
                </a:lnTo>
                <a:lnTo>
                  <a:pt x="476414" y="41405"/>
                </a:lnTo>
                <a:lnTo>
                  <a:pt x="475799" y="40716"/>
                </a:lnTo>
                <a:lnTo>
                  <a:pt x="475156" y="40060"/>
                </a:lnTo>
                <a:lnTo>
                  <a:pt x="474484" y="39435"/>
                </a:lnTo>
                <a:lnTo>
                  <a:pt x="473784" y="38843"/>
                </a:lnTo>
                <a:lnTo>
                  <a:pt x="473056" y="38282"/>
                </a:lnTo>
                <a:lnTo>
                  <a:pt x="472300" y="37753"/>
                </a:lnTo>
                <a:lnTo>
                  <a:pt x="471515" y="37257"/>
                </a:lnTo>
                <a:lnTo>
                  <a:pt x="470703" y="36792"/>
                </a:lnTo>
                <a:lnTo>
                  <a:pt x="469862" y="36360"/>
                </a:lnTo>
                <a:lnTo>
                  <a:pt x="468993" y="35960"/>
                </a:lnTo>
                <a:lnTo>
                  <a:pt x="468096" y="35591"/>
                </a:lnTo>
                <a:lnTo>
                  <a:pt x="467170" y="35255"/>
                </a:lnTo>
                <a:lnTo>
                  <a:pt x="466217" y="34951"/>
                </a:lnTo>
                <a:lnTo>
                  <a:pt x="465235" y="34678"/>
                </a:lnTo>
                <a:lnTo>
                  <a:pt x="464225" y="34438"/>
                </a:lnTo>
                <a:lnTo>
                  <a:pt x="463186" y="34230"/>
                </a:lnTo>
                <a:lnTo>
                  <a:pt x="462120" y="34054"/>
                </a:lnTo>
                <a:lnTo>
                  <a:pt x="461025" y="33910"/>
                </a:lnTo>
                <a:lnTo>
                  <a:pt x="459902" y="33797"/>
                </a:lnTo>
                <a:lnTo>
                  <a:pt x="458751" y="33717"/>
                </a:lnTo>
                <a:lnTo>
                  <a:pt x="457572" y="33669"/>
                </a:lnTo>
                <a:lnTo>
                  <a:pt x="456364" y="33653"/>
                </a:lnTo>
                <a:lnTo>
                  <a:pt x="455460" y="33662"/>
                </a:lnTo>
                <a:lnTo>
                  <a:pt x="454566" y="33688"/>
                </a:lnTo>
                <a:lnTo>
                  <a:pt x="453683" y="33731"/>
                </a:lnTo>
                <a:lnTo>
                  <a:pt x="452811" y="33791"/>
                </a:lnTo>
                <a:lnTo>
                  <a:pt x="451950" y="33868"/>
                </a:lnTo>
                <a:lnTo>
                  <a:pt x="451101" y="33963"/>
                </a:lnTo>
                <a:lnTo>
                  <a:pt x="450262" y="34075"/>
                </a:lnTo>
                <a:lnTo>
                  <a:pt x="449434" y="34204"/>
                </a:lnTo>
                <a:lnTo>
                  <a:pt x="448617" y="34350"/>
                </a:lnTo>
                <a:lnTo>
                  <a:pt x="447812" y="34513"/>
                </a:lnTo>
                <a:lnTo>
                  <a:pt x="447017" y="34694"/>
                </a:lnTo>
                <a:lnTo>
                  <a:pt x="446234" y="34892"/>
                </a:lnTo>
                <a:lnTo>
                  <a:pt x="445461" y="35107"/>
                </a:lnTo>
                <a:lnTo>
                  <a:pt x="444699" y="35339"/>
                </a:lnTo>
                <a:lnTo>
                  <a:pt x="443949" y="35589"/>
                </a:lnTo>
                <a:lnTo>
                  <a:pt x="443209" y="35855"/>
                </a:lnTo>
                <a:lnTo>
                  <a:pt x="442481" y="36139"/>
                </a:lnTo>
                <a:lnTo>
                  <a:pt x="441763" y="36440"/>
                </a:lnTo>
                <a:lnTo>
                  <a:pt x="441057" y="36758"/>
                </a:lnTo>
                <a:lnTo>
                  <a:pt x="440361" y="37094"/>
                </a:lnTo>
                <a:lnTo>
                  <a:pt x="439677" y="37447"/>
                </a:lnTo>
                <a:lnTo>
                  <a:pt x="439004" y="37816"/>
                </a:lnTo>
                <a:lnTo>
                  <a:pt x="438341" y="38203"/>
                </a:lnTo>
                <a:lnTo>
                  <a:pt x="437690" y="38608"/>
                </a:lnTo>
                <a:lnTo>
                  <a:pt x="437049" y="39022"/>
                </a:lnTo>
                <a:lnTo>
                  <a:pt x="436416" y="39440"/>
                </a:lnTo>
                <a:lnTo>
                  <a:pt x="435793" y="39861"/>
                </a:lnTo>
                <a:lnTo>
                  <a:pt x="435179" y="40285"/>
                </a:lnTo>
                <a:lnTo>
                  <a:pt x="434574" y="40713"/>
                </a:lnTo>
                <a:lnTo>
                  <a:pt x="433978" y="41143"/>
                </a:lnTo>
                <a:lnTo>
                  <a:pt x="433392" y="41577"/>
                </a:lnTo>
                <a:lnTo>
                  <a:pt x="432814" y="42015"/>
                </a:lnTo>
                <a:lnTo>
                  <a:pt x="432245" y="42455"/>
                </a:lnTo>
                <a:lnTo>
                  <a:pt x="431686" y="42899"/>
                </a:lnTo>
                <a:lnTo>
                  <a:pt x="431135" y="43346"/>
                </a:lnTo>
                <a:lnTo>
                  <a:pt x="430594" y="43796"/>
                </a:lnTo>
                <a:lnTo>
                  <a:pt x="430061" y="44249"/>
                </a:lnTo>
                <a:lnTo>
                  <a:pt x="429538" y="44706"/>
                </a:lnTo>
                <a:lnTo>
                  <a:pt x="429024" y="45166"/>
                </a:lnTo>
                <a:lnTo>
                  <a:pt x="428519" y="45629"/>
                </a:lnTo>
                <a:lnTo>
                  <a:pt x="428023" y="46096"/>
                </a:lnTo>
                <a:lnTo>
                  <a:pt x="427536" y="46565"/>
                </a:lnTo>
                <a:lnTo>
                  <a:pt x="427058" y="47038"/>
                </a:lnTo>
                <a:lnTo>
                  <a:pt x="426589" y="47514"/>
                </a:lnTo>
                <a:lnTo>
                  <a:pt x="426129" y="47994"/>
                </a:lnTo>
                <a:lnTo>
                  <a:pt x="425679" y="48477"/>
                </a:lnTo>
                <a:lnTo>
                  <a:pt x="425237" y="48962"/>
                </a:lnTo>
                <a:lnTo>
                  <a:pt x="424805" y="49452"/>
                </a:lnTo>
                <a:lnTo>
                  <a:pt x="425221" y="51504"/>
                </a:lnTo>
                <a:lnTo>
                  <a:pt x="424996" y="50805"/>
                </a:lnTo>
                <a:lnTo>
                  <a:pt x="424649" y="49825"/>
                </a:lnTo>
                <a:lnTo>
                  <a:pt x="424280" y="48870"/>
                </a:lnTo>
                <a:lnTo>
                  <a:pt x="423888" y="47939"/>
                </a:lnTo>
                <a:lnTo>
                  <a:pt x="423475" y="47034"/>
                </a:lnTo>
                <a:close/>
                <a:moveTo>
                  <a:pt x="235941" y="131646"/>
                </a:moveTo>
                <a:lnTo>
                  <a:pt x="236972" y="131555"/>
                </a:lnTo>
                <a:lnTo>
                  <a:pt x="237990" y="131443"/>
                </a:lnTo>
                <a:lnTo>
                  <a:pt x="238995" y="131312"/>
                </a:lnTo>
                <a:lnTo>
                  <a:pt x="239987" y="131159"/>
                </a:lnTo>
                <a:lnTo>
                  <a:pt x="240966" y="130987"/>
                </a:lnTo>
                <a:lnTo>
                  <a:pt x="241932" y="130794"/>
                </a:lnTo>
                <a:lnTo>
                  <a:pt x="242885" y="130581"/>
                </a:lnTo>
                <a:lnTo>
                  <a:pt x="243825" y="130348"/>
                </a:lnTo>
                <a:lnTo>
                  <a:pt x="244753" y="130094"/>
                </a:lnTo>
                <a:lnTo>
                  <a:pt x="245667" y="129820"/>
                </a:lnTo>
                <a:lnTo>
                  <a:pt x="246568" y="129526"/>
                </a:lnTo>
                <a:lnTo>
                  <a:pt x="247456" y="129212"/>
                </a:lnTo>
                <a:lnTo>
                  <a:pt x="248332" y="128877"/>
                </a:lnTo>
                <a:lnTo>
                  <a:pt x="249194" y="128522"/>
                </a:lnTo>
                <a:lnTo>
                  <a:pt x="250044" y="128147"/>
                </a:lnTo>
                <a:lnTo>
                  <a:pt x="250880" y="127751"/>
                </a:lnTo>
                <a:lnTo>
                  <a:pt x="251704" y="127335"/>
                </a:lnTo>
                <a:lnTo>
                  <a:pt x="252514" y="126899"/>
                </a:lnTo>
                <a:lnTo>
                  <a:pt x="253312" y="126443"/>
                </a:lnTo>
                <a:lnTo>
                  <a:pt x="254096" y="125966"/>
                </a:lnTo>
                <a:lnTo>
                  <a:pt x="254867" y="125470"/>
                </a:lnTo>
                <a:lnTo>
                  <a:pt x="255622" y="124957"/>
                </a:lnTo>
                <a:lnTo>
                  <a:pt x="256362" y="124425"/>
                </a:lnTo>
                <a:lnTo>
                  <a:pt x="257087" y="123876"/>
                </a:lnTo>
                <a:lnTo>
                  <a:pt x="257796" y="123310"/>
                </a:lnTo>
                <a:lnTo>
                  <a:pt x="258491" y="122725"/>
                </a:lnTo>
                <a:lnTo>
                  <a:pt x="259170" y="122123"/>
                </a:lnTo>
                <a:lnTo>
                  <a:pt x="259833" y="121503"/>
                </a:lnTo>
                <a:lnTo>
                  <a:pt x="260482" y="120865"/>
                </a:lnTo>
                <a:lnTo>
                  <a:pt x="261115" y="120210"/>
                </a:lnTo>
                <a:lnTo>
                  <a:pt x="261733" y="119536"/>
                </a:lnTo>
                <a:lnTo>
                  <a:pt x="262336" y="118845"/>
                </a:lnTo>
                <a:lnTo>
                  <a:pt x="262924" y="118137"/>
                </a:lnTo>
                <a:lnTo>
                  <a:pt x="263496" y="117410"/>
                </a:lnTo>
                <a:lnTo>
                  <a:pt x="264053" y="116666"/>
                </a:lnTo>
                <a:lnTo>
                  <a:pt x="264595" y="115904"/>
                </a:lnTo>
                <a:lnTo>
                  <a:pt x="265122" y="115124"/>
                </a:lnTo>
                <a:lnTo>
                  <a:pt x="265634" y="114326"/>
                </a:lnTo>
                <a:lnTo>
                  <a:pt x="266130" y="113511"/>
                </a:lnTo>
                <a:lnTo>
                  <a:pt x="266611" y="112678"/>
                </a:lnTo>
                <a:lnTo>
                  <a:pt x="267076" y="111827"/>
                </a:lnTo>
                <a:lnTo>
                  <a:pt x="267527" y="110959"/>
                </a:lnTo>
                <a:lnTo>
                  <a:pt x="267962" y="110073"/>
                </a:lnTo>
                <a:lnTo>
                  <a:pt x="268382" y="109169"/>
                </a:lnTo>
                <a:lnTo>
                  <a:pt x="268786" y="108248"/>
                </a:lnTo>
                <a:lnTo>
                  <a:pt x="269173" y="107313"/>
                </a:lnTo>
                <a:lnTo>
                  <a:pt x="269542" y="106364"/>
                </a:lnTo>
                <a:lnTo>
                  <a:pt x="269894" y="105399"/>
                </a:lnTo>
                <a:lnTo>
                  <a:pt x="270229" y="104420"/>
                </a:lnTo>
                <a:lnTo>
                  <a:pt x="270547" y="103426"/>
                </a:lnTo>
                <a:lnTo>
                  <a:pt x="270848" y="102418"/>
                </a:lnTo>
                <a:lnTo>
                  <a:pt x="271131" y="101395"/>
                </a:lnTo>
                <a:lnTo>
                  <a:pt x="271398" y="100357"/>
                </a:lnTo>
                <a:lnTo>
                  <a:pt x="271647" y="99304"/>
                </a:lnTo>
                <a:lnTo>
                  <a:pt x="271879" y="98237"/>
                </a:lnTo>
                <a:lnTo>
                  <a:pt x="272094" y="97155"/>
                </a:lnTo>
                <a:lnTo>
                  <a:pt x="272291" y="96058"/>
                </a:lnTo>
                <a:lnTo>
                  <a:pt x="272472" y="94947"/>
                </a:lnTo>
                <a:lnTo>
                  <a:pt x="272635" y="93820"/>
                </a:lnTo>
                <a:lnTo>
                  <a:pt x="272781" y="92680"/>
                </a:lnTo>
                <a:lnTo>
                  <a:pt x="272910" y="91524"/>
                </a:lnTo>
                <a:lnTo>
                  <a:pt x="273022" y="90354"/>
                </a:lnTo>
                <a:lnTo>
                  <a:pt x="273116" y="89169"/>
                </a:lnTo>
                <a:lnTo>
                  <a:pt x="273193" y="87969"/>
                </a:lnTo>
                <a:lnTo>
                  <a:pt x="273254" y="86755"/>
                </a:lnTo>
                <a:lnTo>
                  <a:pt x="273297" y="85525"/>
                </a:lnTo>
                <a:lnTo>
                  <a:pt x="273322" y="84282"/>
                </a:lnTo>
                <a:lnTo>
                  <a:pt x="273331" y="83023"/>
                </a:lnTo>
                <a:lnTo>
                  <a:pt x="273322" y="81748"/>
                </a:lnTo>
                <a:lnTo>
                  <a:pt x="273297" y="80489"/>
                </a:lnTo>
                <a:lnTo>
                  <a:pt x="273254" y="79244"/>
                </a:lnTo>
                <a:lnTo>
                  <a:pt x="273193" y="78015"/>
                </a:lnTo>
                <a:lnTo>
                  <a:pt x="273116" y="76800"/>
                </a:lnTo>
                <a:lnTo>
                  <a:pt x="273022" y="75601"/>
                </a:lnTo>
                <a:lnTo>
                  <a:pt x="272910" y="74416"/>
                </a:lnTo>
                <a:lnTo>
                  <a:pt x="272781" y="73247"/>
                </a:lnTo>
                <a:lnTo>
                  <a:pt x="272635" y="72093"/>
                </a:lnTo>
                <a:lnTo>
                  <a:pt x="272472" y="70954"/>
                </a:lnTo>
                <a:lnTo>
                  <a:pt x="272291" y="69829"/>
                </a:lnTo>
                <a:lnTo>
                  <a:pt x="272094" y="68720"/>
                </a:lnTo>
                <a:lnTo>
                  <a:pt x="271879" y="67626"/>
                </a:lnTo>
                <a:lnTo>
                  <a:pt x="271647" y="66547"/>
                </a:lnTo>
                <a:lnTo>
                  <a:pt x="271398" y="65483"/>
                </a:lnTo>
                <a:lnTo>
                  <a:pt x="271131" y="64435"/>
                </a:lnTo>
                <a:lnTo>
                  <a:pt x="270848" y="63401"/>
                </a:lnTo>
                <a:lnTo>
                  <a:pt x="270547" y="62382"/>
                </a:lnTo>
                <a:lnTo>
                  <a:pt x="270229" y="61378"/>
                </a:lnTo>
                <a:lnTo>
                  <a:pt x="269894" y="60390"/>
                </a:lnTo>
                <a:lnTo>
                  <a:pt x="269542" y="59416"/>
                </a:lnTo>
                <a:lnTo>
                  <a:pt x="269173" y="58457"/>
                </a:lnTo>
                <a:lnTo>
                  <a:pt x="268786" y="57514"/>
                </a:lnTo>
                <a:lnTo>
                  <a:pt x="268382" y="56585"/>
                </a:lnTo>
                <a:lnTo>
                  <a:pt x="267962" y="55673"/>
                </a:lnTo>
                <a:lnTo>
                  <a:pt x="267527" y="54779"/>
                </a:lnTo>
                <a:lnTo>
                  <a:pt x="267076" y="53902"/>
                </a:lnTo>
                <a:lnTo>
                  <a:pt x="266611" y="53044"/>
                </a:lnTo>
                <a:lnTo>
                  <a:pt x="266130" y="52203"/>
                </a:lnTo>
                <a:lnTo>
                  <a:pt x="265634" y="51379"/>
                </a:lnTo>
                <a:lnTo>
                  <a:pt x="265122" y="50574"/>
                </a:lnTo>
                <a:lnTo>
                  <a:pt x="264595" y="49786"/>
                </a:lnTo>
                <a:lnTo>
                  <a:pt x="264053" y="49016"/>
                </a:lnTo>
                <a:lnTo>
                  <a:pt x="263496" y="48264"/>
                </a:lnTo>
                <a:lnTo>
                  <a:pt x="262924" y="47529"/>
                </a:lnTo>
                <a:lnTo>
                  <a:pt x="262336" y="46812"/>
                </a:lnTo>
                <a:lnTo>
                  <a:pt x="261733" y="46113"/>
                </a:lnTo>
                <a:lnTo>
                  <a:pt x="261115" y="45432"/>
                </a:lnTo>
                <a:lnTo>
                  <a:pt x="260482" y="44768"/>
                </a:lnTo>
                <a:lnTo>
                  <a:pt x="259833" y="44122"/>
                </a:lnTo>
                <a:lnTo>
                  <a:pt x="259170" y="43494"/>
                </a:lnTo>
                <a:lnTo>
                  <a:pt x="258491" y="42884"/>
                </a:lnTo>
                <a:lnTo>
                  <a:pt x="257796" y="42292"/>
                </a:lnTo>
                <a:lnTo>
                  <a:pt x="257087" y="41717"/>
                </a:lnTo>
                <a:lnTo>
                  <a:pt x="256362" y="41160"/>
                </a:lnTo>
                <a:lnTo>
                  <a:pt x="255622" y="40620"/>
                </a:lnTo>
                <a:lnTo>
                  <a:pt x="254867" y="40099"/>
                </a:lnTo>
                <a:lnTo>
                  <a:pt x="254096" y="39595"/>
                </a:lnTo>
                <a:lnTo>
                  <a:pt x="253312" y="39110"/>
                </a:lnTo>
                <a:lnTo>
                  <a:pt x="252514" y="38646"/>
                </a:lnTo>
                <a:lnTo>
                  <a:pt x="251704" y="38203"/>
                </a:lnTo>
                <a:lnTo>
                  <a:pt x="250880" y="37780"/>
                </a:lnTo>
                <a:lnTo>
                  <a:pt x="250044" y="37377"/>
                </a:lnTo>
                <a:lnTo>
                  <a:pt x="249194" y="36996"/>
                </a:lnTo>
                <a:lnTo>
                  <a:pt x="248332" y="36635"/>
                </a:lnTo>
                <a:lnTo>
                  <a:pt x="247456" y="36294"/>
                </a:lnTo>
                <a:lnTo>
                  <a:pt x="246568" y="35974"/>
                </a:lnTo>
                <a:lnTo>
                  <a:pt x="245667" y="35675"/>
                </a:lnTo>
                <a:lnTo>
                  <a:pt x="244753" y="35397"/>
                </a:lnTo>
                <a:lnTo>
                  <a:pt x="243825" y="35139"/>
                </a:lnTo>
                <a:lnTo>
                  <a:pt x="242885" y="34901"/>
                </a:lnTo>
                <a:lnTo>
                  <a:pt x="241932" y="34685"/>
                </a:lnTo>
                <a:lnTo>
                  <a:pt x="240966" y="34489"/>
                </a:lnTo>
                <a:lnTo>
                  <a:pt x="239987" y="34313"/>
                </a:lnTo>
                <a:lnTo>
                  <a:pt x="238995" y="34159"/>
                </a:lnTo>
                <a:lnTo>
                  <a:pt x="237990" y="34025"/>
                </a:lnTo>
                <a:lnTo>
                  <a:pt x="236972" y="33911"/>
                </a:lnTo>
                <a:lnTo>
                  <a:pt x="235941" y="33818"/>
                </a:lnTo>
                <a:lnTo>
                  <a:pt x="234897" y="33746"/>
                </a:lnTo>
                <a:lnTo>
                  <a:pt x="233840" y="33695"/>
                </a:lnTo>
                <a:lnTo>
                  <a:pt x="232770" y="33664"/>
                </a:lnTo>
                <a:lnTo>
                  <a:pt x="231687" y="33653"/>
                </a:lnTo>
                <a:lnTo>
                  <a:pt x="230627" y="33664"/>
                </a:lnTo>
                <a:lnTo>
                  <a:pt x="229581" y="33695"/>
                </a:lnTo>
                <a:lnTo>
                  <a:pt x="228547" y="33746"/>
                </a:lnTo>
                <a:lnTo>
                  <a:pt x="227527" y="33818"/>
                </a:lnTo>
                <a:lnTo>
                  <a:pt x="226519" y="33911"/>
                </a:lnTo>
                <a:lnTo>
                  <a:pt x="225524" y="34025"/>
                </a:lnTo>
                <a:lnTo>
                  <a:pt x="224543" y="34159"/>
                </a:lnTo>
                <a:lnTo>
                  <a:pt x="223574" y="34313"/>
                </a:lnTo>
                <a:lnTo>
                  <a:pt x="222618" y="34489"/>
                </a:lnTo>
                <a:lnTo>
                  <a:pt x="221675" y="34685"/>
                </a:lnTo>
                <a:lnTo>
                  <a:pt x="220746" y="34901"/>
                </a:lnTo>
                <a:lnTo>
                  <a:pt x="219829" y="35139"/>
                </a:lnTo>
                <a:lnTo>
                  <a:pt x="218925" y="35397"/>
                </a:lnTo>
                <a:lnTo>
                  <a:pt x="218034" y="35675"/>
                </a:lnTo>
                <a:lnTo>
                  <a:pt x="217156" y="35974"/>
                </a:lnTo>
                <a:lnTo>
                  <a:pt x="216291" y="36294"/>
                </a:lnTo>
                <a:lnTo>
                  <a:pt x="215439" y="36635"/>
                </a:lnTo>
                <a:lnTo>
                  <a:pt x="214600" y="36996"/>
                </a:lnTo>
                <a:lnTo>
                  <a:pt x="213774" y="37377"/>
                </a:lnTo>
                <a:lnTo>
                  <a:pt x="212961" y="37780"/>
                </a:lnTo>
                <a:lnTo>
                  <a:pt x="212161" y="38203"/>
                </a:lnTo>
                <a:lnTo>
                  <a:pt x="211373" y="38646"/>
                </a:lnTo>
                <a:lnTo>
                  <a:pt x="210599" y="39110"/>
                </a:lnTo>
                <a:lnTo>
                  <a:pt x="209838" y="39595"/>
                </a:lnTo>
                <a:lnTo>
                  <a:pt x="209091" y="40099"/>
                </a:lnTo>
                <a:lnTo>
                  <a:pt x="208358" y="40620"/>
                </a:lnTo>
                <a:lnTo>
                  <a:pt x="207640" y="41160"/>
                </a:lnTo>
                <a:lnTo>
                  <a:pt x="206937" y="41717"/>
                </a:lnTo>
                <a:lnTo>
                  <a:pt x="206248" y="42292"/>
                </a:lnTo>
                <a:lnTo>
                  <a:pt x="205575" y="42884"/>
                </a:lnTo>
                <a:lnTo>
                  <a:pt x="204916" y="43494"/>
                </a:lnTo>
                <a:lnTo>
                  <a:pt x="204272" y="44122"/>
                </a:lnTo>
                <a:lnTo>
                  <a:pt x="203643" y="44768"/>
                </a:lnTo>
                <a:lnTo>
                  <a:pt x="203028" y="45432"/>
                </a:lnTo>
                <a:lnTo>
                  <a:pt x="202428" y="46113"/>
                </a:lnTo>
                <a:lnTo>
                  <a:pt x="201843" y="46812"/>
                </a:lnTo>
                <a:lnTo>
                  <a:pt x="201273" y="47529"/>
                </a:lnTo>
                <a:lnTo>
                  <a:pt x="200717" y="48264"/>
                </a:lnTo>
                <a:lnTo>
                  <a:pt x="200176" y="49016"/>
                </a:lnTo>
                <a:lnTo>
                  <a:pt x="199650" y="49786"/>
                </a:lnTo>
                <a:lnTo>
                  <a:pt x="199139" y="50574"/>
                </a:lnTo>
                <a:lnTo>
                  <a:pt x="198642" y="51379"/>
                </a:lnTo>
                <a:lnTo>
                  <a:pt x="198160" y="52203"/>
                </a:lnTo>
                <a:lnTo>
                  <a:pt x="197693" y="53044"/>
                </a:lnTo>
                <a:lnTo>
                  <a:pt x="197241" y="53902"/>
                </a:lnTo>
                <a:lnTo>
                  <a:pt x="196803" y="54779"/>
                </a:lnTo>
                <a:lnTo>
                  <a:pt x="196380" y="55673"/>
                </a:lnTo>
                <a:lnTo>
                  <a:pt x="195972" y="56585"/>
                </a:lnTo>
                <a:lnTo>
                  <a:pt x="195580" y="57514"/>
                </a:lnTo>
                <a:lnTo>
                  <a:pt x="195204" y="58457"/>
                </a:lnTo>
                <a:lnTo>
                  <a:pt x="194845" y="59416"/>
                </a:lnTo>
                <a:lnTo>
                  <a:pt x="194503" y="60390"/>
                </a:lnTo>
                <a:lnTo>
                  <a:pt x="194177" y="61378"/>
                </a:lnTo>
                <a:lnTo>
                  <a:pt x="193868" y="62382"/>
                </a:lnTo>
                <a:lnTo>
                  <a:pt x="193576" y="63401"/>
                </a:lnTo>
                <a:lnTo>
                  <a:pt x="193301" y="64435"/>
                </a:lnTo>
                <a:lnTo>
                  <a:pt x="193042" y="65483"/>
                </a:lnTo>
                <a:lnTo>
                  <a:pt x="192800" y="66547"/>
                </a:lnTo>
                <a:lnTo>
                  <a:pt x="192574" y="67626"/>
                </a:lnTo>
                <a:lnTo>
                  <a:pt x="192366" y="68720"/>
                </a:lnTo>
                <a:lnTo>
                  <a:pt x="192174" y="69829"/>
                </a:lnTo>
                <a:lnTo>
                  <a:pt x="191998" y="70954"/>
                </a:lnTo>
                <a:lnTo>
                  <a:pt x="191840" y="72093"/>
                </a:lnTo>
                <a:lnTo>
                  <a:pt x="191698" y="73247"/>
                </a:lnTo>
                <a:lnTo>
                  <a:pt x="191573" y="74416"/>
                </a:lnTo>
                <a:lnTo>
                  <a:pt x="191464" y="75601"/>
                </a:lnTo>
                <a:lnTo>
                  <a:pt x="191372" y="76800"/>
                </a:lnTo>
                <a:lnTo>
                  <a:pt x="191297" y="78015"/>
                </a:lnTo>
                <a:lnTo>
                  <a:pt x="191239" y="79244"/>
                </a:lnTo>
                <a:lnTo>
                  <a:pt x="191197" y="80489"/>
                </a:lnTo>
                <a:lnTo>
                  <a:pt x="191172" y="81748"/>
                </a:lnTo>
                <a:lnTo>
                  <a:pt x="191163" y="83023"/>
                </a:lnTo>
                <a:lnTo>
                  <a:pt x="191172" y="84282"/>
                </a:lnTo>
                <a:lnTo>
                  <a:pt x="191197" y="85525"/>
                </a:lnTo>
                <a:lnTo>
                  <a:pt x="191239" y="86755"/>
                </a:lnTo>
                <a:lnTo>
                  <a:pt x="191297" y="87969"/>
                </a:lnTo>
                <a:lnTo>
                  <a:pt x="191372" y="89169"/>
                </a:lnTo>
                <a:lnTo>
                  <a:pt x="191464" y="90354"/>
                </a:lnTo>
                <a:lnTo>
                  <a:pt x="191573" y="91524"/>
                </a:lnTo>
                <a:lnTo>
                  <a:pt x="191698" y="92680"/>
                </a:lnTo>
                <a:lnTo>
                  <a:pt x="191840" y="93820"/>
                </a:lnTo>
                <a:lnTo>
                  <a:pt x="191998" y="94947"/>
                </a:lnTo>
                <a:lnTo>
                  <a:pt x="192174" y="96058"/>
                </a:lnTo>
                <a:lnTo>
                  <a:pt x="192366" y="97155"/>
                </a:lnTo>
                <a:lnTo>
                  <a:pt x="192574" y="98237"/>
                </a:lnTo>
                <a:lnTo>
                  <a:pt x="192800" y="99304"/>
                </a:lnTo>
                <a:lnTo>
                  <a:pt x="193042" y="100357"/>
                </a:lnTo>
                <a:lnTo>
                  <a:pt x="193301" y="101395"/>
                </a:lnTo>
                <a:lnTo>
                  <a:pt x="193576" y="102418"/>
                </a:lnTo>
                <a:lnTo>
                  <a:pt x="193868" y="103426"/>
                </a:lnTo>
                <a:lnTo>
                  <a:pt x="194177" y="104420"/>
                </a:lnTo>
                <a:lnTo>
                  <a:pt x="194503" y="105399"/>
                </a:lnTo>
                <a:lnTo>
                  <a:pt x="194845" y="106364"/>
                </a:lnTo>
                <a:lnTo>
                  <a:pt x="195204" y="107313"/>
                </a:lnTo>
                <a:lnTo>
                  <a:pt x="195580" y="108248"/>
                </a:lnTo>
                <a:lnTo>
                  <a:pt x="195972" y="109169"/>
                </a:lnTo>
                <a:lnTo>
                  <a:pt x="196380" y="110073"/>
                </a:lnTo>
                <a:lnTo>
                  <a:pt x="196803" y="110959"/>
                </a:lnTo>
                <a:lnTo>
                  <a:pt x="197241" y="111827"/>
                </a:lnTo>
                <a:lnTo>
                  <a:pt x="197693" y="112678"/>
                </a:lnTo>
                <a:lnTo>
                  <a:pt x="198160" y="113511"/>
                </a:lnTo>
                <a:lnTo>
                  <a:pt x="198642" y="114326"/>
                </a:lnTo>
                <a:lnTo>
                  <a:pt x="199139" y="115124"/>
                </a:lnTo>
                <a:lnTo>
                  <a:pt x="199650" y="115904"/>
                </a:lnTo>
                <a:lnTo>
                  <a:pt x="200176" y="116666"/>
                </a:lnTo>
                <a:lnTo>
                  <a:pt x="200717" y="117410"/>
                </a:lnTo>
                <a:lnTo>
                  <a:pt x="201273" y="118137"/>
                </a:lnTo>
                <a:lnTo>
                  <a:pt x="201843" y="118845"/>
                </a:lnTo>
                <a:lnTo>
                  <a:pt x="202428" y="119536"/>
                </a:lnTo>
                <a:lnTo>
                  <a:pt x="203028" y="120210"/>
                </a:lnTo>
                <a:lnTo>
                  <a:pt x="203643" y="120865"/>
                </a:lnTo>
                <a:lnTo>
                  <a:pt x="204272" y="121503"/>
                </a:lnTo>
                <a:lnTo>
                  <a:pt x="204916" y="122123"/>
                </a:lnTo>
                <a:lnTo>
                  <a:pt x="205575" y="122725"/>
                </a:lnTo>
                <a:lnTo>
                  <a:pt x="206248" y="123310"/>
                </a:lnTo>
                <a:lnTo>
                  <a:pt x="206937" y="123876"/>
                </a:lnTo>
                <a:lnTo>
                  <a:pt x="207640" y="124425"/>
                </a:lnTo>
                <a:lnTo>
                  <a:pt x="208358" y="124957"/>
                </a:lnTo>
                <a:lnTo>
                  <a:pt x="209091" y="125470"/>
                </a:lnTo>
                <a:lnTo>
                  <a:pt x="209838" y="125966"/>
                </a:lnTo>
                <a:lnTo>
                  <a:pt x="210599" y="126443"/>
                </a:lnTo>
                <a:lnTo>
                  <a:pt x="211373" y="126899"/>
                </a:lnTo>
                <a:lnTo>
                  <a:pt x="212161" y="127335"/>
                </a:lnTo>
                <a:lnTo>
                  <a:pt x="212961" y="127751"/>
                </a:lnTo>
                <a:lnTo>
                  <a:pt x="213774" y="128147"/>
                </a:lnTo>
                <a:lnTo>
                  <a:pt x="214600" y="128522"/>
                </a:lnTo>
                <a:lnTo>
                  <a:pt x="215439" y="128877"/>
                </a:lnTo>
                <a:lnTo>
                  <a:pt x="216291" y="129212"/>
                </a:lnTo>
                <a:lnTo>
                  <a:pt x="217156" y="129526"/>
                </a:lnTo>
                <a:lnTo>
                  <a:pt x="218034" y="129820"/>
                </a:lnTo>
                <a:lnTo>
                  <a:pt x="218925" y="130094"/>
                </a:lnTo>
                <a:lnTo>
                  <a:pt x="219829" y="130348"/>
                </a:lnTo>
                <a:lnTo>
                  <a:pt x="220746" y="130581"/>
                </a:lnTo>
                <a:lnTo>
                  <a:pt x="221675" y="130794"/>
                </a:lnTo>
                <a:lnTo>
                  <a:pt x="222618" y="130987"/>
                </a:lnTo>
                <a:lnTo>
                  <a:pt x="223574" y="131159"/>
                </a:lnTo>
                <a:lnTo>
                  <a:pt x="224543" y="131312"/>
                </a:lnTo>
                <a:lnTo>
                  <a:pt x="225524" y="131443"/>
                </a:lnTo>
                <a:lnTo>
                  <a:pt x="226519" y="131555"/>
                </a:lnTo>
                <a:lnTo>
                  <a:pt x="227527" y="131646"/>
                </a:lnTo>
                <a:lnTo>
                  <a:pt x="228547" y="131717"/>
                </a:lnTo>
                <a:lnTo>
                  <a:pt x="229581" y="131768"/>
                </a:lnTo>
                <a:lnTo>
                  <a:pt x="230627" y="131798"/>
                </a:lnTo>
                <a:lnTo>
                  <a:pt x="231687" y="131809"/>
                </a:lnTo>
                <a:lnTo>
                  <a:pt x="232770" y="131798"/>
                </a:lnTo>
                <a:lnTo>
                  <a:pt x="233840" y="131768"/>
                </a:lnTo>
                <a:lnTo>
                  <a:pt x="234897" y="131717"/>
                </a:lnTo>
                <a:lnTo>
                  <a:pt x="235941" y="131646"/>
                </a:lnTo>
                <a:close/>
                <a:moveTo>
                  <a:pt x="228826" y="119337"/>
                </a:moveTo>
                <a:lnTo>
                  <a:pt x="228141" y="119263"/>
                </a:lnTo>
                <a:lnTo>
                  <a:pt x="227468" y="119173"/>
                </a:lnTo>
                <a:lnTo>
                  <a:pt x="226806" y="119066"/>
                </a:lnTo>
                <a:lnTo>
                  <a:pt x="226157" y="118942"/>
                </a:lnTo>
                <a:lnTo>
                  <a:pt x="225520" y="118802"/>
                </a:lnTo>
                <a:lnTo>
                  <a:pt x="224895" y="118646"/>
                </a:lnTo>
                <a:lnTo>
                  <a:pt x="224282" y="118473"/>
                </a:lnTo>
                <a:lnTo>
                  <a:pt x="223680" y="118284"/>
                </a:lnTo>
                <a:lnTo>
                  <a:pt x="223091" y="118078"/>
                </a:lnTo>
                <a:lnTo>
                  <a:pt x="222514" y="117856"/>
                </a:lnTo>
                <a:lnTo>
                  <a:pt x="221949" y="117617"/>
                </a:lnTo>
                <a:lnTo>
                  <a:pt x="221395" y="117362"/>
                </a:lnTo>
                <a:lnTo>
                  <a:pt x="220854" y="117090"/>
                </a:lnTo>
                <a:lnTo>
                  <a:pt x="220325" y="116802"/>
                </a:lnTo>
                <a:lnTo>
                  <a:pt x="219807" y="116498"/>
                </a:lnTo>
                <a:lnTo>
                  <a:pt x="219302" y="116176"/>
                </a:lnTo>
                <a:lnTo>
                  <a:pt x="218809" y="115839"/>
                </a:lnTo>
                <a:lnTo>
                  <a:pt x="218328" y="115485"/>
                </a:lnTo>
                <a:lnTo>
                  <a:pt x="217858" y="115115"/>
                </a:lnTo>
                <a:lnTo>
                  <a:pt x="217401" y="114728"/>
                </a:lnTo>
                <a:lnTo>
                  <a:pt x="216955" y="114327"/>
                </a:lnTo>
                <a:lnTo>
                  <a:pt x="216519" y="113914"/>
                </a:lnTo>
                <a:lnTo>
                  <a:pt x="216095" y="113488"/>
                </a:lnTo>
                <a:lnTo>
                  <a:pt x="215680" y="113051"/>
                </a:lnTo>
                <a:lnTo>
                  <a:pt x="215276" y="112602"/>
                </a:lnTo>
                <a:lnTo>
                  <a:pt x="214883" y="112141"/>
                </a:lnTo>
                <a:lnTo>
                  <a:pt x="214500" y="111668"/>
                </a:lnTo>
                <a:lnTo>
                  <a:pt x="214128" y="111183"/>
                </a:lnTo>
                <a:lnTo>
                  <a:pt x="213766" y="110686"/>
                </a:lnTo>
                <a:lnTo>
                  <a:pt x="213415" y="110177"/>
                </a:lnTo>
                <a:lnTo>
                  <a:pt x="213074" y="109656"/>
                </a:lnTo>
                <a:lnTo>
                  <a:pt x="212744" y="109123"/>
                </a:lnTo>
                <a:lnTo>
                  <a:pt x="212425" y="108577"/>
                </a:lnTo>
                <a:lnTo>
                  <a:pt x="212115" y="108020"/>
                </a:lnTo>
                <a:lnTo>
                  <a:pt x="211817" y="107451"/>
                </a:lnTo>
                <a:lnTo>
                  <a:pt x="211529" y="106870"/>
                </a:lnTo>
                <a:lnTo>
                  <a:pt x="211252" y="106277"/>
                </a:lnTo>
                <a:lnTo>
                  <a:pt x="210985" y="105672"/>
                </a:lnTo>
                <a:lnTo>
                  <a:pt x="210728" y="105055"/>
                </a:lnTo>
                <a:lnTo>
                  <a:pt x="210482" y="104426"/>
                </a:lnTo>
                <a:lnTo>
                  <a:pt x="210247" y="103785"/>
                </a:lnTo>
                <a:lnTo>
                  <a:pt x="210022" y="103132"/>
                </a:lnTo>
                <a:lnTo>
                  <a:pt x="209808" y="102466"/>
                </a:lnTo>
                <a:lnTo>
                  <a:pt x="209604" y="101789"/>
                </a:lnTo>
                <a:lnTo>
                  <a:pt x="209410" y="101102"/>
                </a:lnTo>
                <a:lnTo>
                  <a:pt x="209224" y="100407"/>
                </a:lnTo>
                <a:lnTo>
                  <a:pt x="209046" y="99704"/>
                </a:lnTo>
                <a:lnTo>
                  <a:pt x="208877" y="98993"/>
                </a:lnTo>
                <a:lnTo>
                  <a:pt x="208716" y="98274"/>
                </a:lnTo>
                <a:lnTo>
                  <a:pt x="208563" y="97547"/>
                </a:lnTo>
                <a:lnTo>
                  <a:pt x="208418" y="96813"/>
                </a:lnTo>
                <a:lnTo>
                  <a:pt x="208282" y="96070"/>
                </a:lnTo>
                <a:lnTo>
                  <a:pt x="208154" y="95320"/>
                </a:lnTo>
                <a:lnTo>
                  <a:pt x="208034" y="94562"/>
                </a:lnTo>
                <a:lnTo>
                  <a:pt x="207922" y="93796"/>
                </a:lnTo>
                <a:lnTo>
                  <a:pt x="207819" y="93022"/>
                </a:lnTo>
                <a:lnTo>
                  <a:pt x="207724" y="92240"/>
                </a:lnTo>
                <a:lnTo>
                  <a:pt x="207637" y="91450"/>
                </a:lnTo>
                <a:lnTo>
                  <a:pt x="207558" y="90653"/>
                </a:lnTo>
                <a:lnTo>
                  <a:pt x="207488" y="89847"/>
                </a:lnTo>
                <a:lnTo>
                  <a:pt x="207426" y="89034"/>
                </a:lnTo>
                <a:lnTo>
                  <a:pt x="207372" y="88213"/>
                </a:lnTo>
                <a:lnTo>
                  <a:pt x="207327" y="87383"/>
                </a:lnTo>
                <a:lnTo>
                  <a:pt x="207290" y="86546"/>
                </a:lnTo>
                <a:lnTo>
                  <a:pt x="207261" y="85701"/>
                </a:lnTo>
                <a:lnTo>
                  <a:pt x="207240" y="84849"/>
                </a:lnTo>
                <a:lnTo>
                  <a:pt x="207228" y="83988"/>
                </a:lnTo>
                <a:lnTo>
                  <a:pt x="207223" y="83119"/>
                </a:lnTo>
                <a:lnTo>
                  <a:pt x="207228" y="82235"/>
                </a:lnTo>
                <a:lnTo>
                  <a:pt x="207240" y="81358"/>
                </a:lnTo>
                <a:lnTo>
                  <a:pt x="207261" y="80489"/>
                </a:lnTo>
                <a:lnTo>
                  <a:pt x="207290" y="79629"/>
                </a:lnTo>
                <a:lnTo>
                  <a:pt x="207327" y="78777"/>
                </a:lnTo>
                <a:lnTo>
                  <a:pt x="207372" y="77933"/>
                </a:lnTo>
                <a:lnTo>
                  <a:pt x="207426" y="77098"/>
                </a:lnTo>
                <a:lnTo>
                  <a:pt x="207488" y="76271"/>
                </a:lnTo>
                <a:lnTo>
                  <a:pt x="207558" y="75452"/>
                </a:lnTo>
                <a:lnTo>
                  <a:pt x="207637" y="74641"/>
                </a:lnTo>
                <a:lnTo>
                  <a:pt x="207724" y="73838"/>
                </a:lnTo>
                <a:lnTo>
                  <a:pt x="207819" y="73044"/>
                </a:lnTo>
                <a:lnTo>
                  <a:pt x="207922" y="72258"/>
                </a:lnTo>
                <a:lnTo>
                  <a:pt x="208034" y="71480"/>
                </a:lnTo>
                <a:lnTo>
                  <a:pt x="208154" y="70710"/>
                </a:lnTo>
                <a:lnTo>
                  <a:pt x="208282" y="69949"/>
                </a:lnTo>
                <a:lnTo>
                  <a:pt x="208418" y="69196"/>
                </a:lnTo>
                <a:lnTo>
                  <a:pt x="208563" y="68451"/>
                </a:lnTo>
                <a:lnTo>
                  <a:pt x="208716" y="67714"/>
                </a:lnTo>
                <a:lnTo>
                  <a:pt x="208877" y="66986"/>
                </a:lnTo>
                <a:lnTo>
                  <a:pt x="209046" y="66266"/>
                </a:lnTo>
                <a:lnTo>
                  <a:pt x="209224" y="65554"/>
                </a:lnTo>
                <a:lnTo>
                  <a:pt x="209410" y="64850"/>
                </a:lnTo>
                <a:lnTo>
                  <a:pt x="209604" y="64154"/>
                </a:lnTo>
                <a:lnTo>
                  <a:pt x="209808" y="63469"/>
                </a:lnTo>
                <a:lnTo>
                  <a:pt x="210022" y="62796"/>
                </a:lnTo>
                <a:lnTo>
                  <a:pt x="210247" y="62134"/>
                </a:lnTo>
                <a:lnTo>
                  <a:pt x="210482" y="61485"/>
                </a:lnTo>
                <a:lnTo>
                  <a:pt x="210728" y="60849"/>
                </a:lnTo>
                <a:lnTo>
                  <a:pt x="210985" y="60224"/>
                </a:lnTo>
                <a:lnTo>
                  <a:pt x="211252" y="59612"/>
                </a:lnTo>
                <a:lnTo>
                  <a:pt x="211529" y="59011"/>
                </a:lnTo>
                <a:lnTo>
                  <a:pt x="211817" y="58423"/>
                </a:lnTo>
                <a:lnTo>
                  <a:pt x="212115" y="57847"/>
                </a:lnTo>
                <a:lnTo>
                  <a:pt x="212425" y="57284"/>
                </a:lnTo>
                <a:lnTo>
                  <a:pt x="212744" y="56732"/>
                </a:lnTo>
                <a:lnTo>
                  <a:pt x="213074" y="56193"/>
                </a:lnTo>
                <a:lnTo>
                  <a:pt x="213415" y="55666"/>
                </a:lnTo>
                <a:lnTo>
                  <a:pt x="213766" y="55151"/>
                </a:lnTo>
                <a:lnTo>
                  <a:pt x="214128" y="54648"/>
                </a:lnTo>
                <a:lnTo>
                  <a:pt x="214500" y="54157"/>
                </a:lnTo>
                <a:lnTo>
                  <a:pt x="214883" y="53679"/>
                </a:lnTo>
                <a:lnTo>
                  <a:pt x="215276" y="53213"/>
                </a:lnTo>
                <a:lnTo>
                  <a:pt x="215680" y="52759"/>
                </a:lnTo>
                <a:lnTo>
                  <a:pt x="216095" y="52317"/>
                </a:lnTo>
                <a:lnTo>
                  <a:pt x="216519" y="51887"/>
                </a:lnTo>
                <a:lnTo>
                  <a:pt x="216955" y="51469"/>
                </a:lnTo>
                <a:lnTo>
                  <a:pt x="217401" y="51064"/>
                </a:lnTo>
                <a:lnTo>
                  <a:pt x="217858" y="50673"/>
                </a:lnTo>
                <a:lnTo>
                  <a:pt x="218328" y="50299"/>
                </a:lnTo>
                <a:lnTo>
                  <a:pt x="218809" y="49941"/>
                </a:lnTo>
                <a:lnTo>
                  <a:pt x="219302" y="49600"/>
                </a:lnTo>
                <a:lnTo>
                  <a:pt x="219807" y="49276"/>
                </a:lnTo>
                <a:lnTo>
                  <a:pt x="220325" y="48968"/>
                </a:lnTo>
                <a:lnTo>
                  <a:pt x="220854" y="48677"/>
                </a:lnTo>
                <a:lnTo>
                  <a:pt x="221395" y="48403"/>
                </a:lnTo>
                <a:lnTo>
                  <a:pt x="221949" y="48145"/>
                </a:lnTo>
                <a:lnTo>
                  <a:pt x="222514" y="47903"/>
                </a:lnTo>
                <a:lnTo>
                  <a:pt x="223091" y="47679"/>
                </a:lnTo>
                <a:lnTo>
                  <a:pt x="223680" y="47471"/>
                </a:lnTo>
                <a:lnTo>
                  <a:pt x="224282" y="47280"/>
                </a:lnTo>
                <a:lnTo>
                  <a:pt x="224895" y="47105"/>
                </a:lnTo>
                <a:lnTo>
                  <a:pt x="225520" y="46947"/>
                </a:lnTo>
                <a:lnTo>
                  <a:pt x="226157" y="46806"/>
                </a:lnTo>
                <a:lnTo>
                  <a:pt x="226806" y="46681"/>
                </a:lnTo>
                <a:lnTo>
                  <a:pt x="227468" y="46573"/>
                </a:lnTo>
                <a:lnTo>
                  <a:pt x="228141" y="46481"/>
                </a:lnTo>
                <a:lnTo>
                  <a:pt x="228826" y="46406"/>
                </a:lnTo>
                <a:lnTo>
                  <a:pt x="229523" y="46348"/>
                </a:lnTo>
                <a:lnTo>
                  <a:pt x="230233" y="46306"/>
                </a:lnTo>
                <a:lnTo>
                  <a:pt x="230954" y="46282"/>
                </a:lnTo>
                <a:lnTo>
                  <a:pt x="231687" y="46273"/>
                </a:lnTo>
                <a:lnTo>
                  <a:pt x="232466" y="46282"/>
                </a:lnTo>
                <a:lnTo>
                  <a:pt x="233232" y="46306"/>
                </a:lnTo>
                <a:lnTo>
                  <a:pt x="233984" y="46348"/>
                </a:lnTo>
                <a:lnTo>
                  <a:pt x="234723" y="46406"/>
                </a:lnTo>
                <a:lnTo>
                  <a:pt x="235448" y="46481"/>
                </a:lnTo>
                <a:lnTo>
                  <a:pt x="236160" y="46573"/>
                </a:lnTo>
                <a:lnTo>
                  <a:pt x="236858" y="46681"/>
                </a:lnTo>
                <a:lnTo>
                  <a:pt x="237543" y="46806"/>
                </a:lnTo>
                <a:lnTo>
                  <a:pt x="238215" y="46947"/>
                </a:lnTo>
                <a:lnTo>
                  <a:pt x="238873" y="47105"/>
                </a:lnTo>
                <a:lnTo>
                  <a:pt x="239518" y="47280"/>
                </a:lnTo>
                <a:lnTo>
                  <a:pt x="240149" y="47471"/>
                </a:lnTo>
                <a:lnTo>
                  <a:pt x="240766" y="47679"/>
                </a:lnTo>
                <a:lnTo>
                  <a:pt x="241371" y="47903"/>
                </a:lnTo>
                <a:lnTo>
                  <a:pt x="241962" y="48145"/>
                </a:lnTo>
                <a:lnTo>
                  <a:pt x="242539" y="48403"/>
                </a:lnTo>
                <a:lnTo>
                  <a:pt x="243103" y="48677"/>
                </a:lnTo>
                <a:lnTo>
                  <a:pt x="243653" y="48968"/>
                </a:lnTo>
                <a:lnTo>
                  <a:pt x="244190" y="49276"/>
                </a:lnTo>
                <a:lnTo>
                  <a:pt x="244714" y="49600"/>
                </a:lnTo>
                <a:lnTo>
                  <a:pt x="245224" y="49941"/>
                </a:lnTo>
                <a:lnTo>
                  <a:pt x="245720" y="50299"/>
                </a:lnTo>
                <a:lnTo>
                  <a:pt x="246203" y="50673"/>
                </a:lnTo>
                <a:lnTo>
                  <a:pt x="246673" y="51064"/>
                </a:lnTo>
                <a:lnTo>
                  <a:pt x="247131" y="51469"/>
                </a:lnTo>
                <a:lnTo>
                  <a:pt x="247578" y="51887"/>
                </a:lnTo>
                <a:lnTo>
                  <a:pt x="248014" y="52317"/>
                </a:lnTo>
                <a:lnTo>
                  <a:pt x="248439" y="52759"/>
                </a:lnTo>
                <a:lnTo>
                  <a:pt x="248854" y="53213"/>
                </a:lnTo>
                <a:lnTo>
                  <a:pt x="249258" y="53679"/>
                </a:lnTo>
                <a:lnTo>
                  <a:pt x="249652" y="54157"/>
                </a:lnTo>
                <a:lnTo>
                  <a:pt x="250035" y="54648"/>
                </a:lnTo>
                <a:lnTo>
                  <a:pt x="250407" y="55151"/>
                </a:lnTo>
                <a:lnTo>
                  <a:pt x="250768" y="55666"/>
                </a:lnTo>
                <a:lnTo>
                  <a:pt x="251119" y="56193"/>
                </a:lnTo>
                <a:lnTo>
                  <a:pt x="251458" y="56732"/>
                </a:lnTo>
                <a:lnTo>
                  <a:pt x="251788" y="57284"/>
                </a:lnTo>
                <a:lnTo>
                  <a:pt x="252106" y="57847"/>
                </a:lnTo>
                <a:lnTo>
                  <a:pt x="252414" y="58423"/>
                </a:lnTo>
                <a:lnTo>
                  <a:pt x="252711" y="59011"/>
                </a:lnTo>
                <a:lnTo>
                  <a:pt x="252998" y="59612"/>
                </a:lnTo>
                <a:lnTo>
                  <a:pt x="253273" y="60224"/>
                </a:lnTo>
                <a:lnTo>
                  <a:pt x="253538" y="60849"/>
                </a:lnTo>
                <a:lnTo>
                  <a:pt x="253793" y="61485"/>
                </a:lnTo>
                <a:lnTo>
                  <a:pt x="254036" y="62134"/>
                </a:lnTo>
                <a:lnTo>
                  <a:pt x="254269" y="62796"/>
                </a:lnTo>
                <a:lnTo>
                  <a:pt x="254492" y="63469"/>
                </a:lnTo>
                <a:lnTo>
                  <a:pt x="254703" y="64154"/>
                </a:lnTo>
                <a:lnTo>
                  <a:pt x="254905" y="64850"/>
                </a:lnTo>
                <a:lnTo>
                  <a:pt x="255098" y="65553"/>
                </a:lnTo>
                <a:lnTo>
                  <a:pt x="255283" y="66264"/>
                </a:lnTo>
                <a:lnTo>
                  <a:pt x="255459" y="66983"/>
                </a:lnTo>
                <a:lnTo>
                  <a:pt x="255627" y="67710"/>
                </a:lnTo>
                <a:lnTo>
                  <a:pt x="255786" y="68445"/>
                </a:lnTo>
                <a:lnTo>
                  <a:pt x="255936" y="69187"/>
                </a:lnTo>
                <a:lnTo>
                  <a:pt x="256078" y="69938"/>
                </a:lnTo>
                <a:lnTo>
                  <a:pt x="256211" y="70696"/>
                </a:lnTo>
                <a:lnTo>
                  <a:pt x="256336" y="71463"/>
                </a:lnTo>
                <a:lnTo>
                  <a:pt x="256452" y="72237"/>
                </a:lnTo>
                <a:lnTo>
                  <a:pt x="256559" y="73019"/>
                </a:lnTo>
                <a:lnTo>
                  <a:pt x="256658" y="73809"/>
                </a:lnTo>
                <a:lnTo>
                  <a:pt x="256748" y="74607"/>
                </a:lnTo>
                <a:lnTo>
                  <a:pt x="256830" y="75413"/>
                </a:lnTo>
                <a:lnTo>
                  <a:pt x="256903" y="76226"/>
                </a:lnTo>
                <a:lnTo>
                  <a:pt x="256967" y="77048"/>
                </a:lnTo>
                <a:lnTo>
                  <a:pt x="257023" y="77878"/>
                </a:lnTo>
                <a:lnTo>
                  <a:pt x="257070" y="78715"/>
                </a:lnTo>
                <a:lnTo>
                  <a:pt x="257109" y="79560"/>
                </a:lnTo>
                <a:lnTo>
                  <a:pt x="257139" y="80413"/>
                </a:lnTo>
                <a:lnTo>
                  <a:pt x="257160" y="81274"/>
                </a:lnTo>
                <a:lnTo>
                  <a:pt x="257173" y="82143"/>
                </a:lnTo>
                <a:lnTo>
                  <a:pt x="257178" y="83020"/>
                </a:lnTo>
                <a:lnTo>
                  <a:pt x="257173" y="83897"/>
                </a:lnTo>
                <a:lnTo>
                  <a:pt x="257160" y="84765"/>
                </a:lnTo>
                <a:lnTo>
                  <a:pt x="257139" y="85625"/>
                </a:lnTo>
                <a:lnTo>
                  <a:pt x="257109" y="86477"/>
                </a:lnTo>
                <a:lnTo>
                  <a:pt x="257070" y="87321"/>
                </a:lnTo>
                <a:lnTo>
                  <a:pt x="257023" y="88157"/>
                </a:lnTo>
                <a:lnTo>
                  <a:pt x="256967" y="88984"/>
                </a:lnTo>
                <a:lnTo>
                  <a:pt x="256903" y="89803"/>
                </a:lnTo>
                <a:lnTo>
                  <a:pt x="256830" y="90614"/>
                </a:lnTo>
                <a:lnTo>
                  <a:pt x="256748" y="91416"/>
                </a:lnTo>
                <a:lnTo>
                  <a:pt x="256658" y="92211"/>
                </a:lnTo>
                <a:lnTo>
                  <a:pt x="256559" y="92997"/>
                </a:lnTo>
                <a:lnTo>
                  <a:pt x="256452" y="93775"/>
                </a:lnTo>
                <a:lnTo>
                  <a:pt x="256336" y="94545"/>
                </a:lnTo>
                <a:lnTo>
                  <a:pt x="256211" y="95306"/>
                </a:lnTo>
                <a:lnTo>
                  <a:pt x="256078" y="96059"/>
                </a:lnTo>
                <a:lnTo>
                  <a:pt x="255936" y="96804"/>
                </a:lnTo>
                <a:lnTo>
                  <a:pt x="255786" y="97541"/>
                </a:lnTo>
                <a:lnTo>
                  <a:pt x="255627" y="98270"/>
                </a:lnTo>
                <a:lnTo>
                  <a:pt x="255459" y="98990"/>
                </a:lnTo>
                <a:lnTo>
                  <a:pt x="255283" y="99702"/>
                </a:lnTo>
                <a:lnTo>
                  <a:pt x="255098" y="100406"/>
                </a:lnTo>
                <a:lnTo>
                  <a:pt x="254905" y="101102"/>
                </a:lnTo>
                <a:lnTo>
                  <a:pt x="254703" y="101789"/>
                </a:lnTo>
                <a:lnTo>
                  <a:pt x="254492" y="102466"/>
                </a:lnTo>
                <a:lnTo>
                  <a:pt x="254269" y="103132"/>
                </a:lnTo>
                <a:lnTo>
                  <a:pt x="254036" y="103785"/>
                </a:lnTo>
                <a:lnTo>
                  <a:pt x="253793" y="104426"/>
                </a:lnTo>
                <a:lnTo>
                  <a:pt x="253538" y="105055"/>
                </a:lnTo>
                <a:lnTo>
                  <a:pt x="253273" y="105672"/>
                </a:lnTo>
                <a:lnTo>
                  <a:pt x="252998" y="106277"/>
                </a:lnTo>
                <a:lnTo>
                  <a:pt x="252711" y="106870"/>
                </a:lnTo>
                <a:lnTo>
                  <a:pt x="252414" y="107451"/>
                </a:lnTo>
                <a:lnTo>
                  <a:pt x="252106" y="108020"/>
                </a:lnTo>
                <a:lnTo>
                  <a:pt x="251788" y="108577"/>
                </a:lnTo>
                <a:lnTo>
                  <a:pt x="251458" y="109123"/>
                </a:lnTo>
                <a:lnTo>
                  <a:pt x="251119" y="109656"/>
                </a:lnTo>
                <a:lnTo>
                  <a:pt x="250768" y="110177"/>
                </a:lnTo>
                <a:lnTo>
                  <a:pt x="250407" y="110686"/>
                </a:lnTo>
                <a:lnTo>
                  <a:pt x="250035" y="111183"/>
                </a:lnTo>
                <a:lnTo>
                  <a:pt x="249652" y="111668"/>
                </a:lnTo>
                <a:lnTo>
                  <a:pt x="249258" y="112141"/>
                </a:lnTo>
                <a:lnTo>
                  <a:pt x="248854" y="112602"/>
                </a:lnTo>
                <a:lnTo>
                  <a:pt x="248439" y="113051"/>
                </a:lnTo>
                <a:lnTo>
                  <a:pt x="248014" y="113488"/>
                </a:lnTo>
                <a:lnTo>
                  <a:pt x="247578" y="113914"/>
                </a:lnTo>
                <a:lnTo>
                  <a:pt x="247131" y="114327"/>
                </a:lnTo>
                <a:lnTo>
                  <a:pt x="246673" y="114728"/>
                </a:lnTo>
                <a:lnTo>
                  <a:pt x="246203" y="115115"/>
                </a:lnTo>
                <a:lnTo>
                  <a:pt x="245720" y="115485"/>
                </a:lnTo>
                <a:lnTo>
                  <a:pt x="245224" y="115839"/>
                </a:lnTo>
                <a:lnTo>
                  <a:pt x="244714" y="116176"/>
                </a:lnTo>
                <a:lnTo>
                  <a:pt x="244190" y="116498"/>
                </a:lnTo>
                <a:lnTo>
                  <a:pt x="243653" y="116802"/>
                </a:lnTo>
                <a:lnTo>
                  <a:pt x="243103" y="117090"/>
                </a:lnTo>
                <a:lnTo>
                  <a:pt x="242539" y="117362"/>
                </a:lnTo>
                <a:lnTo>
                  <a:pt x="241962" y="117617"/>
                </a:lnTo>
                <a:lnTo>
                  <a:pt x="241371" y="117856"/>
                </a:lnTo>
                <a:lnTo>
                  <a:pt x="240766" y="118078"/>
                </a:lnTo>
                <a:lnTo>
                  <a:pt x="240149" y="118284"/>
                </a:lnTo>
                <a:lnTo>
                  <a:pt x="239518" y="118473"/>
                </a:lnTo>
                <a:lnTo>
                  <a:pt x="238873" y="118646"/>
                </a:lnTo>
                <a:lnTo>
                  <a:pt x="238215" y="118802"/>
                </a:lnTo>
                <a:lnTo>
                  <a:pt x="237543" y="118942"/>
                </a:lnTo>
                <a:lnTo>
                  <a:pt x="236858" y="119066"/>
                </a:lnTo>
                <a:lnTo>
                  <a:pt x="236160" y="119173"/>
                </a:lnTo>
                <a:lnTo>
                  <a:pt x="235448" y="119263"/>
                </a:lnTo>
                <a:lnTo>
                  <a:pt x="234723" y="119337"/>
                </a:lnTo>
                <a:lnTo>
                  <a:pt x="233984" y="119395"/>
                </a:lnTo>
                <a:lnTo>
                  <a:pt x="233232" y="119436"/>
                </a:lnTo>
                <a:lnTo>
                  <a:pt x="232466" y="119461"/>
                </a:lnTo>
                <a:lnTo>
                  <a:pt x="231687" y="119469"/>
                </a:lnTo>
                <a:lnTo>
                  <a:pt x="230954" y="119461"/>
                </a:lnTo>
                <a:lnTo>
                  <a:pt x="230233" y="119436"/>
                </a:lnTo>
                <a:lnTo>
                  <a:pt x="229523" y="119395"/>
                </a:lnTo>
                <a:lnTo>
                  <a:pt x="228826" y="119337"/>
                </a:lnTo>
                <a:close/>
                <a:moveTo>
                  <a:pt x="538669" y="131634"/>
                </a:moveTo>
                <a:lnTo>
                  <a:pt x="539492" y="131557"/>
                </a:lnTo>
                <a:lnTo>
                  <a:pt x="540307" y="131467"/>
                </a:lnTo>
                <a:lnTo>
                  <a:pt x="541113" y="131362"/>
                </a:lnTo>
                <a:lnTo>
                  <a:pt x="541910" y="131243"/>
                </a:lnTo>
                <a:lnTo>
                  <a:pt x="542698" y="131111"/>
                </a:lnTo>
                <a:lnTo>
                  <a:pt x="543478" y="130964"/>
                </a:lnTo>
                <a:lnTo>
                  <a:pt x="544248" y="130804"/>
                </a:lnTo>
                <a:lnTo>
                  <a:pt x="545010" y="130629"/>
                </a:lnTo>
                <a:lnTo>
                  <a:pt x="545764" y="130441"/>
                </a:lnTo>
                <a:lnTo>
                  <a:pt x="546508" y="130238"/>
                </a:lnTo>
                <a:lnTo>
                  <a:pt x="547244" y="130022"/>
                </a:lnTo>
                <a:lnTo>
                  <a:pt x="547971" y="129792"/>
                </a:lnTo>
                <a:lnTo>
                  <a:pt x="548689" y="129547"/>
                </a:lnTo>
                <a:lnTo>
                  <a:pt x="549399" y="129289"/>
                </a:lnTo>
                <a:lnTo>
                  <a:pt x="550100" y="129017"/>
                </a:lnTo>
                <a:lnTo>
                  <a:pt x="550792" y="128731"/>
                </a:lnTo>
                <a:lnTo>
                  <a:pt x="551475" y="128431"/>
                </a:lnTo>
                <a:lnTo>
                  <a:pt x="552150" y="128117"/>
                </a:lnTo>
                <a:lnTo>
                  <a:pt x="552815" y="127789"/>
                </a:lnTo>
                <a:lnTo>
                  <a:pt x="553473" y="127449"/>
                </a:lnTo>
                <a:lnTo>
                  <a:pt x="554124" y="127099"/>
                </a:lnTo>
                <a:lnTo>
                  <a:pt x="554769" y="126739"/>
                </a:lnTo>
                <a:lnTo>
                  <a:pt x="555406" y="126368"/>
                </a:lnTo>
                <a:lnTo>
                  <a:pt x="556037" y="125988"/>
                </a:lnTo>
                <a:lnTo>
                  <a:pt x="556661" y="125598"/>
                </a:lnTo>
                <a:lnTo>
                  <a:pt x="557278" y="125198"/>
                </a:lnTo>
                <a:lnTo>
                  <a:pt x="557889" y="124787"/>
                </a:lnTo>
                <a:lnTo>
                  <a:pt x="558492" y="124367"/>
                </a:lnTo>
                <a:lnTo>
                  <a:pt x="559089" y="123936"/>
                </a:lnTo>
                <a:lnTo>
                  <a:pt x="559679" y="123495"/>
                </a:lnTo>
                <a:lnTo>
                  <a:pt x="560262" y="123045"/>
                </a:lnTo>
                <a:lnTo>
                  <a:pt x="560838" y="122584"/>
                </a:lnTo>
                <a:lnTo>
                  <a:pt x="561407" y="122113"/>
                </a:lnTo>
                <a:lnTo>
                  <a:pt x="561970" y="121632"/>
                </a:lnTo>
                <a:lnTo>
                  <a:pt x="562526" y="121141"/>
                </a:lnTo>
                <a:lnTo>
                  <a:pt x="563075" y="120640"/>
                </a:lnTo>
                <a:lnTo>
                  <a:pt x="563617" y="120129"/>
                </a:lnTo>
                <a:lnTo>
                  <a:pt x="564153" y="119608"/>
                </a:lnTo>
                <a:lnTo>
                  <a:pt x="564681" y="119077"/>
                </a:lnTo>
                <a:lnTo>
                  <a:pt x="565203" y="118536"/>
                </a:lnTo>
                <a:lnTo>
                  <a:pt x="565718" y="117984"/>
                </a:lnTo>
                <a:lnTo>
                  <a:pt x="566226" y="117423"/>
                </a:lnTo>
                <a:lnTo>
                  <a:pt x="566728" y="116852"/>
                </a:lnTo>
                <a:lnTo>
                  <a:pt x="567288" y="130126"/>
                </a:lnTo>
                <a:lnTo>
                  <a:pt x="581667" y="130126"/>
                </a:lnTo>
                <a:lnTo>
                  <a:pt x="581667" y="66751"/>
                </a:lnTo>
                <a:lnTo>
                  <a:pt x="581662" y="65906"/>
                </a:lnTo>
                <a:lnTo>
                  <a:pt x="581648" y="65074"/>
                </a:lnTo>
                <a:lnTo>
                  <a:pt x="581623" y="64255"/>
                </a:lnTo>
                <a:lnTo>
                  <a:pt x="581589" y="63448"/>
                </a:lnTo>
                <a:lnTo>
                  <a:pt x="581546" y="62655"/>
                </a:lnTo>
                <a:lnTo>
                  <a:pt x="581492" y="61875"/>
                </a:lnTo>
                <a:lnTo>
                  <a:pt x="581429" y="61108"/>
                </a:lnTo>
                <a:lnTo>
                  <a:pt x="581356" y="60354"/>
                </a:lnTo>
                <a:lnTo>
                  <a:pt x="581273" y="59612"/>
                </a:lnTo>
                <a:lnTo>
                  <a:pt x="581181" y="58884"/>
                </a:lnTo>
                <a:lnTo>
                  <a:pt x="581079" y="58169"/>
                </a:lnTo>
                <a:lnTo>
                  <a:pt x="580967" y="57467"/>
                </a:lnTo>
                <a:lnTo>
                  <a:pt x="580845" y="56778"/>
                </a:lnTo>
                <a:lnTo>
                  <a:pt x="580714" y="56102"/>
                </a:lnTo>
                <a:lnTo>
                  <a:pt x="580573" y="55439"/>
                </a:lnTo>
                <a:lnTo>
                  <a:pt x="580422" y="54788"/>
                </a:lnTo>
                <a:lnTo>
                  <a:pt x="580262" y="54151"/>
                </a:lnTo>
                <a:lnTo>
                  <a:pt x="580092" y="53527"/>
                </a:lnTo>
                <a:lnTo>
                  <a:pt x="579912" y="52916"/>
                </a:lnTo>
                <a:lnTo>
                  <a:pt x="579722" y="52318"/>
                </a:lnTo>
                <a:lnTo>
                  <a:pt x="579523" y="51733"/>
                </a:lnTo>
                <a:lnTo>
                  <a:pt x="579314" y="51161"/>
                </a:lnTo>
                <a:lnTo>
                  <a:pt x="579095" y="50602"/>
                </a:lnTo>
                <a:lnTo>
                  <a:pt x="578866" y="50056"/>
                </a:lnTo>
                <a:lnTo>
                  <a:pt x="578629" y="49522"/>
                </a:lnTo>
                <a:lnTo>
                  <a:pt x="578385" y="48997"/>
                </a:lnTo>
                <a:lnTo>
                  <a:pt x="578134" y="48483"/>
                </a:lnTo>
                <a:lnTo>
                  <a:pt x="577875" y="47978"/>
                </a:lnTo>
                <a:lnTo>
                  <a:pt x="577610" y="47484"/>
                </a:lnTo>
                <a:lnTo>
                  <a:pt x="577337" y="46999"/>
                </a:lnTo>
                <a:lnTo>
                  <a:pt x="577057" y="46524"/>
                </a:lnTo>
                <a:lnTo>
                  <a:pt x="576770" y="46060"/>
                </a:lnTo>
                <a:lnTo>
                  <a:pt x="576476" y="45605"/>
                </a:lnTo>
                <a:lnTo>
                  <a:pt x="576175" y="45160"/>
                </a:lnTo>
                <a:lnTo>
                  <a:pt x="575867" y="44725"/>
                </a:lnTo>
                <a:lnTo>
                  <a:pt x="575551" y="44301"/>
                </a:lnTo>
                <a:lnTo>
                  <a:pt x="575229" y="43886"/>
                </a:lnTo>
                <a:lnTo>
                  <a:pt x="574899" y="43481"/>
                </a:lnTo>
                <a:lnTo>
                  <a:pt x="574562" y="43086"/>
                </a:lnTo>
                <a:lnTo>
                  <a:pt x="574218" y="42701"/>
                </a:lnTo>
                <a:lnTo>
                  <a:pt x="573867" y="42326"/>
                </a:lnTo>
                <a:lnTo>
                  <a:pt x="573509" y="41961"/>
                </a:lnTo>
                <a:lnTo>
                  <a:pt x="573143" y="41606"/>
                </a:lnTo>
                <a:lnTo>
                  <a:pt x="572771" y="41261"/>
                </a:lnTo>
                <a:lnTo>
                  <a:pt x="572391" y="40926"/>
                </a:lnTo>
                <a:lnTo>
                  <a:pt x="572005" y="40601"/>
                </a:lnTo>
                <a:lnTo>
                  <a:pt x="571611" y="40286"/>
                </a:lnTo>
                <a:lnTo>
                  <a:pt x="571210" y="39981"/>
                </a:lnTo>
                <a:lnTo>
                  <a:pt x="570803" y="39684"/>
                </a:lnTo>
                <a:lnTo>
                  <a:pt x="570392" y="39396"/>
                </a:lnTo>
                <a:lnTo>
                  <a:pt x="569977" y="39115"/>
                </a:lnTo>
                <a:lnTo>
                  <a:pt x="569557" y="38842"/>
                </a:lnTo>
                <a:lnTo>
                  <a:pt x="569134" y="38577"/>
                </a:lnTo>
                <a:lnTo>
                  <a:pt x="568706" y="38320"/>
                </a:lnTo>
                <a:lnTo>
                  <a:pt x="568274" y="38070"/>
                </a:lnTo>
                <a:lnTo>
                  <a:pt x="567838" y="37828"/>
                </a:lnTo>
                <a:lnTo>
                  <a:pt x="567397" y="37594"/>
                </a:lnTo>
                <a:lnTo>
                  <a:pt x="566953" y="37368"/>
                </a:lnTo>
                <a:lnTo>
                  <a:pt x="566504" y="37150"/>
                </a:lnTo>
                <a:lnTo>
                  <a:pt x="566051" y="36939"/>
                </a:lnTo>
                <a:lnTo>
                  <a:pt x="565593" y="36736"/>
                </a:lnTo>
                <a:lnTo>
                  <a:pt x="565132" y="36541"/>
                </a:lnTo>
                <a:lnTo>
                  <a:pt x="564666" y="36354"/>
                </a:lnTo>
                <a:lnTo>
                  <a:pt x="564196" y="36174"/>
                </a:lnTo>
                <a:lnTo>
                  <a:pt x="563722" y="36002"/>
                </a:lnTo>
                <a:lnTo>
                  <a:pt x="563244" y="35838"/>
                </a:lnTo>
                <a:lnTo>
                  <a:pt x="562761" y="35682"/>
                </a:lnTo>
                <a:lnTo>
                  <a:pt x="562274" y="35534"/>
                </a:lnTo>
                <a:lnTo>
                  <a:pt x="561783" y="35393"/>
                </a:lnTo>
                <a:lnTo>
                  <a:pt x="561288" y="35260"/>
                </a:lnTo>
                <a:lnTo>
                  <a:pt x="560789" y="35135"/>
                </a:lnTo>
                <a:lnTo>
                  <a:pt x="560285" y="35017"/>
                </a:lnTo>
                <a:lnTo>
                  <a:pt x="559778" y="34906"/>
                </a:lnTo>
                <a:lnTo>
                  <a:pt x="559270" y="34800"/>
                </a:lnTo>
                <a:lnTo>
                  <a:pt x="558760" y="34698"/>
                </a:lnTo>
                <a:lnTo>
                  <a:pt x="558249" y="34601"/>
                </a:lnTo>
                <a:lnTo>
                  <a:pt x="557736" y="34508"/>
                </a:lnTo>
                <a:lnTo>
                  <a:pt x="557221" y="34421"/>
                </a:lnTo>
                <a:lnTo>
                  <a:pt x="556705" y="34338"/>
                </a:lnTo>
                <a:lnTo>
                  <a:pt x="556187" y="34260"/>
                </a:lnTo>
                <a:lnTo>
                  <a:pt x="555668" y="34186"/>
                </a:lnTo>
                <a:lnTo>
                  <a:pt x="555146" y="34117"/>
                </a:lnTo>
                <a:lnTo>
                  <a:pt x="554624" y="34054"/>
                </a:lnTo>
                <a:lnTo>
                  <a:pt x="554099" y="33994"/>
                </a:lnTo>
                <a:lnTo>
                  <a:pt x="553573" y="33940"/>
                </a:lnTo>
                <a:lnTo>
                  <a:pt x="553045" y="33890"/>
                </a:lnTo>
                <a:lnTo>
                  <a:pt x="552516" y="33845"/>
                </a:lnTo>
                <a:lnTo>
                  <a:pt x="551985" y="33805"/>
                </a:lnTo>
                <a:lnTo>
                  <a:pt x="551453" y="33769"/>
                </a:lnTo>
                <a:lnTo>
                  <a:pt x="550919" y="33739"/>
                </a:lnTo>
                <a:lnTo>
                  <a:pt x="550383" y="33712"/>
                </a:lnTo>
                <a:lnTo>
                  <a:pt x="549846" y="33691"/>
                </a:lnTo>
                <a:lnTo>
                  <a:pt x="549307" y="33675"/>
                </a:lnTo>
                <a:lnTo>
                  <a:pt x="548766" y="33663"/>
                </a:lnTo>
                <a:lnTo>
                  <a:pt x="548224" y="33656"/>
                </a:lnTo>
                <a:lnTo>
                  <a:pt x="547680" y="33653"/>
                </a:lnTo>
                <a:lnTo>
                  <a:pt x="546820" y="33659"/>
                </a:lnTo>
                <a:lnTo>
                  <a:pt x="545968" y="33676"/>
                </a:lnTo>
                <a:lnTo>
                  <a:pt x="545124" y="33704"/>
                </a:lnTo>
                <a:lnTo>
                  <a:pt x="544287" y="33744"/>
                </a:lnTo>
                <a:lnTo>
                  <a:pt x="543459" y="33795"/>
                </a:lnTo>
                <a:lnTo>
                  <a:pt x="542638" y="33857"/>
                </a:lnTo>
                <a:lnTo>
                  <a:pt x="541825" y="33931"/>
                </a:lnTo>
                <a:lnTo>
                  <a:pt x="541019" y="34015"/>
                </a:lnTo>
                <a:lnTo>
                  <a:pt x="540222" y="34112"/>
                </a:lnTo>
                <a:lnTo>
                  <a:pt x="539432" y="34219"/>
                </a:lnTo>
                <a:lnTo>
                  <a:pt x="538650" y="34338"/>
                </a:lnTo>
                <a:lnTo>
                  <a:pt x="537876" y="34468"/>
                </a:lnTo>
                <a:lnTo>
                  <a:pt x="537109" y="34610"/>
                </a:lnTo>
                <a:lnTo>
                  <a:pt x="536351" y="34763"/>
                </a:lnTo>
                <a:lnTo>
                  <a:pt x="535600" y="34927"/>
                </a:lnTo>
                <a:lnTo>
                  <a:pt x="534857" y="35102"/>
                </a:lnTo>
                <a:lnTo>
                  <a:pt x="534121" y="35289"/>
                </a:lnTo>
                <a:lnTo>
                  <a:pt x="533394" y="35487"/>
                </a:lnTo>
                <a:lnTo>
                  <a:pt x="532674" y="35697"/>
                </a:lnTo>
                <a:lnTo>
                  <a:pt x="531962" y="35917"/>
                </a:lnTo>
                <a:lnTo>
                  <a:pt x="531258" y="36149"/>
                </a:lnTo>
                <a:lnTo>
                  <a:pt x="530562" y="36393"/>
                </a:lnTo>
                <a:lnTo>
                  <a:pt x="529873" y="36647"/>
                </a:lnTo>
                <a:lnTo>
                  <a:pt x="529192" y="36913"/>
                </a:lnTo>
                <a:lnTo>
                  <a:pt x="528521" y="37192"/>
                </a:lnTo>
                <a:lnTo>
                  <a:pt x="527863" y="37483"/>
                </a:lnTo>
                <a:lnTo>
                  <a:pt x="527216" y="37789"/>
                </a:lnTo>
                <a:lnTo>
                  <a:pt x="526582" y="38107"/>
                </a:lnTo>
                <a:lnTo>
                  <a:pt x="525959" y="38440"/>
                </a:lnTo>
                <a:lnTo>
                  <a:pt x="525349" y="38785"/>
                </a:lnTo>
                <a:lnTo>
                  <a:pt x="524751" y="39145"/>
                </a:lnTo>
                <a:lnTo>
                  <a:pt x="524166" y="39518"/>
                </a:lnTo>
                <a:lnTo>
                  <a:pt x="523592" y="39904"/>
                </a:lnTo>
                <a:lnTo>
                  <a:pt x="523031" y="40304"/>
                </a:lnTo>
                <a:lnTo>
                  <a:pt x="522481" y="40717"/>
                </a:lnTo>
                <a:lnTo>
                  <a:pt x="521944" y="41144"/>
                </a:lnTo>
                <a:lnTo>
                  <a:pt x="521419" y="41585"/>
                </a:lnTo>
                <a:lnTo>
                  <a:pt x="520906" y="42039"/>
                </a:lnTo>
                <a:lnTo>
                  <a:pt x="520406" y="42506"/>
                </a:lnTo>
                <a:lnTo>
                  <a:pt x="519917" y="42987"/>
                </a:lnTo>
                <a:lnTo>
                  <a:pt x="519441" y="43482"/>
                </a:lnTo>
                <a:lnTo>
                  <a:pt x="518977" y="43990"/>
                </a:lnTo>
                <a:lnTo>
                  <a:pt x="518525" y="44511"/>
                </a:lnTo>
                <a:lnTo>
                  <a:pt x="518085" y="45046"/>
                </a:lnTo>
                <a:lnTo>
                  <a:pt x="517657" y="45595"/>
                </a:lnTo>
                <a:lnTo>
                  <a:pt x="517242" y="46157"/>
                </a:lnTo>
                <a:lnTo>
                  <a:pt x="516838" y="46733"/>
                </a:lnTo>
                <a:lnTo>
                  <a:pt x="516447" y="47322"/>
                </a:lnTo>
                <a:lnTo>
                  <a:pt x="516070" y="47925"/>
                </a:lnTo>
                <a:lnTo>
                  <a:pt x="515709" y="48543"/>
                </a:lnTo>
                <a:lnTo>
                  <a:pt x="515364" y="49177"/>
                </a:lnTo>
                <a:lnTo>
                  <a:pt x="515035" y="49825"/>
                </a:lnTo>
                <a:lnTo>
                  <a:pt x="514722" y="50488"/>
                </a:lnTo>
                <a:lnTo>
                  <a:pt x="514425" y="51167"/>
                </a:lnTo>
                <a:lnTo>
                  <a:pt x="514144" y="51860"/>
                </a:lnTo>
                <a:lnTo>
                  <a:pt x="513879" y="52569"/>
                </a:lnTo>
                <a:lnTo>
                  <a:pt x="513630" y="53292"/>
                </a:lnTo>
                <a:lnTo>
                  <a:pt x="513398" y="54031"/>
                </a:lnTo>
                <a:lnTo>
                  <a:pt x="513181" y="54785"/>
                </a:lnTo>
                <a:lnTo>
                  <a:pt x="512980" y="55553"/>
                </a:lnTo>
                <a:lnTo>
                  <a:pt x="512796" y="56337"/>
                </a:lnTo>
                <a:lnTo>
                  <a:pt x="512627" y="57136"/>
                </a:lnTo>
                <a:lnTo>
                  <a:pt x="512475" y="57950"/>
                </a:lnTo>
                <a:lnTo>
                  <a:pt x="512339" y="58779"/>
                </a:lnTo>
                <a:lnTo>
                  <a:pt x="512218" y="59623"/>
                </a:lnTo>
                <a:lnTo>
                  <a:pt x="512114" y="60481"/>
                </a:lnTo>
                <a:lnTo>
                  <a:pt x="512026" y="61355"/>
                </a:lnTo>
                <a:lnTo>
                  <a:pt x="511953" y="62244"/>
                </a:lnTo>
                <a:lnTo>
                  <a:pt x="511897" y="63149"/>
                </a:lnTo>
                <a:lnTo>
                  <a:pt x="511857" y="64068"/>
                </a:lnTo>
                <a:lnTo>
                  <a:pt x="511833" y="65002"/>
                </a:lnTo>
                <a:lnTo>
                  <a:pt x="511825" y="65951"/>
                </a:lnTo>
                <a:lnTo>
                  <a:pt x="526951" y="65951"/>
                </a:lnTo>
                <a:lnTo>
                  <a:pt x="526962" y="65057"/>
                </a:lnTo>
                <a:lnTo>
                  <a:pt x="526993" y="64184"/>
                </a:lnTo>
                <a:lnTo>
                  <a:pt x="527045" y="63331"/>
                </a:lnTo>
                <a:lnTo>
                  <a:pt x="527117" y="62499"/>
                </a:lnTo>
                <a:lnTo>
                  <a:pt x="527211" y="61687"/>
                </a:lnTo>
                <a:lnTo>
                  <a:pt x="527325" y="60896"/>
                </a:lnTo>
                <a:lnTo>
                  <a:pt x="527460" y="60126"/>
                </a:lnTo>
                <a:lnTo>
                  <a:pt x="527615" y="59376"/>
                </a:lnTo>
                <a:lnTo>
                  <a:pt x="527792" y="58646"/>
                </a:lnTo>
                <a:lnTo>
                  <a:pt x="527989" y="57938"/>
                </a:lnTo>
                <a:lnTo>
                  <a:pt x="528207" y="57249"/>
                </a:lnTo>
                <a:lnTo>
                  <a:pt x="528445" y="56582"/>
                </a:lnTo>
                <a:lnTo>
                  <a:pt x="528705" y="55935"/>
                </a:lnTo>
                <a:lnTo>
                  <a:pt x="528985" y="55308"/>
                </a:lnTo>
                <a:lnTo>
                  <a:pt x="529286" y="54702"/>
                </a:lnTo>
                <a:lnTo>
                  <a:pt x="529607" y="54117"/>
                </a:lnTo>
                <a:lnTo>
                  <a:pt x="529950" y="53552"/>
                </a:lnTo>
                <a:lnTo>
                  <a:pt x="530313" y="53007"/>
                </a:lnTo>
                <a:lnTo>
                  <a:pt x="530696" y="52484"/>
                </a:lnTo>
                <a:lnTo>
                  <a:pt x="531101" y="51980"/>
                </a:lnTo>
                <a:lnTo>
                  <a:pt x="531526" y="51498"/>
                </a:lnTo>
                <a:lnTo>
                  <a:pt x="531973" y="51036"/>
                </a:lnTo>
                <a:lnTo>
                  <a:pt x="532439" y="50594"/>
                </a:lnTo>
                <a:lnTo>
                  <a:pt x="532927" y="50173"/>
                </a:lnTo>
                <a:lnTo>
                  <a:pt x="533430" y="49771"/>
                </a:lnTo>
                <a:lnTo>
                  <a:pt x="533942" y="49386"/>
                </a:lnTo>
                <a:lnTo>
                  <a:pt x="534465" y="49018"/>
                </a:lnTo>
                <a:lnTo>
                  <a:pt x="534997" y="48667"/>
                </a:lnTo>
                <a:lnTo>
                  <a:pt x="535539" y="48334"/>
                </a:lnTo>
                <a:lnTo>
                  <a:pt x="536090" y="48017"/>
                </a:lnTo>
                <a:lnTo>
                  <a:pt x="536651" y="47718"/>
                </a:lnTo>
                <a:lnTo>
                  <a:pt x="537222" y="47435"/>
                </a:lnTo>
                <a:lnTo>
                  <a:pt x="537803" y="47170"/>
                </a:lnTo>
                <a:lnTo>
                  <a:pt x="538393" y="46922"/>
                </a:lnTo>
                <a:lnTo>
                  <a:pt x="538993" y="46691"/>
                </a:lnTo>
                <a:lnTo>
                  <a:pt x="539603" y="46477"/>
                </a:lnTo>
                <a:lnTo>
                  <a:pt x="540223" y="46280"/>
                </a:lnTo>
                <a:lnTo>
                  <a:pt x="540852" y="46101"/>
                </a:lnTo>
                <a:lnTo>
                  <a:pt x="541491" y="45938"/>
                </a:lnTo>
                <a:lnTo>
                  <a:pt x="542140" y="45793"/>
                </a:lnTo>
                <a:lnTo>
                  <a:pt x="542798" y="45664"/>
                </a:lnTo>
                <a:lnTo>
                  <a:pt x="543466" y="45553"/>
                </a:lnTo>
                <a:lnTo>
                  <a:pt x="544144" y="45459"/>
                </a:lnTo>
                <a:lnTo>
                  <a:pt x="544832" y="45382"/>
                </a:lnTo>
                <a:lnTo>
                  <a:pt x="545529" y="45322"/>
                </a:lnTo>
                <a:lnTo>
                  <a:pt x="546236" y="45279"/>
                </a:lnTo>
                <a:lnTo>
                  <a:pt x="546953" y="45253"/>
                </a:lnTo>
                <a:lnTo>
                  <a:pt x="547680" y="45245"/>
                </a:lnTo>
                <a:lnTo>
                  <a:pt x="548344" y="45253"/>
                </a:lnTo>
                <a:lnTo>
                  <a:pt x="548999" y="45277"/>
                </a:lnTo>
                <a:lnTo>
                  <a:pt x="549645" y="45318"/>
                </a:lnTo>
                <a:lnTo>
                  <a:pt x="550281" y="45374"/>
                </a:lnTo>
                <a:lnTo>
                  <a:pt x="550908" y="45447"/>
                </a:lnTo>
                <a:lnTo>
                  <a:pt x="551526" y="45536"/>
                </a:lnTo>
                <a:lnTo>
                  <a:pt x="552134" y="45642"/>
                </a:lnTo>
                <a:lnTo>
                  <a:pt x="552732" y="45763"/>
                </a:lnTo>
                <a:lnTo>
                  <a:pt x="553322" y="45901"/>
                </a:lnTo>
                <a:lnTo>
                  <a:pt x="553901" y="46054"/>
                </a:lnTo>
                <a:lnTo>
                  <a:pt x="554472" y="46224"/>
                </a:lnTo>
                <a:lnTo>
                  <a:pt x="555033" y="46411"/>
                </a:lnTo>
                <a:lnTo>
                  <a:pt x="555585" y="46613"/>
                </a:lnTo>
                <a:lnTo>
                  <a:pt x="556127" y="46831"/>
                </a:lnTo>
                <a:lnTo>
                  <a:pt x="556660" y="47066"/>
                </a:lnTo>
                <a:lnTo>
                  <a:pt x="557183" y="47317"/>
                </a:lnTo>
                <a:lnTo>
                  <a:pt x="557697" y="47584"/>
                </a:lnTo>
                <a:lnTo>
                  <a:pt x="558202" y="47868"/>
                </a:lnTo>
                <a:lnTo>
                  <a:pt x="558697" y="48167"/>
                </a:lnTo>
                <a:lnTo>
                  <a:pt x="559183" y="48483"/>
                </a:lnTo>
                <a:lnTo>
                  <a:pt x="559659" y="48815"/>
                </a:lnTo>
                <a:lnTo>
                  <a:pt x="560126" y="49163"/>
                </a:lnTo>
                <a:lnTo>
                  <a:pt x="560584" y="49527"/>
                </a:lnTo>
                <a:lnTo>
                  <a:pt x="561032" y="49907"/>
                </a:lnTo>
                <a:lnTo>
                  <a:pt x="561466" y="50309"/>
                </a:lnTo>
                <a:lnTo>
                  <a:pt x="561882" y="50739"/>
                </a:lnTo>
                <a:lnTo>
                  <a:pt x="562279" y="51196"/>
                </a:lnTo>
                <a:lnTo>
                  <a:pt x="562658" y="51680"/>
                </a:lnTo>
                <a:lnTo>
                  <a:pt x="563019" y="52192"/>
                </a:lnTo>
                <a:lnTo>
                  <a:pt x="563361" y="52731"/>
                </a:lnTo>
                <a:lnTo>
                  <a:pt x="563684" y="53297"/>
                </a:lnTo>
                <a:lnTo>
                  <a:pt x="563989" y="53890"/>
                </a:lnTo>
                <a:lnTo>
                  <a:pt x="564275" y="54511"/>
                </a:lnTo>
                <a:lnTo>
                  <a:pt x="564543" y="55159"/>
                </a:lnTo>
                <a:lnTo>
                  <a:pt x="564793" y="55835"/>
                </a:lnTo>
                <a:lnTo>
                  <a:pt x="565024" y="56538"/>
                </a:lnTo>
                <a:lnTo>
                  <a:pt x="565236" y="57268"/>
                </a:lnTo>
                <a:lnTo>
                  <a:pt x="565430" y="58026"/>
                </a:lnTo>
                <a:lnTo>
                  <a:pt x="565606" y="58811"/>
                </a:lnTo>
                <a:lnTo>
                  <a:pt x="565763" y="59623"/>
                </a:lnTo>
                <a:lnTo>
                  <a:pt x="565901" y="60462"/>
                </a:lnTo>
                <a:lnTo>
                  <a:pt x="566022" y="61329"/>
                </a:lnTo>
                <a:lnTo>
                  <a:pt x="566123" y="62224"/>
                </a:lnTo>
                <a:lnTo>
                  <a:pt x="566206" y="63145"/>
                </a:lnTo>
                <a:lnTo>
                  <a:pt x="566271" y="64094"/>
                </a:lnTo>
                <a:lnTo>
                  <a:pt x="566317" y="65070"/>
                </a:lnTo>
                <a:lnTo>
                  <a:pt x="566345" y="66074"/>
                </a:lnTo>
                <a:lnTo>
                  <a:pt x="566354" y="67105"/>
                </a:lnTo>
                <a:lnTo>
                  <a:pt x="566354" y="74224"/>
                </a:lnTo>
                <a:lnTo>
                  <a:pt x="564884" y="74244"/>
                </a:lnTo>
                <a:lnTo>
                  <a:pt x="563429" y="74271"/>
                </a:lnTo>
                <a:lnTo>
                  <a:pt x="561989" y="74306"/>
                </a:lnTo>
                <a:lnTo>
                  <a:pt x="560565" y="74347"/>
                </a:lnTo>
                <a:lnTo>
                  <a:pt x="559157" y="74397"/>
                </a:lnTo>
                <a:lnTo>
                  <a:pt x="557764" y="74453"/>
                </a:lnTo>
                <a:lnTo>
                  <a:pt x="556387" y="74517"/>
                </a:lnTo>
                <a:lnTo>
                  <a:pt x="555025" y="74589"/>
                </a:lnTo>
                <a:lnTo>
                  <a:pt x="553679" y="74668"/>
                </a:lnTo>
                <a:lnTo>
                  <a:pt x="552348" y="74754"/>
                </a:lnTo>
                <a:lnTo>
                  <a:pt x="551033" y="74848"/>
                </a:lnTo>
                <a:lnTo>
                  <a:pt x="549734" y="74949"/>
                </a:lnTo>
                <a:lnTo>
                  <a:pt x="548450" y="75057"/>
                </a:lnTo>
                <a:lnTo>
                  <a:pt x="547182" y="75173"/>
                </a:lnTo>
                <a:lnTo>
                  <a:pt x="545929" y="75296"/>
                </a:lnTo>
                <a:lnTo>
                  <a:pt x="544692" y="75426"/>
                </a:lnTo>
                <a:lnTo>
                  <a:pt x="543470" y="75564"/>
                </a:lnTo>
                <a:lnTo>
                  <a:pt x="542264" y="75710"/>
                </a:lnTo>
                <a:lnTo>
                  <a:pt x="541074" y="75862"/>
                </a:lnTo>
                <a:lnTo>
                  <a:pt x="539899" y="76022"/>
                </a:lnTo>
                <a:lnTo>
                  <a:pt x="538739" y="76190"/>
                </a:lnTo>
                <a:lnTo>
                  <a:pt x="537596" y="76365"/>
                </a:lnTo>
                <a:lnTo>
                  <a:pt x="536467" y="76547"/>
                </a:lnTo>
                <a:lnTo>
                  <a:pt x="535355" y="76736"/>
                </a:lnTo>
                <a:lnTo>
                  <a:pt x="534260" y="76937"/>
                </a:lnTo>
                <a:lnTo>
                  <a:pt x="533187" y="77153"/>
                </a:lnTo>
                <a:lnTo>
                  <a:pt x="532134" y="77383"/>
                </a:lnTo>
                <a:lnTo>
                  <a:pt x="531102" y="77628"/>
                </a:lnTo>
                <a:lnTo>
                  <a:pt x="530092" y="77887"/>
                </a:lnTo>
                <a:lnTo>
                  <a:pt x="529102" y="78162"/>
                </a:lnTo>
                <a:lnTo>
                  <a:pt x="528133" y="78451"/>
                </a:lnTo>
                <a:lnTo>
                  <a:pt x="527185" y="78755"/>
                </a:lnTo>
                <a:lnTo>
                  <a:pt x="526258" y="79074"/>
                </a:lnTo>
                <a:lnTo>
                  <a:pt x="525351" y="79407"/>
                </a:lnTo>
                <a:lnTo>
                  <a:pt x="524466" y="79756"/>
                </a:lnTo>
                <a:lnTo>
                  <a:pt x="523602" y="80119"/>
                </a:lnTo>
                <a:lnTo>
                  <a:pt x="522758" y="80496"/>
                </a:lnTo>
                <a:lnTo>
                  <a:pt x="521935" y="80889"/>
                </a:lnTo>
                <a:lnTo>
                  <a:pt x="521134" y="81296"/>
                </a:lnTo>
                <a:lnTo>
                  <a:pt x="520353" y="81718"/>
                </a:lnTo>
                <a:lnTo>
                  <a:pt x="519593" y="82155"/>
                </a:lnTo>
                <a:lnTo>
                  <a:pt x="518854" y="82607"/>
                </a:lnTo>
                <a:lnTo>
                  <a:pt x="518136" y="83073"/>
                </a:lnTo>
                <a:lnTo>
                  <a:pt x="517439" y="83554"/>
                </a:lnTo>
                <a:lnTo>
                  <a:pt x="516763" y="84050"/>
                </a:lnTo>
                <a:lnTo>
                  <a:pt x="516107" y="84560"/>
                </a:lnTo>
                <a:lnTo>
                  <a:pt x="515473" y="85086"/>
                </a:lnTo>
                <a:lnTo>
                  <a:pt x="514860" y="85626"/>
                </a:lnTo>
                <a:lnTo>
                  <a:pt x="514269" y="86184"/>
                </a:lnTo>
                <a:lnTo>
                  <a:pt x="513704" y="86764"/>
                </a:lnTo>
                <a:lnTo>
                  <a:pt x="513164" y="87365"/>
                </a:lnTo>
                <a:lnTo>
                  <a:pt x="512648" y="87988"/>
                </a:lnTo>
                <a:lnTo>
                  <a:pt x="512159" y="88632"/>
                </a:lnTo>
                <a:lnTo>
                  <a:pt x="511694" y="89297"/>
                </a:lnTo>
                <a:lnTo>
                  <a:pt x="511254" y="89984"/>
                </a:lnTo>
                <a:lnTo>
                  <a:pt x="510839" y="90693"/>
                </a:lnTo>
                <a:lnTo>
                  <a:pt x="510450" y="91423"/>
                </a:lnTo>
                <a:lnTo>
                  <a:pt x="510086" y="92174"/>
                </a:lnTo>
                <a:lnTo>
                  <a:pt x="509746" y="92947"/>
                </a:lnTo>
                <a:lnTo>
                  <a:pt x="509432" y="93741"/>
                </a:lnTo>
                <a:lnTo>
                  <a:pt x="509143" y="94557"/>
                </a:lnTo>
                <a:lnTo>
                  <a:pt x="508880" y="95394"/>
                </a:lnTo>
                <a:lnTo>
                  <a:pt x="508641" y="96253"/>
                </a:lnTo>
                <a:lnTo>
                  <a:pt x="508427" y="97133"/>
                </a:lnTo>
                <a:lnTo>
                  <a:pt x="508239" y="98035"/>
                </a:lnTo>
                <a:lnTo>
                  <a:pt x="508076" y="98958"/>
                </a:lnTo>
                <a:lnTo>
                  <a:pt x="507937" y="99902"/>
                </a:lnTo>
                <a:lnTo>
                  <a:pt x="507824" y="100869"/>
                </a:lnTo>
                <a:lnTo>
                  <a:pt x="507736" y="101856"/>
                </a:lnTo>
                <a:lnTo>
                  <a:pt x="507673" y="102865"/>
                </a:lnTo>
                <a:lnTo>
                  <a:pt x="507636" y="103895"/>
                </a:lnTo>
                <a:lnTo>
                  <a:pt x="507623" y="104947"/>
                </a:lnTo>
                <a:lnTo>
                  <a:pt x="507630" y="105683"/>
                </a:lnTo>
                <a:lnTo>
                  <a:pt x="507649" y="106409"/>
                </a:lnTo>
                <a:lnTo>
                  <a:pt x="507680" y="107124"/>
                </a:lnTo>
                <a:lnTo>
                  <a:pt x="507724" y="107830"/>
                </a:lnTo>
                <a:lnTo>
                  <a:pt x="507781" y="108525"/>
                </a:lnTo>
                <a:lnTo>
                  <a:pt x="507851" y="109211"/>
                </a:lnTo>
                <a:lnTo>
                  <a:pt x="507933" y="109886"/>
                </a:lnTo>
                <a:lnTo>
                  <a:pt x="508028" y="110552"/>
                </a:lnTo>
                <a:lnTo>
                  <a:pt x="508135" y="111207"/>
                </a:lnTo>
                <a:lnTo>
                  <a:pt x="508255" y="111852"/>
                </a:lnTo>
                <a:lnTo>
                  <a:pt x="508388" y="112487"/>
                </a:lnTo>
                <a:lnTo>
                  <a:pt x="508534" y="113112"/>
                </a:lnTo>
                <a:lnTo>
                  <a:pt x="508692" y="113727"/>
                </a:lnTo>
                <a:lnTo>
                  <a:pt x="508862" y="114332"/>
                </a:lnTo>
                <a:lnTo>
                  <a:pt x="509046" y="114927"/>
                </a:lnTo>
                <a:lnTo>
                  <a:pt x="509242" y="115512"/>
                </a:lnTo>
                <a:lnTo>
                  <a:pt x="509450" y="116087"/>
                </a:lnTo>
                <a:lnTo>
                  <a:pt x="509672" y="116651"/>
                </a:lnTo>
                <a:lnTo>
                  <a:pt x="509905" y="117206"/>
                </a:lnTo>
                <a:lnTo>
                  <a:pt x="510152" y="117751"/>
                </a:lnTo>
                <a:lnTo>
                  <a:pt x="510411" y="118285"/>
                </a:lnTo>
                <a:lnTo>
                  <a:pt x="510683" y="118810"/>
                </a:lnTo>
                <a:lnTo>
                  <a:pt x="510968" y="119324"/>
                </a:lnTo>
                <a:lnTo>
                  <a:pt x="511265" y="119828"/>
                </a:lnTo>
                <a:lnTo>
                  <a:pt x="511572" y="120322"/>
                </a:lnTo>
                <a:lnTo>
                  <a:pt x="511889" y="120806"/>
                </a:lnTo>
                <a:lnTo>
                  <a:pt x="512213" y="121279"/>
                </a:lnTo>
                <a:lnTo>
                  <a:pt x="512546" y="121741"/>
                </a:lnTo>
                <a:lnTo>
                  <a:pt x="512887" y="122194"/>
                </a:lnTo>
                <a:lnTo>
                  <a:pt x="513237" y="122636"/>
                </a:lnTo>
                <a:lnTo>
                  <a:pt x="513595" y="123067"/>
                </a:lnTo>
                <a:lnTo>
                  <a:pt x="513962" y="123488"/>
                </a:lnTo>
                <a:lnTo>
                  <a:pt x="514337" y="123899"/>
                </a:lnTo>
                <a:lnTo>
                  <a:pt x="514721" y="124300"/>
                </a:lnTo>
                <a:lnTo>
                  <a:pt x="515113" y="124690"/>
                </a:lnTo>
                <a:lnTo>
                  <a:pt x="515513" y="125069"/>
                </a:lnTo>
                <a:lnTo>
                  <a:pt x="515922" y="125438"/>
                </a:lnTo>
                <a:lnTo>
                  <a:pt x="516339" y="125797"/>
                </a:lnTo>
                <a:lnTo>
                  <a:pt x="516765" y="126146"/>
                </a:lnTo>
                <a:lnTo>
                  <a:pt x="517199" y="126484"/>
                </a:lnTo>
                <a:lnTo>
                  <a:pt x="517642" y="126811"/>
                </a:lnTo>
                <a:lnTo>
                  <a:pt x="518093" y="127129"/>
                </a:lnTo>
                <a:lnTo>
                  <a:pt x="518552" y="127436"/>
                </a:lnTo>
                <a:lnTo>
                  <a:pt x="519020" y="127732"/>
                </a:lnTo>
                <a:lnTo>
                  <a:pt x="519496" y="128018"/>
                </a:lnTo>
                <a:lnTo>
                  <a:pt x="519981" y="128294"/>
                </a:lnTo>
                <a:lnTo>
                  <a:pt x="520474" y="128559"/>
                </a:lnTo>
                <a:lnTo>
                  <a:pt x="520975" y="128814"/>
                </a:lnTo>
                <a:lnTo>
                  <a:pt x="521483" y="129059"/>
                </a:lnTo>
                <a:lnTo>
                  <a:pt x="521996" y="129292"/>
                </a:lnTo>
                <a:lnTo>
                  <a:pt x="522513" y="129516"/>
                </a:lnTo>
                <a:lnTo>
                  <a:pt x="523035" y="129729"/>
                </a:lnTo>
                <a:lnTo>
                  <a:pt x="523561" y="129932"/>
                </a:lnTo>
                <a:lnTo>
                  <a:pt x="524092" y="130124"/>
                </a:lnTo>
                <a:lnTo>
                  <a:pt x="524627" y="130306"/>
                </a:lnTo>
                <a:lnTo>
                  <a:pt x="525167" y="130478"/>
                </a:lnTo>
                <a:lnTo>
                  <a:pt x="525711" y="130639"/>
                </a:lnTo>
                <a:lnTo>
                  <a:pt x="526260" y="130790"/>
                </a:lnTo>
                <a:lnTo>
                  <a:pt x="526813" y="130930"/>
                </a:lnTo>
                <a:lnTo>
                  <a:pt x="527371" y="131060"/>
                </a:lnTo>
                <a:lnTo>
                  <a:pt x="527934" y="131180"/>
                </a:lnTo>
                <a:lnTo>
                  <a:pt x="528501" y="131289"/>
                </a:lnTo>
                <a:lnTo>
                  <a:pt x="529073" y="131387"/>
                </a:lnTo>
                <a:lnTo>
                  <a:pt x="529649" y="131476"/>
                </a:lnTo>
                <a:lnTo>
                  <a:pt x="530229" y="131554"/>
                </a:lnTo>
                <a:lnTo>
                  <a:pt x="530815" y="131621"/>
                </a:lnTo>
                <a:lnTo>
                  <a:pt x="531404" y="131679"/>
                </a:lnTo>
                <a:lnTo>
                  <a:pt x="531999" y="131725"/>
                </a:lnTo>
                <a:lnTo>
                  <a:pt x="532597" y="131762"/>
                </a:lnTo>
                <a:lnTo>
                  <a:pt x="533201" y="131788"/>
                </a:lnTo>
                <a:lnTo>
                  <a:pt x="533809" y="131803"/>
                </a:lnTo>
                <a:lnTo>
                  <a:pt x="534421" y="131809"/>
                </a:lnTo>
                <a:lnTo>
                  <a:pt x="535288" y="131802"/>
                </a:lnTo>
                <a:lnTo>
                  <a:pt x="536146" y="131781"/>
                </a:lnTo>
                <a:lnTo>
                  <a:pt x="536996" y="131746"/>
                </a:lnTo>
                <a:lnTo>
                  <a:pt x="537837" y="131697"/>
                </a:lnTo>
                <a:lnTo>
                  <a:pt x="538669" y="131634"/>
                </a:lnTo>
                <a:close/>
                <a:moveTo>
                  <a:pt x="535505" y="119661"/>
                </a:moveTo>
                <a:lnTo>
                  <a:pt x="534940" y="119581"/>
                </a:lnTo>
                <a:lnTo>
                  <a:pt x="534389" y="119487"/>
                </a:lnTo>
                <a:lnTo>
                  <a:pt x="533850" y="119377"/>
                </a:lnTo>
                <a:lnTo>
                  <a:pt x="533325" y="119254"/>
                </a:lnTo>
                <a:lnTo>
                  <a:pt x="532814" y="119116"/>
                </a:lnTo>
                <a:lnTo>
                  <a:pt x="532315" y="118963"/>
                </a:lnTo>
                <a:lnTo>
                  <a:pt x="531830" y="118796"/>
                </a:lnTo>
                <a:lnTo>
                  <a:pt x="531358" y="118614"/>
                </a:lnTo>
                <a:lnTo>
                  <a:pt x="530899" y="118417"/>
                </a:lnTo>
                <a:lnTo>
                  <a:pt x="530454" y="118207"/>
                </a:lnTo>
                <a:lnTo>
                  <a:pt x="530022" y="117981"/>
                </a:lnTo>
                <a:lnTo>
                  <a:pt x="529603" y="117741"/>
                </a:lnTo>
                <a:lnTo>
                  <a:pt x="529198" y="117487"/>
                </a:lnTo>
                <a:lnTo>
                  <a:pt x="528806" y="117217"/>
                </a:lnTo>
                <a:lnTo>
                  <a:pt x="528427" y="116934"/>
                </a:lnTo>
                <a:lnTo>
                  <a:pt x="528061" y="116636"/>
                </a:lnTo>
                <a:lnTo>
                  <a:pt x="527709" y="116323"/>
                </a:lnTo>
                <a:lnTo>
                  <a:pt x="527370" y="115996"/>
                </a:lnTo>
                <a:lnTo>
                  <a:pt x="527045" y="115654"/>
                </a:lnTo>
                <a:lnTo>
                  <a:pt x="526732" y="115299"/>
                </a:lnTo>
                <a:lnTo>
                  <a:pt x="526433" y="114935"/>
                </a:lnTo>
                <a:lnTo>
                  <a:pt x="526147" y="114560"/>
                </a:lnTo>
                <a:lnTo>
                  <a:pt x="525875" y="114176"/>
                </a:lnTo>
                <a:lnTo>
                  <a:pt x="525616" y="113781"/>
                </a:lnTo>
                <a:lnTo>
                  <a:pt x="525370" y="113376"/>
                </a:lnTo>
                <a:lnTo>
                  <a:pt x="525137" y="112961"/>
                </a:lnTo>
                <a:lnTo>
                  <a:pt x="524918" y="112536"/>
                </a:lnTo>
                <a:lnTo>
                  <a:pt x="524712" y="112101"/>
                </a:lnTo>
                <a:lnTo>
                  <a:pt x="524519" y="111655"/>
                </a:lnTo>
                <a:lnTo>
                  <a:pt x="524340" y="111200"/>
                </a:lnTo>
                <a:lnTo>
                  <a:pt x="524173" y="110734"/>
                </a:lnTo>
                <a:lnTo>
                  <a:pt x="524021" y="110259"/>
                </a:lnTo>
                <a:lnTo>
                  <a:pt x="523881" y="109773"/>
                </a:lnTo>
                <a:lnTo>
                  <a:pt x="523755" y="109277"/>
                </a:lnTo>
                <a:lnTo>
                  <a:pt x="523642" y="108771"/>
                </a:lnTo>
                <a:lnTo>
                  <a:pt x="523542" y="108255"/>
                </a:lnTo>
                <a:lnTo>
                  <a:pt x="523456" y="107729"/>
                </a:lnTo>
                <a:lnTo>
                  <a:pt x="523383" y="107193"/>
                </a:lnTo>
                <a:lnTo>
                  <a:pt x="523323" y="106647"/>
                </a:lnTo>
                <a:lnTo>
                  <a:pt x="523276" y="106090"/>
                </a:lnTo>
                <a:lnTo>
                  <a:pt x="523243" y="105524"/>
                </a:lnTo>
                <a:lnTo>
                  <a:pt x="523223" y="104947"/>
                </a:lnTo>
                <a:lnTo>
                  <a:pt x="523216" y="104360"/>
                </a:lnTo>
                <a:lnTo>
                  <a:pt x="523234" y="103475"/>
                </a:lnTo>
                <a:lnTo>
                  <a:pt x="523286" y="102611"/>
                </a:lnTo>
                <a:lnTo>
                  <a:pt x="523372" y="101767"/>
                </a:lnTo>
                <a:lnTo>
                  <a:pt x="523494" y="100945"/>
                </a:lnTo>
                <a:lnTo>
                  <a:pt x="523650" y="100144"/>
                </a:lnTo>
                <a:lnTo>
                  <a:pt x="523841" y="99364"/>
                </a:lnTo>
                <a:lnTo>
                  <a:pt x="524066" y="98605"/>
                </a:lnTo>
                <a:lnTo>
                  <a:pt x="524326" y="97867"/>
                </a:lnTo>
                <a:lnTo>
                  <a:pt x="524621" y="97151"/>
                </a:lnTo>
                <a:lnTo>
                  <a:pt x="524951" y="96455"/>
                </a:lnTo>
                <a:lnTo>
                  <a:pt x="525315" y="95780"/>
                </a:lnTo>
                <a:lnTo>
                  <a:pt x="525714" y="95127"/>
                </a:lnTo>
                <a:lnTo>
                  <a:pt x="526148" y="94494"/>
                </a:lnTo>
                <a:lnTo>
                  <a:pt x="526616" y="93883"/>
                </a:lnTo>
                <a:lnTo>
                  <a:pt x="527119" y="93292"/>
                </a:lnTo>
                <a:lnTo>
                  <a:pt x="527657" y="92723"/>
                </a:lnTo>
                <a:lnTo>
                  <a:pt x="528229" y="92175"/>
                </a:lnTo>
                <a:lnTo>
                  <a:pt x="528836" y="91648"/>
                </a:lnTo>
                <a:lnTo>
                  <a:pt x="529478" y="91141"/>
                </a:lnTo>
                <a:lnTo>
                  <a:pt x="530154" y="90656"/>
                </a:lnTo>
                <a:lnTo>
                  <a:pt x="530866" y="90192"/>
                </a:lnTo>
                <a:lnTo>
                  <a:pt x="531611" y="89750"/>
                </a:lnTo>
                <a:lnTo>
                  <a:pt x="532392" y="89328"/>
                </a:lnTo>
                <a:lnTo>
                  <a:pt x="533207" y="88927"/>
                </a:lnTo>
                <a:lnTo>
                  <a:pt x="534062" y="88544"/>
                </a:lnTo>
                <a:lnTo>
                  <a:pt x="534963" y="88176"/>
                </a:lnTo>
                <a:lnTo>
                  <a:pt x="535909" y="87824"/>
                </a:lnTo>
                <a:lnTo>
                  <a:pt x="536901" y="87487"/>
                </a:lnTo>
                <a:lnTo>
                  <a:pt x="537937" y="87165"/>
                </a:lnTo>
                <a:lnTo>
                  <a:pt x="539020" y="86858"/>
                </a:lnTo>
                <a:lnTo>
                  <a:pt x="540147" y="86567"/>
                </a:lnTo>
                <a:lnTo>
                  <a:pt x="541320" y="86291"/>
                </a:lnTo>
                <a:lnTo>
                  <a:pt x="542539" y="86030"/>
                </a:lnTo>
                <a:lnTo>
                  <a:pt x="543802" y="85784"/>
                </a:lnTo>
                <a:lnTo>
                  <a:pt x="545111" y="85554"/>
                </a:lnTo>
                <a:lnTo>
                  <a:pt x="546466" y="85339"/>
                </a:lnTo>
                <a:lnTo>
                  <a:pt x="547866" y="85139"/>
                </a:lnTo>
                <a:lnTo>
                  <a:pt x="549311" y="84954"/>
                </a:lnTo>
                <a:lnTo>
                  <a:pt x="550802" y="84785"/>
                </a:lnTo>
                <a:lnTo>
                  <a:pt x="552338" y="84631"/>
                </a:lnTo>
                <a:lnTo>
                  <a:pt x="553920" y="84492"/>
                </a:lnTo>
                <a:lnTo>
                  <a:pt x="555546" y="84368"/>
                </a:lnTo>
                <a:lnTo>
                  <a:pt x="557219" y="84260"/>
                </a:lnTo>
                <a:lnTo>
                  <a:pt x="558936" y="84166"/>
                </a:lnTo>
                <a:lnTo>
                  <a:pt x="560699" y="84089"/>
                </a:lnTo>
                <a:lnTo>
                  <a:pt x="562508" y="84026"/>
                </a:lnTo>
                <a:lnTo>
                  <a:pt x="564362" y="83978"/>
                </a:lnTo>
                <a:lnTo>
                  <a:pt x="566261" y="83946"/>
                </a:lnTo>
                <a:lnTo>
                  <a:pt x="566261" y="103966"/>
                </a:lnTo>
                <a:lnTo>
                  <a:pt x="565853" y="104553"/>
                </a:lnTo>
                <a:lnTo>
                  <a:pt x="565437" y="105131"/>
                </a:lnTo>
                <a:lnTo>
                  <a:pt x="565013" y="105699"/>
                </a:lnTo>
                <a:lnTo>
                  <a:pt x="564583" y="106258"/>
                </a:lnTo>
                <a:lnTo>
                  <a:pt x="564145" y="106807"/>
                </a:lnTo>
                <a:lnTo>
                  <a:pt x="563699" y="107347"/>
                </a:lnTo>
                <a:lnTo>
                  <a:pt x="563246" y="107878"/>
                </a:lnTo>
                <a:lnTo>
                  <a:pt x="562785" y="108399"/>
                </a:lnTo>
                <a:lnTo>
                  <a:pt x="562317" y="108910"/>
                </a:lnTo>
                <a:lnTo>
                  <a:pt x="561842" y="109413"/>
                </a:lnTo>
                <a:lnTo>
                  <a:pt x="561359" y="109905"/>
                </a:lnTo>
                <a:lnTo>
                  <a:pt x="560869" y="110389"/>
                </a:lnTo>
                <a:lnTo>
                  <a:pt x="560371" y="110863"/>
                </a:lnTo>
                <a:lnTo>
                  <a:pt x="559866" y="111328"/>
                </a:lnTo>
                <a:lnTo>
                  <a:pt x="559353" y="111783"/>
                </a:lnTo>
                <a:lnTo>
                  <a:pt x="558833" y="112228"/>
                </a:lnTo>
                <a:lnTo>
                  <a:pt x="558305" y="112665"/>
                </a:lnTo>
                <a:lnTo>
                  <a:pt x="557770" y="113092"/>
                </a:lnTo>
                <a:lnTo>
                  <a:pt x="557227" y="113509"/>
                </a:lnTo>
                <a:lnTo>
                  <a:pt x="556677" y="113917"/>
                </a:lnTo>
                <a:lnTo>
                  <a:pt x="556120" y="114316"/>
                </a:lnTo>
                <a:lnTo>
                  <a:pt x="555555" y="114705"/>
                </a:lnTo>
                <a:lnTo>
                  <a:pt x="554982" y="115085"/>
                </a:lnTo>
                <a:lnTo>
                  <a:pt x="554403" y="115455"/>
                </a:lnTo>
                <a:lnTo>
                  <a:pt x="553816" y="115813"/>
                </a:lnTo>
                <a:lnTo>
                  <a:pt x="553222" y="116156"/>
                </a:lnTo>
                <a:lnTo>
                  <a:pt x="552623" y="116484"/>
                </a:lnTo>
                <a:lnTo>
                  <a:pt x="552016" y="116796"/>
                </a:lnTo>
                <a:lnTo>
                  <a:pt x="551404" y="117093"/>
                </a:lnTo>
                <a:lnTo>
                  <a:pt x="550784" y="117375"/>
                </a:lnTo>
                <a:lnTo>
                  <a:pt x="550159" y="117641"/>
                </a:lnTo>
                <a:lnTo>
                  <a:pt x="549527" y="117893"/>
                </a:lnTo>
                <a:lnTo>
                  <a:pt x="548888" y="118129"/>
                </a:lnTo>
                <a:lnTo>
                  <a:pt x="548243" y="118350"/>
                </a:lnTo>
                <a:lnTo>
                  <a:pt x="547591" y="118556"/>
                </a:lnTo>
                <a:lnTo>
                  <a:pt x="546933" y="118746"/>
                </a:lnTo>
                <a:lnTo>
                  <a:pt x="546268" y="118921"/>
                </a:lnTo>
                <a:lnTo>
                  <a:pt x="545597" y="119081"/>
                </a:lnTo>
                <a:lnTo>
                  <a:pt x="544920" y="119226"/>
                </a:lnTo>
                <a:lnTo>
                  <a:pt x="544235" y="119355"/>
                </a:lnTo>
                <a:lnTo>
                  <a:pt x="543545" y="119470"/>
                </a:lnTo>
                <a:lnTo>
                  <a:pt x="542848" y="119569"/>
                </a:lnTo>
                <a:lnTo>
                  <a:pt x="542144" y="119653"/>
                </a:lnTo>
                <a:lnTo>
                  <a:pt x="541434" y="119721"/>
                </a:lnTo>
                <a:lnTo>
                  <a:pt x="540718" y="119774"/>
                </a:lnTo>
                <a:lnTo>
                  <a:pt x="539995" y="119812"/>
                </a:lnTo>
                <a:lnTo>
                  <a:pt x="539265" y="119835"/>
                </a:lnTo>
                <a:lnTo>
                  <a:pt x="538529" y="119843"/>
                </a:lnTo>
                <a:lnTo>
                  <a:pt x="537898" y="119836"/>
                </a:lnTo>
                <a:lnTo>
                  <a:pt x="537280" y="119814"/>
                </a:lnTo>
                <a:lnTo>
                  <a:pt x="536675" y="119777"/>
                </a:lnTo>
                <a:lnTo>
                  <a:pt x="536084" y="119727"/>
                </a:lnTo>
                <a:lnTo>
                  <a:pt x="535505" y="119661"/>
                </a:lnTo>
                <a:close/>
                <a:moveTo>
                  <a:pt x="681848" y="130126"/>
                </a:moveTo>
                <a:lnTo>
                  <a:pt x="681848" y="35336"/>
                </a:lnTo>
                <a:lnTo>
                  <a:pt x="666255" y="35336"/>
                </a:lnTo>
                <a:lnTo>
                  <a:pt x="666255" y="130126"/>
                </a:lnTo>
                <a:lnTo>
                  <a:pt x="681848" y="130126"/>
                </a:lnTo>
                <a:close/>
                <a:moveTo>
                  <a:pt x="1284262" y="18064"/>
                </a:moveTo>
                <a:lnTo>
                  <a:pt x="1284602" y="18024"/>
                </a:lnTo>
                <a:lnTo>
                  <a:pt x="1284936" y="17975"/>
                </a:lnTo>
                <a:lnTo>
                  <a:pt x="1285263" y="17917"/>
                </a:lnTo>
                <a:lnTo>
                  <a:pt x="1285585" y="17850"/>
                </a:lnTo>
                <a:lnTo>
                  <a:pt x="1285901" y="17774"/>
                </a:lnTo>
                <a:lnTo>
                  <a:pt x="1286212" y="17689"/>
                </a:lnTo>
                <a:lnTo>
                  <a:pt x="1286516" y="17595"/>
                </a:lnTo>
                <a:lnTo>
                  <a:pt x="1286815" y="17493"/>
                </a:lnTo>
                <a:lnTo>
                  <a:pt x="1287107" y="17381"/>
                </a:lnTo>
                <a:lnTo>
                  <a:pt x="1287394" y="17261"/>
                </a:lnTo>
                <a:lnTo>
                  <a:pt x="1287675" y="17131"/>
                </a:lnTo>
                <a:lnTo>
                  <a:pt x="1287951" y="16993"/>
                </a:lnTo>
                <a:lnTo>
                  <a:pt x="1288220" y="16846"/>
                </a:lnTo>
                <a:lnTo>
                  <a:pt x="1288484" y="16689"/>
                </a:lnTo>
                <a:lnTo>
                  <a:pt x="1288741" y="16524"/>
                </a:lnTo>
                <a:lnTo>
                  <a:pt x="1288993" y="16350"/>
                </a:lnTo>
                <a:lnTo>
                  <a:pt x="1289239" y="16167"/>
                </a:lnTo>
                <a:lnTo>
                  <a:pt x="1289480" y="15975"/>
                </a:lnTo>
                <a:lnTo>
                  <a:pt x="1289714" y="15774"/>
                </a:lnTo>
                <a:lnTo>
                  <a:pt x="1289943" y="15565"/>
                </a:lnTo>
                <a:lnTo>
                  <a:pt x="1290164" y="15348"/>
                </a:lnTo>
                <a:lnTo>
                  <a:pt x="1290375" y="15127"/>
                </a:lnTo>
                <a:lnTo>
                  <a:pt x="1290577" y="14901"/>
                </a:lnTo>
                <a:lnTo>
                  <a:pt x="1290770" y="14670"/>
                </a:lnTo>
                <a:lnTo>
                  <a:pt x="1290953" y="14435"/>
                </a:lnTo>
                <a:lnTo>
                  <a:pt x="1291127" y="14195"/>
                </a:lnTo>
                <a:lnTo>
                  <a:pt x="1291292" y="13950"/>
                </a:lnTo>
                <a:lnTo>
                  <a:pt x="1291447" y="13700"/>
                </a:lnTo>
                <a:lnTo>
                  <a:pt x="1291593" y="13446"/>
                </a:lnTo>
                <a:lnTo>
                  <a:pt x="1291729" y="13187"/>
                </a:lnTo>
                <a:lnTo>
                  <a:pt x="1291856" y="12923"/>
                </a:lnTo>
                <a:lnTo>
                  <a:pt x="1291973" y="12655"/>
                </a:lnTo>
                <a:lnTo>
                  <a:pt x="1292082" y="12382"/>
                </a:lnTo>
                <a:lnTo>
                  <a:pt x="1292180" y="12104"/>
                </a:lnTo>
                <a:lnTo>
                  <a:pt x="1292270" y="11822"/>
                </a:lnTo>
                <a:lnTo>
                  <a:pt x="1292350" y="11535"/>
                </a:lnTo>
                <a:lnTo>
                  <a:pt x="1292420" y="11243"/>
                </a:lnTo>
                <a:lnTo>
                  <a:pt x="1292481" y="10946"/>
                </a:lnTo>
                <a:lnTo>
                  <a:pt x="1292533" y="10645"/>
                </a:lnTo>
                <a:lnTo>
                  <a:pt x="1292575" y="10339"/>
                </a:lnTo>
                <a:lnTo>
                  <a:pt x="1292608" y="10028"/>
                </a:lnTo>
                <a:lnTo>
                  <a:pt x="1292632" y="9713"/>
                </a:lnTo>
                <a:lnTo>
                  <a:pt x="1292646" y="9393"/>
                </a:lnTo>
                <a:lnTo>
                  <a:pt x="1292650" y="9068"/>
                </a:lnTo>
                <a:lnTo>
                  <a:pt x="1292646" y="8743"/>
                </a:lnTo>
                <a:lnTo>
                  <a:pt x="1292632" y="8423"/>
                </a:lnTo>
                <a:lnTo>
                  <a:pt x="1292608" y="8107"/>
                </a:lnTo>
                <a:lnTo>
                  <a:pt x="1292575" y="7797"/>
                </a:lnTo>
                <a:lnTo>
                  <a:pt x="1292533" y="7491"/>
                </a:lnTo>
                <a:lnTo>
                  <a:pt x="1292481" y="7189"/>
                </a:lnTo>
                <a:lnTo>
                  <a:pt x="1292420" y="6893"/>
                </a:lnTo>
                <a:lnTo>
                  <a:pt x="1292350" y="6601"/>
                </a:lnTo>
                <a:lnTo>
                  <a:pt x="1292270" y="6314"/>
                </a:lnTo>
                <a:lnTo>
                  <a:pt x="1292180" y="6031"/>
                </a:lnTo>
                <a:lnTo>
                  <a:pt x="1292082" y="5753"/>
                </a:lnTo>
                <a:lnTo>
                  <a:pt x="1291973" y="5480"/>
                </a:lnTo>
                <a:lnTo>
                  <a:pt x="1291856" y="5212"/>
                </a:lnTo>
                <a:lnTo>
                  <a:pt x="1291729" y="4948"/>
                </a:lnTo>
                <a:lnTo>
                  <a:pt x="1291593" y="4689"/>
                </a:lnTo>
                <a:lnTo>
                  <a:pt x="1291447" y="4435"/>
                </a:lnTo>
                <a:lnTo>
                  <a:pt x="1291292" y="4186"/>
                </a:lnTo>
                <a:lnTo>
                  <a:pt x="1291127" y="3941"/>
                </a:lnTo>
                <a:lnTo>
                  <a:pt x="1290953" y="3701"/>
                </a:lnTo>
                <a:lnTo>
                  <a:pt x="1290770" y="3465"/>
                </a:lnTo>
                <a:lnTo>
                  <a:pt x="1290577" y="3235"/>
                </a:lnTo>
                <a:lnTo>
                  <a:pt x="1290375" y="3009"/>
                </a:lnTo>
                <a:lnTo>
                  <a:pt x="1290164" y="2787"/>
                </a:lnTo>
                <a:lnTo>
                  <a:pt x="1289943" y="2571"/>
                </a:lnTo>
                <a:lnTo>
                  <a:pt x="1289714" y="2361"/>
                </a:lnTo>
                <a:lnTo>
                  <a:pt x="1289480" y="2160"/>
                </a:lnTo>
                <a:lnTo>
                  <a:pt x="1289239" y="1968"/>
                </a:lnTo>
                <a:lnTo>
                  <a:pt x="1288993" y="1785"/>
                </a:lnTo>
                <a:lnTo>
                  <a:pt x="1288741" y="1611"/>
                </a:lnTo>
                <a:lnTo>
                  <a:pt x="1288484" y="1446"/>
                </a:lnTo>
                <a:lnTo>
                  <a:pt x="1288220" y="1290"/>
                </a:lnTo>
                <a:lnTo>
                  <a:pt x="1287951" y="1143"/>
                </a:lnTo>
                <a:lnTo>
                  <a:pt x="1287675" y="1004"/>
                </a:lnTo>
                <a:lnTo>
                  <a:pt x="1287394" y="875"/>
                </a:lnTo>
                <a:lnTo>
                  <a:pt x="1287107" y="754"/>
                </a:lnTo>
                <a:lnTo>
                  <a:pt x="1286815" y="643"/>
                </a:lnTo>
                <a:lnTo>
                  <a:pt x="1286516" y="540"/>
                </a:lnTo>
                <a:lnTo>
                  <a:pt x="1286212" y="446"/>
                </a:lnTo>
                <a:lnTo>
                  <a:pt x="1285901" y="362"/>
                </a:lnTo>
                <a:lnTo>
                  <a:pt x="1285585" y="286"/>
                </a:lnTo>
                <a:lnTo>
                  <a:pt x="1285263" y="219"/>
                </a:lnTo>
                <a:lnTo>
                  <a:pt x="1284936" y="161"/>
                </a:lnTo>
                <a:lnTo>
                  <a:pt x="1284602" y="112"/>
                </a:lnTo>
                <a:lnTo>
                  <a:pt x="1284262" y="71"/>
                </a:lnTo>
                <a:lnTo>
                  <a:pt x="1283917" y="40"/>
                </a:lnTo>
                <a:lnTo>
                  <a:pt x="1283566" y="18"/>
                </a:lnTo>
                <a:lnTo>
                  <a:pt x="1283209" y="4"/>
                </a:lnTo>
                <a:lnTo>
                  <a:pt x="1282846" y="0"/>
                </a:lnTo>
                <a:lnTo>
                  <a:pt x="1282476" y="4"/>
                </a:lnTo>
                <a:lnTo>
                  <a:pt x="1282112" y="18"/>
                </a:lnTo>
                <a:lnTo>
                  <a:pt x="1281755" y="40"/>
                </a:lnTo>
                <a:lnTo>
                  <a:pt x="1281404" y="71"/>
                </a:lnTo>
                <a:lnTo>
                  <a:pt x="1281060" y="112"/>
                </a:lnTo>
                <a:lnTo>
                  <a:pt x="1280722" y="161"/>
                </a:lnTo>
                <a:lnTo>
                  <a:pt x="1280391" y="219"/>
                </a:lnTo>
                <a:lnTo>
                  <a:pt x="1280066" y="286"/>
                </a:lnTo>
                <a:lnTo>
                  <a:pt x="1279748" y="362"/>
                </a:lnTo>
                <a:lnTo>
                  <a:pt x="1279436" y="446"/>
                </a:lnTo>
                <a:lnTo>
                  <a:pt x="1279130" y="540"/>
                </a:lnTo>
                <a:lnTo>
                  <a:pt x="1278831" y="643"/>
                </a:lnTo>
                <a:lnTo>
                  <a:pt x="1278539" y="754"/>
                </a:lnTo>
                <a:lnTo>
                  <a:pt x="1278253" y="875"/>
                </a:lnTo>
                <a:lnTo>
                  <a:pt x="1277973" y="1004"/>
                </a:lnTo>
                <a:lnTo>
                  <a:pt x="1277700" y="1143"/>
                </a:lnTo>
                <a:lnTo>
                  <a:pt x="1277434" y="1290"/>
                </a:lnTo>
                <a:lnTo>
                  <a:pt x="1277174" y="1446"/>
                </a:lnTo>
                <a:lnTo>
                  <a:pt x="1276920" y="1611"/>
                </a:lnTo>
                <a:lnTo>
                  <a:pt x="1276673" y="1785"/>
                </a:lnTo>
                <a:lnTo>
                  <a:pt x="1276433" y="1968"/>
                </a:lnTo>
                <a:lnTo>
                  <a:pt x="1276199" y="2160"/>
                </a:lnTo>
                <a:lnTo>
                  <a:pt x="1275971" y="2361"/>
                </a:lnTo>
                <a:lnTo>
                  <a:pt x="1275750" y="2571"/>
                </a:lnTo>
                <a:lnTo>
                  <a:pt x="1275537" y="2787"/>
                </a:lnTo>
                <a:lnTo>
                  <a:pt x="1275332" y="3009"/>
                </a:lnTo>
                <a:lnTo>
                  <a:pt x="1275137" y="3235"/>
                </a:lnTo>
                <a:lnTo>
                  <a:pt x="1274951" y="3465"/>
                </a:lnTo>
                <a:lnTo>
                  <a:pt x="1274774" y="3701"/>
                </a:lnTo>
                <a:lnTo>
                  <a:pt x="1274606" y="3941"/>
                </a:lnTo>
                <a:lnTo>
                  <a:pt x="1274447" y="4186"/>
                </a:lnTo>
                <a:lnTo>
                  <a:pt x="1274298" y="4435"/>
                </a:lnTo>
                <a:lnTo>
                  <a:pt x="1274157" y="4689"/>
                </a:lnTo>
                <a:lnTo>
                  <a:pt x="1274025" y="4948"/>
                </a:lnTo>
                <a:lnTo>
                  <a:pt x="1273903" y="5212"/>
                </a:lnTo>
                <a:lnTo>
                  <a:pt x="1273789" y="5480"/>
                </a:lnTo>
                <a:lnTo>
                  <a:pt x="1273685" y="5753"/>
                </a:lnTo>
                <a:lnTo>
                  <a:pt x="1273590" y="6031"/>
                </a:lnTo>
                <a:lnTo>
                  <a:pt x="1273503" y="6314"/>
                </a:lnTo>
                <a:lnTo>
                  <a:pt x="1273426" y="6601"/>
                </a:lnTo>
                <a:lnTo>
                  <a:pt x="1273358" y="6893"/>
                </a:lnTo>
                <a:lnTo>
                  <a:pt x="1273299" y="7189"/>
                </a:lnTo>
                <a:lnTo>
                  <a:pt x="1273249" y="7491"/>
                </a:lnTo>
                <a:lnTo>
                  <a:pt x="1273208" y="7797"/>
                </a:lnTo>
                <a:lnTo>
                  <a:pt x="1273176" y="8107"/>
                </a:lnTo>
                <a:lnTo>
                  <a:pt x="1273154" y="8423"/>
                </a:lnTo>
                <a:lnTo>
                  <a:pt x="1273140" y="8743"/>
                </a:lnTo>
                <a:lnTo>
                  <a:pt x="1273136" y="9068"/>
                </a:lnTo>
                <a:lnTo>
                  <a:pt x="1273140" y="9393"/>
                </a:lnTo>
                <a:lnTo>
                  <a:pt x="1273154" y="9713"/>
                </a:lnTo>
                <a:lnTo>
                  <a:pt x="1273176" y="10028"/>
                </a:lnTo>
                <a:lnTo>
                  <a:pt x="1273208" y="10339"/>
                </a:lnTo>
                <a:lnTo>
                  <a:pt x="1273249" y="10645"/>
                </a:lnTo>
                <a:lnTo>
                  <a:pt x="1273299" y="10946"/>
                </a:lnTo>
                <a:lnTo>
                  <a:pt x="1273358" y="11243"/>
                </a:lnTo>
                <a:lnTo>
                  <a:pt x="1273426" y="11535"/>
                </a:lnTo>
                <a:lnTo>
                  <a:pt x="1273503" y="11822"/>
                </a:lnTo>
                <a:lnTo>
                  <a:pt x="1273590" y="12104"/>
                </a:lnTo>
                <a:lnTo>
                  <a:pt x="1273685" y="12382"/>
                </a:lnTo>
                <a:lnTo>
                  <a:pt x="1273789" y="12655"/>
                </a:lnTo>
                <a:lnTo>
                  <a:pt x="1273903" y="12923"/>
                </a:lnTo>
                <a:lnTo>
                  <a:pt x="1274025" y="13187"/>
                </a:lnTo>
                <a:lnTo>
                  <a:pt x="1274157" y="13446"/>
                </a:lnTo>
                <a:lnTo>
                  <a:pt x="1274298" y="13700"/>
                </a:lnTo>
                <a:lnTo>
                  <a:pt x="1274447" y="13950"/>
                </a:lnTo>
                <a:lnTo>
                  <a:pt x="1274606" y="14195"/>
                </a:lnTo>
                <a:lnTo>
                  <a:pt x="1274774" y="14435"/>
                </a:lnTo>
                <a:lnTo>
                  <a:pt x="1274951" y="14670"/>
                </a:lnTo>
                <a:lnTo>
                  <a:pt x="1275137" y="14901"/>
                </a:lnTo>
                <a:lnTo>
                  <a:pt x="1275332" y="15127"/>
                </a:lnTo>
                <a:lnTo>
                  <a:pt x="1275537" y="15348"/>
                </a:lnTo>
                <a:lnTo>
                  <a:pt x="1275750" y="15565"/>
                </a:lnTo>
                <a:lnTo>
                  <a:pt x="1275971" y="15774"/>
                </a:lnTo>
                <a:lnTo>
                  <a:pt x="1276199" y="15975"/>
                </a:lnTo>
                <a:lnTo>
                  <a:pt x="1276433" y="16167"/>
                </a:lnTo>
                <a:lnTo>
                  <a:pt x="1276673" y="16350"/>
                </a:lnTo>
                <a:lnTo>
                  <a:pt x="1276920" y="16524"/>
                </a:lnTo>
                <a:lnTo>
                  <a:pt x="1277174" y="16689"/>
                </a:lnTo>
                <a:lnTo>
                  <a:pt x="1277434" y="16846"/>
                </a:lnTo>
                <a:lnTo>
                  <a:pt x="1277700" y="16993"/>
                </a:lnTo>
                <a:lnTo>
                  <a:pt x="1277973" y="17131"/>
                </a:lnTo>
                <a:lnTo>
                  <a:pt x="1278253" y="17261"/>
                </a:lnTo>
                <a:lnTo>
                  <a:pt x="1278539" y="17381"/>
                </a:lnTo>
                <a:lnTo>
                  <a:pt x="1278831" y="17493"/>
                </a:lnTo>
                <a:lnTo>
                  <a:pt x="1279130" y="17595"/>
                </a:lnTo>
                <a:lnTo>
                  <a:pt x="1279436" y="17689"/>
                </a:lnTo>
                <a:lnTo>
                  <a:pt x="1279748" y="17774"/>
                </a:lnTo>
                <a:lnTo>
                  <a:pt x="1280066" y="17850"/>
                </a:lnTo>
                <a:lnTo>
                  <a:pt x="1280391" y="17917"/>
                </a:lnTo>
                <a:lnTo>
                  <a:pt x="1280722" y="17975"/>
                </a:lnTo>
                <a:lnTo>
                  <a:pt x="1281060" y="18024"/>
                </a:lnTo>
                <a:lnTo>
                  <a:pt x="1281404" y="18064"/>
                </a:lnTo>
                <a:lnTo>
                  <a:pt x="1281755" y="18095"/>
                </a:lnTo>
                <a:lnTo>
                  <a:pt x="1282112" y="18118"/>
                </a:lnTo>
                <a:lnTo>
                  <a:pt x="1282476" y="18131"/>
                </a:lnTo>
                <a:lnTo>
                  <a:pt x="1282846" y="18135"/>
                </a:lnTo>
                <a:lnTo>
                  <a:pt x="1283209" y="18131"/>
                </a:lnTo>
                <a:lnTo>
                  <a:pt x="1283566" y="18118"/>
                </a:lnTo>
                <a:lnTo>
                  <a:pt x="1283917" y="18095"/>
                </a:lnTo>
                <a:lnTo>
                  <a:pt x="1284262" y="18064"/>
                </a:lnTo>
                <a:close/>
                <a:moveTo>
                  <a:pt x="991362" y="76859"/>
                </a:moveTo>
                <a:lnTo>
                  <a:pt x="991872" y="76880"/>
                </a:lnTo>
                <a:lnTo>
                  <a:pt x="992375" y="76910"/>
                </a:lnTo>
                <a:lnTo>
                  <a:pt x="992871" y="76949"/>
                </a:lnTo>
                <a:lnTo>
                  <a:pt x="993359" y="76996"/>
                </a:lnTo>
                <a:lnTo>
                  <a:pt x="993839" y="77052"/>
                </a:lnTo>
                <a:lnTo>
                  <a:pt x="994313" y="77117"/>
                </a:lnTo>
                <a:lnTo>
                  <a:pt x="994778" y="77190"/>
                </a:lnTo>
                <a:lnTo>
                  <a:pt x="995237" y="77272"/>
                </a:lnTo>
                <a:lnTo>
                  <a:pt x="995687" y="77362"/>
                </a:lnTo>
                <a:lnTo>
                  <a:pt x="996131" y="77461"/>
                </a:lnTo>
                <a:lnTo>
                  <a:pt x="996567" y="77568"/>
                </a:lnTo>
                <a:lnTo>
                  <a:pt x="996995" y="77685"/>
                </a:lnTo>
                <a:lnTo>
                  <a:pt x="997416" y="77809"/>
                </a:lnTo>
                <a:lnTo>
                  <a:pt x="997830" y="77943"/>
                </a:lnTo>
                <a:lnTo>
                  <a:pt x="998236" y="78085"/>
                </a:lnTo>
                <a:lnTo>
                  <a:pt x="998634" y="78235"/>
                </a:lnTo>
                <a:lnTo>
                  <a:pt x="999025" y="78394"/>
                </a:lnTo>
                <a:lnTo>
                  <a:pt x="999409" y="78562"/>
                </a:lnTo>
                <a:lnTo>
                  <a:pt x="999785" y="78738"/>
                </a:lnTo>
                <a:lnTo>
                  <a:pt x="1000154" y="78923"/>
                </a:lnTo>
                <a:lnTo>
                  <a:pt x="1000516" y="79117"/>
                </a:lnTo>
                <a:lnTo>
                  <a:pt x="1000869" y="79319"/>
                </a:lnTo>
                <a:lnTo>
                  <a:pt x="1001217" y="79530"/>
                </a:lnTo>
                <a:lnTo>
                  <a:pt x="1001561" y="79752"/>
                </a:lnTo>
                <a:lnTo>
                  <a:pt x="1001899" y="79983"/>
                </a:lnTo>
                <a:lnTo>
                  <a:pt x="1002234" y="80225"/>
                </a:lnTo>
                <a:lnTo>
                  <a:pt x="1002563" y="80477"/>
                </a:lnTo>
                <a:lnTo>
                  <a:pt x="1002889" y="80739"/>
                </a:lnTo>
                <a:lnTo>
                  <a:pt x="1003209" y="81010"/>
                </a:lnTo>
                <a:lnTo>
                  <a:pt x="1003525" y="81292"/>
                </a:lnTo>
                <a:lnTo>
                  <a:pt x="1003837" y="81584"/>
                </a:lnTo>
                <a:lnTo>
                  <a:pt x="1004144" y="81886"/>
                </a:lnTo>
                <a:lnTo>
                  <a:pt x="1004446" y="82198"/>
                </a:lnTo>
                <a:lnTo>
                  <a:pt x="1004744" y="82521"/>
                </a:lnTo>
                <a:lnTo>
                  <a:pt x="1005038" y="82853"/>
                </a:lnTo>
                <a:lnTo>
                  <a:pt x="1005327" y="83195"/>
                </a:lnTo>
                <a:lnTo>
                  <a:pt x="1005611" y="83547"/>
                </a:lnTo>
                <a:lnTo>
                  <a:pt x="1005891" y="83910"/>
                </a:lnTo>
                <a:lnTo>
                  <a:pt x="1006166" y="84282"/>
                </a:lnTo>
                <a:lnTo>
                  <a:pt x="1006437" y="84665"/>
                </a:lnTo>
                <a:lnTo>
                  <a:pt x="1006703" y="85057"/>
                </a:lnTo>
                <a:lnTo>
                  <a:pt x="1006965" y="85460"/>
                </a:lnTo>
                <a:lnTo>
                  <a:pt x="1007222" y="85873"/>
                </a:lnTo>
                <a:lnTo>
                  <a:pt x="1007474" y="86296"/>
                </a:lnTo>
                <a:lnTo>
                  <a:pt x="1007722" y="86728"/>
                </a:lnTo>
                <a:lnTo>
                  <a:pt x="1007966" y="87171"/>
                </a:lnTo>
                <a:lnTo>
                  <a:pt x="1008206" y="87625"/>
                </a:lnTo>
                <a:lnTo>
                  <a:pt x="1008443" y="88090"/>
                </a:lnTo>
                <a:lnTo>
                  <a:pt x="1008678" y="88567"/>
                </a:lnTo>
                <a:lnTo>
                  <a:pt x="1008910" y="89055"/>
                </a:lnTo>
                <a:lnTo>
                  <a:pt x="1009139" y="89555"/>
                </a:lnTo>
                <a:lnTo>
                  <a:pt x="1009366" y="90066"/>
                </a:lnTo>
                <a:lnTo>
                  <a:pt x="1009591" y="90589"/>
                </a:lnTo>
                <a:lnTo>
                  <a:pt x="1009812" y="91123"/>
                </a:lnTo>
                <a:lnTo>
                  <a:pt x="1010032" y="91669"/>
                </a:lnTo>
                <a:lnTo>
                  <a:pt x="1010248" y="92227"/>
                </a:lnTo>
                <a:lnTo>
                  <a:pt x="1010462" y="92796"/>
                </a:lnTo>
                <a:lnTo>
                  <a:pt x="1010673" y="93376"/>
                </a:lnTo>
                <a:lnTo>
                  <a:pt x="1010882" y="93968"/>
                </a:lnTo>
                <a:lnTo>
                  <a:pt x="1011088" y="94572"/>
                </a:lnTo>
                <a:lnTo>
                  <a:pt x="1011292" y="95187"/>
                </a:lnTo>
                <a:lnTo>
                  <a:pt x="1011493" y="95813"/>
                </a:lnTo>
                <a:lnTo>
                  <a:pt x="1011691" y="96451"/>
                </a:lnTo>
                <a:lnTo>
                  <a:pt x="1011887" y="97101"/>
                </a:lnTo>
                <a:lnTo>
                  <a:pt x="1012081" y="97762"/>
                </a:lnTo>
                <a:lnTo>
                  <a:pt x="1012271" y="98434"/>
                </a:lnTo>
                <a:lnTo>
                  <a:pt x="1012459" y="99119"/>
                </a:lnTo>
                <a:lnTo>
                  <a:pt x="1012645" y="99814"/>
                </a:lnTo>
                <a:lnTo>
                  <a:pt x="1012828" y="100521"/>
                </a:lnTo>
                <a:lnTo>
                  <a:pt x="1013008" y="101240"/>
                </a:lnTo>
                <a:lnTo>
                  <a:pt x="1020291" y="130126"/>
                </a:lnTo>
                <a:lnTo>
                  <a:pt x="1037378" y="130126"/>
                </a:lnTo>
                <a:lnTo>
                  <a:pt x="1029161" y="98623"/>
                </a:lnTo>
                <a:lnTo>
                  <a:pt x="1028965" y="97857"/>
                </a:lnTo>
                <a:lnTo>
                  <a:pt x="1028767" y="97102"/>
                </a:lnTo>
                <a:lnTo>
                  <a:pt x="1028565" y="96359"/>
                </a:lnTo>
                <a:lnTo>
                  <a:pt x="1028361" y="95626"/>
                </a:lnTo>
                <a:lnTo>
                  <a:pt x="1028154" y="94905"/>
                </a:lnTo>
                <a:lnTo>
                  <a:pt x="1027944" y="94194"/>
                </a:lnTo>
                <a:lnTo>
                  <a:pt x="1027732" y="93495"/>
                </a:lnTo>
                <a:lnTo>
                  <a:pt x="1027517" y="92806"/>
                </a:lnTo>
                <a:lnTo>
                  <a:pt x="1027299" y="92129"/>
                </a:lnTo>
                <a:lnTo>
                  <a:pt x="1027078" y="91462"/>
                </a:lnTo>
                <a:lnTo>
                  <a:pt x="1026855" y="90807"/>
                </a:lnTo>
                <a:lnTo>
                  <a:pt x="1026628" y="90163"/>
                </a:lnTo>
                <a:lnTo>
                  <a:pt x="1026399" y="89529"/>
                </a:lnTo>
                <a:lnTo>
                  <a:pt x="1026168" y="88907"/>
                </a:lnTo>
                <a:lnTo>
                  <a:pt x="1025933" y="88296"/>
                </a:lnTo>
                <a:lnTo>
                  <a:pt x="1025696" y="87696"/>
                </a:lnTo>
                <a:lnTo>
                  <a:pt x="1025456" y="87107"/>
                </a:lnTo>
                <a:lnTo>
                  <a:pt x="1025213" y="86529"/>
                </a:lnTo>
                <a:lnTo>
                  <a:pt x="1024968" y="85962"/>
                </a:lnTo>
                <a:lnTo>
                  <a:pt x="1024719" y="85406"/>
                </a:lnTo>
                <a:lnTo>
                  <a:pt x="1024468" y="84861"/>
                </a:lnTo>
                <a:lnTo>
                  <a:pt x="1024215" y="84327"/>
                </a:lnTo>
                <a:lnTo>
                  <a:pt x="1023958" y="83804"/>
                </a:lnTo>
                <a:lnTo>
                  <a:pt x="1023699" y="83292"/>
                </a:lnTo>
                <a:lnTo>
                  <a:pt x="1023436" y="82790"/>
                </a:lnTo>
                <a:lnTo>
                  <a:pt x="1023167" y="82298"/>
                </a:lnTo>
                <a:lnTo>
                  <a:pt x="1022894" y="81816"/>
                </a:lnTo>
                <a:lnTo>
                  <a:pt x="1022616" y="81343"/>
                </a:lnTo>
                <a:lnTo>
                  <a:pt x="1022333" y="80880"/>
                </a:lnTo>
                <a:lnTo>
                  <a:pt x="1022044" y="80426"/>
                </a:lnTo>
                <a:lnTo>
                  <a:pt x="1021751" y="79982"/>
                </a:lnTo>
                <a:lnTo>
                  <a:pt x="1021453" y="79547"/>
                </a:lnTo>
                <a:lnTo>
                  <a:pt x="1021149" y="79122"/>
                </a:lnTo>
                <a:lnTo>
                  <a:pt x="1020841" y="78707"/>
                </a:lnTo>
                <a:lnTo>
                  <a:pt x="1020528" y="78301"/>
                </a:lnTo>
                <a:lnTo>
                  <a:pt x="1020209" y="77905"/>
                </a:lnTo>
                <a:lnTo>
                  <a:pt x="1019886" y="77518"/>
                </a:lnTo>
                <a:lnTo>
                  <a:pt x="1019557" y="77141"/>
                </a:lnTo>
                <a:lnTo>
                  <a:pt x="1019224" y="76774"/>
                </a:lnTo>
                <a:lnTo>
                  <a:pt x="1018885" y="76416"/>
                </a:lnTo>
                <a:lnTo>
                  <a:pt x="1018541" y="76067"/>
                </a:lnTo>
                <a:lnTo>
                  <a:pt x="1018193" y="75729"/>
                </a:lnTo>
                <a:lnTo>
                  <a:pt x="1017839" y="75399"/>
                </a:lnTo>
                <a:lnTo>
                  <a:pt x="1017481" y="75080"/>
                </a:lnTo>
                <a:lnTo>
                  <a:pt x="1017117" y="74770"/>
                </a:lnTo>
                <a:lnTo>
                  <a:pt x="1016748" y="74469"/>
                </a:lnTo>
                <a:lnTo>
                  <a:pt x="1016374" y="74178"/>
                </a:lnTo>
                <a:lnTo>
                  <a:pt x="1015996" y="73897"/>
                </a:lnTo>
                <a:lnTo>
                  <a:pt x="1015611" y="73624"/>
                </a:lnTo>
                <a:lnTo>
                  <a:pt x="1015218" y="73360"/>
                </a:lnTo>
                <a:lnTo>
                  <a:pt x="1014817" y="73103"/>
                </a:lnTo>
                <a:lnTo>
                  <a:pt x="1014408" y="72854"/>
                </a:lnTo>
                <a:lnTo>
                  <a:pt x="1013992" y="72614"/>
                </a:lnTo>
                <a:lnTo>
                  <a:pt x="1013568" y="72381"/>
                </a:lnTo>
                <a:lnTo>
                  <a:pt x="1013136" y="72156"/>
                </a:lnTo>
                <a:lnTo>
                  <a:pt x="1012697" y="71939"/>
                </a:lnTo>
                <a:lnTo>
                  <a:pt x="1012249" y="71730"/>
                </a:lnTo>
                <a:lnTo>
                  <a:pt x="1011794" y="71529"/>
                </a:lnTo>
                <a:lnTo>
                  <a:pt x="1011331" y="71336"/>
                </a:lnTo>
                <a:lnTo>
                  <a:pt x="1010860" y="71151"/>
                </a:lnTo>
                <a:lnTo>
                  <a:pt x="1010382" y="70974"/>
                </a:lnTo>
                <a:lnTo>
                  <a:pt x="1009895" y="70805"/>
                </a:lnTo>
                <a:lnTo>
                  <a:pt x="1009401" y="70643"/>
                </a:lnTo>
                <a:lnTo>
                  <a:pt x="1008899" y="70490"/>
                </a:lnTo>
                <a:lnTo>
                  <a:pt x="1008390" y="70345"/>
                </a:lnTo>
                <a:lnTo>
                  <a:pt x="1007872" y="70207"/>
                </a:lnTo>
                <a:lnTo>
                  <a:pt x="1007347" y="70078"/>
                </a:lnTo>
                <a:lnTo>
                  <a:pt x="1006814" y="69956"/>
                </a:lnTo>
                <a:lnTo>
                  <a:pt x="1006273" y="69843"/>
                </a:lnTo>
                <a:lnTo>
                  <a:pt x="1005725" y="69737"/>
                </a:lnTo>
                <a:lnTo>
                  <a:pt x="1005168" y="69640"/>
                </a:lnTo>
                <a:lnTo>
                  <a:pt x="1004604" y="69550"/>
                </a:lnTo>
                <a:lnTo>
                  <a:pt x="1005683" y="69291"/>
                </a:lnTo>
                <a:lnTo>
                  <a:pt x="1006739" y="69014"/>
                </a:lnTo>
                <a:lnTo>
                  <a:pt x="1007772" y="68717"/>
                </a:lnTo>
                <a:lnTo>
                  <a:pt x="1008784" y="68402"/>
                </a:lnTo>
                <a:lnTo>
                  <a:pt x="1009773" y="68068"/>
                </a:lnTo>
                <a:lnTo>
                  <a:pt x="1010741" y="67715"/>
                </a:lnTo>
                <a:lnTo>
                  <a:pt x="1011686" y="67344"/>
                </a:lnTo>
                <a:lnTo>
                  <a:pt x="1012608" y="66953"/>
                </a:lnTo>
                <a:lnTo>
                  <a:pt x="1013509" y="66544"/>
                </a:lnTo>
                <a:lnTo>
                  <a:pt x="1014387" y="66116"/>
                </a:lnTo>
                <a:lnTo>
                  <a:pt x="1015243" y="65669"/>
                </a:lnTo>
                <a:lnTo>
                  <a:pt x="1016077" y="65203"/>
                </a:lnTo>
                <a:lnTo>
                  <a:pt x="1016889" y="64719"/>
                </a:lnTo>
                <a:lnTo>
                  <a:pt x="1017679" y="64215"/>
                </a:lnTo>
                <a:lnTo>
                  <a:pt x="1018446" y="63693"/>
                </a:lnTo>
                <a:lnTo>
                  <a:pt x="1019191" y="63152"/>
                </a:lnTo>
                <a:lnTo>
                  <a:pt x="1019914" y="62592"/>
                </a:lnTo>
                <a:lnTo>
                  <a:pt x="1020615" y="62013"/>
                </a:lnTo>
                <a:lnTo>
                  <a:pt x="1021293" y="61416"/>
                </a:lnTo>
                <a:lnTo>
                  <a:pt x="1021949" y="60799"/>
                </a:lnTo>
                <a:lnTo>
                  <a:pt x="1022584" y="60164"/>
                </a:lnTo>
                <a:lnTo>
                  <a:pt x="1023195" y="59510"/>
                </a:lnTo>
                <a:lnTo>
                  <a:pt x="1023785" y="58837"/>
                </a:lnTo>
                <a:lnTo>
                  <a:pt x="1024352" y="58145"/>
                </a:lnTo>
                <a:lnTo>
                  <a:pt x="1024897" y="57438"/>
                </a:lnTo>
                <a:lnTo>
                  <a:pt x="1025419" y="56718"/>
                </a:lnTo>
                <a:lnTo>
                  <a:pt x="1025917" y="55986"/>
                </a:lnTo>
                <a:lnTo>
                  <a:pt x="1026392" y="55242"/>
                </a:lnTo>
                <a:lnTo>
                  <a:pt x="1026844" y="54486"/>
                </a:lnTo>
                <a:lnTo>
                  <a:pt x="1027273" y="53717"/>
                </a:lnTo>
                <a:lnTo>
                  <a:pt x="1027679" y="52935"/>
                </a:lnTo>
                <a:lnTo>
                  <a:pt x="1028061" y="52142"/>
                </a:lnTo>
                <a:lnTo>
                  <a:pt x="1028421" y="51336"/>
                </a:lnTo>
                <a:lnTo>
                  <a:pt x="1028757" y="50518"/>
                </a:lnTo>
                <a:lnTo>
                  <a:pt x="1029070" y="49687"/>
                </a:lnTo>
                <a:lnTo>
                  <a:pt x="1029360" y="48844"/>
                </a:lnTo>
                <a:lnTo>
                  <a:pt x="1029626" y="47989"/>
                </a:lnTo>
                <a:lnTo>
                  <a:pt x="1029870" y="47121"/>
                </a:lnTo>
                <a:lnTo>
                  <a:pt x="1030090" y="46241"/>
                </a:lnTo>
                <a:lnTo>
                  <a:pt x="1030287" y="45349"/>
                </a:lnTo>
                <a:lnTo>
                  <a:pt x="1030461" y="44444"/>
                </a:lnTo>
                <a:lnTo>
                  <a:pt x="1030611" y="43527"/>
                </a:lnTo>
                <a:lnTo>
                  <a:pt x="1030739" y="42598"/>
                </a:lnTo>
                <a:lnTo>
                  <a:pt x="1030843" y="41656"/>
                </a:lnTo>
                <a:lnTo>
                  <a:pt x="1030924" y="40702"/>
                </a:lnTo>
                <a:lnTo>
                  <a:pt x="1030982" y="39736"/>
                </a:lnTo>
                <a:lnTo>
                  <a:pt x="1031017" y="38757"/>
                </a:lnTo>
                <a:lnTo>
                  <a:pt x="1031029" y="37766"/>
                </a:lnTo>
                <a:lnTo>
                  <a:pt x="1031019" y="36792"/>
                </a:lnTo>
                <a:lnTo>
                  <a:pt x="1030991" y="35834"/>
                </a:lnTo>
                <a:lnTo>
                  <a:pt x="1030944" y="34890"/>
                </a:lnTo>
                <a:lnTo>
                  <a:pt x="1030878" y="33962"/>
                </a:lnTo>
                <a:lnTo>
                  <a:pt x="1030794" y="33049"/>
                </a:lnTo>
                <a:lnTo>
                  <a:pt x="1030690" y="32152"/>
                </a:lnTo>
                <a:lnTo>
                  <a:pt x="1030568" y="31269"/>
                </a:lnTo>
                <a:lnTo>
                  <a:pt x="1030427" y="30402"/>
                </a:lnTo>
                <a:lnTo>
                  <a:pt x="1030267" y="29550"/>
                </a:lnTo>
                <a:lnTo>
                  <a:pt x="1030088" y="28714"/>
                </a:lnTo>
                <a:lnTo>
                  <a:pt x="1029891" y="27892"/>
                </a:lnTo>
                <a:lnTo>
                  <a:pt x="1029675" y="27086"/>
                </a:lnTo>
                <a:lnTo>
                  <a:pt x="1029440" y="26295"/>
                </a:lnTo>
                <a:lnTo>
                  <a:pt x="1029186" y="25520"/>
                </a:lnTo>
                <a:lnTo>
                  <a:pt x="1028913" y="24759"/>
                </a:lnTo>
                <a:lnTo>
                  <a:pt x="1028622" y="24014"/>
                </a:lnTo>
                <a:lnTo>
                  <a:pt x="1028311" y="23284"/>
                </a:lnTo>
                <a:lnTo>
                  <a:pt x="1027982" y="22570"/>
                </a:lnTo>
                <a:lnTo>
                  <a:pt x="1027634" y="21871"/>
                </a:lnTo>
                <a:lnTo>
                  <a:pt x="1027268" y="21186"/>
                </a:lnTo>
                <a:lnTo>
                  <a:pt x="1026882" y="20518"/>
                </a:lnTo>
                <a:lnTo>
                  <a:pt x="1026478" y="19864"/>
                </a:lnTo>
                <a:lnTo>
                  <a:pt x="1026055" y="19226"/>
                </a:lnTo>
                <a:lnTo>
                  <a:pt x="1025613" y="18603"/>
                </a:lnTo>
                <a:lnTo>
                  <a:pt x="1025156" y="17994"/>
                </a:lnTo>
                <a:lnTo>
                  <a:pt x="1024686" y="17399"/>
                </a:lnTo>
                <a:lnTo>
                  <a:pt x="1024204" y="16818"/>
                </a:lnTo>
                <a:lnTo>
                  <a:pt x="1023711" y="16250"/>
                </a:lnTo>
                <a:lnTo>
                  <a:pt x="1023205" y="15696"/>
                </a:lnTo>
                <a:lnTo>
                  <a:pt x="1022686" y="15156"/>
                </a:lnTo>
                <a:lnTo>
                  <a:pt x="1022156" y="14629"/>
                </a:lnTo>
                <a:lnTo>
                  <a:pt x="1021614" y="14116"/>
                </a:lnTo>
                <a:lnTo>
                  <a:pt x="1021059" y="13616"/>
                </a:lnTo>
                <a:lnTo>
                  <a:pt x="1020492" y="13130"/>
                </a:lnTo>
                <a:lnTo>
                  <a:pt x="1019913" y="12658"/>
                </a:lnTo>
                <a:lnTo>
                  <a:pt x="1019322" y="12199"/>
                </a:lnTo>
                <a:lnTo>
                  <a:pt x="1018719" y="11754"/>
                </a:lnTo>
                <a:lnTo>
                  <a:pt x="1018103" y="11323"/>
                </a:lnTo>
                <a:lnTo>
                  <a:pt x="1017476" y="10905"/>
                </a:lnTo>
                <a:lnTo>
                  <a:pt x="1016836" y="10501"/>
                </a:lnTo>
                <a:lnTo>
                  <a:pt x="1016184" y="10111"/>
                </a:lnTo>
                <a:lnTo>
                  <a:pt x="1015520" y="9734"/>
                </a:lnTo>
                <a:lnTo>
                  <a:pt x="1014844" y="9371"/>
                </a:lnTo>
                <a:lnTo>
                  <a:pt x="1014155" y="9021"/>
                </a:lnTo>
                <a:lnTo>
                  <a:pt x="1013455" y="8685"/>
                </a:lnTo>
                <a:lnTo>
                  <a:pt x="1012742" y="8363"/>
                </a:lnTo>
                <a:lnTo>
                  <a:pt x="1012017" y="8054"/>
                </a:lnTo>
                <a:lnTo>
                  <a:pt x="1011280" y="7759"/>
                </a:lnTo>
                <a:lnTo>
                  <a:pt x="1010534" y="7477"/>
                </a:lnTo>
                <a:lnTo>
                  <a:pt x="1009781" y="7206"/>
                </a:lnTo>
                <a:lnTo>
                  <a:pt x="1009021" y="6948"/>
                </a:lnTo>
                <a:lnTo>
                  <a:pt x="1008255" y="6702"/>
                </a:lnTo>
                <a:lnTo>
                  <a:pt x="1007482" y="6468"/>
                </a:lnTo>
                <a:lnTo>
                  <a:pt x="1006702" y="6246"/>
                </a:lnTo>
                <a:lnTo>
                  <a:pt x="1005916" y="6036"/>
                </a:lnTo>
                <a:lnTo>
                  <a:pt x="1005123" y="5837"/>
                </a:lnTo>
                <a:lnTo>
                  <a:pt x="1004323" y="5651"/>
                </a:lnTo>
                <a:lnTo>
                  <a:pt x="1003517" y="5477"/>
                </a:lnTo>
                <a:lnTo>
                  <a:pt x="1002704" y="5315"/>
                </a:lnTo>
                <a:lnTo>
                  <a:pt x="1001885" y="5165"/>
                </a:lnTo>
                <a:lnTo>
                  <a:pt x="1001059" y="5027"/>
                </a:lnTo>
                <a:lnTo>
                  <a:pt x="1000226" y="4901"/>
                </a:lnTo>
                <a:lnTo>
                  <a:pt x="999386" y="4787"/>
                </a:lnTo>
                <a:lnTo>
                  <a:pt x="998540" y="4684"/>
                </a:lnTo>
                <a:lnTo>
                  <a:pt x="997688" y="4594"/>
                </a:lnTo>
                <a:lnTo>
                  <a:pt x="996828" y="4516"/>
                </a:lnTo>
                <a:lnTo>
                  <a:pt x="995962" y="4450"/>
                </a:lnTo>
                <a:lnTo>
                  <a:pt x="995089" y="4396"/>
                </a:lnTo>
                <a:lnTo>
                  <a:pt x="994210" y="4354"/>
                </a:lnTo>
                <a:lnTo>
                  <a:pt x="993324" y="4324"/>
                </a:lnTo>
                <a:lnTo>
                  <a:pt x="992431" y="4306"/>
                </a:lnTo>
                <a:lnTo>
                  <a:pt x="991532" y="4300"/>
                </a:lnTo>
                <a:lnTo>
                  <a:pt x="944006" y="4300"/>
                </a:lnTo>
                <a:lnTo>
                  <a:pt x="944006" y="130126"/>
                </a:lnTo>
                <a:lnTo>
                  <a:pt x="960813" y="130126"/>
                </a:lnTo>
                <a:lnTo>
                  <a:pt x="960813" y="76842"/>
                </a:lnTo>
                <a:lnTo>
                  <a:pt x="990318" y="76842"/>
                </a:lnTo>
                <a:lnTo>
                  <a:pt x="990844" y="76846"/>
                </a:lnTo>
                <a:lnTo>
                  <a:pt x="991362" y="76859"/>
                </a:lnTo>
                <a:close/>
                <a:moveTo>
                  <a:pt x="992799" y="18414"/>
                </a:moveTo>
                <a:lnTo>
                  <a:pt x="993712" y="18486"/>
                </a:lnTo>
                <a:lnTo>
                  <a:pt x="994606" y="18578"/>
                </a:lnTo>
                <a:lnTo>
                  <a:pt x="995480" y="18690"/>
                </a:lnTo>
                <a:lnTo>
                  <a:pt x="996335" y="18823"/>
                </a:lnTo>
                <a:lnTo>
                  <a:pt x="997171" y="18977"/>
                </a:lnTo>
                <a:lnTo>
                  <a:pt x="997987" y="19151"/>
                </a:lnTo>
                <a:lnTo>
                  <a:pt x="998784" y="19345"/>
                </a:lnTo>
                <a:lnTo>
                  <a:pt x="999562" y="19559"/>
                </a:lnTo>
                <a:lnTo>
                  <a:pt x="1000321" y="19795"/>
                </a:lnTo>
                <a:lnTo>
                  <a:pt x="1001060" y="20050"/>
                </a:lnTo>
                <a:lnTo>
                  <a:pt x="1001780" y="20326"/>
                </a:lnTo>
                <a:lnTo>
                  <a:pt x="1002481" y="20623"/>
                </a:lnTo>
                <a:lnTo>
                  <a:pt x="1003162" y="20940"/>
                </a:lnTo>
                <a:lnTo>
                  <a:pt x="1003824" y="21277"/>
                </a:lnTo>
                <a:lnTo>
                  <a:pt x="1004467" y="21635"/>
                </a:lnTo>
                <a:lnTo>
                  <a:pt x="1005091" y="22013"/>
                </a:lnTo>
                <a:lnTo>
                  <a:pt x="1005695" y="22412"/>
                </a:lnTo>
                <a:lnTo>
                  <a:pt x="1006280" y="22831"/>
                </a:lnTo>
                <a:lnTo>
                  <a:pt x="1006846" y="23271"/>
                </a:lnTo>
                <a:lnTo>
                  <a:pt x="1007392" y="23731"/>
                </a:lnTo>
                <a:lnTo>
                  <a:pt x="1007919" y="24212"/>
                </a:lnTo>
                <a:lnTo>
                  <a:pt x="1008426" y="24711"/>
                </a:lnTo>
                <a:lnTo>
                  <a:pt x="1008911" y="25226"/>
                </a:lnTo>
                <a:lnTo>
                  <a:pt x="1009374" y="25757"/>
                </a:lnTo>
                <a:lnTo>
                  <a:pt x="1009816" y="26305"/>
                </a:lnTo>
                <a:lnTo>
                  <a:pt x="1010237" y="26868"/>
                </a:lnTo>
                <a:lnTo>
                  <a:pt x="1010636" y="27448"/>
                </a:lnTo>
                <a:lnTo>
                  <a:pt x="1011013" y="28045"/>
                </a:lnTo>
                <a:lnTo>
                  <a:pt x="1011369" y="28657"/>
                </a:lnTo>
                <a:lnTo>
                  <a:pt x="1011703" y="29286"/>
                </a:lnTo>
                <a:lnTo>
                  <a:pt x="1012015" y="29931"/>
                </a:lnTo>
                <a:lnTo>
                  <a:pt x="1012306" y="30592"/>
                </a:lnTo>
                <a:lnTo>
                  <a:pt x="1012576" y="31269"/>
                </a:lnTo>
                <a:lnTo>
                  <a:pt x="1012824" y="31963"/>
                </a:lnTo>
                <a:lnTo>
                  <a:pt x="1013050" y="32673"/>
                </a:lnTo>
                <a:lnTo>
                  <a:pt x="1013255" y="33399"/>
                </a:lnTo>
                <a:lnTo>
                  <a:pt x="1013438" y="34141"/>
                </a:lnTo>
                <a:lnTo>
                  <a:pt x="1013600" y="34900"/>
                </a:lnTo>
                <a:lnTo>
                  <a:pt x="1013740" y="35675"/>
                </a:lnTo>
                <a:lnTo>
                  <a:pt x="1013859" y="36466"/>
                </a:lnTo>
                <a:lnTo>
                  <a:pt x="1013956" y="37273"/>
                </a:lnTo>
                <a:lnTo>
                  <a:pt x="1014031" y="38097"/>
                </a:lnTo>
                <a:lnTo>
                  <a:pt x="1014085" y="38936"/>
                </a:lnTo>
                <a:lnTo>
                  <a:pt x="1014117" y="39792"/>
                </a:lnTo>
                <a:lnTo>
                  <a:pt x="1014128" y="40664"/>
                </a:lnTo>
                <a:lnTo>
                  <a:pt x="1014122" y="41245"/>
                </a:lnTo>
                <a:lnTo>
                  <a:pt x="1014105" y="41819"/>
                </a:lnTo>
                <a:lnTo>
                  <a:pt x="1014076" y="42385"/>
                </a:lnTo>
                <a:lnTo>
                  <a:pt x="1014036" y="42944"/>
                </a:lnTo>
                <a:lnTo>
                  <a:pt x="1013984" y="43496"/>
                </a:lnTo>
                <a:lnTo>
                  <a:pt x="1013921" y="44041"/>
                </a:lnTo>
                <a:lnTo>
                  <a:pt x="1013846" y="44579"/>
                </a:lnTo>
                <a:lnTo>
                  <a:pt x="1013760" y="45110"/>
                </a:lnTo>
                <a:lnTo>
                  <a:pt x="1013662" y="45633"/>
                </a:lnTo>
                <a:lnTo>
                  <a:pt x="1013553" y="46150"/>
                </a:lnTo>
                <a:lnTo>
                  <a:pt x="1013432" y="46659"/>
                </a:lnTo>
                <a:lnTo>
                  <a:pt x="1013300" y="47161"/>
                </a:lnTo>
                <a:lnTo>
                  <a:pt x="1013156" y="47656"/>
                </a:lnTo>
                <a:lnTo>
                  <a:pt x="1013000" y="48144"/>
                </a:lnTo>
                <a:lnTo>
                  <a:pt x="1012833" y="48625"/>
                </a:lnTo>
                <a:lnTo>
                  <a:pt x="1012655" y="49098"/>
                </a:lnTo>
                <a:lnTo>
                  <a:pt x="1012465" y="49565"/>
                </a:lnTo>
                <a:lnTo>
                  <a:pt x="1012264" y="50024"/>
                </a:lnTo>
                <a:lnTo>
                  <a:pt x="1012051" y="50476"/>
                </a:lnTo>
                <a:lnTo>
                  <a:pt x="1011826" y="50921"/>
                </a:lnTo>
                <a:lnTo>
                  <a:pt x="1011590" y="51359"/>
                </a:lnTo>
                <a:lnTo>
                  <a:pt x="1011343" y="51790"/>
                </a:lnTo>
                <a:lnTo>
                  <a:pt x="1011084" y="52213"/>
                </a:lnTo>
                <a:lnTo>
                  <a:pt x="1010814" y="52630"/>
                </a:lnTo>
                <a:lnTo>
                  <a:pt x="1010533" y="53039"/>
                </a:lnTo>
                <a:lnTo>
                  <a:pt x="1010245" y="53439"/>
                </a:lnTo>
                <a:lnTo>
                  <a:pt x="1009949" y="53832"/>
                </a:lnTo>
                <a:lnTo>
                  <a:pt x="1009645" y="54217"/>
                </a:lnTo>
                <a:lnTo>
                  <a:pt x="1009333" y="54593"/>
                </a:lnTo>
                <a:lnTo>
                  <a:pt x="1009013" y="54961"/>
                </a:lnTo>
                <a:lnTo>
                  <a:pt x="1008685" y="55321"/>
                </a:lnTo>
                <a:lnTo>
                  <a:pt x="1008350" y="55673"/>
                </a:lnTo>
                <a:lnTo>
                  <a:pt x="1008006" y="56017"/>
                </a:lnTo>
                <a:lnTo>
                  <a:pt x="1007654" y="56353"/>
                </a:lnTo>
                <a:lnTo>
                  <a:pt x="1007294" y="56681"/>
                </a:lnTo>
                <a:lnTo>
                  <a:pt x="1006927" y="57000"/>
                </a:lnTo>
                <a:lnTo>
                  <a:pt x="1006551" y="57312"/>
                </a:lnTo>
                <a:lnTo>
                  <a:pt x="1006168" y="57615"/>
                </a:lnTo>
                <a:lnTo>
                  <a:pt x="1005777" y="57910"/>
                </a:lnTo>
                <a:lnTo>
                  <a:pt x="1005377" y="58197"/>
                </a:lnTo>
                <a:lnTo>
                  <a:pt x="1004970" y="58476"/>
                </a:lnTo>
                <a:lnTo>
                  <a:pt x="1004555" y="58747"/>
                </a:lnTo>
                <a:lnTo>
                  <a:pt x="1004132" y="59010"/>
                </a:lnTo>
                <a:lnTo>
                  <a:pt x="1003700" y="59265"/>
                </a:lnTo>
                <a:lnTo>
                  <a:pt x="1003261" y="59511"/>
                </a:lnTo>
                <a:lnTo>
                  <a:pt x="1002814" y="59749"/>
                </a:lnTo>
                <a:lnTo>
                  <a:pt x="1002359" y="59980"/>
                </a:lnTo>
                <a:lnTo>
                  <a:pt x="1001897" y="60202"/>
                </a:lnTo>
                <a:lnTo>
                  <a:pt x="1001427" y="60415"/>
                </a:lnTo>
                <a:lnTo>
                  <a:pt x="1000954" y="60620"/>
                </a:lnTo>
                <a:lnTo>
                  <a:pt x="1000475" y="60815"/>
                </a:lnTo>
                <a:lnTo>
                  <a:pt x="999993" y="61002"/>
                </a:lnTo>
                <a:lnTo>
                  <a:pt x="999505" y="61179"/>
                </a:lnTo>
                <a:lnTo>
                  <a:pt x="999014" y="61347"/>
                </a:lnTo>
                <a:lnTo>
                  <a:pt x="998517" y="61506"/>
                </a:lnTo>
                <a:lnTo>
                  <a:pt x="998016" y="61656"/>
                </a:lnTo>
                <a:lnTo>
                  <a:pt x="997511" y="61797"/>
                </a:lnTo>
                <a:lnTo>
                  <a:pt x="997001" y="61929"/>
                </a:lnTo>
                <a:lnTo>
                  <a:pt x="996486" y="62051"/>
                </a:lnTo>
                <a:lnTo>
                  <a:pt x="995967" y="62165"/>
                </a:lnTo>
                <a:lnTo>
                  <a:pt x="995444" y="62270"/>
                </a:lnTo>
                <a:lnTo>
                  <a:pt x="994916" y="62365"/>
                </a:lnTo>
                <a:lnTo>
                  <a:pt x="994383" y="62451"/>
                </a:lnTo>
                <a:lnTo>
                  <a:pt x="993846" y="62529"/>
                </a:lnTo>
                <a:lnTo>
                  <a:pt x="993304" y="62597"/>
                </a:lnTo>
                <a:lnTo>
                  <a:pt x="992758" y="62656"/>
                </a:lnTo>
                <a:lnTo>
                  <a:pt x="992207" y="62706"/>
                </a:lnTo>
                <a:lnTo>
                  <a:pt x="991652" y="62747"/>
                </a:lnTo>
                <a:lnTo>
                  <a:pt x="991092" y="62778"/>
                </a:lnTo>
                <a:lnTo>
                  <a:pt x="990527" y="62801"/>
                </a:lnTo>
                <a:lnTo>
                  <a:pt x="989958" y="62815"/>
                </a:lnTo>
                <a:lnTo>
                  <a:pt x="989385" y="62819"/>
                </a:lnTo>
                <a:lnTo>
                  <a:pt x="960813" y="62819"/>
                </a:lnTo>
                <a:lnTo>
                  <a:pt x="960813" y="18322"/>
                </a:lnTo>
                <a:lnTo>
                  <a:pt x="989945" y="18322"/>
                </a:lnTo>
                <a:lnTo>
                  <a:pt x="990916" y="18333"/>
                </a:lnTo>
                <a:lnTo>
                  <a:pt x="991867" y="18363"/>
                </a:lnTo>
                <a:lnTo>
                  <a:pt x="992799" y="18414"/>
                </a:lnTo>
                <a:close/>
                <a:moveTo>
                  <a:pt x="1617644" y="117381"/>
                </a:moveTo>
                <a:lnTo>
                  <a:pt x="1617012" y="117342"/>
                </a:lnTo>
                <a:lnTo>
                  <a:pt x="1616400" y="117288"/>
                </a:lnTo>
                <a:lnTo>
                  <a:pt x="1615809" y="117218"/>
                </a:lnTo>
                <a:lnTo>
                  <a:pt x="1615240" y="117132"/>
                </a:lnTo>
                <a:lnTo>
                  <a:pt x="1614691" y="117031"/>
                </a:lnTo>
                <a:lnTo>
                  <a:pt x="1614163" y="116914"/>
                </a:lnTo>
                <a:lnTo>
                  <a:pt x="1613656" y="116781"/>
                </a:lnTo>
                <a:lnTo>
                  <a:pt x="1613170" y="116633"/>
                </a:lnTo>
                <a:lnTo>
                  <a:pt x="1612705" y="116470"/>
                </a:lnTo>
                <a:lnTo>
                  <a:pt x="1612261" y="116291"/>
                </a:lnTo>
                <a:lnTo>
                  <a:pt x="1611837" y="116096"/>
                </a:lnTo>
                <a:lnTo>
                  <a:pt x="1611435" y="115886"/>
                </a:lnTo>
                <a:lnTo>
                  <a:pt x="1611053" y="115660"/>
                </a:lnTo>
                <a:lnTo>
                  <a:pt x="1610693" y="115418"/>
                </a:lnTo>
                <a:lnTo>
                  <a:pt x="1610353" y="115161"/>
                </a:lnTo>
                <a:lnTo>
                  <a:pt x="1610034" y="114888"/>
                </a:lnTo>
                <a:lnTo>
                  <a:pt x="1609736" y="114600"/>
                </a:lnTo>
                <a:lnTo>
                  <a:pt x="1609459" y="114296"/>
                </a:lnTo>
                <a:lnTo>
                  <a:pt x="1609203" y="113977"/>
                </a:lnTo>
                <a:lnTo>
                  <a:pt x="1608968" y="113642"/>
                </a:lnTo>
                <a:lnTo>
                  <a:pt x="1608754" y="113291"/>
                </a:lnTo>
                <a:lnTo>
                  <a:pt x="1608561" y="112925"/>
                </a:lnTo>
                <a:lnTo>
                  <a:pt x="1608382" y="112544"/>
                </a:lnTo>
                <a:lnTo>
                  <a:pt x="1608210" y="112150"/>
                </a:lnTo>
                <a:lnTo>
                  <a:pt x="1608046" y="111741"/>
                </a:lnTo>
                <a:lnTo>
                  <a:pt x="1607890" y="111318"/>
                </a:lnTo>
                <a:lnTo>
                  <a:pt x="1607742" y="110881"/>
                </a:lnTo>
                <a:lnTo>
                  <a:pt x="1607601" y="110431"/>
                </a:lnTo>
                <a:lnTo>
                  <a:pt x="1607467" y="109966"/>
                </a:lnTo>
                <a:lnTo>
                  <a:pt x="1607342" y="109487"/>
                </a:lnTo>
                <a:lnTo>
                  <a:pt x="1607224" y="108995"/>
                </a:lnTo>
                <a:lnTo>
                  <a:pt x="1607113" y="108488"/>
                </a:lnTo>
                <a:lnTo>
                  <a:pt x="1607010" y="107968"/>
                </a:lnTo>
                <a:lnTo>
                  <a:pt x="1606915" y="107433"/>
                </a:lnTo>
                <a:lnTo>
                  <a:pt x="1606827" y="106885"/>
                </a:lnTo>
                <a:lnTo>
                  <a:pt x="1606747" y="106323"/>
                </a:lnTo>
                <a:lnTo>
                  <a:pt x="1606675" y="105746"/>
                </a:lnTo>
                <a:lnTo>
                  <a:pt x="1606610" y="105156"/>
                </a:lnTo>
                <a:lnTo>
                  <a:pt x="1606553" y="104552"/>
                </a:lnTo>
                <a:lnTo>
                  <a:pt x="1606504" y="103934"/>
                </a:lnTo>
                <a:lnTo>
                  <a:pt x="1606462" y="103301"/>
                </a:lnTo>
                <a:lnTo>
                  <a:pt x="1606427" y="102655"/>
                </a:lnTo>
                <a:lnTo>
                  <a:pt x="1606401" y="101995"/>
                </a:lnTo>
                <a:lnTo>
                  <a:pt x="1606382" y="101321"/>
                </a:lnTo>
                <a:lnTo>
                  <a:pt x="1606370" y="100633"/>
                </a:lnTo>
                <a:lnTo>
                  <a:pt x="1606366" y="99931"/>
                </a:lnTo>
                <a:lnTo>
                  <a:pt x="1606366" y="4300"/>
                </a:lnTo>
                <a:lnTo>
                  <a:pt x="1590773" y="4300"/>
                </a:lnTo>
                <a:lnTo>
                  <a:pt x="1590773" y="100679"/>
                </a:lnTo>
                <a:lnTo>
                  <a:pt x="1590777" y="101446"/>
                </a:lnTo>
                <a:lnTo>
                  <a:pt x="1590789" y="102203"/>
                </a:lnTo>
                <a:lnTo>
                  <a:pt x="1590808" y="102951"/>
                </a:lnTo>
                <a:lnTo>
                  <a:pt x="1590834" y="103690"/>
                </a:lnTo>
                <a:lnTo>
                  <a:pt x="1590869" y="104420"/>
                </a:lnTo>
                <a:lnTo>
                  <a:pt x="1590910" y="105140"/>
                </a:lnTo>
                <a:lnTo>
                  <a:pt x="1590960" y="105851"/>
                </a:lnTo>
                <a:lnTo>
                  <a:pt x="1591017" y="106553"/>
                </a:lnTo>
                <a:lnTo>
                  <a:pt x="1591082" y="107246"/>
                </a:lnTo>
                <a:lnTo>
                  <a:pt x="1591154" y="107929"/>
                </a:lnTo>
                <a:lnTo>
                  <a:pt x="1591234" y="108603"/>
                </a:lnTo>
                <a:lnTo>
                  <a:pt x="1591322" y="109268"/>
                </a:lnTo>
                <a:lnTo>
                  <a:pt x="1591417" y="109923"/>
                </a:lnTo>
                <a:lnTo>
                  <a:pt x="1591520" y="110570"/>
                </a:lnTo>
                <a:lnTo>
                  <a:pt x="1591630" y="111207"/>
                </a:lnTo>
                <a:lnTo>
                  <a:pt x="1591749" y="111835"/>
                </a:lnTo>
                <a:lnTo>
                  <a:pt x="1591874" y="112453"/>
                </a:lnTo>
                <a:lnTo>
                  <a:pt x="1592008" y="113063"/>
                </a:lnTo>
                <a:lnTo>
                  <a:pt x="1592149" y="113663"/>
                </a:lnTo>
                <a:lnTo>
                  <a:pt x="1592297" y="114254"/>
                </a:lnTo>
                <a:lnTo>
                  <a:pt x="1592453" y="114835"/>
                </a:lnTo>
                <a:lnTo>
                  <a:pt x="1592617" y="115407"/>
                </a:lnTo>
                <a:lnTo>
                  <a:pt x="1592789" y="115971"/>
                </a:lnTo>
                <a:lnTo>
                  <a:pt x="1592968" y="116524"/>
                </a:lnTo>
                <a:lnTo>
                  <a:pt x="1593157" y="117068"/>
                </a:lnTo>
                <a:lnTo>
                  <a:pt x="1593359" y="117601"/>
                </a:lnTo>
                <a:lnTo>
                  <a:pt x="1593574" y="118124"/>
                </a:lnTo>
                <a:lnTo>
                  <a:pt x="1593801" y="118635"/>
                </a:lnTo>
                <a:lnTo>
                  <a:pt x="1594042" y="119136"/>
                </a:lnTo>
                <a:lnTo>
                  <a:pt x="1594295" y="119627"/>
                </a:lnTo>
                <a:lnTo>
                  <a:pt x="1594561" y="120106"/>
                </a:lnTo>
                <a:lnTo>
                  <a:pt x="1594840" y="120575"/>
                </a:lnTo>
                <a:lnTo>
                  <a:pt x="1595132" y="121033"/>
                </a:lnTo>
                <a:lnTo>
                  <a:pt x="1595436" y="121481"/>
                </a:lnTo>
                <a:lnTo>
                  <a:pt x="1595754" y="121918"/>
                </a:lnTo>
                <a:lnTo>
                  <a:pt x="1596084" y="122344"/>
                </a:lnTo>
                <a:lnTo>
                  <a:pt x="1596427" y="122759"/>
                </a:lnTo>
                <a:lnTo>
                  <a:pt x="1596783" y="123163"/>
                </a:lnTo>
                <a:lnTo>
                  <a:pt x="1597151" y="123557"/>
                </a:lnTo>
                <a:lnTo>
                  <a:pt x="1597532" y="123941"/>
                </a:lnTo>
                <a:lnTo>
                  <a:pt x="1597927" y="124313"/>
                </a:lnTo>
                <a:lnTo>
                  <a:pt x="1598334" y="124675"/>
                </a:lnTo>
                <a:lnTo>
                  <a:pt x="1598753" y="125026"/>
                </a:lnTo>
                <a:lnTo>
                  <a:pt x="1599186" y="125366"/>
                </a:lnTo>
                <a:lnTo>
                  <a:pt x="1599631" y="125696"/>
                </a:lnTo>
                <a:lnTo>
                  <a:pt x="1600089" y="126015"/>
                </a:lnTo>
                <a:lnTo>
                  <a:pt x="1600560" y="126323"/>
                </a:lnTo>
                <a:lnTo>
                  <a:pt x="1601044" y="126620"/>
                </a:lnTo>
                <a:lnTo>
                  <a:pt x="1601543" y="126906"/>
                </a:lnTo>
                <a:lnTo>
                  <a:pt x="1602060" y="127180"/>
                </a:lnTo>
                <a:lnTo>
                  <a:pt x="1602595" y="127442"/>
                </a:lnTo>
                <a:lnTo>
                  <a:pt x="1603148" y="127691"/>
                </a:lnTo>
                <a:lnTo>
                  <a:pt x="1603718" y="127929"/>
                </a:lnTo>
                <a:lnTo>
                  <a:pt x="1604306" y="128154"/>
                </a:lnTo>
                <a:lnTo>
                  <a:pt x="1604913" y="128367"/>
                </a:lnTo>
                <a:lnTo>
                  <a:pt x="1605536" y="128568"/>
                </a:lnTo>
                <a:lnTo>
                  <a:pt x="1606178" y="128757"/>
                </a:lnTo>
                <a:lnTo>
                  <a:pt x="1606838" y="128933"/>
                </a:lnTo>
                <a:lnTo>
                  <a:pt x="1607515" y="129097"/>
                </a:lnTo>
                <a:lnTo>
                  <a:pt x="1608211" y="129250"/>
                </a:lnTo>
                <a:lnTo>
                  <a:pt x="1608924" y="129389"/>
                </a:lnTo>
                <a:lnTo>
                  <a:pt x="1609655" y="129517"/>
                </a:lnTo>
                <a:lnTo>
                  <a:pt x="1610403" y="129633"/>
                </a:lnTo>
                <a:lnTo>
                  <a:pt x="1611170" y="129736"/>
                </a:lnTo>
                <a:lnTo>
                  <a:pt x="1611954" y="129828"/>
                </a:lnTo>
                <a:lnTo>
                  <a:pt x="1612757" y="129907"/>
                </a:lnTo>
                <a:lnTo>
                  <a:pt x="1613577" y="129974"/>
                </a:lnTo>
                <a:lnTo>
                  <a:pt x="1614415" y="130029"/>
                </a:lnTo>
                <a:lnTo>
                  <a:pt x="1615270" y="130071"/>
                </a:lnTo>
                <a:lnTo>
                  <a:pt x="1616144" y="130102"/>
                </a:lnTo>
                <a:lnTo>
                  <a:pt x="1617035" y="130120"/>
                </a:lnTo>
                <a:lnTo>
                  <a:pt x="1617945" y="130126"/>
                </a:lnTo>
                <a:lnTo>
                  <a:pt x="1623173" y="130126"/>
                </a:lnTo>
                <a:lnTo>
                  <a:pt x="1623173" y="117412"/>
                </a:lnTo>
                <a:lnTo>
                  <a:pt x="1618972" y="117412"/>
                </a:lnTo>
                <a:lnTo>
                  <a:pt x="1618297" y="117405"/>
                </a:lnTo>
                <a:lnTo>
                  <a:pt x="1617644" y="117381"/>
                </a:lnTo>
                <a:close/>
                <a:moveTo>
                  <a:pt x="1187765" y="117404"/>
                </a:moveTo>
                <a:lnTo>
                  <a:pt x="1187112" y="117380"/>
                </a:lnTo>
                <a:lnTo>
                  <a:pt x="1186479" y="117338"/>
                </a:lnTo>
                <a:lnTo>
                  <a:pt x="1185868" y="117281"/>
                </a:lnTo>
                <a:lnTo>
                  <a:pt x="1185277" y="117207"/>
                </a:lnTo>
                <a:lnTo>
                  <a:pt x="1184707" y="117116"/>
                </a:lnTo>
                <a:lnTo>
                  <a:pt x="1184159" y="117009"/>
                </a:lnTo>
                <a:lnTo>
                  <a:pt x="1183631" y="116886"/>
                </a:lnTo>
                <a:lnTo>
                  <a:pt x="1183124" y="116746"/>
                </a:lnTo>
                <a:lnTo>
                  <a:pt x="1182638" y="116589"/>
                </a:lnTo>
                <a:lnTo>
                  <a:pt x="1182172" y="116416"/>
                </a:lnTo>
                <a:lnTo>
                  <a:pt x="1181728" y="116227"/>
                </a:lnTo>
                <a:lnTo>
                  <a:pt x="1181305" y="116021"/>
                </a:lnTo>
                <a:lnTo>
                  <a:pt x="1180902" y="115799"/>
                </a:lnTo>
                <a:lnTo>
                  <a:pt x="1180521" y="115560"/>
                </a:lnTo>
                <a:lnTo>
                  <a:pt x="1180160" y="115305"/>
                </a:lnTo>
                <a:lnTo>
                  <a:pt x="1179821" y="115034"/>
                </a:lnTo>
                <a:lnTo>
                  <a:pt x="1179502" y="114745"/>
                </a:lnTo>
                <a:lnTo>
                  <a:pt x="1179204" y="114441"/>
                </a:lnTo>
                <a:lnTo>
                  <a:pt x="1178927" y="114120"/>
                </a:lnTo>
                <a:lnTo>
                  <a:pt x="1178671" y="113782"/>
                </a:lnTo>
                <a:lnTo>
                  <a:pt x="1178436" y="113428"/>
                </a:lnTo>
                <a:lnTo>
                  <a:pt x="1178222" y="113058"/>
                </a:lnTo>
                <a:lnTo>
                  <a:pt x="1178028" y="112671"/>
                </a:lnTo>
                <a:lnTo>
                  <a:pt x="1177849" y="112268"/>
                </a:lnTo>
                <a:lnTo>
                  <a:pt x="1177678" y="111851"/>
                </a:lnTo>
                <a:lnTo>
                  <a:pt x="1177514" y="111419"/>
                </a:lnTo>
                <a:lnTo>
                  <a:pt x="1177358" y="110972"/>
                </a:lnTo>
                <a:lnTo>
                  <a:pt x="1177209" y="110510"/>
                </a:lnTo>
                <a:lnTo>
                  <a:pt x="1177068" y="110034"/>
                </a:lnTo>
                <a:lnTo>
                  <a:pt x="1176935" y="109543"/>
                </a:lnTo>
                <a:lnTo>
                  <a:pt x="1176809" y="109037"/>
                </a:lnTo>
                <a:lnTo>
                  <a:pt x="1176691" y="108516"/>
                </a:lnTo>
                <a:lnTo>
                  <a:pt x="1176581" y="107981"/>
                </a:lnTo>
                <a:lnTo>
                  <a:pt x="1176478" y="107431"/>
                </a:lnTo>
                <a:lnTo>
                  <a:pt x="1176383" y="106866"/>
                </a:lnTo>
                <a:lnTo>
                  <a:pt x="1176295" y="106286"/>
                </a:lnTo>
                <a:lnTo>
                  <a:pt x="1176215" y="105692"/>
                </a:lnTo>
                <a:lnTo>
                  <a:pt x="1176143" y="105083"/>
                </a:lnTo>
                <a:lnTo>
                  <a:pt x="1176078" y="104459"/>
                </a:lnTo>
                <a:lnTo>
                  <a:pt x="1176021" y="103821"/>
                </a:lnTo>
                <a:lnTo>
                  <a:pt x="1175971" y="103167"/>
                </a:lnTo>
                <a:lnTo>
                  <a:pt x="1175929" y="102499"/>
                </a:lnTo>
                <a:lnTo>
                  <a:pt x="1175895" y="101817"/>
                </a:lnTo>
                <a:lnTo>
                  <a:pt x="1175868" y="101119"/>
                </a:lnTo>
                <a:lnTo>
                  <a:pt x="1175849" y="100407"/>
                </a:lnTo>
                <a:lnTo>
                  <a:pt x="1175838" y="99680"/>
                </a:lnTo>
                <a:lnTo>
                  <a:pt x="1175834" y="98938"/>
                </a:lnTo>
                <a:lnTo>
                  <a:pt x="1175834" y="47956"/>
                </a:lnTo>
                <a:lnTo>
                  <a:pt x="1198337" y="47956"/>
                </a:lnTo>
                <a:lnTo>
                  <a:pt x="1198337" y="35336"/>
                </a:lnTo>
                <a:lnTo>
                  <a:pt x="1175834" y="35336"/>
                </a:lnTo>
                <a:lnTo>
                  <a:pt x="1175834" y="14490"/>
                </a:lnTo>
                <a:lnTo>
                  <a:pt x="1160241" y="14490"/>
                </a:lnTo>
                <a:lnTo>
                  <a:pt x="1160241" y="35336"/>
                </a:lnTo>
                <a:lnTo>
                  <a:pt x="1145115" y="35336"/>
                </a:lnTo>
                <a:lnTo>
                  <a:pt x="1145115" y="47956"/>
                </a:lnTo>
                <a:lnTo>
                  <a:pt x="1160241" y="47956"/>
                </a:lnTo>
                <a:lnTo>
                  <a:pt x="1160241" y="99274"/>
                </a:lnTo>
                <a:lnTo>
                  <a:pt x="1160245" y="100077"/>
                </a:lnTo>
                <a:lnTo>
                  <a:pt x="1160256" y="100871"/>
                </a:lnTo>
                <a:lnTo>
                  <a:pt x="1160275" y="101655"/>
                </a:lnTo>
                <a:lnTo>
                  <a:pt x="1160302" y="102429"/>
                </a:lnTo>
                <a:lnTo>
                  <a:pt x="1160336" y="103193"/>
                </a:lnTo>
                <a:lnTo>
                  <a:pt x="1160378" y="103948"/>
                </a:lnTo>
                <a:lnTo>
                  <a:pt x="1160428" y="104693"/>
                </a:lnTo>
                <a:lnTo>
                  <a:pt x="1160485" y="105428"/>
                </a:lnTo>
                <a:lnTo>
                  <a:pt x="1160550" y="106154"/>
                </a:lnTo>
                <a:lnTo>
                  <a:pt x="1160622" y="106870"/>
                </a:lnTo>
                <a:lnTo>
                  <a:pt x="1160702" y="107576"/>
                </a:lnTo>
                <a:lnTo>
                  <a:pt x="1160790" y="108272"/>
                </a:lnTo>
                <a:lnTo>
                  <a:pt x="1160885" y="108959"/>
                </a:lnTo>
                <a:lnTo>
                  <a:pt x="1160988" y="109637"/>
                </a:lnTo>
                <a:lnTo>
                  <a:pt x="1161098" y="110304"/>
                </a:lnTo>
                <a:lnTo>
                  <a:pt x="1161216" y="110962"/>
                </a:lnTo>
                <a:lnTo>
                  <a:pt x="1161342" y="111610"/>
                </a:lnTo>
                <a:lnTo>
                  <a:pt x="1161475" y="112249"/>
                </a:lnTo>
                <a:lnTo>
                  <a:pt x="1161616" y="112877"/>
                </a:lnTo>
                <a:lnTo>
                  <a:pt x="1161765" y="113496"/>
                </a:lnTo>
                <a:lnTo>
                  <a:pt x="1161921" y="114106"/>
                </a:lnTo>
                <a:lnTo>
                  <a:pt x="1162085" y="114705"/>
                </a:lnTo>
                <a:lnTo>
                  <a:pt x="1162256" y="115296"/>
                </a:lnTo>
                <a:lnTo>
                  <a:pt x="1162435" y="115876"/>
                </a:lnTo>
                <a:lnTo>
                  <a:pt x="1162625" y="116446"/>
                </a:lnTo>
                <a:lnTo>
                  <a:pt x="1162827" y="117004"/>
                </a:lnTo>
                <a:lnTo>
                  <a:pt x="1163042" y="117552"/>
                </a:lnTo>
                <a:lnTo>
                  <a:pt x="1163270" y="118088"/>
                </a:lnTo>
                <a:lnTo>
                  <a:pt x="1163512" y="118613"/>
                </a:lnTo>
                <a:lnTo>
                  <a:pt x="1163766" y="119127"/>
                </a:lnTo>
                <a:lnTo>
                  <a:pt x="1164033" y="119629"/>
                </a:lnTo>
                <a:lnTo>
                  <a:pt x="1164313" y="120120"/>
                </a:lnTo>
                <a:lnTo>
                  <a:pt x="1164606" y="120601"/>
                </a:lnTo>
                <a:lnTo>
                  <a:pt x="1164912" y="121069"/>
                </a:lnTo>
                <a:lnTo>
                  <a:pt x="1165231" y="121527"/>
                </a:lnTo>
                <a:lnTo>
                  <a:pt x="1165563" y="121973"/>
                </a:lnTo>
                <a:lnTo>
                  <a:pt x="1165908" y="122408"/>
                </a:lnTo>
                <a:lnTo>
                  <a:pt x="1166266" y="122832"/>
                </a:lnTo>
                <a:lnTo>
                  <a:pt x="1166637" y="123245"/>
                </a:lnTo>
                <a:lnTo>
                  <a:pt x="1167021" y="123646"/>
                </a:lnTo>
                <a:lnTo>
                  <a:pt x="1167418" y="124037"/>
                </a:lnTo>
                <a:lnTo>
                  <a:pt x="1167827" y="124416"/>
                </a:lnTo>
                <a:lnTo>
                  <a:pt x="1168250" y="124783"/>
                </a:lnTo>
                <a:lnTo>
                  <a:pt x="1168686" y="125140"/>
                </a:lnTo>
                <a:lnTo>
                  <a:pt x="1169135" y="125485"/>
                </a:lnTo>
                <a:lnTo>
                  <a:pt x="1169596" y="125819"/>
                </a:lnTo>
                <a:lnTo>
                  <a:pt x="1170071" y="126142"/>
                </a:lnTo>
                <a:lnTo>
                  <a:pt x="1170559" y="126454"/>
                </a:lnTo>
                <a:lnTo>
                  <a:pt x="1171061" y="126753"/>
                </a:lnTo>
                <a:lnTo>
                  <a:pt x="1171581" y="127040"/>
                </a:lnTo>
                <a:lnTo>
                  <a:pt x="1172119" y="127314"/>
                </a:lnTo>
                <a:lnTo>
                  <a:pt x="1172674" y="127576"/>
                </a:lnTo>
                <a:lnTo>
                  <a:pt x="1173246" y="127824"/>
                </a:lnTo>
                <a:lnTo>
                  <a:pt x="1173835" y="128060"/>
                </a:lnTo>
                <a:lnTo>
                  <a:pt x="1174442" y="128283"/>
                </a:lnTo>
                <a:lnTo>
                  <a:pt x="1175066" y="128494"/>
                </a:lnTo>
                <a:lnTo>
                  <a:pt x="1175708" y="128691"/>
                </a:lnTo>
                <a:lnTo>
                  <a:pt x="1176367" y="128876"/>
                </a:lnTo>
                <a:lnTo>
                  <a:pt x="1177043" y="129048"/>
                </a:lnTo>
                <a:lnTo>
                  <a:pt x="1177737" y="129208"/>
                </a:lnTo>
                <a:lnTo>
                  <a:pt x="1178447" y="129355"/>
                </a:lnTo>
                <a:lnTo>
                  <a:pt x="1179176" y="129488"/>
                </a:lnTo>
                <a:lnTo>
                  <a:pt x="1179921" y="129610"/>
                </a:lnTo>
                <a:lnTo>
                  <a:pt x="1180684" y="129718"/>
                </a:lnTo>
                <a:lnTo>
                  <a:pt x="1181465" y="129814"/>
                </a:lnTo>
                <a:lnTo>
                  <a:pt x="1182262" y="129896"/>
                </a:lnTo>
                <a:lnTo>
                  <a:pt x="1183077" y="129967"/>
                </a:lnTo>
                <a:lnTo>
                  <a:pt x="1183910" y="130024"/>
                </a:lnTo>
                <a:lnTo>
                  <a:pt x="1184759" y="130069"/>
                </a:lnTo>
                <a:lnTo>
                  <a:pt x="1185626" y="130100"/>
                </a:lnTo>
                <a:lnTo>
                  <a:pt x="1186511" y="130120"/>
                </a:lnTo>
                <a:lnTo>
                  <a:pt x="1187412" y="130126"/>
                </a:lnTo>
                <a:lnTo>
                  <a:pt x="1198337" y="130126"/>
                </a:lnTo>
                <a:lnTo>
                  <a:pt x="1198337" y="117412"/>
                </a:lnTo>
                <a:lnTo>
                  <a:pt x="1188439" y="117412"/>
                </a:lnTo>
                <a:lnTo>
                  <a:pt x="1187765" y="117404"/>
                </a:lnTo>
                <a:close/>
                <a:moveTo>
                  <a:pt x="823534" y="60502"/>
                </a:moveTo>
                <a:lnTo>
                  <a:pt x="823892" y="60049"/>
                </a:lnTo>
                <a:lnTo>
                  <a:pt x="824259" y="59599"/>
                </a:lnTo>
                <a:lnTo>
                  <a:pt x="824635" y="59152"/>
                </a:lnTo>
                <a:lnTo>
                  <a:pt x="825020" y="58707"/>
                </a:lnTo>
                <a:lnTo>
                  <a:pt x="825413" y="58264"/>
                </a:lnTo>
                <a:lnTo>
                  <a:pt x="825816" y="57824"/>
                </a:lnTo>
                <a:lnTo>
                  <a:pt x="826227" y="57387"/>
                </a:lnTo>
                <a:lnTo>
                  <a:pt x="826648" y="56952"/>
                </a:lnTo>
                <a:lnTo>
                  <a:pt x="827077" y="56520"/>
                </a:lnTo>
                <a:lnTo>
                  <a:pt x="827515" y="56091"/>
                </a:lnTo>
                <a:lnTo>
                  <a:pt x="827962" y="55664"/>
                </a:lnTo>
                <a:lnTo>
                  <a:pt x="828419" y="55240"/>
                </a:lnTo>
                <a:lnTo>
                  <a:pt x="828884" y="54818"/>
                </a:lnTo>
                <a:lnTo>
                  <a:pt x="829357" y="54399"/>
                </a:lnTo>
                <a:lnTo>
                  <a:pt x="829840" y="53982"/>
                </a:lnTo>
                <a:lnTo>
                  <a:pt x="830332" y="53568"/>
                </a:lnTo>
                <a:lnTo>
                  <a:pt x="830833" y="53157"/>
                </a:lnTo>
                <a:lnTo>
                  <a:pt x="831342" y="52748"/>
                </a:lnTo>
                <a:lnTo>
                  <a:pt x="831861" y="52342"/>
                </a:lnTo>
                <a:lnTo>
                  <a:pt x="832388" y="51938"/>
                </a:lnTo>
                <a:lnTo>
                  <a:pt x="832924" y="51537"/>
                </a:lnTo>
                <a:lnTo>
                  <a:pt x="833470" y="51146"/>
                </a:lnTo>
                <a:lnTo>
                  <a:pt x="834026" y="50771"/>
                </a:lnTo>
                <a:lnTo>
                  <a:pt x="834593" y="50413"/>
                </a:lnTo>
                <a:lnTo>
                  <a:pt x="835169" y="50072"/>
                </a:lnTo>
                <a:lnTo>
                  <a:pt x="835756" y="49747"/>
                </a:lnTo>
                <a:lnTo>
                  <a:pt x="836353" y="49439"/>
                </a:lnTo>
                <a:lnTo>
                  <a:pt x="836960" y="49147"/>
                </a:lnTo>
                <a:lnTo>
                  <a:pt x="837577" y="48873"/>
                </a:lnTo>
                <a:lnTo>
                  <a:pt x="838205" y="48614"/>
                </a:lnTo>
                <a:lnTo>
                  <a:pt x="838843" y="48373"/>
                </a:lnTo>
                <a:lnTo>
                  <a:pt x="839491" y="48148"/>
                </a:lnTo>
                <a:lnTo>
                  <a:pt x="840149" y="47940"/>
                </a:lnTo>
                <a:lnTo>
                  <a:pt x="840818" y="47748"/>
                </a:lnTo>
                <a:lnTo>
                  <a:pt x="841496" y="47573"/>
                </a:lnTo>
                <a:lnTo>
                  <a:pt x="842185" y="47415"/>
                </a:lnTo>
                <a:lnTo>
                  <a:pt x="842884" y="47274"/>
                </a:lnTo>
                <a:lnTo>
                  <a:pt x="843593" y="47149"/>
                </a:lnTo>
                <a:lnTo>
                  <a:pt x="844313" y="47040"/>
                </a:lnTo>
                <a:lnTo>
                  <a:pt x="845043" y="46949"/>
                </a:lnTo>
                <a:lnTo>
                  <a:pt x="845783" y="46874"/>
                </a:lnTo>
                <a:lnTo>
                  <a:pt x="846533" y="46816"/>
                </a:lnTo>
                <a:lnTo>
                  <a:pt x="847293" y="46774"/>
                </a:lnTo>
                <a:lnTo>
                  <a:pt x="848064" y="46749"/>
                </a:lnTo>
                <a:lnTo>
                  <a:pt x="848844" y="46741"/>
                </a:lnTo>
                <a:lnTo>
                  <a:pt x="849353" y="46746"/>
                </a:lnTo>
                <a:lnTo>
                  <a:pt x="849852" y="46762"/>
                </a:lnTo>
                <a:lnTo>
                  <a:pt x="850341" y="46788"/>
                </a:lnTo>
                <a:lnTo>
                  <a:pt x="850819" y="46824"/>
                </a:lnTo>
                <a:lnTo>
                  <a:pt x="851289" y="46872"/>
                </a:lnTo>
                <a:lnTo>
                  <a:pt x="851748" y="46929"/>
                </a:lnTo>
                <a:lnTo>
                  <a:pt x="852197" y="46997"/>
                </a:lnTo>
                <a:lnTo>
                  <a:pt x="852636" y="47076"/>
                </a:lnTo>
                <a:lnTo>
                  <a:pt x="853066" y="47165"/>
                </a:lnTo>
                <a:lnTo>
                  <a:pt x="853485" y="47265"/>
                </a:lnTo>
                <a:lnTo>
                  <a:pt x="853895" y="47375"/>
                </a:lnTo>
                <a:lnTo>
                  <a:pt x="854295" y="47495"/>
                </a:lnTo>
                <a:lnTo>
                  <a:pt x="854685" y="47626"/>
                </a:lnTo>
                <a:lnTo>
                  <a:pt x="855065" y="47767"/>
                </a:lnTo>
                <a:lnTo>
                  <a:pt x="855435" y="47919"/>
                </a:lnTo>
                <a:lnTo>
                  <a:pt x="855795" y="48082"/>
                </a:lnTo>
                <a:lnTo>
                  <a:pt x="856146" y="48255"/>
                </a:lnTo>
                <a:lnTo>
                  <a:pt x="856486" y="48438"/>
                </a:lnTo>
                <a:lnTo>
                  <a:pt x="856817" y="48632"/>
                </a:lnTo>
                <a:lnTo>
                  <a:pt x="857138" y="48836"/>
                </a:lnTo>
                <a:lnTo>
                  <a:pt x="857448" y="49051"/>
                </a:lnTo>
                <a:lnTo>
                  <a:pt x="857749" y="49276"/>
                </a:lnTo>
                <a:lnTo>
                  <a:pt x="858040" y="49512"/>
                </a:lnTo>
                <a:lnTo>
                  <a:pt x="858322" y="49758"/>
                </a:lnTo>
                <a:lnTo>
                  <a:pt x="858594" y="50014"/>
                </a:lnTo>
                <a:lnTo>
                  <a:pt x="858860" y="50277"/>
                </a:lnTo>
                <a:lnTo>
                  <a:pt x="859118" y="50548"/>
                </a:lnTo>
                <a:lnTo>
                  <a:pt x="859369" y="50828"/>
                </a:lnTo>
                <a:lnTo>
                  <a:pt x="859614" y="51116"/>
                </a:lnTo>
                <a:lnTo>
                  <a:pt x="859851" y="51411"/>
                </a:lnTo>
                <a:lnTo>
                  <a:pt x="860080" y="51715"/>
                </a:lnTo>
                <a:lnTo>
                  <a:pt x="860303" y="52027"/>
                </a:lnTo>
                <a:lnTo>
                  <a:pt x="860519" y="52347"/>
                </a:lnTo>
                <a:lnTo>
                  <a:pt x="860727" y="52675"/>
                </a:lnTo>
                <a:lnTo>
                  <a:pt x="860929" y="53011"/>
                </a:lnTo>
                <a:lnTo>
                  <a:pt x="861123" y="53355"/>
                </a:lnTo>
                <a:lnTo>
                  <a:pt x="861310" y="53707"/>
                </a:lnTo>
                <a:lnTo>
                  <a:pt x="861490" y="54068"/>
                </a:lnTo>
                <a:lnTo>
                  <a:pt x="861663" y="54436"/>
                </a:lnTo>
                <a:lnTo>
                  <a:pt x="861828" y="54813"/>
                </a:lnTo>
                <a:lnTo>
                  <a:pt x="861987" y="55197"/>
                </a:lnTo>
                <a:lnTo>
                  <a:pt x="862138" y="55590"/>
                </a:lnTo>
                <a:lnTo>
                  <a:pt x="862283" y="55991"/>
                </a:lnTo>
                <a:lnTo>
                  <a:pt x="862420" y="56400"/>
                </a:lnTo>
                <a:lnTo>
                  <a:pt x="862550" y="56817"/>
                </a:lnTo>
                <a:lnTo>
                  <a:pt x="862673" y="57242"/>
                </a:lnTo>
                <a:lnTo>
                  <a:pt x="862788" y="57675"/>
                </a:lnTo>
                <a:lnTo>
                  <a:pt x="862897" y="58116"/>
                </a:lnTo>
                <a:lnTo>
                  <a:pt x="863000" y="58564"/>
                </a:lnTo>
                <a:lnTo>
                  <a:pt x="863098" y="59016"/>
                </a:lnTo>
                <a:lnTo>
                  <a:pt x="863192" y="59474"/>
                </a:lnTo>
                <a:lnTo>
                  <a:pt x="863282" y="59937"/>
                </a:lnTo>
                <a:lnTo>
                  <a:pt x="863367" y="60406"/>
                </a:lnTo>
                <a:lnTo>
                  <a:pt x="863448" y="60879"/>
                </a:lnTo>
                <a:lnTo>
                  <a:pt x="863525" y="61358"/>
                </a:lnTo>
                <a:lnTo>
                  <a:pt x="863597" y="61841"/>
                </a:lnTo>
                <a:lnTo>
                  <a:pt x="863665" y="62330"/>
                </a:lnTo>
                <a:lnTo>
                  <a:pt x="863728" y="62824"/>
                </a:lnTo>
                <a:lnTo>
                  <a:pt x="863788" y="63324"/>
                </a:lnTo>
                <a:lnTo>
                  <a:pt x="863842" y="63828"/>
                </a:lnTo>
                <a:lnTo>
                  <a:pt x="863893" y="64338"/>
                </a:lnTo>
                <a:lnTo>
                  <a:pt x="863939" y="64852"/>
                </a:lnTo>
                <a:lnTo>
                  <a:pt x="863980" y="65372"/>
                </a:lnTo>
                <a:lnTo>
                  <a:pt x="864017" y="65897"/>
                </a:lnTo>
                <a:lnTo>
                  <a:pt x="864050" y="66427"/>
                </a:lnTo>
                <a:lnTo>
                  <a:pt x="864079" y="66963"/>
                </a:lnTo>
                <a:lnTo>
                  <a:pt x="864103" y="67503"/>
                </a:lnTo>
                <a:lnTo>
                  <a:pt x="864122" y="68049"/>
                </a:lnTo>
                <a:lnTo>
                  <a:pt x="864138" y="68600"/>
                </a:lnTo>
                <a:lnTo>
                  <a:pt x="864149" y="69156"/>
                </a:lnTo>
                <a:lnTo>
                  <a:pt x="864155" y="69717"/>
                </a:lnTo>
                <a:lnTo>
                  <a:pt x="864157" y="70283"/>
                </a:lnTo>
                <a:lnTo>
                  <a:pt x="864157" y="130126"/>
                </a:lnTo>
                <a:lnTo>
                  <a:pt x="879657" y="130126"/>
                </a:lnTo>
                <a:lnTo>
                  <a:pt x="879657" y="68493"/>
                </a:lnTo>
                <a:lnTo>
                  <a:pt x="879646" y="67123"/>
                </a:lnTo>
                <a:lnTo>
                  <a:pt x="879614" y="65780"/>
                </a:lnTo>
                <a:lnTo>
                  <a:pt x="879559" y="64463"/>
                </a:lnTo>
                <a:lnTo>
                  <a:pt x="879483" y="63172"/>
                </a:lnTo>
                <a:lnTo>
                  <a:pt x="879386" y="61906"/>
                </a:lnTo>
                <a:lnTo>
                  <a:pt x="879266" y="60667"/>
                </a:lnTo>
                <a:lnTo>
                  <a:pt x="879125" y="59453"/>
                </a:lnTo>
                <a:lnTo>
                  <a:pt x="878962" y="58265"/>
                </a:lnTo>
                <a:lnTo>
                  <a:pt x="878777" y="57103"/>
                </a:lnTo>
                <a:lnTo>
                  <a:pt x="878571" y="55967"/>
                </a:lnTo>
                <a:lnTo>
                  <a:pt x="878343" y="54857"/>
                </a:lnTo>
                <a:lnTo>
                  <a:pt x="878093" y="53773"/>
                </a:lnTo>
                <a:lnTo>
                  <a:pt x="877822" y="52715"/>
                </a:lnTo>
                <a:lnTo>
                  <a:pt x="877528" y="51682"/>
                </a:lnTo>
                <a:lnTo>
                  <a:pt x="877213" y="50676"/>
                </a:lnTo>
                <a:lnTo>
                  <a:pt x="876877" y="49695"/>
                </a:lnTo>
                <a:lnTo>
                  <a:pt x="876518" y="48740"/>
                </a:lnTo>
                <a:lnTo>
                  <a:pt x="876138" y="47811"/>
                </a:lnTo>
                <a:lnTo>
                  <a:pt x="875736" y="46909"/>
                </a:lnTo>
                <a:lnTo>
                  <a:pt x="875313" y="46031"/>
                </a:lnTo>
                <a:lnTo>
                  <a:pt x="874867" y="45180"/>
                </a:lnTo>
                <a:lnTo>
                  <a:pt x="874400" y="44355"/>
                </a:lnTo>
                <a:lnTo>
                  <a:pt x="873912" y="43556"/>
                </a:lnTo>
                <a:lnTo>
                  <a:pt x="873401" y="42782"/>
                </a:lnTo>
                <a:lnTo>
                  <a:pt x="872865" y="42037"/>
                </a:lnTo>
                <a:lnTo>
                  <a:pt x="872301" y="41324"/>
                </a:lnTo>
                <a:lnTo>
                  <a:pt x="871707" y="40643"/>
                </a:lnTo>
                <a:lnTo>
                  <a:pt x="871085" y="39993"/>
                </a:lnTo>
                <a:lnTo>
                  <a:pt x="870434" y="39375"/>
                </a:lnTo>
                <a:lnTo>
                  <a:pt x="869754" y="38788"/>
                </a:lnTo>
                <a:lnTo>
                  <a:pt x="869045" y="38234"/>
                </a:lnTo>
                <a:lnTo>
                  <a:pt x="868307" y="37711"/>
                </a:lnTo>
                <a:lnTo>
                  <a:pt x="867541" y="37219"/>
                </a:lnTo>
                <a:lnTo>
                  <a:pt x="866745" y="36760"/>
                </a:lnTo>
                <a:lnTo>
                  <a:pt x="865921" y="36332"/>
                </a:lnTo>
                <a:lnTo>
                  <a:pt x="865068" y="35936"/>
                </a:lnTo>
                <a:lnTo>
                  <a:pt x="864186" y="35571"/>
                </a:lnTo>
                <a:lnTo>
                  <a:pt x="863275" y="35238"/>
                </a:lnTo>
                <a:lnTo>
                  <a:pt x="862335" y="34937"/>
                </a:lnTo>
                <a:lnTo>
                  <a:pt x="861367" y="34668"/>
                </a:lnTo>
                <a:lnTo>
                  <a:pt x="860369" y="34430"/>
                </a:lnTo>
                <a:lnTo>
                  <a:pt x="859343" y="34224"/>
                </a:lnTo>
                <a:lnTo>
                  <a:pt x="858288" y="34049"/>
                </a:lnTo>
                <a:lnTo>
                  <a:pt x="857204" y="33907"/>
                </a:lnTo>
                <a:lnTo>
                  <a:pt x="856091" y="33796"/>
                </a:lnTo>
                <a:lnTo>
                  <a:pt x="854949" y="33717"/>
                </a:lnTo>
                <a:lnTo>
                  <a:pt x="853779" y="33669"/>
                </a:lnTo>
                <a:lnTo>
                  <a:pt x="852579" y="33653"/>
                </a:lnTo>
                <a:lnTo>
                  <a:pt x="851652" y="33661"/>
                </a:lnTo>
                <a:lnTo>
                  <a:pt x="850738" y="33686"/>
                </a:lnTo>
                <a:lnTo>
                  <a:pt x="849836" y="33727"/>
                </a:lnTo>
                <a:lnTo>
                  <a:pt x="848948" y="33784"/>
                </a:lnTo>
                <a:lnTo>
                  <a:pt x="848073" y="33858"/>
                </a:lnTo>
                <a:lnTo>
                  <a:pt x="847210" y="33948"/>
                </a:lnTo>
                <a:lnTo>
                  <a:pt x="846361" y="34055"/>
                </a:lnTo>
                <a:lnTo>
                  <a:pt x="845524" y="34178"/>
                </a:lnTo>
                <a:lnTo>
                  <a:pt x="844701" y="34317"/>
                </a:lnTo>
                <a:lnTo>
                  <a:pt x="843890" y="34473"/>
                </a:lnTo>
                <a:lnTo>
                  <a:pt x="843093" y="34645"/>
                </a:lnTo>
                <a:lnTo>
                  <a:pt x="842308" y="34833"/>
                </a:lnTo>
                <a:lnTo>
                  <a:pt x="841537" y="35038"/>
                </a:lnTo>
                <a:lnTo>
                  <a:pt x="840778" y="35260"/>
                </a:lnTo>
                <a:lnTo>
                  <a:pt x="840032" y="35497"/>
                </a:lnTo>
                <a:lnTo>
                  <a:pt x="839300" y="35751"/>
                </a:lnTo>
                <a:lnTo>
                  <a:pt x="838580" y="36022"/>
                </a:lnTo>
                <a:lnTo>
                  <a:pt x="837873" y="36309"/>
                </a:lnTo>
                <a:lnTo>
                  <a:pt x="837179" y="36612"/>
                </a:lnTo>
                <a:lnTo>
                  <a:pt x="836499" y="36932"/>
                </a:lnTo>
                <a:lnTo>
                  <a:pt x="835831" y="37268"/>
                </a:lnTo>
                <a:lnTo>
                  <a:pt x="835176" y="37620"/>
                </a:lnTo>
                <a:lnTo>
                  <a:pt x="834534" y="37989"/>
                </a:lnTo>
                <a:lnTo>
                  <a:pt x="833905" y="38374"/>
                </a:lnTo>
                <a:lnTo>
                  <a:pt x="833288" y="38769"/>
                </a:lnTo>
                <a:lnTo>
                  <a:pt x="832684" y="39166"/>
                </a:lnTo>
                <a:lnTo>
                  <a:pt x="832091" y="39565"/>
                </a:lnTo>
                <a:lnTo>
                  <a:pt x="831511" y="39967"/>
                </a:lnTo>
                <a:lnTo>
                  <a:pt x="830942" y="40371"/>
                </a:lnTo>
                <a:lnTo>
                  <a:pt x="830386" y="40778"/>
                </a:lnTo>
                <a:lnTo>
                  <a:pt x="829841" y="41187"/>
                </a:lnTo>
                <a:lnTo>
                  <a:pt x="829309" y="41599"/>
                </a:lnTo>
                <a:lnTo>
                  <a:pt x="828788" y="42013"/>
                </a:lnTo>
                <a:lnTo>
                  <a:pt x="828280" y="42430"/>
                </a:lnTo>
                <a:lnTo>
                  <a:pt x="827783" y="42849"/>
                </a:lnTo>
                <a:lnTo>
                  <a:pt x="827299" y="43270"/>
                </a:lnTo>
                <a:lnTo>
                  <a:pt x="826826" y="43694"/>
                </a:lnTo>
                <a:lnTo>
                  <a:pt x="826366" y="44120"/>
                </a:lnTo>
                <a:lnTo>
                  <a:pt x="825917" y="44549"/>
                </a:lnTo>
                <a:lnTo>
                  <a:pt x="825481" y="44980"/>
                </a:lnTo>
                <a:lnTo>
                  <a:pt x="825056" y="45414"/>
                </a:lnTo>
                <a:lnTo>
                  <a:pt x="824644" y="45850"/>
                </a:lnTo>
                <a:lnTo>
                  <a:pt x="824243" y="46288"/>
                </a:lnTo>
                <a:lnTo>
                  <a:pt x="823854" y="46729"/>
                </a:lnTo>
                <a:lnTo>
                  <a:pt x="823478" y="47172"/>
                </a:lnTo>
                <a:lnTo>
                  <a:pt x="823113" y="47618"/>
                </a:lnTo>
                <a:lnTo>
                  <a:pt x="822761" y="48066"/>
                </a:lnTo>
                <a:lnTo>
                  <a:pt x="822420" y="48517"/>
                </a:lnTo>
                <a:lnTo>
                  <a:pt x="822047" y="35336"/>
                </a:lnTo>
                <a:lnTo>
                  <a:pt x="806920" y="35336"/>
                </a:lnTo>
                <a:lnTo>
                  <a:pt x="806920" y="130126"/>
                </a:lnTo>
                <a:lnTo>
                  <a:pt x="822513" y="130126"/>
                </a:lnTo>
                <a:lnTo>
                  <a:pt x="822513" y="61876"/>
                </a:lnTo>
                <a:lnTo>
                  <a:pt x="822845" y="61415"/>
                </a:lnTo>
                <a:lnTo>
                  <a:pt x="823185" y="60957"/>
                </a:lnTo>
                <a:lnTo>
                  <a:pt x="823534" y="60502"/>
                </a:lnTo>
                <a:close/>
                <a:moveTo>
                  <a:pt x="1231849" y="61585"/>
                </a:moveTo>
                <a:lnTo>
                  <a:pt x="1232114" y="61236"/>
                </a:lnTo>
                <a:lnTo>
                  <a:pt x="1232382" y="60890"/>
                </a:lnTo>
                <a:lnTo>
                  <a:pt x="1232652" y="60548"/>
                </a:lnTo>
                <a:lnTo>
                  <a:pt x="1232925" y="60210"/>
                </a:lnTo>
                <a:lnTo>
                  <a:pt x="1233200" y="59876"/>
                </a:lnTo>
                <a:lnTo>
                  <a:pt x="1233477" y="59545"/>
                </a:lnTo>
                <a:lnTo>
                  <a:pt x="1233757" y="59217"/>
                </a:lnTo>
                <a:lnTo>
                  <a:pt x="1234039" y="58894"/>
                </a:lnTo>
                <a:lnTo>
                  <a:pt x="1234324" y="58573"/>
                </a:lnTo>
                <a:lnTo>
                  <a:pt x="1234611" y="58257"/>
                </a:lnTo>
                <a:lnTo>
                  <a:pt x="1234901" y="57944"/>
                </a:lnTo>
                <a:lnTo>
                  <a:pt x="1235193" y="57634"/>
                </a:lnTo>
                <a:lnTo>
                  <a:pt x="1235487" y="57328"/>
                </a:lnTo>
                <a:lnTo>
                  <a:pt x="1235784" y="57026"/>
                </a:lnTo>
                <a:lnTo>
                  <a:pt x="1236084" y="56727"/>
                </a:lnTo>
                <a:lnTo>
                  <a:pt x="1236385" y="56432"/>
                </a:lnTo>
                <a:lnTo>
                  <a:pt x="1236690" y="56141"/>
                </a:lnTo>
                <a:lnTo>
                  <a:pt x="1236996" y="55853"/>
                </a:lnTo>
                <a:lnTo>
                  <a:pt x="1237305" y="55569"/>
                </a:lnTo>
                <a:lnTo>
                  <a:pt x="1237617" y="55288"/>
                </a:lnTo>
                <a:lnTo>
                  <a:pt x="1237931" y="55011"/>
                </a:lnTo>
                <a:lnTo>
                  <a:pt x="1238248" y="54738"/>
                </a:lnTo>
                <a:lnTo>
                  <a:pt x="1238570" y="54470"/>
                </a:lnTo>
                <a:lnTo>
                  <a:pt x="1238897" y="54206"/>
                </a:lnTo>
                <a:lnTo>
                  <a:pt x="1239229" y="53948"/>
                </a:lnTo>
                <a:lnTo>
                  <a:pt x="1239565" y="53695"/>
                </a:lnTo>
                <a:lnTo>
                  <a:pt x="1239906" y="53447"/>
                </a:lnTo>
                <a:lnTo>
                  <a:pt x="1240252" y="53204"/>
                </a:lnTo>
                <a:lnTo>
                  <a:pt x="1240602" y="52966"/>
                </a:lnTo>
                <a:lnTo>
                  <a:pt x="1240957" y="52732"/>
                </a:lnTo>
                <a:lnTo>
                  <a:pt x="1241317" y="52504"/>
                </a:lnTo>
                <a:lnTo>
                  <a:pt x="1241681" y="52281"/>
                </a:lnTo>
                <a:lnTo>
                  <a:pt x="1242051" y="52062"/>
                </a:lnTo>
                <a:lnTo>
                  <a:pt x="1242425" y="51849"/>
                </a:lnTo>
                <a:lnTo>
                  <a:pt x="1242803" y="51641"/>
                </a:lnTo>
                <a:lnTo>
                  <a:pt x="1243186" y="51437"/>
                </a:lnTo>
                <a:lnTo>
                  <a:pt x="1243574" y="51239"/>
                </a:lnTo>
                <a:lnTo>
                  <a:pt x="1243967" y="51046"/>
                </a:lnTo>
                <a:lnTo>
                  <a:pt x="1244365" y="50857"/>
                </a:lnTo>
                <a:lnTo>
                  <a:pt x="1244767" y="50674"/>
                </a:lnTo>
                <a:lnTo>
                  <a:pt x="1245173" y="50495"/>
                </a:lnTo>
                <a:lnTo>
                  <a:pt x="1245585" y="50322"/>
                </a:lnTo>
                <a:lnTo>
                  <a:pt x="1246001" y="50153"/>
                </a:lnTo>
                <a:lnTo>
                  <a:pt x="1246422" y="49990"/>
                </a:lnTo>
                <a:lnTo>
                  <a:pt x="1246848" y="49831"/>
                </a:lnTo>
                <a:lnTo>
                  <a:pt x="1247278" y="49678"/>
                </a:lnTo>
                <a:lnTo>
                  <a:pt x="1247715" y="49532"/>
                </a:lnTo>
                <a:lnTo>
                  <a:pt x="1248158" y="49392"/>
                </a:lnTo>
                <a:lnTo>
                  <a:pt x="1248606" y="49258"/>
                </a:lnTo>
                <a:lnTo>
                  <a:pt x="1249060" y="49131"/>
                </a:lnTo>
                <a:lnTo>
                  <a:pt x="1249520" y="49011"/>
                </a:lnTo>
                <a:lnTo>
                  <a:pt x="1249986" y="48897"/>
                </a:lnTo>
                <a:lnTo>
                  <a:pt x="1250458" y="48789"/>
                </a:lnTo>
                <a:lnTo>
                  <a:pt x="1250936" y="48688"/>
                </a:lnTo>
                <a:lnTo>
                  <a:pt x="1251419" y="48594"/>
                </a:lnTo>
                <a:lnTo>
                  <a:pt x="1251908" y="48506"/>
                </a:lnTo>
                <a:lnTo>
                  <a:pt x="1252403" y="48425"/>
                </a:lnTo>
                <a:lnTo>
                  <a:pt x="1252904" y="48350"/>
                </a:lnTo>
                <a:lnTo>
                  <a:pt x="1253411" y="48281"/>
                </a:lnTo>
                <a:lnTo>
                  <a:pt x="1253923" y="48220"/>
                </a:lnTo>
                <a:lnTo>
                  <a:pt x="1254442" y="48164"/>
                </a:lnTo>
                <a:lnTo>
                  <a:pt x="1254966" y="48115"/>
                </a:lnTo>
                <a:lnTo>
                  <a:pt x="1255496" y="48073"/>
                </a:lnTo>
                <a:lnTo>
                  <a:pt x="1256032" y="48037"/>
                </a:lnTo>
                <a:lnTo>
                  <a:pt x="1256574" y="48008"/>
                </a:lnTo>
                <a:lnTo>
                  <a:pt x="1257121" y="47985"/>
                </a:lnTo>
                <a:lnTo>
                  <a:pt x="1257675" y="47969"/>
                </a:lnTo>
                <a:lnTo>
                  <a:pt x="1258234" y="47959"/>
                </a:lnTo>
                <a:lnTo>
                  <a:pt x="1258799" y="47956"/>
                </a:lnTo>
                <a:lnTo>
                  <a:pt x="1260947" y="47956"/>
                </a:lnTo>
                <a:lnTo>
                  <a:pt x="1260947" y="33653"/>
                </a:lnTo>
                <a:lnTo>
                  <a:pt x="1259079" y="33653"/>
                </a:lnTo>
                <a:lnTo>
                  <a:pt x="1258184" y="33662"/>
                </a:lnTo>
                <a:lnTo>
                  <a:pt x="1257302" y="33686"/>
                </a:lnTo>
                <a:lnTo>
                  <a:pt x="1256434" y="33728"/>
                </a:lnTo>
                <a:lnTo>
                  <a:pt x="1255580" y="33786"/>
                </a:lnTo>
                <a:lnTo>
                  <a:pt x="1254741" y="33860"/>
                </a:lnTo>
                <a:lnTo>
                  <a:pt x="1253915" y="33951"/>
                </a:lnTo>
                <a:lnTo>
                  <a:pt x="1253103" y="34059"/>
                </a:lnTo>
                <a:lnTo>
                  <a:pt x="1252305" y="34183"/>
                </a:lnTo>
                <a:lnTo>
                  <a:pt x="1251521" y="34324"/>
                </a:lnTo>
                <a:lnTo>
                  <a:pt x="1250750" y="34481"/>
                </a:lnTo>
                <a:lnTo>
                  <a:pt x="1249994" y="34655"/>
                </a:lnTo>
                <a:lnTo>
                  <a:pt x="1249252" y="34845"/>
                </a:lnTo>
                <a:lnTo>
                  <a:pt x="1248524" y="35052"/>
                </a:lnTo>
                <a:lnTo>
                  <a:pt x="1247809" y="35276"/>
                </a:lnTo>
                <a:lnTo>
                  <a:pt x="1247109" y="35516"/>
                </a:lnTo>
                <a:lnTo>
                  <a:pt x="1246422" y="35772"/>
                </a:lnTo>
                <a:lnTo>
                  <a:pt x="1245750" y="36045"/>
                </a:lnTo>
                <a:lnTo>
                  <a:pt x="1245091" y="36335"/>
                </a:lnTo>
                <a:lnTo>
                  <a:pt x="1244446" y="36641"/>
                </a:lnTo>
                <a:lnTo>
                  <a:pt x="1243816" y="36964"/>
                </a:lnTo>
                <a:lnTo>
                  <a:pt x="1243199" y="37303"/>
                </a:lnTo>
                <a:lnTo>
                  <a:pt x="1242596" y="37659"/>
                </a:lnTo>
                <a:lnTo>
                  <a:pt x="1242007" y="38032"/>
                </a:lnTo>
                <a:lnTo>
                  <a:pt x="1241432" y="38421"/>
                </a:lnTo>
                <a:lnTo>
                  <a:pt x="1240869" y="38822"/>
                </a:lnTo>
                <a:lnTo>
                  <a:pt x="1240316" y="39231"/>
                </a:lnTo>
                <a:lnTo>
                  <a:pt x="1239773" y="39648"/>
                </a:lnTo>
                <a:lnTo>
                  <a:pt x="1239240" y="40072"/>
                </a:lnTo>
                <a:lnTo>
                  <a:pt x="1238718" y="40505"/>
                </a:lnTo>
                <a:lnTo>
                  <a:pt x="1238205" y="40945"/>
                </a:lnTo>
                <a:lnTo>
                  <a:pt x="1237702" y="41393"/>
                </a:lnTo>
                <a:lnTo>
                  <a:pt x="1237210" y="41848"/>
                </a:lnTo>
                <a:lnTo>
                  <a:pt x="1236727" y="42312"/>
                </a:lnTo>
                <a:lnTo>
                  <a:pt x="1236254" y="42783"/>
                </a:lnTo>
                <a:lnTo>
                  <a:pt x="1235792" y="43262"/>
                </a:lnTo>
                <a:lnTo>
                  <a:pt x="1235340" y="43749"/>
                </a:lnTo>
                <a:lnTo>
                  <a:pt x="1234897" y="44244"/>
                </a:lnTo>
                <a:lnTo>
                  <a:pt x="1234465" y="44746"/>
                </a:lnTo>
                <a:lnTo>
                  <a:pt x="1234043" y="45257"/>
                </a:lnTo>
                <a:lnTo>
                  <a:pt x="1233630" y="45775"/>
                </a:lnTo>
                <a:lnTo>
                  <a:pt x="1233228" y="46300"/>
                </a:lnTo>
                <a:lnTo>
                  <a:pt x="1232836" y="46834"/>
                </a:lnTo>
                <a:lnTo>
                  <a:pt x="1232454" y="47376"/>
                </a:lnTo>
                <a:lnTo>
                  <a:pt x="1232082" y="47925"/>
                </a:lnTo>
                <a:lnTo>
                  <a:pt x="1231720" y="48482"/>
                </a:lnTo>
                <a:lnTo>
                  <a:pt x="1231368" y="49046"/>
                </a:lnTo>
                <a:lnTo>
                  <a:pt x="1231026" y="49619"/>
                </a:lnTo>
                <a:lnTo>
                  <a:pt x="1230694" y="50199"/>
                </a:lnTo>
                <a:lnTo>
                  <a:pt x="1230134" y="35336"/>
                </a:lnTo>
                <a:lnTo>
                  <a:pt x="1215475" y="35336"/>
                </a:lnTo>
                <a:lnTo>
                  <a:pt x="1215475" y="130126"/>
                </a:lnTo>
                <a:lnTo>
                  <a:pt x="1231068" y="130126"/>
                </a:lnTo>
                <a:lnTo>
                  <a:pt x="1231068" y="62653"/>
                </a:lnTo>
                <a:lnTo>
                  <a:pt x="1231326" y="62293"/>
                </a:lnTo>
                <a:lnTo>
                  <a:pt x="1231586" y="61937"/>
                </a:lnTo>
                <a:lnTo>
                  <a:pt x="1231849" y="61585"/>
                </a:lnTo>
                <a:close/>
                <a:moveTo>
                  <a:pt x="747240" y="131646"/>
                </a:moveTo>
                <a:lnTo>
                  <a:pt x="748271" y="131555"/>
                </a:lnTo>
                <a:lnTo>
                  <a:pt x="749289" y="131443"/>
                </a:lnTo>
                <a:lnTo>
                  <a:pt x="750294" y="131312"/>
                </a:lnTo>
                <a:lnTo>
                  <a:pt x="751286" y="131159"/>
                </a:lnTo>
                <a:lnTo>
                  <a:pt x="752266" y="130987"/>
                </a:lnTo>
                <a:lnTo>
                  <a:pt x="753232" y="130794"/>
                </a:lnTo>
                <a:lnTo>
                  <a:pt x="754185" y="130581"/>
                </a:lnTo>
                <a:lnTo>
                  <a:pt x="755125" y="130348"/>
                </a:lnTo>
                <a:lnTo>
                  <a:pt x="756052" y="130094"/>
                </a:lnTo>
                <a:lnTo>
                  <a:pt x="756967" y="129820"/>
                </a:lnTo>
                <a:lnTo>
                  <a:pt x="757868" y="129526"/>
                </a:lnTo>
                <a:lnTo>
                  <a:pt x="758756" y="129212"/>
                </a:lnTo>
                <a:lnTo>
                  <a:pt x="759632" y="128877"/>
                </a:lnTo>
                <a:lnTo>
                  <a:pt x="760494" y="128522"/>
                </a:lnTo>
                <a:lnTo>
                  <a:pt x="761343" y="128147"/>
                </a:lnTo>
                <a:lnTo>
                  <a:pt x="762180" y="127751"/>
                </a:lnTo>
                <a:lnTo>
                  <a:pt x="763003" y="127335"/>
                </a:lnTo>
                <a:lnTo>
                  <a:pt x="763814" y="126899"/>
                </a:lnTo>
                <a:lnTo>
                  <a:pt x="764611" y="126443"/>
                </a:lnTo>
                <a:lnTo>
                  <a:pt x="765396" y="125966"/>
                </a:lnTo>
                <a:lnTo>
                  <a:pt x="766167" y="125470"/>
                </a:lnTo>
                <a:lnTo>
                  <a:pt x="766922" y="124957"/>
                </a:lnTo>
                <a:lnTo>
                  <a:pt x="767662" y="124425"/>
                </a:lnTo>
                <a:lnTo>
                  <a:pt x="768387" y="123876"/>
                </a:lnTo>
                <a:lnTo>
                  <a:pt x="769096" y="123310"/>
                </a:lnTo>
                <a:lnTo>
                  <a:pt x="769790" y="122725"/>
                </a:lnTo>
                <a:lnTo>
                  <a:pt x="770469" y="122123"/>
                </a:lnTo>
                <a:lnTo>
                  <a:pt x="771133" y="121503"/>
                </a:lnTo>
                <a:lnTo>
                  <a:pt x="771782" y="120865"/>
                </a:lnTo>
                <a:lnTo>
                  <a:pt x="772415" y="120210"/>
                </a:lnTo>
                <a:lnTo>
                  <a:pt x="773033" y="119536"/>
                </a:lnTo>
                <a:lnTo>
                  <a:pt x="773636" y="118845"/>
                </a:lnTo>
                <a:lnTo>
                  <a:pt x="774224" y="118137"/>
                </a:lnTo>
                <a:lnTo>
                  <a:pt x="774796" y="117410"/>
                </a:lnTo>
                <a:lnTo>
                  <a:pt x="775353" y="116666"/>
                </a:lnTo>
                <a:lnTo>
                  <a:pt x="775895" y="115904"/>
                </a:lnTo>
                <a:lnTo>
                  <a:pt x="776422" y="115124"/>
                </a:lnTo>
                <a:lnTo>
                  <a:pt x="776933" y="114326"/>
                </a:lnTo>
                <a:lnTo>
                  <a:pt x="777430" y="113511"/>
                </a:lnTo>
                <a:lnTo>
                  <a:pt x="777910" y="112678"/>
                </a:lnTo>
                <a:lnTo>
                  <a:pt x="778376" y="111827"/>
                </a:lnTo>
                <a:lnTo>
                  <a:pt x="778827" y="110959"/>
                </a:lnTo>
                <a:lnTo>
                  <a:pt x="779262" y="110073"/>
                </a:lnTo>
                <a:lnTo>
                  <a:pt x="779682" y="109169"/>
                </a:lnTo>
                <a:lnTo>
                  <a:pt x="780086" y="108248"/>
                </a:lnTo>
                <a:lnTo>
                  <a:pt x="780472" y="107313"/>
                </a:lnTo>
                <a:lnTo>
                  <a:pt x="780842" y="106364"/>
                </a:lnTo>
                <a:lnTo>
                  <a:pt x="781194" y="105399"/>
                </a:lnTo>
                <a:lnTo>
                  <a:pt x="781529" y="104420"/>
                </a:lnTo>
                <a:lnTo>
                  <a:pt x="781847" y="103426"/>
                </a:lnTo>
                <a:lnTo>
                  <a:pt x="782148" y="102418"/>
                </a:lnTo>
                <a:lnTo>
                  <a:pt x="782431" y="101395"/>
                </a:lnTo>
                <a:lnTo>
                  <a:pt x="782698" y="100357"/>
                </a:lnTo>
                <a:lnTo>
                  <a:pt x="782947" y="99304"/>
                </a:lnTo>
                <a:lnTo>
                  <a:pt x="783179" y="98237"/>
                </a:lnTo>
                <a:lnTo>
                  <a:pt x="783394" y="97155"/>
                </a:lnTo>
                <a:lnTo>
                  <a:pt x="783591" y="96058"/>
                </a:lnTo>
                <a:lnTo>
                  <a:pt x="783772" y="94947"/>
                </a:lnTo>
                <a:lnTo>
                  <a:pt x="783935" y="93820"/>
                </a:lnTo>
                <a:lnTo>
                  <a:pt x="784081" y="92680"/>
                </a:lnTo>
                <a:lnTo>
                  <a:pt x="784210" y="91524"/>
                </a:lnTo>
                <a:lnTo>
                  <a:pt x="784321" y="90354"/>
                </a:lnTo>
                <a:lnTo>
                  <a:pt x="784416" y="89169"/>
                </a:lnTo>
                <a:lnTo>
                  <a:pt x="784493" y="87969"/>
                </a:lnTo>
                <a:lnTo>
                  <a:pt x="784553" y="86755"/>
                </a:lnTo>
                <a:lnTo>
                  <a:pt x="784596" y="85525"/>
                </a:lnTo>
                <a:lnTo>
                  <a:pt x="784622" y="84282"/>
                </a:lnTo>
                <a:lnTo>
                  <a:pt x="784631" y="83023"/>
                </a:lnTo>
                <a:lnTo>
                  <a:pt x="784622" y="81748"/>
                </a:lnTo>
                <a:lnTo>
                  <a:pt x="784596" y="80489"/>
                </a:lnTo>
                <a:lnTo>
                  <a:pt x="784553" y="79244"/>
                </a:lnTo>
                <a:lnTo>
                  <a:pt x="784493" y="78015"/>
                </a:lnTo>
                <a:lnTo>
                  <a:pt x="784416" y="76800"/>
                </a:lnTo>
                <a:lnTo>
                  <a:pt x="784321" y="75601"/>
                </a:lnTo>
                <a:lnTo>
                  <a:pt x="784210" y="74416"/>
                </a:lnTo>
                <a:lnTo>
                  <a:pt x="784081" y="73247"/>
                </a:lnTo>
                <a:lnTo>
                  <a:pt x="783935" y="72093"/>
                </a:lnTo>
                <a:lnTo>
                  <a:pt x="783772" y="70954"/>
                </a:lnTo>
                <a:lnTo>
                  <a:pt x="783591" y="69829"/>
                </a:lnTo>
                <a:lnTo>
                  <a:pt x="783394" y="68720"/>
                </a:lnTo>
                <a:lnTo>
                  <a:pt x="783179" y="67626"/>
                </a:lnTo>
                <a:lnTo>
                  <a:pt x="782947" y="66547"/>
                </a:lnTo>
                <a:lnTo>
                  <a:pt x="782698" y="65483"/>
                </a:lnTo>
                <a:lnTo>
                  <a:pt x="782431" y="64435"/>
                </a:lnTo>
                <a:lnTo>
                  <a:pt x="782148" y="63401"/>
                </a:lnTo>
                <a:lnTo>
                  <a:pt x="781847" y="62382"/>
                </a:lnTo>
                <a:lnTo>
                  <a:pt x="781529" y="61378"/>
                </a:lnTo>
                <a:lnTo>
                  <a:pt x="781194" y="60390"/>
                </a:lnTo>
                <a:lnTo>
                  <a:pt x="780842" y="59416"/>
                </a:lnTo>
                <a:lnTo>
                  <a:pt x="780472" y="58457"/>
                </a:lnTo>
                <a:lnTo>
                  <a:pt x="780086" y="57514"/>
                </a:lnTo>
                <a:lnTo>
                  <a:pt x="779682" y="56585"/>
                </a:lnTo>
                <a:lnTo>
                  <a:pt x="779262" y="55673"/>
                </a:lnTo>
                <a:lnTo>
                  <a:pt x="778827" y="54779"/>
                </a:lnTo>
                <a:lnTo>
                  <a:pt x="778376" y="53902"/>
                </a:lnTo>
                <a:lnTo>
                  <a:pt x="777910" y="53044"/>
                </a:lnTo>
                <a:lnTo>
                  <a:pt x="777430" y="52203"/>
                </a:lnTo>
                <a:lnTo>
                  <a:pt x="776933" y="51379"/>
                </a:lnTo>
                <a:lnTo>
                  <a:pt x="776422" y="50574"/>
                </a:lnTo>
                <a:lnTo>
                  <a:pt x="775895" y="49786"/>
                </a:lnTo>
                <a:lnTo>
                  <a:pt x="775353" y="49016"/>
                </a:lnTo>
                <a:lnTo>
                  <a:pt x="774796" y="48264"/>
                </a:lnTo>
                <a:lnTo>
                  <a:pt x="774224" y="47529"/>
                </a:lnTo>
                <a:lnTo>
                  <a:pt x="773636" y="46812"/>
                </a:lnTo>
                <a:lnTo>
                  <a:pt x="773033" y="46113"/>
                </a:lnTo>
                <a:lnTo>
                  <a:pt x="772415" y="45432"/>
                </a:lnTo>
                <a:lnTo>
                  <a:pt x="771782" y="44768"/>
                </a:lnTo>
                <a:lnTo>
                  <a:pt x="771133" y="44122"/>
                </a:lnTo>
                <a:lnTo>
                  <a:pt x="770469" y="43494"/>
                </a:lnTo>
                <a:lnTo>
                  <a:pt x="769790" y="42884"/>
                </a:lnTo>
                <a:lnTo>
                  <a:pt x="769096" y="42292"/>
                </a:lnTo>
                <a:lnTo>
                  <a:pt x="768387" y="41717"/>
                </a:lnTo>
                <a:lnTo>
                  <a:pt x="767662" y="41160"/>
                </a:lnTo>
                <a:lnTo>
                  <a:pt x="766922" y="40620"/>
                </a:lnTo>
                <a:lnTo>
                  <a:pt x="766167" y="40099"/>
                </a:lnTo>
                <a:lnTo>
                  <a:pt x="765396" y="39595"/>
                </a:lnTo>
                <a:lnTo>
                  <a:pt x="764611" y="39110"/>
                </a:lnTo>
                <a:lnTo>
                  <a:pt x="763814" y="38646"/>
                </a:lnTo>
                <a:lnTo>
                  <a:pt x="763003" y="38203"/>
                </a:lnTo>
                <a:lnTo>
                  <a:pt x="762180" y="37780"/>
                </a:lnTo>
                <a:lnTo>
                  <a:pt x="761343" y="37377"/>
                </a:lnTo>
                <a:lnTo>
                  <a:pt x="760494" y="36996"/>
                </a:lnTo>
                <a:lnTo>
                  <a:pt x="759632" y="36635"/>
                </a:lnTo>
                <a:lnTo>
                  <a:pt x="758756" y="36294"/>
                </a:lnTo>
                <a:lnTo>
                  <a:pt x="757868" y="35974"/>
                </a:lnTo>
                <a:lnTo>
                  <a:pt x="756967" y="35675"/>
                </a:lnTo>
                <a:lnTo>
                  <a:pt x="756052" y="35397"/>
                </a:lnTo>
                <a:lnTo>
                  <a:pt x="755125" y="35139"/>
                </a:lnTo>
                <a:lnTo>
                  <a:pt x="754185" y="34901"/>
                </a:lnTo>
                <a:lnTo>
                  <a:pt x="753232" y="34685"/>
                </a:lnTo>
                <a:lnTo>
                  <a:pt x="752266" y="34489"/>
                </a:lnTo>
                <a:lnTo>
                  <a:pt x="751286" y="34313"/>
                </a:lnTo>
                <a:lnTo>
                  <a:pt x="750294" y="34159"/>
                </a:lnTo>
                <a:lnTo>
                  <a:pt x="749289" y="34025"/>
                </a:lnTo>
                <a:lnTo>
                  <a:pt x="748271" y="33911"/>
                </a:lnTo>
                <a:lnTo>
                  <a:pt x="747240" y="33818"/>
                </a:lnTo>
                <a:lnTo>
                  <a:pt x="746196" y="33746"/>
                </a:lnTo>
                <a:lnTo>
                  <a:pt x="745140" y="33695"/>
                </a:lnTo>
                <a:lnTo>
                  <a:pt x="744070" y="33664"/>
                </a:lnTo>
                <a:lnTo>
                  <a:pt x="742987" y="33653"/>
                </a:lnTo>
                <a:lnTo>
                  <a:pt x="741927" y="33664"/>
                </a:lnTo>
                <a:lnTo>
                  <a:pt x="740881" y="33695"/>
                </a:lnTo>
                <a:lnTo>
                  <a:pt x="739847" y="33746"/>
                </a:lnTo>
                <a:lnTo>
                  <a:pt x="738827" y="33818"/>
                </a:lnTo>
                <a:lnTo>
                  <a:pt x="737819" y="33911"/>
                </a:lnTo>
                <a:lnTo>
                  <a:pt x="736824" y="34025"/>
                </a:lnTo>
                <a:lnTo>
                  <a:pt x="735843" y="34159"/>
                </a:lnTo>
                <a:lnTo>
                  <a:pt x="734874" y="34313"/>
                </a:lnTo>
                <a:lnTo>
                  <a:pt x="733918" y="34489"/>
                </a:lnTo>
                <a:lnTo>
                  <a:pt x="732975" y="34685"/>
                </a:lnTo>
                <a:lnTo>
                  <a:pt x="732045" y="34901"/>
                </a:lnTo>
                <a:lnTo>
                  <a:pt x="731129" y="35139"/>
                </a:lnTo>
                <a:lnTo>
                  <a:pt x="730225" y="35397"/>
                </a:lnTo>
                <a:lnTo>
                  <a:pt x="729334" y="35675"/>
                </a:lnTo>
                <a:lnTo>
                  <a:pt x="728456" y="35974"/>
                </a:lnTo>
                <a:lnTo>
                  <a:pt x="727591" y="36294"/>
                </a:lnTo>
                <a:lnTo>
                  <a:pt x="726739" y="36635"/>
                </a:lnTo>
                <a:lnTo>
                  <a:pt x="725900" y="36996"/>
                </a:lnTo>
                <a:lnTo>
                  <a:pt x="725074" y="37377"/>
                </a:lnTo>
                <a:lnTo>
                  <a:pt x="724260" y="37780"/>
                </a:lnTo>
                <a:lnTo>
                  <a:pt x="723460" y="38203"/>
                </a:lnTo>
                <a:lnTo>
                  <a:pt x="722673" y="38646"/>
                </a:lnTo>
                <a:lnTo>
                  <a:pt x="721899" y="39110"/>
                </a:lnTo>
                <a:lnTo>
                  <a:pt x="721138" y="39595"/>
                </a:lnTo>
                <a:lnTo>
                  <a:pt x="720390" y="40099"/>
                </a:lnTo>
                <a:lnTo>
                  <a:pt x="719658" y="40620"/>
                </a:lnTo>
                <a:lnTo>
                  <a:pt x="718940" y="41160"/>
                </a:lnTo>
                <a:lnTo>
                  <a:pt x="718237" y="41717"/>
                </a:lnTo>
                <a:lnTo>
                  <a:pt x="717548" y="42292"/>
                </a:lnTo>
                <a:lnTo>
                  <a:pt x="716875" y="42884"/>
                </a:lnTo>
                <a:lnTo>
                  <a:pt x="716216" y="43494"/>
                </a:lnTo>
                <a:lnTo>
                  <a:pt x="715572" y="44122"/>
                </a:lnTo>
                <a:lnTo>
                  <a:pt x="714942" y="44768"/>
                </a:lnTo>
                <a:lnTo>
                  <a:pt x="714328" y="45432"/>
                </a:lnTo>
                <a:lnTo>
                  <a:pt x="713728" y="46113"/>
                </a:lnTo>
                <a:lnTo>
                  <a:pt x="713143" y="46812"/>
                </a:lnTo>
                <a:lnTo>
                  <a:pt x="712572" y="47529"/>
                </a:lnTo>
                <a:lnTo>
                  <a:pt x="712017" y="48264"/>
                </a:lnTo>
                <a:lnTo>
                  <a:pt x="711476" y="49016"/>
                </a:lnTo>
                <a:lnTo>
                  <a:pt x="710950" y="49786"/>
                </a:lnTo>
                <a:lnTo>
                  <a:pt x="710438" y="50574"/>
                </a:lnTo>
                <a:lnTo>
                  <a:pt x="709942" y="51379"/>
                </a:lnTo>
                <a:lnTo>
                  <a:pt x="709460" y="52203"/>
                </a:lnTo>
                <a:lnTo>
                  <a:pt x="708993" y="53044"/>
                </a:lnTo>
                <a:lnTo>
                  <a:pt x="708541" y="53902"/>
                </a:lnTo>
                <a:lnTo>
                  <a:pt x="708103" y="54779"/>
                </a:lnTo>
                <a:lnTo>
                  <a:pt x="707680" y="55673"/>
                </a:lnTo>
                <a:lnTo>
                  <a:pt x="707272" y="56585"/>
                </a:lnTo>
                <a:lnTo>
                  <a:pt x="706880" y="57514"/>
                </a:lnTo>
                <a:lnTo>
                  <a:pt x="706504" y="58457"/>
                </a:lnTo>
                <a:lnTo>
                  <a:pt x="706145" y="59416"/>
                </a:lnTo>
                <a:lnTo>
                  <a:pt x="705803" y="60390"/>
                </a:lnTo>
                <a:lnTo>
                  <a:pt x="705477" y="61378"/>
                </a:lnTo>
                <a:lnTo>
                  <a:pt x="705168" y="62382"/>
                </a:lnTo>
                <a:lnTo>
                  <a:pt x="704876" y="63401"/>
                </a:lnTo>
                <a:lnTo>
                  <a:pt x="704600" y="64435"/>
                </a:lnTo>
                <a:lnTo>
                  <a:pt x="704342" y="65483"/>
                </a:lnTo>
                <a:lnTo>
                  <a:pt x="704100" y="66547"/>
                </a:lnTo>
                <a:lnTo>
                  <a:pt x="703874" y="67626"/>
                </a:lnTo>
                <a:lnTo>
                  <a:pt x="703665" y="68720"/>
                </a:lnTo>
                <a:lnTo>
                  <a:pt x="703473" y="69829"/>
                </a:lnTo>
                <a:lnTo>
                  <a:pt x="703298" y="70954"/>
                </a:lnTo>
                <a:lnTo>
                  <a:pt x="703140" y="72093"/>
                </a:lnTo>
                <a:lnTo>
                  <a:pt x="702998" y="73247"/>
                </a:lnTo>
                <a:lnTo>
                  <a:pt x="702872" y="74416"/>
                </a:lnTo>
                <a:lnTo>
                  <a:pt x="702764" y="75601"/>
                </a:lnTo>
                <a:lnTo>
                  <a:pt x="702672" y="76800"/>
                </a:lnTo>
                <a:lnTo>
                  <a:pt x="702597" y="78015"/>
                </a:lnTo>
                <a:lnTo>
                  <a:pt x="702538" y="79244"/>
                </a:lnTo>
                <a:lnTo>
                  <a:pt x="702497" y="80489"/>
                </a:lnTo>
                <a:lnTo>
                  <a:pt x="702472" y="81748"/>
                </a:lnTo>
                <a:lnTo>
                  <a:pt x="702463" y="83023"/>
                </a:lnTo>
                <a:lnTo>
                  <a:pt x="702472" y="84282"/>
                </a:lnTo>
                <a:lnTo>
                  <a:pt x="702497" y="85525"/>
                </a:lnTo>
                <a:lnTo>
                  <a:pt x="702538" y="86755"/>
                </a:lnTo>
                <a:lnTo>
                  <a:pt x="702597" y="87969"/>
                </a:lnTo>
                <a:lnTo>
                  <a:pt x="702672" y="89169"/>
                </a:lnTo>
                <a:lnTo>
                  <a:pt x="702764" y="90354"/>
                </a:lnTo>
                <a:lnTo>
                  <a:pt x="702872" y="91524"/>
                </a:lnTo>
                <a:lnTo>
                  <a:pt x="702998" y="92680"/>
                </a:lnTo>
                <a:lnTo>
                  <a:pt x="703140" y="93820"/>
                </a:lnTo>
                <a:lnTo>
                  <a:pt x="703298" y="94947"/>
                </a:lnTo>
                <a:lnTo>
                  <a:pt x="703473" y="96058"/>
                </a:lnTo>
                <a:lnTo>
                  <a:pt x="703665" y="97155"/>
                </a:lnTo>
                <a:lnTo>
                  <a:pt x="703874" y="98237"/>
                </a:lnTo>
                <a:lnTo>
                  <a:pt x="704100" y="99304"/>
                </a:lnTo>
                <a:lnTo>
                  <a:pt x="704342" y="100357"/>
                </a:lnTo>
                <a:lnTo>
                  <a:pt x="704600" y="101395"/>
                </a:lnTo>
                <a:lnTo>
                  <a:pt x="704876" y="102418"/>
                </a:lnTo>
                <a:lnTo>
                  <a:pt x="705168" y="103426"/>
                </a:lnTo>
                <a:lnTo>
                  <a:pt x="705477" y="104420"/>
                </a:lnTo>
                <a:lnTo>
                  <a:pt x="705803" y="105399"/>
                </a:lnTo>
                <a:lnTo>
                  <a:pt x="706145" y="106364"/>
                </a:lnTo>
                <a:lnTo>
                  <a:pt x="706504" y="107313"/>
                </a:lnTo>
                <a:lnTo>
                  <a:pt x="706880" y="108248"/>
                </a:lnTo>
                <a:lnTo>
                  <a:pt x="707272" y="109169"/>
                </a:lnTo>
                <a:lnTo>
                  <a:pt x="707680" y="110073"/>
                </a:lnTo>
                <a:lnTo>
                  <a:pt x="708103" y="110959"/>
                </a:lnTo>
                <a:lnTo>
                  <a:pt x="708541" y="111827"/>
                </a:lnTo>
                <a:lnTo>
                  <a:pt x="708993" y="112678"/>
                </a:lnTo>
                <a:lnTo>
                  <a:pt x="709460" y="113511"/>
                </a:lnTo>
                <a:lnTo>
                  <a:pt x="709942" y="114326"/>
                </a:lnTo>
                <a:lnTo>
                  <a:pt x="710438" y="115124"/>
                </a:lnTo>
                <a:lnTo>
                  <a:pt x="710950" y="115904"/>
                </a:lnTo>
                <a:lnTo>
                  <a:pt x="711476" y="116666"/>
                </a:lnTo>
                <a:lnTo>
                  <a:pt x="712017" y="117410"/>
                </a:lnTo>
                <a:lnTo>
                  <a:pt x="712572" y="118137"/>
                </a:lnTo>
                <a:lnTo>
                  <a:pt x="713143" y="118845"/>
                </a:lnTo>
                <a:lnTo>
                  <a:pt x="713728" y="119536"/>
                </a:lnTo>
                <a:lnTo>
                  <a:pt x="714328" y="120210"/>
                </a:lnTo>
                <a:lnTo>
                  <a:pt x="714942" y="120865"/>
                </a:lnTo>
                <a:lnTo>
                  <a:pt x="715572" y="121503"/>
                </a:lnTo>
                <a:lnTo>
                  <a:pt x="716216" y="122123"/>
                </a:lnTo>
                <a:lnTo>
                  <a:pt x="716875" y="122725"/>
                </a:lnTo>
                <a:lnTo>
                  <a:pt x="717548" y="123310"/>
                </a:lnTo>
                <a:lnTo>
                  <a:pt x="718237" y="123876"/>
                </a:lnTo>
                <a:lnTo>
                  <a:pt x="718940" y="124425"/>
                </a:lnTo>
                <a:lnTo>
                  <a:pt x="719658" y="124957"/>
                </a:lnTo>
                <a:lnTo>
                  <a:pt x="720390" y="125470"/>
                </a:lnTo>
                <a:lnTo>
                  <a:pt x="721138" y="125966"/>
                </a:lnTo>
                <a:lnTo>
                  <a:pt x="721899" y="126443"/>
                </a:lnTo>
                <a:lnTo>
                  <a:pt x="722673" y="126899"/>
                </a:lnTo>
                <a:lnTo>
                  <a:pt x="723460" y="127335"/>
                </a:lnTo>
                <a:lnTo>
                  <a:pt x="724260" y="127751"/>
                </a:lnTo>
                <a:lnTo>
                  <a:pt x="725074" y="128147"/>
                </a:lnTo>
                <a:lnTo>
                  <a:pt x="725900" y="128522"/>
                </a:lnTo>
                <a:lnTo>
                  <a:pt x="726739" y="128877"/>
                </a:lnTo>
                <a:lnTo>
                  <a:pt x="727591" y="129212"/>
                </a:lnTo>
                <a:lnTo>
                  <a:pt x="728456" y="129526"/>
                </a:lnTo>
                <a:lnTo>
                  <a:pt x="729334" y="129820"/>
                </a:lnTo>
                <a:lnTo>
                  <a:pt x="730225" y="130094"/>
                </a:lnTo>
                <a:lnTo>
                  <a:pt x="731129" y="130348"/>
                </a:lnTo>
                <a:lnTo>
                  <a:pt x="732045" y="130581"/>
                </a:lnTo>
                <a:lnTo>
                  <a:pt x="732975" y="130794"/>
                </a:lnTo>
                <a:lnTo>
                  <a:pt x="733918" y="130987"/>
                </a:lnTo>
                <a:lnTo>
                  <a:pt x="734874" y="131159"/>
                </a:lnTo>
                <a:lnTo>
                  <a:pt x="735843" y="131312"/>
                </a:lnTo>
                <a:lnTo>
                  <a:pt x="736824" y="131443"/>
                </a:lnTo>
                <a:lnTo>
                  <a:pt x="737819" y="131555"/>
                </a:lnTo>
                <a:lnTo>
                  <a:pt x="738827" y="131646"/>
                </a:lnTo>
                <a:lnTo>
                  <a:pt x="739847" y="131717"/>
                </a:lnTo>
                <a:lnTo>
                  <a:pt x="740881" y="131768"/>
                </a:lnTo>
                <a:lnTo>
                  <a:pt x="741927" y="131798"/>
                </a:lnTo>
                <a:lnTo>
                  <a:pt x="742987" y="131809"/>
                </a:lnTo>
                <a:lnTo>
                  <a:pt x="744070" y="131798"/>
                </a:lnTo>
                <a:lnTo>
                  <a:pt x="745140" y="131768"/>
                </a:lnTo>
                <a:lnTo>
                  <a:pt x="746196" y="131717"/>
                </a:lnTo>
                <a:lnTo>
                  <a:pt x="747240" y="131646"/>
                </a:lnTo>
                <a:close/>
                <a:moveTo>
                  <a:pt x="740126" y="119337"/>
                </a:moveTo>
                <a:lnTo>
                  <a:pt x="739441" y="119263"/>
                </a:lnTo>
                <a:lnTo>
                  <a:pt x="738768" y="119173"/>
                </a:lnTo>
                <a:lnTo>
                  <a:pt x="738106" y="119066"/>
                </a:lnTo>
                <a:lnTo>
                  <a:pt x="737457" y="118942"/>
                </a:lnTo>
                <a:lnTo>
                  <a:pt x="736820" y="118802"/>
                </a:lnTo>
                <a:lnTo>
                  <a:pt x="736195" y="118646"/>
                </a:lnTo>
                <a:lnTo>
                  <a:pt x="735581" y="118473"/>
                </a:lnTo>
                <a:lnTo>
                  <a:pt x="734980" y="118284"/>
                </a:lnTo>
                <a:lnTo>
                  <a:pt x="734391" y="118078"/>
                </a:lnTo>
                <a:lnTo>
                  <a:pt x="733814" y="117856"/>
                </a:lnTo>
                <a:lnTo>
                  <a:pt x="733248" y="117617"/>
                </a:lnTo>
                <a:lnTo>
                  <a:pt x="732695" y="117362"/>
                </a:lnTo>
                <a:lnTo>
                  <a:pt x="732154" y="117090"/>
                </a:lnTo>
                <a:lnTo>
                  <a:pt x="731625" y="116802"/>
                </a:lnTo>
                <a:lnTo>
                  <a:pt x="731107" y="116498"/>
                </a:lnTo>
                <a:lnTo>
                  <a:pt x="730602" y="116176"/>
                </a:lnTo>
                <a:lnTo>
                  <a:pt x="730109" y="115839"/>
                </a:lnTo>
                <a:lnTo>
                  <a:pt x="729627" y="115485"/>
                </a:lnTo>
                <a:lnTo>
                  <a:pt x="729158" y="115115"/>
                </a:lnTo>
                <a:lnTo>
                  <a:pt x="728701" y="114728"/>
                </a:lnTo>
                <a:lnTo>
                  <a:pt x="728255" y="114327"/>
                </a:lnTo>
                <a:lnTo>
                  <a:pt x="727819" y="113914"/>
                </a:lnTo>
                <a:lnTo>
                  <a:pt x="727394" y="113488"/>
                </a:lnTo>
                <a:lnTo>
                  <a:pt x="726980" y="113051"/>
                </a:lnTo>
                <a:lnTo>
                  <a:pt x="726576" y="112602"/>
                </a:lnTo>
                <a:lnTo>
                  <a:pt x="726183" y="112141"/>
                </a:lnTo>
                <a:lnTo>
                  <a:pt x="725800" y="111668"/>
                </a:lnTo>
                <a:lnTo>
                  <a:pt x="725428" y="111183"/>
                </a:lnTo>
                <a:lnTo>
                  <a:pt x="725066" y="110686"/>
                </a:lnTo>
                <a:lnTo>
                  <a:pt x="724715" y="110177"/>
                </a:lnTo>
                <a:lnTo>
                  <a:pt x="724374" y="109656"/>
                </a:lnTo>
                <a:lnTo>
                  <a:pt x="724044" y="109123"/>
                </a:lnTo>
                <a:lnTo>
                  <a:pt x="723724" y="108577"/>
                </a:lnTo>
                <a:lnTo>
                  <a:pt x="723415" y="108020"/>
                </a:lnTo>
                <a:lnTo>
                  <a:pt x="723117" y="107451"/>
                </a:lnTo>
                <a:lnTo>
                  <a:pt x="722829" y="106870"/>
                </a:lnTo>
                <a:lnTo>
                  <a:pt x="722551" y="106277"/>
                </a:lnTo>
                <a:lnTo>
                  <a:pt x="722284" y="105672"/>
                </a:lnTo>
                <a:lnTo>
                  <a:pt x="722028" y="105055"/>
                </a:lnTo>
                <a:lnTo>
                  <a:pt x="721782" y="104426"/>
                </a:lnTo>
                <a:lnTo>
                  <a:pt x="721547" y="103785"/>
                </a:lnTo>
                <a:lnTo>
                  <a:pt x="721322" y="103132"/>
                </a:lnTo>
                <a:lnTo>
                  <a:pt x="721108" y="102466"/>
                </a:lnTo>
                <a:lnTo>
                  <a:pt x="720904" y="101789"/>
                </a:lnTo>
                <a:lnTo>
                  <a:pt x="720710" y="101102"/>
                </a:lnTo>
                <a:lnTo>
                  <a:pt x="720524" y="100407"/>
                </a:lnTo>
                <a:lnTo>
                  <a:pt x="720346" y="99704"/>
                </a:lnTo>
                <a:lnTo>
                  <a:pt x="720177" y="98993"/>
                </a:lnTo>
                <a:lnTo>
                  <a:pt x="720016" y="98274"/>
                </a:lnTo>
                <a:lnTo>
                  <a:pt x="719863" y="97547"/>
                </a:lnTo>
                <a:lnTo>
                  <a:pt x="719718" y="96813"/>
                </a:lnTo>
                <a:lnTo>
                  <a:pt x="719582" y="96070"/>
                </a:lnTo>
                <a:lnTo>
                  <a:pt x="719453" y="95320"/>
                </a:lnTo>
                <a:lnTo>
                  <a:pt x="719333" y="94562"/>
                </a:lnTo>
                <a:lnTo>
                  <a:pt x="719222" y="93796"/>
                </a:lnTo>
                <a:lnTo>
                  <a:pt x="719119" y="93022"/>
                </a:lnTo>
                <a:lnTo>
                  <a:pt x="719023" y="92240"/>
                </a:lnTo>
                <a:lnTo>
                  <a:pt x="718937" y="91450"/>
                </a:lnTo>
                <a:lnTo>
                  <a:pt x="718858" y="90653"/>
                </a:lnTo>
                <a:lnTo>
                  <a:pt x="718788" y="89847"/>
                </a:lnTo>
                <a:lnTo>
                  <a:pt x="718726" y="89034"/>
                </a:lnTo>
                <a:lnTo>
                  <a:pt x="718672" y="88213"/>
                </a:lnTo>
                <a:lnTo>
                  <a:pt x="718627" y="87383"/>
                </a:lnTo>
                <a:lnTo>
                  <a:pt x="718589" y="86546"/>
                </a:lnTo>
                <a:lnTo>
                  <a:pt x="718560" y="85701"/>
                </a:lnTo>
                <a:lnTo>
                  <a:pt x="718540" y="84849"/>
                </a:lnTo>
                <a:lnTo>
                  <a:pt x="718527" y="83988"/>
                </a:lnTo>
                <a:lnTo>
                  <a:pt x="718523" y="83119"/>
                </a:lnTo>
                <a:lnTo>
                  <a:pt x="718527" y="82235"/>
                </a:lnTo>
                <a:lnTo>
                  <a:pt x="718540" y="81358"/>
                </a:lnTo>
                <a:lnTo>
                  <a:pt x="718560" y="80489"/>
                </a:lnTo>
                <a:lnTo>
                  <a:pt x="718589" y="79629"/>
                </a:lnTo>
                <a:lnTo>
                  <a:pt x="718627" y="78777"/>
                </a:lnTo>
                <a:lnTo>
                  <a:pt x="718672" y="77933"/>
                </a:lnTo>
                <a:lnTo>
                  <a:pt x="718726" y="77098"/>
                </a:lnTo>
                <a:lnTo>
                  <a:pt x="718788" y="76271"/>
                </a:lnTo>
                <a:lnTo>
                  <a:pt x="718858" y="75452"/>
                </a:lnTo>
                <a:lnTo>
                  <a:pt x="718937" y="74641"/>
                </a:lnTo>
                <a:lnTo>
                  <a:pt x="719023" y="73838"/>
                </a:lnTo>
                <a:lnTo>
                  <a:pt x="719119" y="73044"/>
                </a:lnTo>
                <a:lnTo>
                  <a:pt x="719222" y="72258"/>
                </a:lnTo>
                <a:lnTo>
                  <a:pt x="719333" y="71480"/>
                </a:lnTo>
                <a:lnTo>
                  <a:pt x="719453" y="70710"/>
                </a:lnTo>
                <a:lnTo>
                  <a:pt x="719582" y="69949"/>
                </a:lnTo>
                <a:lnTo>
                  <a:pt x="719718" y="69196"/>
                </a:lnTo>
                <a:lnTo>
                  <a:pt x="719863" y="68451"/>
                </a:lnTo>
                <a:lnTo>
                  <a:pt x="720016" y="67714"/>
                </a:lnTo>
                <a:lnTo>
                  <a:pt x="720177" y="66986"/>
                </a:lnTo>
                <a:lnTo>
                  <a:pt x="720346" y="66266"/>
                </a:lnTo>
                <a:lnTo>
                  <a:pt x="720524" y="65554"/>
                </a:lnTo>
                <a:lnTo>
                  <a:pt x="720710" y="64850"/>
                </a:lnTo>
                <a:lnTo>
                  <a:pt x="720904" y="64154"/>
                </a:lnTo>
                <a:lnTo>
                  <a:pt x="721108" y="63469"/>
                </a:lnTo>
                <a:lnTo>
                  <a:pt x="721322" y="62796"/>
                </a:lnTo>
                <a:lnTo>
                  <a:pt x="721547" y="62134"/>
                </a:lnTo>
                <a:lnTo>
                  <a:pt x="721782" y="61485"/>
                </a:lnTo>
                <a:lnTo>
                  <a:pt x="722028" y="60849"/>
                </a:lnTo>
                <a:lnTo>
                  <a:pt x="722284" y="60224"/>
                </a:lnTo>
                <a:lnTo>
                  <a:pt x="722551" y="59612"/>
                </a:lnTo>
                <a:lnTo>
                  <a:pt x="722829" y="59011"/>
                </a:lnTo>
                <a:lnTo>
                  <a:pt x="723117" y="58423"/>
                </a:lnTo>
                <a:lnTo>
                  <a:pt x="723415" y="57847"/>
                </a:lnTo>
                <a:lnTo>
                  <a:pt x="723724" y="57284"/>
                </a:lnTo>
                <a:lnTo>
                  <a:pt x="724044" y="56732"/>
                </a:lnTo>
                <a:lnTo>
                  <a:pt x="724374" y="56193"/>
                </a:lnTo>
                <a:lnTo>
                  <a:pt x="724715" y="55666"/>
                </a:lnTo>
                <a:lnTo>
                  <a:pt x="725066" y="55151"/>
                </a:lnTo>
                <a:lnTo>
                  <a:pt x="725428" y="54648"/>
                </a:lnTo>
                <a:lnTo>
                  <a:pt x="725800" y="54157"/>
                </a:lnTo>
                <a:lnTo>
                  <a:pt x="726183" y="53679"/>
                </a:lnTo>
                <a:lnTo>
                  <a:pt x="726576" y="53213"/>
                </a:lnTo>
                <a:lnTo>
                  <a:pt x="726980" y="52759"/>
                </a:lnTo>
                <a:lnTo>
                  <a:pt x="727394" y="52317"/>
                </a:lnTo>
                <a:lnTo>
                  <a:pt x="727819" y="51887"/>
                </a:lnTo>
                <a:lnTo>
                  <a:pt x="728255" y="51469"/>
                </a:lnTo>
                <a:lnTo>
                  <a:pt x="728701" y="51064"/>
                </a:lnTo>
                <a:lnTo>
                  <a:pt x="729158" y="50673"/>
                </a:lnTo>
                <a:lnTo>
                  <a:pt x="729627" y="50299"/>
                </a:lnTo>
                <a:lnTo>
                  <a:pt x="730109" y="49941"/>
                </a:lnTo>
                <a:lnTo>
                  <a:pt x="730602" y="49600"/>
                </a:lnTo>
                <a:lnTo>
                  <a:pt x="731107" y="49276"/>
                </a:lnTo>
                <a:lnTo>
                  <a:pt x="731625" y="48968"/>
                </a:lnTo>
                <a:lnTo>
                  <a:pt x="732154" y="48677"/>
                </a:lnTo>
                <a:lnTo>
                  <a:pt x="732695" y="48403"/>
                </a:lnTo>
                <a:lnTo>
                  <a:pt x="733248" y="48145"/>
                </a:lnTo>
                <a:lnTo>
                  <a:pt x="733814" y="47903"/>
                </a:lnTo>
                <a:lnTo>
                  <a:pt x="734391" y="47679"/>
                </a:lnTo>
                <a:lnTo>
                  <a:pt x="734980" y="47471"/>
                </a:lnTo>
                <a:lnTo>
                  <a:pt x="735581" y="47280"/>
                </a:lnTo>
                <a:lnTo>
                  <a:pt x="736195" y="47105"/>
                </a:lnTo>
                <a:lnTo>
                  <a:pt x="736820" y="46947"/>
                </a:lnTo>
                <a:lnTo>
                  <a:pt x="737457" y="46806"/>
                </a:lnTo>
                <a:lnTo>
                  <a:pt x="738106" y="46681"/>
                </a:lnTo>
                <a:lnTo>
                  <a:pt x="738768" y="46573"/>
                </a:lnTo>
                <a:lnTo>
                  <a:pt x="739441" y="46481"/>
                </a:lnTo>
                <a:lnTo>
                  <a:pt x="740126" y="46406"/>
                </a:lnTo>
                <a:lnTo>
                  <a:pt x="740823" y="46348"/>
                </a:lnTo>
                <a:lnTo>
                  <a:pt x="741532" y="46306"/>
                </a:lnTo>
                <a:lnTo>
                  <a:pt x="742254" y="46282"/>
                </a:lnTo>
                <a:lnTo>
                  <a:pt x="742987" y="46273"/>
                </a:lnTo>
                <a:lnTo>
                  <a:pt x="743766" y="46282"/>
                </a:lnTo>
                <a:lnTo>
                  <a:pt x="744532" y="46306"/>
                </a:lnTo>
                <a:lnTo>
                  <a:pt x="745284" y="46348"/>
                </a:lnTo>
                <a:lnTo>
                  <a:pt x="746023" y="46406"/>
                </a:lnTo>
                <a:lnTo>
                  <a:pt x="746748" y="46481"/>
                </a:lnTo>
                <a:lnTo>
                  <a:pt x="747460" y="46573"/>
                </a:lnTo>
                <a:lnTo>
                  <a:pt x="748158" y="46681"/>
                </a:lnTo>
                <a:lnTo>
                  <a:pt x="748843" y="46806"/>
                </a:lnTo>
                <a:lnTo>
                  <a:pt x="749515" y="46947"/>
                </a:lnTo>
                <a:lnTo>
                  <a:pt x="750173" y="47105"/>
                </a:lnTo>
                <a:lnTo>
                  <a:pt x="750817" y="47280"/>
                </a:lnTo>
                <a:lnTo>
                  <a:pt x="751449" y="47471"/>
                </a:lnTo>
                <a:lnTo>
                  <a:pt x="752066" y="47679"/>
                </a:lnTo>
                <a:lnTo>
                  <a:pt x="752671" y="47903"/>
                </a:lnTo>
                <a:lnTo>
                  <a:pt x="753261" y="48145"/>
                </a:lnTo>
                <a:lnTo>
                  <a:pt x="753839" y="48403"/>
                </a:lnTo>
                <a:lnTo>
                  <a:pt x="754403" y="48677"/>
                </a:lnTo>
                <a:lnTo>
                  <a:pt x="754953" y="48968"/>
                </a:lnTo>
                <a:lnTo>
                  <a:pt x="755490" y="49276"/>
                </a:lnTo>
                <a:lnTo>
                  <a:pt x="756013" y="49600"/>
                </a:lnTo>
                <a:lnTo>
                  <a:pt x="756524" y="49941"/>
                </a:lnTo>
                <a:lnTo>
                  <a:pt x="757020" y="50299"/>
                </a:lnTo>
                <a:lnTo>
                  <a:pt x="757503" y="50673"/>
                </a:lnTo>
                <a:lnTo>
                  <a:pt x="757973" y="51064"/>
                </a:lnTo>
                <a:lnTo>
                  <a:pt x="758431" y="51469"/>
                </a:lnTo>
                <a:lnTo>
                  <a:pt x="758878" y="51887"/>
                </a:lnTo>
                <a:lnTo>
                  <a:pt x="759314" y="52317"/>
                </a:lnTo>
                <a:lnTo>
                  <a:pt x="759739" y="52759"/>
                </a:lnTo>
                <a:lnTo>
                  <a:pt x="760154" y="53213"/>
                </a:lnTo>
                <a:lnTo>
                  <a:pt x="760558" y="53679"/>
                </a:lnTo>
                <a:lnTo>
                  <a:pt x="760952" y="54157"/>
                </a:lnTo>
                <a:lnTo>
                  <a:pt x="761334" y="54648"/>
                </a:lnTo>
                <a:lnTo>
                  <a:pt x="761706" y="55151"/>
                </a:lnTo>
                <a:lnTo>
                  <a:pt x="762068" y="55666"/>
                </a:lnTo>
                <a:lnTo>
                  <a:pt x="762418" y="56193"/>
                </a:lnTo>
                <a:lnTo>
                  <a:pt x="762758" y="56732"/>
                </a:lnTo>
                <a:lnTo>
                  <a:pt x="763088" y="57284"/>
                </a:lnTo>
                <a:lnTo>
                  <a:pt x="763406" y="57847"/>
                </a:lnTo>
                <a:lnTo>
                  <a:pt x="763714" y="58423"/>
                </a:lnTo>
                <a:lnTo>
                  <a:pt x="764011" y="59011"/>
                </a:lnTo>
                <a:lnTo>
                  <a:pt x="764297" y="59612"/>
                </a:lnTo>
                <a:lnTo>
                  <a:pt x="764573" y="60224"/>
                </a:lnTo>
                <a:lnTo>
                  <a:pt x="764838" y="60849"/>
                </a:lnTo>
                <a:lnTo>
                  <a:pt x="765093" y="61485"/>
                </a:lnTo>
                <a:lnTo>
                  <a:pt x="765336" y="62134"/>
                </a:lnTo>
                <a:lnTo>
                  <a:pt x="765569" y="62796"/>
                </a:lnTo>
                <a:lnTo>
                  <a:pt x="765791" y="63469"/>
                </a:lnTo>
                <a:lnTo>
                  <a:pt x="766003" y="64154"/>
                </a:lnTo>
                <a:lnTo>
                  <a:pt x="766205" y="64850"/>
                </a:lnTo>
                <a:lnTo>
                  <a:pt x="766398" y="65553"/>
                </a:lnTo>
                <a:lnTo>
                  <a:pt x="766583" y="66264"/>
                </a:lnTo>
                <a:lnTo>
                  <a:pt x="766759" y="66983"/>
                </a:lnTo>
                <a:lnTo>
                  <a:pt x="766927" y="67710"/>
                </a:lnTo>
                <a:lnTo>
                  <a:pt x="767085" y="68445"/>
                </a:lnTo>
                <a:lnTo>
                  <a:pt x="767236" y="69187"/>
                </a:lnTo>
                <a:lnTo>
                  <a:pt x="767378" y="69938"/>
                </a:lnTo>
                <a:lnTo>
                  <a:pt x="767511" y="70696"/>
                </a:lnTo>
                <a:lnTo>
                  <a:pt x="767635" y="71463"/>
                </a:lnTo>
                <a:lnTo>
                  <a:pt x="767751" y="72237"/>
                </a:lnTo>
                <a:lnTo>
                  <a:pt x="767859" y="73019"/>
                </a:lnTo>
                <a:lnTo>
                  <a:pt x="767958" y="73809"/>
                </a:lnTo>
                <a:lnTo>
                  <a:pt x="768048" y="74607"/>
                </a:lnTo>
                <a:lnTo>
                  <a:pt x="768129" y="75413"/>
                </a:lnTo>
                <a:lnTo>
                  <a:pt x="768202" y="76226"/>
                </a:lnTo>
                <a:lnTo>
                  <a:pt x="768267" y="77048"/>
                </a:lnTo>
                <a:lnTo>
                  <a:pt x="768323" y="77878"/>
                </a:lnTo>
                <a:lnTo>
                  <a:pt x="768370" y="78715"/>
                </a:lnTo>
                <a:lnTo>
                  <a:pt x="768409" y="79560"/>
                </a:lnTo>
                <a:lnTo>
                  <a:pt x="768439" y="80413"/>
                </a:lnTo>
                <a:lnTo>
                  <a:pt x="768460" y="81274"/>
                </a:lnTo>
                <a:lnTo>
                  <a:pt x="768473" y="82143"/>
                </a:lnTo>
                <a:lnTo>
                  <a:pt x="768477" y="83020"/>
                </a:lnTo>
                <a:lnTo>
                  <a:pt x="768473" y="83897"/>
                </a:lnTo>
                <a:lnTo>
                  <a:pt x="768460" y="84765"/>
                </a:lnTo>
                <a:lnTo>
                  <a:pt x="768439" y="85625"/>
                </a:lnTo>
                <a:lnTo>
                  <a:pt x="768409" y="86477"/>
                </a:lnTo>
                <a:lnTo>
                  <a:pt x="768370" y="87321"/>
                </a:lnTo>
                <a:lnTo>
                  <a:pt x="768323" y="88157"/>
                </a:lnTo>
                <a:lnTo>
                  <a:pt x="768267" y="88984"/>
                </a:lnTo>
                <a:lnTo>
                  <a:pt x="768202" y="89803"/>
                </a:lnTo>
                <a:lnTo>
                  <a:pt x="768129" y="90614"/>
                </a:lnTo>
                <a:lnTo>
                  <a:pt x="768048" y="91416"/>
                </a:lnTo>
                <a:lnTo>
                  <a:pt x="767958" y="92211"/>
                </a:lnTo>
                <a:lnTo>
                  <a:pt x="767859" y="92997"/>
                </a:lnTo>
                <a:lnTo>
                  <a:pt x="767751" y="93775"/>
                </a:lnTo>
                <a:lnTo>
                  <a:pt x="767635" y="94545"/>
                </a:lnTo>
                <a:lnTo>
                  <a:pt x="767511" y="95306"/>
                </a:lnTo>
                <a:lnTo>
                  <a:pt x="767378" y="96059"/>
                </a:lnTo>
                <a:lnTo>
                  <a:pt x="767236" y="96804"/>
                </a:lnTo>
                <a:lnTo>
                  <a:pt x="767085" y="97541"/>
                </a:lnTo>
                <a:lnTo>
                  <a:pt x="766927" y="98270"/>
                </a:lnTo>
                <a:lnTo>
                  <a:pt x="766759" y="98990"/>
                </a:lnTo>
                <a:lnTo>
                  <a:pt x="766583" y="99702"/>
                </a:lnTo>
                <a:lnTo>
                  <a:pt x="766398" y="100406"/>
                </a:lnTo>
                <a:lnTo>
                  <a:pt x="766205" y="101102"/>
                </a:lnTo>
                <a:lnTo>
                  <a:pt x="766003" y="101789"/>
                </a:lnTo>
                <a:lnTo>
                  <a:pt x="765791" y="102466"/>
                </a:lnTo>
                <a:lnTo>
                  <a:pt x="765569" y="103132"/>
                </a:lnTo>
                <a:lnTo>
                  <a:pt x="765336" y="103785"/>
                </a:lnTo>
                <a:lnTo>
                  <a:pt x="765093" y="104426"/>
                </a:lnTo>
                <a:lnTo>
                  <a:pt x="764838" y="105055"/>
                </a:lnTo>
                <a:lnTo>
                  <a:pt x="764573" y="105672"/>
                </a:lnTo>
                <a:lnTo>
                  <a:pt x="764297" y="106277"/>
                </a:lnTo>
                <a:lnTo>
                  <a:pt x="764011" y="106870"/>
                </a:lnTo>
                <a:lnTo>
                  <a:pt x="763714" y="107451"/>
                </a:lnTo>
                <a:lnTo>
                  <a:pt x="763406" y="108020"/>
                </a:lnTo>
                <a:lnTo>
                  <a:pt x="763088" y="108577"/>
                </a:lnTo>
                <a:lnTo>
                  <a:pt x="762758" y="109123"/>
                </a:lnTo>
                <a:lnTo>
                  <a:pt x="762418" y="109656"/>
                </a:lnTo>
                <a:lnTo>
                  <a:pt x="762068" y="110177"/>
                </a:lnTo>
                <a:lnTo>
                  <a:pt x="761706" y="110686"/>
                </a:lnTo>
                <a:lnTo>
                  <a:pt x="761334" y="111183"/>
                </a:lnTo>
                <a:lnTo>
                  <a:pt x="760952" y="111668"/>
                </a:lnTo>
                <a:lnTo>
                  <a:pt x="760558" y="112141"/>
                </a:lnTo>
                <a:lnTo>
                  <a:pt x="760154" y="112602"/>
                </a:lnTo>
                <a:lnTo>
                  <a:pt x="759739" y="113051"/>
                </a:lnTo>
                <a:lnTo>
                  <a:pt x="759314" y="113488"/>
                </a:lnTo>
                <a:lnTo>
                  <a:pt x="758878" y="113914"/>
                </a:lnTo>
                <a:lnTo>
                  <a:pt x="758431" y="114327"/>
                </a:lnTo>
                <a:lnTo>
                  <a:pt x="757973" y="114728"/>
                </a:lnTo>
                <a:lnTo>
                  <a:pt x="757503" y="115115"/>
                </a:lnTo>
                <a:lnTo>
                  <a:pt x="757020" y="115485"/>
                </a:lnTo>
                <a:lnTo>
                  <a:pt x="756524" y="115839"/>
                </a:lnTo>
                <a:lnTo>
                  <a:pt x="756013" y="116176"/>
                </a:lnTo>
                <a:lnTo>
                  <a:pt x="755490" y="116498"/>
                </a:lnTo>
                <a:lnTo>
                  <a:pt x="754953" y="116802"/>
                </a:lnTo>
                <a:lnTo>
                  <a:pt x="754403" y="117090"/>
                </a:lnTo>
                <a:lnTo>
                  <a:pt x="753839" y="117362"/>
                </a:lnTo>
                <a:lnTo>
                  <a:pt x="753261" y="117617"/>
                </a:lnTo>
                <a:lnTo>
                  <a:pt x="752671" y="117856"/>
                </a:lnTo>
                <a:lnTo>
                  <a:pt x="752066" y="118078"/>
                </a:lnTo>
                <a:lnTo>
                  <a:pt x="751449" y="118284"/>
                </a:lnTo>
                <a:lnTo>
                  <a:pt x="750817" y="118473"/>
                </a:lnTo>
                <a:lnTo>
                  <a:pt x="750173" y="118646"/>
                </a:lnTo>
                <a:lnTo>
                  <a:pt x="749515" y="118802"/>
                </a:lnTo>
                <a:lnTo>
                  <a:pt x="748843" y="118942"/>
                </a:lnTo>
                <a:lnTo>
                  <a:pt x="748158" y="119066"/>
                </a:lnTo>
                <a:lnTo>
                  <a:pt x="747460" y="119173"/>
                </a:lnTo>
                <a:lnTo>
                  <a:pt x="746748" y="119263"/>
                </a:lnTo>
                <a:lnTo>
                  <a:pt x="746023" y="119337"/>
                </a:lnTo>
                <a:lnTo>
                  <a:pt x="745284" y="119395"/>
                </a:lnTo>
                <a:lnTo>
                  <a:pt x="744532" y="119436"/>
                </a:lnTo>
                <a:lnTo>
                  <a:pt x="743766" y="119461"/>
                </a:lnTo>
                <a:lnTo>
                  <a:pt x="742987" y="119469"/>
                </a:lnTo>
                <a:lnTo>
                  <a:pt x="742254" y="119461"/>
                </a:lnTo>
                <a:lnTo>
                  <a:pt x="741532" y="119436"/>
                </a:lnTo>
                <a:lnTo>
                  <a:pt x="740823" y="119395"/>
                </a:lnTo>
                <a:lnTo>
                  <a:pt x="740126" y="119337"/>
                </a:lnTo>
                <a:close/>
                <a:moveTo>
                  <a:pt x="1100438" y="131638"/>
                </a:moveTo>
                <a:lnTo>
                  <a:pt x="1101313" y="131563"/>
                </a:lnTo>
                <a:lnTo>
                  <a:pt x="1102177" y="131474"/>
                </a:lnTo>
                <a:lnTo>
                  <a:pt x="1103031" y="131371"/>
                </a:lnTo>
                <a:lnTo>
                  <a:pt x="1103874" y="131255"/>
                </a:lnTo>
                <a:lnTo>
                  <a:pt x="1104706" y="131125"/>
                </a:lnTo>
                <a:lnTo>
                  <a:pt x="1105527" y="130982"/>
                </a:lnTo>
                <a:lnTo>
                  <a:pt x="1106338" y="130825"/>
                </a:lnTo>
                <a:lnTo>
                  <a:pt x="1107138" y="130654"/>
                </a:lnTo>
                <a:lnTo>
                  <a:pt x="1107927" y="130470"/>
                </a:lnTo>
                <a:lnTo>
                  <a:pt x="1108706" y="130271"/>
                </a:lnTo>
                <a:lnTo>
                  <a:pt x="1109473" y="130060"/>
                </a:lnTo>
                <a:lnTo>
                  <a:pt x="1110231" y="129834"/>
                </a:lnTo>
                <a:lnTo>
                  <a:pt x="1110977" y="129595"/>
                </a:lnTo>
                <a:lnTo>
                  <a:pt x="1111713" y="129342"/>
                </a:lnTo>
                <a:lnTo>
                  <a:pt x="1112438" y="129076"/>
                </a:lnTo>
                <a:lnTo>
                  <a:pt x="1113152" y="128796"/>
                </a:lnTo>
                <a:lnTo>
                  <a:pt x="1113856" y="128502"/>
                </a:lnTo>
                <a:lnTo>
                  <a:pt x="1114549" y="128195"/>
                </a:lnTo>
                <a:lnTo>
                  <a:pt x="1115231" y="127874"/>
                </a:lnTo>
                <a:lnTo>
                  <a:pt x="1115902" y="127540"/>
                </a:lnTo>
                <a:lnTo>
                  <a:pt x="1116560" y="127194"/>
                </a:lnTo>
                <a:lnTo>
                  <a:pt x="1117206" y="126838"/>
                </a:lnTo>
                <a:lnTo>
                  <a:pt x="1117839" y="126469"/>
                </a:lnTo>
                <a:lnTo>
                  <a:pt x="1118460" y="126090"/>
                </a:lnTo>
                <a:lnTo>
                  <a:pt x="1119068" y="125698"/>
                </a:lnTo>
                <a:lnTo>
                  <a:pt x="1119664" y="125296"/>
                </a:lnTo>
                <a:lnTo>
                  <a:pt x="1120248" y="124882"/>
                </a:lnTo>
                <a:lnTo>
                  <a:pt x="1120818" y="124456"/>
                </a:lnTo>
                <a:lnTo>
                  <a:pt x="1121377" y="124019"/>
                </a:lnTo>
                <a:lnTo>
                  <a:pt x="1121923" y="123570"/>
                </a:lnTo>
                <a:lnTo>
                  <a:pt x="1122456" y="123110"/>
                </a:lnTo>
                <a:lnTo>
                  <a:pt x="1122977" y="122639"/>
                </a:lnTo>
                <a:lnTo>
                  <a:pt x="1123485" y="122156"/>
                </a:lnTo>
                <a:lnTo>
                  <a:pt x="1123981" y="121662"/>
                </a:lnTo>
                <a:lnTo>
                  <a:pt x="1124465" y="121156"/>
                </a:lnTo>
                <a:lnTo>
                  <a:pt x="1124936" y="120639"/>
                </a:lnTo>
                <a:lnTo>
                  <a:pt x="1125394" y="120110"/>
                </a:lnTo>
                <a:lnTo>
                  <a:pt x="1125840" y="119570"/>
                </a:lnTo>
                <a:lnTo>
                  <a:pt x="1126274" y="119018"/>
                </a:lnTo>
                <a:lnTo>
                  <a:pt x="1126695" y="118455"/>
                </a:lnTo>
                <a:lnTo>
                  <a:pt x="1127104" y="117880"/>
                </a:lnTo>
                <a:lnTo>
                  <a:pt x="1127500" y="117294"/>
                </a:lnTo>
                <a:lnTo>
                  <a:pt x="1127883" y="116697"/>
                </a:lnTo>
                <a:lnTo>
                  <a:pt x="1128253" y="116088"/>
                </a:lnTo>
                <a:lnTo>
                  <a:pt x="1128609" y="115471"/>
                </a:lnTo>
                <a:lnTo>
                  <a:pt x="1128949" y="114843"/>
                </a:lnTo>
                <a:lnTo>
                  <a:pt x="1129275" y="114206"/>
                </a:lnTo>
                <a:lnTo>
                  <a:pt x="1129586" y="113559"/>
                </a:lnTo>
                <a:lnTo>
                  <a:pt x="1129882" y="112903"/>
                </a:lnTo>
                <a:lnTo>
                  <a:pt x="1130164" y="112237"/>
                </a:lnTo>
                <a:lnTo>
                  <a:pt x="1130430" y="111561"/>
                </a:lnTo>
                <a:lnTo>
                  <a:pt x="1130682" y="110876"/>
                </a:lnTo>
                <a:lnTo>
                  <a:pt x="1130919" y="110181"/>
                </a:lnTo>
                <a:lnTo>
                  <a:pt x="1131142" y="109477"/>
                </a:lnTo>
                <a:lnTo>
                  <a:pt x="1131350" y="108763"/>
                </a:lnTo>
                <a:lnTo>
                  <a:pt x="1131543" y="108039"/>
                </a:lnTo>
                <a:lnTo>
                  <a:pt x="1131721" y="107306"/>
                </a:lnTo>
                <a:lnTo>
                  <a:pt x="1131884" y="106563"/>
                </a:lnTo>
                <a:lnTo>
                  <a:pt x="1132033" y="105810"/>
                </a:lnTo>
                <a:lnTo>
                  <a:pt x="1132167" y="105048"/>
                </a:lnTo>
                <a:lnTo>
                  <a:pt x="1132286" y="104276"/>
                </a:lnTo>
                <a:lnTo>
                  <a:pt x="1132391" y="103495"/>
                </a:lnTo>
                <a:lnTo>
                  <a:pt x="1132481" y="102704"/>
                </a:lnTo>
                <a:lnTo>
                  <a:pt x="1132556" y="101903"/>
                </a:lnTo>
                <a:lnTo>
                  <a:pt x="1132616" y="101093"/>
                </a:lnTo>
                <a:lnTo>
                  <a:pt x="1132661" y="100273"/>
                </a:lnTo>
                <a:lnTo>
                  <a:pt x="1132692" y="99444"/>
                </a:lnTo>
                <a:lnTo>
                  <a:pt x="1117286" y="99444"/>
                </a:lnTo>
                <a:lnTo>
                  <a:pt x="1117253" y="100257"/>
                </a:lnTo>
                <a:lnTo>
                  <a:pt x="1117202" y="101054"/>
                </a:lnTo>
                <a:lnTo>
                  <a:pt x="1117133" y="101835"/>
                </a:lnTo>
                <a:lnTo>
                  <a:pt x="1117046" y="102600"/>
                </a:lnTo>
                <a:lnTo>
                  <a:pt x="1116940" y="103348"/>
                </a:lnTo>
                <a:lnTo>
                  <a:pt x="1116816" y="104081"/>
                </a:lnTo>
                <a:lnTo>
                  <a:pt x="1116673" y="104798"/>
                </a:lnTo>
                <a:lnTo>
                  <a:pt x="1116513" y="105498"/>
                </a:lnTo>
                <a:lnTo>
                  <a:pt x="1116334" y="106183"/>
                </a:lnTo>
                <a:lnTo>
                  <a:pt x="1116136" y="106851"/>
                </a:lnTo>
                <a:lnTo>
                  <a:pt x="1115921" y="107504"/>
                </a:lnTo>
                <a:lnTo>
                  <a:pt x="1115687" y="108140"/>
                </a:lnTo>
                <a:lnTo>
                  <a:pt x="1115434" y="108761"/>
                </a:lnTo>
                <a:lnTo>
                  <a:pt x="1115164" y="109365"/>
                </a:lnTo>
                <a:lnTo>
                  <a:pt x="1114875" y="109953"/>
                </a:lnTo>
                <a:lnTo>
                  <a:pt x="1114567" y="110525"/>
                </a:lnTo>
                <a:lnTo>
                  <a:pt x="1114242" y="111081"/>
                </a:lnTo>
                <a:lnTo>
                  <a:pt x="1113898" y="111621"/>
                </a:lnTo>
                <a:lnTo>
                  <a:pt x="1113536" y="112145"/>
                </a:lnTo>
                <a:lnTo>
                  <a:pt x="1113155" y="112653"/>
                </a:lnTo>
                <a:lnTo>
                  <a:pt x="1112756" y="113144"/>
                </a:lnTo>
                <a:lnTo>
                  <a:pt x="1112339" y="113620"/>
                </a:lnTo>
                <a:lnTo>
                  <a:pt x="1111904" y="114080"/>
                </a:lnTo>
                <a:lnTo>
                  <a:pt x="1111450" y="114523"/>
                </a:lnTo>
                <a:lnTo>
                  <a:pt x="1110979" y="114950"/>
                </a:lnTo>
                <a:lnTo>
                  <a:pt x="1110493" y="115358"/>
                </a:lnTo>
                <a:lnTo>
                  <a:pt x="1109992" y="115748"/>
                </a:lnTo>
                <a:lnTo>
                  <a:pt x="1109475" y="116120"/>
                </a:lnTo>
                <a:lnTo>
                  <a:pt x="1108942" y="116474"/>
                </a:lnTo>
                <a:lnTo>
                  <a:pt x="1108395" y="116810"/>
                </a:lnTo>
                <a:lnTo>
                  <a:pt x="1107832" y="117127"/>
                </a:lnTo>
                <a:lnTo>
                  <a:pt x="1107253" y="117427"/>
                </a:lnTo>
                <a:lnTo>
                  <a:pt x="1106659" y="117708"/>
                </a:lnTo>
                <a:lnTo>
                  <a:pt x="1106050" y="117971"/>
                </a:lnTo>
                <a:lnTo>
                  <a:pt x="1105425" y="118216"/>
                </a:lnTo>
                <a:lnTo>
                  <a:pt x="1104785" y="118443"/>
                </a:lnTo>
                <a:lnTo>
                  <a:pt x="1104130" y="118652"/>
                </a:lnTo>
                <a:lnTo>
                  <a:pt x="1103459" y="118842"/>
                </a:lnTo>
                <a:lnTo>
                  <a:pt x="1102773" y="119015"/>
                </a:lnTo>
                <a:lnTo>
                  <a:pt x="1102071" y="119169"/>
                </a:lnTo>
                <a:lnTo>
                  <a:pt x="1101354" y="119305"/>
                </a:lnTo>
                <a:lnTo>
                  <a:pt x="1100622" y="119423"/>
                </a:lnTo>
                <a:lnTo>
                  <a:pt x="1099874" y="119523"/>
                </a:lnTo>
                <a:lnTo>
                  <a:pt x="1099110" y="119604"/>
                </a:lnTo>
                <a:lnTo>
                  <a:pt x="1098332" y="119668"/>
                </a:lnTo>
                <a:lnTo>
                  <a:pt x="1097538" y="119713"/>
                </a:lnTo>
                <a:lnTo>
                  <a:pt x="1096728" y="119740"/>
                </a:lnTo>
                <a:lnTo>
                  <a:pt x="1095903" y="119749"/>
                </a:lnTo>
                <a:lnTo>
                  <a:pt x="1095139" y="119741"/>
                </a:lnTo>
                <a:lnTo>
                  <a:pt x="1094387" y="119717"/>
                </a:lnTo>
                <a:lnTo>
                  <a:pt x="1093647" y="119676"/>
                </a:lnTo>
                <a:lnTo>
                  <a:pt x="1092919" y="119618"/>
                </a:lnTo>
                <a:lnTo>
                  <a:pt x="1092204" y="119544"/>
                </a:lnTo>
                <a:lnTo>
                  <a:pt x="1091500" y="119454"/>
                </a:lnTo>
                <a:lnTo>
                  <a:pt x="1090809" y="119347"/>
                </a:lnTo>
                <a:lnTo>
                  <a:pt x="1090130" y="119224"/>
                </a:lnTo>
                <a:lnTo>
                  <a:pt x="1089463" y="119084"/>
                </a:lnTo>
                <a:lnTo>
                  <a:pt x="1088808" y="118928"/>
                </a:lnTo>
                <a:lnTo>
                  <a:pt x="1088165" y="118756"/>
                </a:lnTo>
                <a:lnTo>
                  <a:pt x="1087535" y="118567"/>
                </a:lnTo>
                <a:lnTo>
                  <a:pt x="1086917" y="118362"/>
                </a:lnTo>
                <a:lnTo>
                  <a:pt x="1086310" y="118140"/>
                </a:lnTo>
                <a:lnTo>
                  <a:pt x="1085716" y="117902"/>
                </a:lnTo>
                <a:lnTo>
                  <a:pt x="1085134" y="117647"/>
                </a:lnTo>
                <a:lnTo>
                  <a:pt x="1084565" y="117376"/>
                </a:lnTo>
                <a:lnTo>
                  <a:pt x="1084007" y="117089"/>
                </a:lnTo>
                <a:lnTo>
                  <a:pt x="1083462" y="116785"/>
                </a:lnTo>
                <a:lnTo>
                  <a:pt x="1082929" y="116465"/>
                </a:lnTo>
                <a:lnTo>
                  <a:pt x="1082407" y="116128"/>
                </a:lnTo>
                <a:lnTo>
                  <a:pt x="1081899" y="115775"/>
                </a:lnTo>
                <a:lnTo>
                  <a:pt x="1081402" y="115406"/>
                </a:lnTo>
                <a:lnTo>
                  <a:pt x="1080917" y="115020"/>
                </a:lnTo>
                <a:lnTo>
                  <a:pt x="1080444" y="114620"/>
                </a:lnTo>
                <a:lnTo>
                  <a:pt x="1079982" y="114210"/>
                </a:lnTo>
                <a:lnTo>
                  <a:pt x="1079530" y="113788"/>
                </a:lnTo>
                <a:lnTo>
                  <a:pt x="1079090" y="113356"/>
                </a:lnTo>
                <a:lnTo>
                  <a:pt x="1078660" y="112913"/>
                </a:lnTo>
                <a:lnTo>
                  <a:pt x="1078241" y="112460"/>
                </a:lnTo>
                <a:lnTo>
                  <a:pt x="1077834" y="111995"/>
                </a:lnTo>
                <a:lnTo>
                  <a:pt x="1077436" y="111520"/>
                </a:lnTo>
                <a:lnTo>
                  <a:pt x="1077050" y="111034"/>
                </a:lnTo>
                <a:lnTo>
                  <a:pt x="1076675" y="110538"/>
                </a:lnTo>
                <a:lnTo>
                  <a:pt x="1076310" y="110030"/>
                </a:lnTo>
                <a:lnTo>
                  <a:pt x="1075957" y="109512"/>
                </a:lnTo>
                <a:lnTo>
                  <a:pt x="1075614" y="108983"/>
                </a:lnTo>
                <a:lnTo>
                  <a:pt x="1075282" y="108443"/>
                </a:lnTo>
                <a:lnTo>
                  <a:pt x="1074961" y="107892"/>
                </a:lnTo>
                <a:lnTo>
                  <a:pt x="1074651" y="107331"/>
                </a:lnTo>
                <a:lnTo>
                  <a:pt x="1074352" y="106759"/>
                </a:lnTo>
                <a:lnTo>
                  <a:pt x="1074063" y="106176"/>
                </a:lnTo>
                <a:lnTo>
                  <a:pt x="1073785" y="105582"/>
                </a:lnTo>
                <a:lnTo>
                  <a:pt x="1073519" y="104978"/>
                </a:lnTo>
                <a:lnTo>
                  <a:pt x="1073263" y="104363"/>
                </a:lnTo>
                <a:lnTo>
                  <a:pt x="1073018" y="103737"/>
                </a:lnTo>
                <a:lnTo>
                  <a:pt x="1072784" y="103100"/>
                </a:lnTo>
                <a:lnTo>
                  <a:pt x="1072560" y="102453"/>
                </a:lnTo>
                <a:lnTo>
                  <a:pt x="1072347" y="101797"/>
                </a:lnTo>
                <a:lnTo>
                  <a:pt x="1072142" y="101136"/>
                </a:lnTo>
                <a:lnTo>
                  <a:pt x="1071946" y="100470"/>
                </a:lnTo>
                <a:lnTo>
                  <a:pt x="1071759" y="99798"/>
                </a:lnTo>
                <a:lnTo>
                  <a:pt x="1071580" y="99122"/>
                </a:lnTo>
                <a:lnTo>
                  <a:pt x="1071411" y="98440"/>
                </a:lnTo>
                <a:lnTo>
                  <a:pt x="1071250" y="97752"/>
                </a:lnTo>
                <a:lnTo>
                  <a:pt x="1071098" y="97059"/>
                </a:lnTo>
                <a:lnTo>
                  <a:pt x="1070954" y="96361"/>
                </a:lnTo>
                <a:lnTo>
                  <a:pt x="1070819" y="95658"/>
                </a:lnTo>
                <a:lnTo>
                  <a:pt x="1070693" y="94950"/>
                </a:lnTo>
                <a:lnTo>
                  <a:pt x="1070576" y="94236"/>
                </a:lnTo>
                <a:lnTo>
                  <a:pt x="1070468" y="93516"/>
                </a:lnTo>
                <a:lnTo>
                  <a:pt x="1070368" y="92792"/>
                </a:lnTo>
                <a:lnTo>
                  <a:pt x="1070277" y="92062"/>
                </a:lnTo>
                <a:lnTo>
                  <a:pt x="1070195" y="91327"/>
                </a:lnTo>
                <a:lnTo>
                  <a:pt x="1070121" y="90587"/>
                </a:lnTo>
                <a:lnTo>
                  <a:pt x="1070057" y="89841"/>
                </a:lnTo>
                <a:lnTo>
                  <a:pt x="1070001" y="89090"/>
                </a:lnTo>
                <a:lnTo>
                  <a:pt x="1069954" y="88333"/>
                </a:lnTo>
                <a:lnTo>
                  <a:pt x="1069915" y="87572"/>
                </a:lnTo>
                <a:lnTo>
                  <a:pt x="1069886" y="86805"/>
                </a:lnTo>
                <a:lnTo>
                  <a:pt x="1069865" y="86032"/>
                </a:lnTo>
                <a:lnTo>
                  <a:pt x="1069853" y="85255"/>
                </a:lnTo>
                <a:lnTo>
                  <a:pt x="1132318" y="85255"/>
                </a:lnTo>
                <a:lnTo>
                  <a:pt x="1132334" y="85180"/>
                </a:lnTo>
                <a:lnTo>
                  <a:pt x="1132349" y="85101"/>
                </a:lnTo>
                <a:lnTo>
                  <a:pt x="1132363" y="85018"/>
                </a:lnTo>
                <a:lnTo>
                  <a:pt x="1132377" y="84932"/>
                </a:lnTo>
                <a:lnTo>
                  <a:pt x="1132390" y="84841"/>
                </a:lnTo>
                <a:lnTo>
                  <a:pt x="1132403" y="84747"/>
                </a:lnTo>
                <a:lnTo>
                  <a:pt x="1132415" y="84648"/>
                </a:lnTo>
                <a:lnTo>
                  <a:pt x="1132427" y="84546"/>
                </a:lnTo>
                <a:lnTo>
                  <a:pt x="1132439" y="84440"/>
                </a:lnTo>
                <a:lnTo>
                  <a:pt x="1132450" y="84330"/>
                </a:lnTo>
                <a:lnTo>
                  <a:pt x="1132460" y="84217"/>
                </a:lnTo>
                <a:lnTo>
                  <a:pt x="1132470" y="84099"/>
                </a:lnTo>
                <a:lnTo>
                  <a:pt x="1132480" y="83977"/>
                </a:lnTo>
                <a:lnTo>
                  <a:pt x="1132489" y="83852"/>
                </a:lnTo>
                <a:lnTo>
                  <a:pt x="1132497" y="83722"/>
                </a:lnTo>
                <a:lnTo>
                  <a:pt x="1132505" y="83589"/>
                </a:lnTo>
                <a:lnTo>
                  <a:pt x="1132513" y="83452"/>
                </a:lnTo>
                <a:lnTo>
                  <a:pt x="1132520" y="83311"/>
                </a:lnTo>
                <a:lnTo>
                  <a:pt x="1132526" y="83166"/>
                </a:lnTo>
                <a:lnTo>
                  <a:pt x="1132532" y="83017"/>
                </a:lnTo>
                <a:lnTo>
                  <a:pt x="1132538" y="82865"/>
                </a:lnTo>
                <a:lnTo>
                  <a:pt x="1132543" y="82708"/>
                </a:lnTo>
                <a:lnTo>
                  <a:pt x="1132548" y="82548"/>
                </a:lnTo>
                <a:lnTo>
                  <a:pt x="1132552" y="82383"/>
                </a:lnTo>
                <a:lnTo>
                  <a:pt x="1132556" y="82218"/>
                </a:lnTo>
                <a:lnTo>
                  <a:pt x="1132559" y="82054"/>
                </a:lnTo>
                <a:lnTo>
                  <a:pt x="1132563" y="81893"/>
                </a:lnTo>
                <a:lnTo>
                  <a:pt x="1132566" y="81733"/>
                </a:lnTo>
                <a:lnTo>
                  <a:pt x="1132569" y="81575"/>
                </a:lnTo>
                <a:lnTo>
                  <a:pt x="1132572" y="81419"/>
                </a:lnTo>
                <a:lnTo>
                  <a:pt x="1132575" y="81265"/>
                </a:lnTo>
                <a:lnTo>
                  <a:pt x="1132578" y="81113"/>
                </a:lnTo>
                <a:lnTo>
                  <a:pt x="1132580" y="80962"/>
                </a:lnTo>
                <a:lnTo>
                  <a:pt x="1132583" y="80813"/>
                </a:lnTo>
                <a:lnTo>
                  <a:pt x="1132585" y="80667"/>
                </a:lnTo>
                <a:lnTo>
                  <a:pt x="1132587" y="80522"/>
                </a:lnTo>
                <a:lnTo>
                  <a:pt x="1132589" y="80379"/>
                </a:lnTo>
                <a:lnTo>
                  <a:pt x="1132590" y="80237"/>
                </a:lnTo>
                <a:lnTo>
                  <a:pt x="1132592" y="80098"/>
                </a:lnTo>
                <a:lnTo>
                  <a:pt x="1132593" y="79961"/>
                </a:lnTo>
                <a:lnTo>
                  <a:pt x="1132595" y="79825"/>
                </a:lnTo>
                <a:lnTo>
                  <a:pt x="1132596" y="79691"/>
                </a:lnTo>
                <a:lnTo>
                  <a:pt x="1132597" y="79559"/>
                </a:lnTo>
                <a:lnTo>
                  <a:pt x="1132597" y="79429"/>
                </a:lnTo>
                <a:lnTo>
                  <a:pt x="1132598" y="79301"/>
                </a:lnTo>
                <a:lnTo>
                  <a:pt x="1132598" y="79175"/>
                </a:lnTo>
                <a:lnTo>
                  <a:pt x="1132598" y="79050"/>
                </a:lnTo>
                <a:lnTo>
                  <a:pt x="1132599" y="78927"/>
                </a:lnTo>
                <a:lnTo>
                  <a:pt x="1132581" y="77120"/>
                </a:lnTo>
                <a:lnTo>
                  <a:pt x="1132528" y="75347"/>
                </a:lnTo>
                <a:lnTo>
                  <a:pt x="1132440" y="73610"/>
                </a:lnTo>
                <a:lnTo>
                  <a:pt x="1132316" y="71909"/>
                </a:lnTo>
                <a:lnTo>
                  <a:pt x="1132157" y="70243"/>
                </a:lnTo>
                <a:lnTo>
                  <a:pt x="1131962" y="68613"/>
                </a:lnTo>
                <a:lnTo>
                  <a:pt x="1131733" y="67018"/>
                </a:lnTo>
                <a:lnTo>
                  <a:pt x="1131468" y="65459"/>
                </a:lnTo>
                <a:lnTo>
                  <a:pt x="1131167" y="63935"/>
                </a:lnTo>
                <a:lnTo>
                  <a:pt x="1130832" y="62447"/>
                </a:lnTo>
                <a:lnTo>
                  <a:pt x="1130461" y="60994"/>
                </a:lnTo>
                <a:lnTo>
                  <a:pt x="1130054" y="59577"/>
                </a:lnTo>
                <a:lnTo>
                  <a:pt x="1129612" y="58195"/>
                </a:lnTo>
                <a:lnTo>
                  <a:pt x="1129135" y="56849"/>
                </a:lnTo>
                <a:lnTo>
                  <a:pt x="1128623" y="55538"/>
                </a:lnTo>
                <a:lnTo>
                  <a:pt x="1128075" y="54263"/>
                </a:lnTo>
                <a:lnTo>
                  <a:pt x="1127492" y="53023"/>
                </a:lnTo>
                <a:lnTo>
                  <a:pt x="1126874" y="51819"/>
                </a:lnTo>
                <a:lnTo>
                  <a:pt x="1126220" y="50650"/>
                </a:lnTo>
                <a:lnTo>
                  <a:pt x="1125531" y="49516"/>
                </a:lnTo>
                <a:lnTo>
                  <a:pt x="1124806" y="48419"/>
                </a:lnTo>
                <a:lnTo>
                  <a:pt x="1124047" y="47356"/>
                </a:lnTo>
                <a:lnTo>
                  <a:pt x="1123251" y="46330"/>
                </a:lnTo>
                <a:lnTo>
                  <a:pt x="1122421" y="45338"/>
                </a:lnTo>
                <a:lnTo>
                  <a:pt x="1121559" y="44385"/>
                </a:lnTo>
                <a:lnTo>
                  <a:pt x="1120670" y="43472"/>
                </a:lnTo>
                <a:lnTo>
                  <a:pt x="1119754" y="42600"/>
                </a:lnTo>
                <a:lnTo>
                  <a:pt x="1118811" y="41768"/>
                </a:lnTo>
                <a:lnTo>
                  <a:pt x="1117840" y="40977"/>
                </a:lnTo>
                <a:lnTo>
                  <a:pt x="1116842" y="40226"/>
                </a:lnTo>
                <a:lnTo>
                  <a:pt x="1115817" y="39516"/>
                </a:lnTo>
                <a:lnTo>
                  <a:pt x="1114765" y="38847"/>
                </a:lnTo>
                <a:lnTo>
                  <a:pt x="1113685" y="38218"/>
                </a:lnTo>
                <a:lnTo>
                  <a:pt x="1112578" y="37629"/>
                </a:lnTo>
                <a:lnTo>
                  <a:pt x="1111444" y="37082"/>
                </a:lnTo>
                <a:lnTo>
                  <a:pt x="1110283" y="36575"/>
                </a:lnTo>
                <a:lnTo>
                  <a:pt x="1109094" y="36108"/>
                </a:lnTo>
                <a:lnTo>
                  <a:pt x="1107878" y="35682"/>
                </a:lnTo>
                <a:lnTo>
                  <a:pt x="1106635" y="35296"/>
                </a:lnTo>
                <a:lnTo>
                  <a:pt x="1105365" y="34952"/>
                </a:lnTo>
                <a:lnTo>
                  <a:pt x="1104068" y="34647"/>
                </a:lnTo>
                <a:lnTo>
                  <a:pt x="1102743" y="34384"/>
                </a:lnTo>
                <a:lnTo>
                  <a:pt x="1101391" y="34160"/>
                </a:lnTo>
                <a:lnTo>
                  <a:pt x="1100012" y="33978"/>
                </a:lnTo>
                <a:lnTo>
                  <a:pt x="1098605" y="33836"/>
                </a:lnTo>
                <a:lnTo>
                  <a:pt x="1097172" y="33734"/>
                </a:lnTo>
                <a:lnTo>
                  <a:pt x="1095711" y="33674"/>
                </a:lnTo>
                <a:lnTo>
                  <a:pt x="1094223" y="33653"/>
                </a:lnTo>
                <a:lnTo>
                  <a:pt x="1093110" y="33664"/>
                </a:lnTo>
                <a:lnTo>
                  <a:pt x="1092013" y="33696"/>
                </a:lnTo>
                <a:lnTo>
                  <a:pt x="1090932" y="33751"/>
                </a:lnTo>
                <a:lnTo>
                  <a:pt x="1089867" y="33826"/>
                </a:lnTo>
                <a:lnTo>
                  <a:pt x="1088817" y="33923"/>
                </a:lnTo>
                <a:lnTo>
                  <a:pt x="1087783" y="34042"/>
                </a:lnTo>
                <a:lnTo>
                  <a:pt x="1086765" y="34183"/>
                </a:lnTo>
                <a:lnTo>
                  <a:pt x="1085762" y="34345"/>
                </a:lnTo>
                <a:lnTo>
                  <a:pt x="1084775" y="34529"/>
                </a:lnTo>
                <a:lnTo>
                  <a:pt x="1083804" y="34734"/>
                </a:lnTo>
                <a:lnTo>
                  <a:pt x="1082849" y="34961"/>
                </a:lnTo>
                <a:lnTo>
                  <a:pt x="1081909" y="35210"/>
                </a:lnTo>
                <a:lnTo>
                  <a:pt x="1080985" y="35480"/>
                </a:lnTo>
                <a:lnTo>
                  <a:pt x="1080077" y="35772"/>
                </a:lnTo>
                <a:lnTo>
                  <a:pt x="1079185" y="36085"/>
                </a:lnTo>
                <a:lnTo>
                  <a:pt x="1078308" y="36420"/>
                </a:lnTo>
                <a:lnTo>
                  <a:pt x="1077447" y="36777"/>
                </a:lnTo>
                <a:lnTo>
                  <a:pt x="1076602" y="37155"/>
                </a:lnTo>
                <a:lnTo>
                  <a:pt x="1075772" y="37555"/>
                </a:lnTo>
                <a:lnTo>
                  <a:pt x="1074958" y="37976"/>
                </a:lnTo>
                <a:lnTo>
                  <a:pt x="1074160" y="38419"/>
                </a:lnTo>
                <a:lnTo>
                  <a:pt x="1073378" y="38884"/>
                </a:lnTo>
                <a:lnTo>
                  <a:pt x="1072611" y="39371"/>
                </a:lnTo>
                <a:lnTo>
                  <a:pt x="1071860" y="39879"/>
                </a:lnTo>
                <a:lnTo>
                  <a:pt x="1071125" y="40406"/>
                </a:lnTo>
                <a:lnTo>
                  <a:pt x="1070405" y="40950"/>
                </a:lnTo>
                <a:lnTo>
                  <a:pt x="1069702" y="41510"/>
                </a:lnTo>
                <a:lnTo>
                  <a:pt x="1069014" y="42087"/>
                </a:lnTo>
                <a:lnTo>
                  <a:pt x="1068341" y="42681"/>
                </a:lnTo>
                <a:lnTo>
                  <a:pt x="1067685" y="43292"/>
                </a:lnTo>
                <a:lnTo>
                  <a:pt x="1067044" y="43920"/>
                </a:lnTo>
                <a:lnTo>
                  <a:pt x="1066419" y="44564"/>
                </a:lnTo>
                <a:lnTo>
                  <a:pt x="1065809" y="45225"/>
                </a:lnTo>
                <a:lnTo>
                  <a:pt x="1065215" y="45903"/>
                </a:lnTo>
                <a:lnTo>
                  <a:pt x="1064637" y="46597"/>
                </a:lnTo>
                <a:lnTo>
                  <a:pt x="1064075" y="47308"/>
                </a:lnTo>
                <a:lnTo>
                  <a:pt x="1063529" y="48036"/>
                </a:lnTo>
                <a:lnTo>
                  <a:pt x="1062998" y="48781"/>
                </a:lnTo>
                <a:lnTo>
                  <a:pt x="1062483" y="49542"/>
                </a:lnTo>
                <a:lnTo>
                  <a:pt x="1061983" y="50320"/>
                </a:lnTo>
                <a:lnTo>
                  <a:pt x="1061500" y="51115"/>
                </a:lnTo>
                <a:lnTo>
                  <a:pt x="1061032" y="51926"/>
                </a:lnTo>
                <a:lnTo>
                  <a:pt x="1060580" y="52754"/>
                </a:lnTo>
                <a:lnTo>
                  <a:pt x="1060143" y="53599"/>
                </a:lnTo>
                <a:lnTo>
                  <a:pt x="1059722" y="54461"/>
                </a:lnTo>
                <a:lnTo>
                  <a:pt x="1059317" y="55339"/>
                </a:lnTo>
                <a:lnTo>
                  <a:pt x="1058928" y="56234"/>
                </a:lnTo>
                <a:lnTo>
                  <a:pt x="1058555" y="57146"/>
                </a:lnTo>
                <a:lnTo>
                  <a:pt x="1058196" y="58072"/>
                </a:lnTo>
                <a:lnTo>
                  <a:pt x="1057854" y="59011"/>
                </a:lnTo>
                <a:lnTo>
                  <a:pt x="1057526" y="59961"/>
                </a:lnTo>
                <a:lnTo>
                  <a:pt x="1057214" y="60923"/>
                </a:lnTo>
                <a:lnTo>
                  <a:pt x="1056916" y="61897"/>
                </a:lnTo>
                <a:lnTo>
                  <a:pt x="1056635" y="62883"/>
                </a:lnTo>
                <a:lnTo>
                  <a:pt x="1056368" y="63881"/>
                </a:lnTo>
                <a:lnTo>
                  <a:pt x="1056116" y="64891"/>
                </a:lnTo>
                <a:lnTo>
                  <a:pt x="1055880" y="65913"/>
                </a:lnTo>
                <a:lnTo>
                  <a:pt x="1055659" y="66947"/>
                </a:lnTo>
                <a:lnTo>
                  <a:pt x="1055454" y="67993"/>
                </a:lnTo>
                <a:lnTo>
                  <a:pt x="1055263" y="69051"/>
                </a:lnTo>
                <a:lnTo>
                  <a:pt x="1055088" y="70121"/>
                </a:lnTo>
                <a:lnTo>
                  <a:pt x="1054928" y="71203"/>
                </a:lnTo>
                <a:lnTo>
                  <a:pt x="1054783" y="72297"/>
                </a:lnTo>
                <a:lnTo>
                  <a:pt x="1054654" y="73403"/>
                </a:lnTo>
                <a:lnTo>
                  <a:pt x="1054539" y="74521"/>
                </a:lnTo>
                <a:lnTo>
                  <a:pt x="1054440" y="75651"/>
                </a:lnTo>
                <a:lnTo>
                  <a:pt x="1054357" y="76792"/>
                </a:lnTo>
                <a:lnTo>
                  <a:pt x="1054288" y="77946"/>
                </a:lnTo>
                <a:lnTo>
                  <a:pt x="1054235" y="79112"/>
                </a:lnTo>
                <a:lnTo>
                  <a:pt x="1054197" y="80290"/>
                </a:lnTo>
                <a:lnTo>
                  <a:pt x="1054174" y="81480"/>
                </a:lnTo>
                <a:lnTo>
                  <a:pt x="1054166" y="82681"/>
                </a:lnTo>
                <a:lnTo>
                  <a:pt x="1054174" y="83836"/>
                </a:lnTo>
                <a:lnTo>
                  <a:pt x="1054198" y="84981"/>
                </a:lnTo>
                <a:lnTo>
                  <a:pt x="1054237" y="86116"/>
                </a:lnTo>
                <a:lnTo>
                  <a:pt x="1054292" y="87241"/>
                </a:lnTo>
                <a:lnTo>
                  <a:pt x="1054363" y="88357"/>
                </a:lnTo>
                <a:lnTo>
                  <a:pt x="1054449" y="89464"/>
                </a:lnTo>
                <a:lnTo>
                  <a:pt x="1054551" y="90560"/>
                </a:lnTo>
                <a:lnTo>
                  <a:pt x="1054669" y="91647"/>
                </a:lnTo>
                <a:lnTo>
                  <a:pt x="1054803" y="92725"/>
                </a:lnTo>
                <a:lnTo>
                  <a:pt x="1054952" y="93793"/>
                </a:lnTo>
                <a:lnTo>
                  <a:pt x="1055117" y="94851"/>
                </a:lnTo>
                <a:lnTo>
                  <a:pt x="1055298" y="95899"/>
                </a:lnTo>
                <a:lnTo>
                  <a:pt x="1055495" y="96938"/>
                </a:lnTo>
                <a:lnTo>
                  <a:pt x="1055707" y="97968"/>
                </a:lnTo>
                <a:lnTo>
                  <a:pt x="1055935" y="98987"/>
                </a:lnTo>
                <a:lnTo>
                  <a:pt x="1056179" y="99997"/>
                </a:lnTo>
                <a:lnTo>
                  <a:pt x="1056438" y="100998"/>
                </a:lnTo>
                <a:lnTo>
                  <a:pt x="1056713" y="101989"/>
                </a:lnTo>
                <a:lnTo>
                  <a:pt x="1057004" y="102970"/>
                </a:lnTo>
                <a:lnTo>
                  <a:pt x="1057311" y="103941"/>
                </a:lnTo>
                <a:lnTo>
                  <a:pt x="1057633" y="104903"/>
                </a:lnTo>
                <a:lnTo>
                  <a:pt x="1057971" y="105856"/>
                </a:lnTo>
                <a:lnTo>
                  <a:pt x="1058325" y="106798"/>
                </a:lnTo>
                <a:lnTo>
                  <a:pt x="1058695" y="107731"/>
                </a:lnTo>
                <a:lnTo>
                  <a:pt x="1059080" y="108651"/>
                </a:lnTo>
                <a:lnTo>
                  <a:pt x="1059482" y="109555"/>
                </a:lnTo>
                <a:lnTo>
                  <a:pt x="1059900" y="110443"/>
                </a:lnTo>
                <a:lnTo>
                  <a:pt x="1060335" y="111315"/>
                </a:lnTo>
                <a:lnTo>
                  <a:pt x="1060786" y="112170"/>
                </a:lnTo>
                <a:lnTo>
                  <a:pt x="1061254" y="113009"/>
                </a:lnTo>
                <a:lnTo>
                  <a:pt x="1061737" y="113832"/>
                </a:lnTo>
                <a:lnTo>
                  <a:pt x="1062238" y="114639"/>
                </a:lnTo>
                <a:lnTo>
                  <a:pt x="1062754" y="115429"/>
                </a:lnTo>
                <a:lnTo>
                  <a:pt x="1063287" y="116203"/>
                </a:lnTo>
                <a:lnTo>
                  <a:pt x="1063836" y="116961"/>
                </a:lnTo>
                <a:lnTo>
                  <a:pt x="1064402" y="117703"/>
                </a:lnTo>
                <a:lnTo>
                  <a:pt x="1064984" y="118429"/>
                </a:lnTo>
                <a:lnTo>
                  <a:pt x="1065582" y="119138"/>
                </a:lnTo>
                <a:lnTo>
                  <a:pt x="1066197" y="119831"/>
                </a:lnTo>
                <a:lnTo>
                  <a:pt x="1066828" y="120508"/>
                </a:lnTo>
                <a:lnTo>
                  <a:pt x="1067476" y="121169"/>
                </a:lnTo>
                <a:lnTo>
                  <a:pt x="1068140" y="121814"/>
                </a:lnTo>
                <a:lnTo>
                  <a:pt x="1068820" y="122442"/>
                </a:lnTo>
                <a:lnTo>
                  <a:pt x="1069517" y="123054"/>
                </a:lnTo>
                <a:lnTo>
                  <a:pt x="1070230" y="123650"/>
                </a:lnTo>
                <a:lnTo>
                  <a:pt x="1070959" y="124230"/>
                </a:lnTo>
                <a:lnTo>
                  <a:pt x="1071705" y="124793"/>
                </a:lnTo>
                <a:lnTo>
                  <a:pt x="1072467" y="125341"/>
                </a:lnTo>
                <a:lnTo>
                  <a:pt x="1073246" y="125869"/>
                </a:lnTo>
                <a:lnTo>
                  <a:pt x="1074042" y="126374"/>
                </a:lnTo>
                <a:lnTo>
                  <a:pt x="1074855" y="126857"/>
                </a:lnTo>
                <a:lnTo>
                  <a:pt x="1075686" y="127317"/>
                </a:lnTo>
                <a:lnTo>
                  <a:pt x="1076533" y="127755"/>
                </a:lnTo>
                <a:lnTo>
                  <a:pt x="1077398" y="128170"/>
                </a:lnTo>
                <a:lnTo>
                  <a:pt x="1078280" y="128563"/>
                </a:lnTo>
                <a:lnTo>
                  <a:pt x="1079179" y="128934"/>
                </a:lnTo>
                <a:lnTo>
                  <a:pt x="1080096" y="129282"/>
                </a:lnTo>
                <a:lnTo>
                  <a:pt x="1081029" y="129608"/>
                </a:lnTo>
                <a:lnTo>
                  <a:pt x="1081980" y="129911"/>
                </a:lnTo>
                <a:lnTo>
                  <a:pt x="1082948" y="130192"/>
                </a:lnTo>
                <a:lnTo>
                  <a:pt x="1083933" y="130450"/>
                </a:lnTo>
                <a:lnTo>
                  <a:pt x="1084935" y="130686"/>
                </a:lnTo>
                <a:lnTo>
                  <a:pt x="1085955" y="130899"/>
                </a:lnTo>
                <a:lnTo>
                  <a:pt x="1086992" y="131090"/>
                </a:lnTo>
                <a:lnTo>
                  <a:pt x="1088045" y="131258"/>
                </a:lnTo>
                <a:lnTo>
                  <a:pt x="1089116" y="131404"/>
                </a:lnTo>
                <a:lnTo>
                  <a:pt x="1090205" y="131528"/>
                </a:lnTo>
                <a:lnTo>
                  <a:pt x="1091310" y="131629"/>
                </a:lnTo>
                <a:lnTo>
                  <a:pt x="1092433" y="131707"/>
                </a:lnTo>
                <a:lnTo>
                  <a:pt x="1093572" y="131764"/>
                </a:lnTo>
                <a:lnTo>
                  <a:pt x="1094729" y="131797"/>
                </a:lnTo>
                <a:lnTo>
                  <a:pt x="1095903" y="131809"/>
                </a:lnTo>
                <a:lnTo>
                  <a:pt x="1096832" y="131802"/>
                </a:lnTo>
                <a:lnTo>
                  <a:pt x="1097749" y="131781"/>
                </a:lnTo>
                <a:lnTo>
                  <a:pt x="1098656" y="131747"/>
                </a:lnTo>
                <a:lnTo>
                  <a:pt x="1099553" y="131699"/>
                </a:lnTo>
                <a:lnTo>
                  <a:pt x="1100438" y="131638"/>
                </a:lnTo>
                <a:close/>
                <a:moveTo>
                  <a:pt x="1070630" y="68382"/>
                </a:moveTo>
                <a:lnTo>
                  <a:pt x="1070818" y="67357"/>
                </a:lnTo>
                <a:lnTo>
                  <a:pt x="1071024" y="66355"/>
                </a:lnTo>
                <a:lnTo>
                  <a:pt x="1071248" y="65376"/>
                </a:lnTo>
                <a:lnTo>
                  <a:pt x="1071489" y="64420"/>
                </a:lnTo>
                <a:lnTo>
                  <a:pt x="1071747" y="63487"/>
                </a:lnTo>
                <a:lnTo>
                  <a:pt x="1072022" y="62576"/>
                </a:lnTo>
                <a:lnTo>
                  <a:pt x="1072315" y="61689"/>
                </a:lnTo>
                <a:lnTo>
                  <a:pt x="1072625" y="60824"/>
                </a:lnTo>
                <a:lnTo>
                  <a:pt x="1072953" y="59983"/>
                </a:lnTo>
                <a:lnTo>
                  <a:pt x="1073298" y="59164"/>
                </a:lnTo>
                <a:lnTo>
                  <a:pt x="1073660" y="58369"/>
                </a:lnTo>
                <a:lnTo>
                  <a:pt x="1074040" y="57596"/>
                </a:lnTo>
                <a:lnTo>
                  <a:pt x="1074437" y="56846"/>
                </a:lnTo>
                <a:lnTo>
                  <a:pt x="1074851" y="56119"/>
                </a:lnTo>
                <a:lnTo>
                  <a:pt x="1075282" y="55415"/>
                </a:lnTo>
                <a:lnTo>
                  <a:pt x="1075731" y="54734"/>
                </a:lnTo>
                <a:lnTo>
                  <a:pt x="1076198" y="54076"/>
                </a:lnTo>
                <a:lnTo>
                  <a:pt x="1076681" y="53441"/>
                </a:lnTo>
                <a:lnTo>
                  <a:pt x="1077182" y="52829"/>
                </a:lnTo>
                <a:lnTo>
                  <a:pt x="1077700" y="52240"/>
                </a:lnTo>
                <a:lnTo>
                  <a:pt x="1078235" y="51677"/>
                </a:lnTo>
                <a:lnTo>
                  <a:pt x="1078786" y="51139"/>
                </a:lnTo>
                <a:lnTo>
                  <a:pt x="1079354" y="50626"/>
                </a:lnTo>
                <a:lnTo>
                  <a:pt x="1079939" y="50137"/>
                </a:lnTo>
                <a:lnTo>
                  <a:pt x="1080541" y="49674"/>
                </a:lnTo>
                <a:lnTo>
                  <a:pt x="1081159" y="49236"/>
                </a:lnTo>
                <a:lnTo>
                  <a:pt x="1081794" y="48823"/>
                </a:lnTo>
                <a:lnTo>
                  <a:pt x="1082445" y="48435"/>
                </a:lnTo>
                <a:lnTo>
                  <a:pt x="1083114" y="48072"/>
                </a:lnTo>
                <a:lnTo>
                  <a:pt x="1083799" y="47734"/>
                </a:lnTo>
                <a:lnTo>
                  <a:pt x="1084500" y="47421"/>
                </a:lnTo>
                <a:lnTo>
                  <a:pt x="1085219" y="47133"/>
                </a:lnTo>
                <a:lnTo>
                  <a:pt x="1085954" y="46871"/>
                </a:lnTo>
                <a:lnTo>
                  <a:pt x="1086705" y="46633"/>
                </a:lnTo>
                <a:lnTo>
                  <a:pt x="1087474" y="46420"/>
                </a:lnTo>
                <a:lnTo>
                  <a:pt x="1088259" y="46232"/>
                </a:lnTo>
                <a:lnTo>
                  <a:pt x="1089061" y="46069"/>
                </a:lnTo>
                <a:lnTo>
                  <a:pt x="1089879" y="45932"/>
                </a:lnTo>
                <a:lnTo>
                  <a:pt x="1090715" y="45819"/>
                </a:lnTo>
                <a:lnTo>
                  <a:pt x="1091567" y="45731"/>
                </a:lnTo>
                <a:lnTo>
                  <a:pt x="1092435" y="45669"/>
                </a:lnTo>
                <a:lnTo>
                  <a:pt x="1093321" y="45631"/>
                </a:lnTo>
                <a:lnTo>
                  <a:pt x="1094223" y="45619"/>
                </a:lnTo>
                <a:lnTo>
                  <a:pt x="1095109" y="45631"/>
                </a:lnTo>
                <a:lnTo>
                  <a:pt x="1095979" y="45669"/>
                </a:lnTo>
                <a:lnTo>
                  <a:pt x="1096833" y="45732"/>
                </a:lnTo>
                <a:lnTo>
                  <a:pt x="1097670" y="45820"/>
                </a:lnTo>
                <a:lnTo>
                  <a:pt x="1098490" y="45934"/>
                </a:lnTo>
                <a:lnTo>
                  <a:pt x="1099294" y="46073"/>
                </a:lnTo>
                <a:lnTo>
                  <a:pt x="1100081" y="46236"/>
                </a:lnTo>
                <a:lnTo>
                  <a:pt x="1100852" y="46425"/>
                </a:lnTo>
                <a:lnTo>
                  <a:pt x="1101606" y="46640"/>
                </a:lnTo>
                <a:lnTo>
                  <a:pt x="1102344" y="46879"/>
                </a:lnTo>
                <a:lnTo>
                  <a:pt x="1103065" y="47144"/>
                </a:lnTo>
                <a:lnTo>
                  <a:pt x="1103770" y="47434"/>
                </a:lnTo>
                <a:lnTo>
                  <a:pt x="1104458" y="47749"/>
                </a:lnTo>
                <a:lnTo>
                  <a:pt x="1105130" y="48089"/>
                </a:lnTo>
                <a:lnTo>
                  <a:pt x="1105785" y="48455"/>
                </a:lnTo>
                <a:lnTo>
                  <a:pt x="1106423" y="48845"/>
                </a:lnTo>
                <a:lnTo>
                  <a:pt x="1107045" y="49261"/>
                </a:lnTo>
                <a:lnTo>
                  <a:pt x="1107651" y="49702"/>
                </a:lnTo>
                <a:lnTo>
                  <a:pt x="1108240" y="50169"/>
                </a:lnTo>
                <a:lnTo>
                  <a:pt x="1108812" y="50660"/>
                </a:lnTo>
                <a:lnTo>
                  <a:pt x="1109368" y="51177"/>
                </a:lnTo>
                <a:lnTo>
                  <a:pt x="1109907" y="51719"/>
                </a:lnTo>
                <a:lnTo>
                  <a:pt x="1110430" y="52286"/>
                </a:lnTo>
                <a:lnTo>
                  <a:pt x="1110936" y="52878"/>
                </a:lnTo>
                <a:lnTo>
                  <a:pt x="1111424" y="53494"/>
                </a:lnTo>
                <a:lnTo>
                  <a:pt x="1111893" y="54133"/>
                </a:lnTo>
                <a:lnTo>
                  <a:pt x="1112341" y="54794"/>
                </a:lnTo>
                <a:lnTo>
                  <a:pt x="1112770" y="55477"/>
                </a:lnTo>
                <a:lnTo>
                  <a:pt x="1113179" y="56183"/>
                </a:lnTo>
                <a:lnTo>
                  <a:pt x="1113568" y="56911"/>
                </a:lnTo>
                <a:lnTo>
                  <a:pt x="1113938" y="57662"/>
                </a:lnTo>
                <a:lnTo>
                  <a:pt x="1114287" y="58435"/>
                </a:lnTo>
                <a:lnTo>
                  <a:pt x="1114617" y="59230"/>
                </a:lnTo>
                <a:lnTo>
                  <a:pt x="1114927" y="60048"/>
                </a:lnTo>
                <a:lnTo>
                  <a:pt x="1115218" y="60888"/>
                </a:lnTo>
                <a:lnTo>
                  <a:pt x="1115488" y="61751"/>
                </a:lnTo>
                <a:lnTo>
                  <a:pt x="1115739" y="62636"/>
                </a:lnTo>
                <a:lnTo>
                  <a:pt x="1115970" y="63543"/>
                </a:lnTo>
                <a:lnTo>
                  <a:pt x="1116181" y="64473"/>
                </a:lnTo>
                <a:lnTo>
                  <a:pt x="1116373" y="65426"/>
                </a:lnTo>
                <a:lnTo>
                  <a:pt x="1116544" y="66400"/>
                </a:lnTo>
                <a:lnTo>
                  <a:pt x="1116696" y="67397"/>
                </a:lnTo>
                <a:lnTo>
                  <a:pt x="1116828" y="68417"/>
                </a:lnTo>
                <a:lnTo>
                  <a:pt x="1116941" y="69459"/>
                </a:lnTo>
                <a:lnTo>
                  <a:pt x="1117033" y="70523"/>
                </a:lnTo>
                <a:lnTo>
                  <a:pt x="1117106" y="71610"/>
                </a:lnTo>
                <a:lnTo>
                  <a:pt x="1117159" y="72719"/>
                </a:lnTo>
                <a:lnTo>
                  <a:pt x="1117192" y="73850"/>
                </a:lnTo>
                <a:lnTo>
                  <a:pt x="1069946" y="73850"/>
                </a:lnTo>
                <a:lnTo>
                  <a:pt x="1070048" y="72711"/>
                </a:lnTo>
                <a:lnTo>
                  <a:pt x="1070167" y="71594"/>
                </a:lnTo>
                <a:lnTo>
                  <a:pt x="1070304" y="70500"/>
                </a:lnTo>
                <a:lnTo>
                  <a:pt x="1070458" y="69430"/>
                </a:lnTo>
                <a:lnTo>
                  <a:pt x="1070630" y="68382"/>
                </a:lnTo>
                <a:close/>
                <a:moveTo>
                  <a:pt x="1357484" y="131638"/>
                </a:moveTo>
                <a:lnTo>
                  <a:pt x="1358359" y="131563"/>
                </a:lnTo>
                <a:lnTo>
                  <a:pt x="1359223" y="131474"/>
                </a:lnTo>
                <a:lnTo>
                  <a:pt x="1360077" y="131371"/>
                </a:lnTo>
                <a:lnTo>
                  <a:pt x="1360919" y="131255"/>
                </a:lnTo>
                <a:lnTo>
                  <a:pt x="1361752" y="131125"/>
                </a:lnTo>
                <a:lnTo>
                  <a:pt x="1362573" y="130982"/>
                </a:lnTo>
                <a:lnTo>
                  <a:pt x="1363384" y="130825"/>
                </a:lnTo>
                <a:lnTo>
                  <a:pt x="1364184" y="130654"/>
                </a:lnTo>
                <a:lnTo>
                  <a:pt x="1364973" y="130470"/>
                </a:lnTo>
                <a:lnTo>
                  <a:pt x="1365751" y="130271"/>
                </a:lnTo>
                <a:lnTo>
                  <a:pt x="1366519" y="130060"/>
                </a:lnTo>
                <a:lnTo>
                  <a:pt x="1367277" y="129834"/>
                </a:lnTo>
                <a:lnTo>
                  <a:pt x="1368023" y="129595"/>
                </a:lnTo>
                <a:lnTo>
                  <a:pt x="1368759" y="129342"/>
                </a:lnTo>
                <a:lnTo>
                  <a:pt x="1369484" y="129076"/>
                </a:lnTo>
                <a:lnTo>
                  <a:pt x="1370198" y="128796"/>
                </a:lnTo>
                <a:lnTo>
                  <a:pt x="1370902" y="128502"/>
                </a:lnTo>
                <a:lnTo>
                  <a:pt x="1371595" y="128195"/>
                </a:lnTo>
                <a:lnTo>
                  <a:pt x="1372277" y="127874"/>
                </a:lnTo>
                <a:lnTo>
                  <a:pt x="1372948" y="127540"/>
                </a:lnTo>
                <a:lnTo>
                  <a:pt x="1373606" y="127194"/>
                </a:lnTo>
                <a:lnTo>
                  <a:pt x="1374252" y="126838"/>
                </a:lnTo>
                <a:lnTo>
                  <a:pt x="1374885" y="126469"/>
                </a:lnTo>
                <a:lnTo>
                  <a:pt x="1375506" y="126090"/>
                </a:lnTo>
                <a:lnTo>
                  <a:pt x="1376114" y="125698"/>
                </a:lnTo>
                <a:lnTo>
                  <a:pt x="1376710" y="125296"/>
                </a:lnTo>
                <a:lnTo>
                  <a:pt x="1377293" y="124882"/>
                </a:lnTo>
                <a:lnTo>
                  <a:pt x="1377864" y="124456"/>
                </a:lnTo>
                <a:lnTo>
                  <a:pt x="1378423" y="124019"/>
                </a:lnTo>
                <a:lnTo>
                  <a:pt x="1378969" y="123570"/>
                </a:lnTo>
                <a:lnTo>
                  <a:pt x="1379502" y="123110"/>
                </a:lnTo>
                <a:lnTo>
                  <a:pt x="1380023" y="122639"/>
                </a:lnTo>
                <a:lnTo>
                  <a:pt x="1380531" y="122156"/>
                </a:lnTo>
                <a:lnTo>
                  <a:pt x="1381027" y="121662"/>
                </a:lnTo>
                <a:lnTo>
                  <a:pt x="1381511" y="121156"/>
                </a:lnTo>
                <a:lnTo>
                  <a:pt x="1381982" y="120639"/>
                </a:lnTo>
                <a:lnTo>
                  <a:pt x="1382440" y="120110"/>
                </a:lnTo>
                <a:lnTo>
                  <a:pt x="1382886" y="119570"/>
                </a:lnTo>
                <a:lnTo>
                  <a:pt x="1383320" y="119018"/>
                </a:lnTo>
                <a:lnTo>
                  <a:pt x="1383741" y="118455"/>
                </a:lnTo>
                <a:lnTo>
                  <a:pt x="1384149" y="117880"/>
                </a:lnTo>
                <a:lnTo>
                  <a:pt x="1384546" y="117294"/>
                </a:lnTo>
                <a:lnTo>
                  <a:pt x="1384929" y="116697"/>
                </a:lnTo>
                <a:lnTo>
                  <a:pt x="1385299" y="116088"/>
                </a:lnTo>
                <a:lnTo>
                  <a:pt x="1385654" y="115471"/>
                </a:lnTo>
                <a:lnTo>
                  <a:pt x="1385995" y="114843"/>
                </a:lnTo>
                <a:lnTo>
                  <a:pt x="1386321" y="114206"/>
                </a:lnTo>
                <a:lnTo>
                  <a:pt x="1386632" y="113559"/>
                </a:lnTo>
                <a:lnTo>
                  <a:pt x="1386928" y="112903"/>
                </a:lnTo>
                <a:lnTo>
                  <a:pt x="1387209" y="112237"/>
                </a:lnTo>
                <a:lnTo>
                  <a:pt x="1387476" y="111561"/>
                </a:lnTo>
                <a:lnTo>
                  <a:pt x="1387728" y="110876"/>
                </a:lnTo>
                <a:lnTo>
                  <a:pt x="1387965" y="110181"/>
                </a:lnTo>
                <a:lnTo>
                  <a:pt x="1388188" y="109477"/>
                </a:lnTo>
                <a:lnTo>
                  <a:pt x="1388396" y="108763"/>
                </a:lnTo>
                <a:lnTo>
                  <a:pt x="1388589" y="108039"/>
                </a:lnTo>
                <a:lnTo>
                  <a:pt x="1388767" y="107306"/>
                </a:lnTo>
                <a:lnTo>
                  <a:pt x="1388930" y="106563"/>
                </a:lnTo>
                <a:lnTo>
                  <a:pt x="1389079" y="105810"/>
                </a:lnTo>
                <a:lnTo>
                  <a:pt x="1389213" y="105048"/>
                </a:lnTo>
                <a:lnTo>
                  <a:pt x="1389332" y="104276"/>
                </a:lnTo>
                <a:lnTo>
                  <a:pt x="1389437" y="103495"/>
                </a:lnTo>
                <a:lnTo>
                  <a:pt x="1389526" y="102704"/>
                </a:lnTo>
                <a:lnTo>
                  <a:pt x="1389601" y="101903"/>
                </a:lnTo>
                <a:lnTo>
                  <a:pt x="1389662" y="101093"/>
                </a:lnTo>
                <a:lnTo>
                  <a:pt x="1389707" y="100273"/>
                </a:lnTo>
                <a:lnTo>
                  <a:pt x="1389738" y="99444"/>
                </a:lnTo>
                <a:lnTo>
                  <a:pt x="1374331" y="99444"/>
                </a:lnTo>
                <a:lnTo>
                  <a:pt x="1374299" y="100257"/>
                </a:lnTo>
                <a:lnTo>
                  <a:pt x="1374248" y="101054"/>
                </a:lnTo>
                <a:lnTo>
                  <a:pt x="1374179" y="101835"/>
                </a:lnTo>
                <a:lnTo>
                  <a:pt x="1374092" y="102600"/>
                </a:lnTo>
                <a:lnTo>
                  <a:pt x="1373986" y="103348"/>
                </a:lnTo>
                <a:lnTo>
                  <a:pt x="1373862" y="104081"/>
                </a:lnTo>
                <a:lnTo>
                  <a:pt x="1373719" y="104798"/>
                </a:lnTo>
                <a:lnTo>
                  <a:pt x="1373559" y="105498"/>
                </a:lnTo>
                <a:lnTo>
                  <a:pt x="1373379" y="106183"/>
                </a:lnTo>
                <a:lnTo>
                  <a:pt x="1373182" y="106851"/>
                </a:lnTo>
                <a:lnTo>
                  <a:pt x="1372966" y="107504"/>
                </a:lnTo>
                <a:lnTo>
                  <a:pt x="1372732" y="108140"/>
                </a:lnTo>
                <a:lnTo>
                  <a:pt x="1372480" y="108761"/>
                </a:lnTo>
                <a:lnTo>
                  <a:pt x="1372210" y="109365"/>
                </a:lnTo>
                <a:lnTo>
                  <a:pt x="1371921" y="109953"/>
                </a:lnTo>
                <a:lnTo>
                  <a:pt x="1371613" y="110525"/>
                </a:lnTo>
                <a:lnTo>
                  <a:pt x="1371288" y="111081"/>
                </a:lnTo>
                <a:lnTo>
                  <a:pt x="1370944" y="111621"/>
                </a:lnTo>
                <a:lnTo>
                  <a:pt x="1370582" y="112145"/>
                </a:lnTo>
                <a:lnTo>
                  <a:pt x="1370201" y="112653"/>
                </a:lnTo>
                <a:lnTo>
                  <a:pt x="1369802" y="113144"/>
                </a:lnTo>
                <a:lnTo>
                  <a:pt x="1369385" y="113620"/>
                </a:lnTo>
                <a:lnTo>
                  <a:pt x="1368950" y="114080"/>
                </a:lnTo>
                <a:lnTo>
                  <a:pt x="1368496" y="114523"/>
                </a:lnTo>
                <a:lnTo>
                  <a:pt x="1368025" y="114950"/>
                </a:lnTo>
                <a:lnTo>
                  <a:pt x="1367539" y="115358"/>
                </a:lnTo>
                <a:lnTo>
                  <a:pt x="1367037" y="115748"/>
                </a:lnTo>
                <a:lnTo>
                  <a:pt x="1366521" y="116120"/>
                </a:lnTo>
                <a:lnTo>
                  <a:pt x="1365988" y="116474"/>
                </a:lnTo>
                <a:lnTo>
                  <a:pt x="1365441" y="116810"/>
                </a:lnTo>
                <a:lnTo>
                  <a:pt x="1364878" y="117127"/>
                </a:lnTo>
                <a:lnTo>
                  <a:pt x="1364299" y="117427"/>
                </a:lnTo>
                <a:lnTo>
                  <a:pt x="1363705" y="117708"/>
                </a:lnTo>
                <a:lnTo>
                  <a:pt x="1363096" y="117971"/>
                </a:lnTo>
                <a:lnTo>
                  <a:pt x="1362471" y="118216"/>
                </a:lnTo>
                <a:lnTo>
                  <a:pt x="1361831" y="118443"/>
                </a:lnTo>
                <a:lnTo>
                  <a:pt x="1361176" y="118652"/>
                </a:lnTo>
                <a:lnTo>
                  <a:pt x="1360505" y="118842"/>
                </a:lnTo>
                <a:lnTo>
                  <a:pt x="1359819" y="119015"/>
                </a:lnTo>
                <a:lnTo>
                  <a:pt x="1359117" y="119169"/>
                </a:lnTo>
                <a:lnTo>
                  <a:pt x="1358400" y="119305"/>
                </a:lnTo>
                <a:lnTo>
                  <a:pt x="1357667" y="119423"/>
                </a:lnTo>
                <a:lnTo>
                  <a:pt x="1356920" y="119523"/>
                </a:lnTo>
                <a:lnTo>
                  <a:pt x="1356156" y="119604"/>
                </a:lnTo>
                <a:lnTo>
                  <a:pt x="1355378" y="119668"/>
                </a:lnTo>
                <a:lnTo>
                  <a:pt x="1354584" y="119713"/>
                </a:lnTo>
                <a:lnTo>
                  <a:pt x="1353774" y="119740"/>
                </a:lnTo>
                <a:lnTo>
                  <a:pt x="1352949" y="119749"/>
                </a:lnTo>
                <a:lnTo>
                  <a:pt x="1352185" y="119741"/>
                </a:lnTo>
                <a:lnTo>
                  <a:pt x="1351433" y="119717"/>
                </a:lnTo>
                <a:lnTo>
                  <a:pt x="1350693" y="119676"/>
                </a:lnTo>
                <a:lnTo>
                  <a:pt x="1349965" y="119618"/>
                </a:lnTo>
                <a:lnTo>
                  <a:pt x="1349250" y="119544"/>
                </a:lnTo>
                <a:lnTo>
                  <a:pt x="1348546" y="119454"/>
                </a:lnTo>
                <a:lnTo>
                  <a:pt x="1347855" y="119347"/>
                </a:lnTo>
                <a:lnTo>
                  <a:pt x="1347176" y="119224"/>
                </a:lnTo>
                <a:lnTo>
                  <a:pt x="1346509" y="119084"/>
                </a:lnTo>
                <a:lnTo>
                  <a:pt x="1345854" y="118928"/>
                </a:lnTo>
                <a:lnTo>
                  <a:pt x="1345211" y="118756"/>
                </a:lnTo>
                <a:lnTo>
                  <a:pt x="1344581" y="118567"/>
                </a:lnTo>
                <a:lnTo>
                  <a:pt x="1343962" y="118362"/>
                </a:lnTo>
                <a:lnTo>
                  <a:pt x="1343356" y="118140"/>
                </a:lnTo>
                <a:lnTo>
                  <a:pt x="1342762" y="117902"/>
                </a:lnTo>
                <a:lnTo>
                  <a:pt x="1342180" y="117647"/>
                </a:lnTo>
                <a:lnTo>
                  <a:pt x="1341611" y="117376"/>
                </a:lnTo>
                <a:lnTo>
                  <a:pt x="1341053" y="117089"/>
                </a:lnTo>
                <a:lnTo>
                  <a:pt x="1340508" y="116785"/>
                </a:lnTo>
                <a:lnTo>
                  <a:pt x="1339974" y="116465"/>
                </a:lnTo>
                <a:lnTo>
                  <a:pt x="1339453" y="116128"/>
                </a:lnTo>
                <a:lnTo>
                  <a:pt x="1338944" y="115775"/>
                </a:lnTo>
                <a:lnTo>
                  <a:pt x="1338448" y="115406"/>
                </a:lnTo>
                <a:lnTo>
                  <a:pt x="1337963" y="115020"/>
                </a:lnTo>
                <a:lnTo>
                  <a:pt x="1337490" y="114620"/>
                </a:lnTo>
                <a:lnTo>
                  <a:pt x="1337028" y="114210"/>
                </a:lnTo>
                <a:lnTo>
                  <a:pt x="1336576" y="113788"/>
                </a:lnTo>
                <a:lnTo>
                  <a:pt x="1336136" y="113356"/>
                </a:lnTo>
                <a:lnTo>
                  <a:pt x="1335706" y="112913"/>
                </a:lnTo>
                <a:lnTo>
                  <a:pt x="1335287" y="112460"/>
                </a:lnTo>
                <a:lnTo>
                  <a:pt x="1334879" y="111995"/>
                </a:lnTo>
                <a:lnTo>
                  <a:pt x="1334482" y="111520"/>
                </a:lnTo>
                <a:lnTo>
                  <a:pt x="1334096" y="111034"/>
                </a:lnTo>
                <a:lnTo>
                  <a:pt x="1333721" y="110538"/>
                </a:lnTo>
                <a:lnTo>
                  <a:pt x="1333356" y="110030"/>
                </a:lnTo>
                <a:lnTo>
                  <a:pt x="1333003" y="109512"/>
                </a:lnTo>
                <a:lnTo>
                  <a:pt x="1332660" y="108983"/>
                </a:lnTo>
                <a:lnTo>
                  <a:pt x="1332328" y="108443"/>
                </a:lnTo>
                <a:lnTo>
                  <a:pt x="1332007" y="107892"/>
                </a:lnTo>
                <a:lnTo>
                  <a:pt x="1331697" y="107331"/>
                </a:lnTo>
                <a:lnTo>
                  <a:pt x="1331397" y="106759"/>
                </a:lnTo>
                <a:lnTo>
                  <a:pt x="1331109" y="106176"/>
                </a:lnTo>
                <a:lnTo>
                  <a:pt x="1330831" y="105582"/>
                </a:lnTo>
                <a:lnTo>
                  <a:pt x="1330565" y="104978"/>
                </a:lnTo>
                <a:lnTo>
                  <a:pt x="1330309" y="104363"/>
                </a:lnTo>
                <a:lnTo>
                  <a:pt x="1330064" y="103737"/>
                </a:lnTo>
                <a:lnTo>
                  <a:pt x="1329830" y="103100"/>
                </a:lnTo>
                <a:lnTo>
                  <a:pt x="1329606" y="102453"/>
                </a:lnTo>
                <a:lnTo>
                  <a:pt x="1329393" y="101797"/>
                </a:lnTo>
                <a:lnTo>
                  <a:pt x="1329188" y="101136"/>
                </a:lnTo>
                <a:lnTo>
                  <a:pt x="1328992" y="100470"/>
                </a:lnTo>
                <a:lnTo>
                  <a:pt x="1328805" y="99798"/>
                </a:lnTo>
                <a:lnTo>
                  <a:pt x="1328626" y="99122"/>
                </a:lnTo>
                <a:lnTo>
                  <a:pt x="1328457" y="98440"/>
                </a:lnTo>
                <a:lnTo>
                  <a:pt x="1328296" y="97752"/>
                </a:lnTo>
                <a:lnTo>
                  <a:pt x="1328143" y="97059"/>
                </a:lnTo>
                <a:lnTo>
                  <a:pt x="1328000" y="96361"/>
                </a:lnTo>
                <a:lnTo>
                  <a:pt x="1327865" y="95658"/>
                </a:lnTo>
                <a:lnTo>
                  <a:pt x="1327739" y="94950"/>
                </a:lnTo>
                <a:lnTo>
                  <a:pt x="1327622" y="94236"/>
                </a:lnTo>
                <a:lnTo>
                  <a:pt x="1327514" y="93516"/>
                </a:lnTo>
                <a:lnTo>
                  <a:pt x="1327414" y="92792"/>
                </a:lnTo>
                <a:lnTo>
                  <a:pt x="1327323" y="92062"/>
                </a:lnTo>
                <a:lnTo>
                  <a:pt x="1327241" y="91327"/>
                </a:lnTo>
                <a:lnTo>
                  <a:pt x="1327167" y="90587"/>
                </a:lnTo>
                <a:lnTo>
                  <a:pt x="1327103" y="89841"/>
                </a:lnTo>
                <a:lnTo>
                  <a:pt x="1327047" y="89090"/>
                </a:lnTo>
                <a:lnTo>
                  <a:pt x="1327000" y="88333"/>
                </a:lnTo>
                <a:lnTo>
                  <a:pt x="1326961" y="87572"/>
                </a:lnTo>
                <a:lnTo>
                  <a:pt x="1326932" y="86805"/>
                </a:lnTo>
                <a:lnTo>
                  <a:pt x="1326911" y="86032"/>
                </a:lnTo>
                <a:lnTo>
                  <a:pt x="1326898" y="85255"/>
                </a:lnTo>
                <a:lnTo>
                  <a:pt x="1389364" y="85255"/>
                </a:lnTo>
                <a:lnTo>
                  <a:pt x="1389380" y="85180"/>
                </a:lnTo>
                <a:lnTo>
                  <a:pt x="1389394" y="85101"/>
                </a:lnTo>
                <a:lnTo>
                  <a:pt x="1389409" y="85018"/>
                </a:lnTo>
                <a:lnTo>
                  <a:pt x="1389423" y="84932"/>
                </a:lnTo>
                <a:lnTo>
                  <a:pt x="1389436" y="84841"/>
                </a:lnTo>
                <a:lnTo>
                  <a:pt x="1389449" y="84747"/>
                </a:lnTo>
                <a:lnTo>
                  <a:pt x="1389461" y="84648"/>
                </a:lnTo>
                <a:lnTo>
                  <a:pt x="1389473" y="84546"/>
                </a:lnTo>
                <a:lnTo>
                  <a:pt x="1389485" y="84440"/>
                </a:lnTo>
                <a:lnTo>
                  <a:pt x="1389496" y="84330"/>
                </a:lnTo>
                <a:lnTo>
                  <a:pt x="1389506" y="84217"/>
                </a:lnTo>
                <a:lnTo>
                  <a:pt x="1389516" y="84099"/>
                </a:lnTo>
                <a:lnTo>
                  <a:pt x="1389526" y="83977"/>
                </a:lnTo>
                <a:lnTo>
                  <a:pt x="1389535" y="83852"/>
                </a:lnTo>
                <a:lnTo>
                  <a:pt x="1389543" y="83722"/>
                </a:lnTo>
                <a:lnTo>
                  <a:pt x="1389551" y="83589"/>
                </a:lnTo>
                <a:lnTo>
                  <a:pt x="1389559" y="83452"/>
                </a:lnTo>
                <a:lnTo>
                  <a:pt x="1389566" y="83311"/>
                </a:lnTo>
                <a:lnTo>
                  <a:pt x="1389572" y="83166"/>
                </a:lnTo>
                <a:lnTo>
                  <a:pt x="1389578" y="83017"/>
                </a:lnTo>
                <a:lnTo>
                  <a:pt x="1389584" y="82865"/>
                </a:lnTo>
                <a:lnTo>
                  <a:pt x="1389589" y="82708"/>
                </a:lnTo>
                <a:lnTo>
                  <a:pt x="1389594" y="82548"/>
                </a:lnTo>
                <a:lnTo>
                  <a:pt x="1389598" y="82383"/>
                </a:lnTo>
                <a:lnTo>
                  <a:pt x="1389602" y="82218"/>
                </a:lnTo>
                <a:lnTo>
                  <a:pt x="1389605" y="82054"/>
                </a:lnTo>
                <a:lnTo>
                  <a:pt x="1389609" y="81893"/>
                </a:lnTo>
                <a:lnTo>
                  <a:pt x="1389612" y="81733"/>
                </a:lnTo>
                <a:lnTo>
                  <a:pt x="1389615" y="81575"/>
                </a:lnTo>
                <a:lnTo>
                  <a:pt x="1389618" y="81419"/>
                </a:lnTo>
                <a:lnTo>
                  <a:pt x="1389621" y="81265"/>
                </a:lnTo>
                <a:lnTo>
                  <a:pt x="1389624" y="81113"/>
                </a:lnTo>
                <a:lnTo>
                  <a:pt x="1389626" y="80962"/>
                </a:lnTo>
                <a:lnTo>
                  <a:pt x="1389629" y="80813"/>
                </a:lnTo>
                <a:lnTo>
                  <a:pt x="1389631" y="80667"/>
                </a:lnTo>
                <a:lnTo>
                  <a:pt x="1389633" y="80522"/>
                </a:lnTo>
                <a:lnTo>
                  <a:pt x="1389635" y="80379"/>
                </a:lnTo>
                <a:lnTo>
                  <a:pt x="1389636" y="80237"/>
                </a:lnTo>
                <a:lnTo>
                  <a:pt x="1389638" y="80098"/>
                </a:lnTo>
                <a:lnTo>
                  <a:pt x="1389639" y="79961"/>
                </a:lnTo>
                <a:lnTo>
                  <a:pt x="1389640" y="79825"/>
                </a:lnTo>
                <a:lnTo>
                  <a:pt x="1389642" y="79691"/>
                </a:lnTo>
                <a:lnTo>
                  <a:pt x="1389642" y="79559"/>
                </a:lnTo>
                <a:lnTo>
                  <a:pt x="1389643" y="79429"/>
                </a:lnTo>
                <a:lnTo>
                  <a:pt x="1389644" y="79301"/>
                </a:lnTo>
                <a:lnTo>
                  <a:pt x="1389644" y="79175"/>
                </a:lnTo>
                <a:lnTo>
                  <a:pt x="1389644" y="79050"/>
                </a:lnTo>
                <a:lnTo>
                  <a:pt x="1389644" y="78927"/>
                </a:lnTo>
                <a:lnTo>
                  <a:pt x="1389627" y="77120"/>
                </a:lnTo>
                <a:lnTo>
                  <a:pt x="1389574" y="75347"/>
                </a:lnTo>
                <a:lnTo>
                  <a:pt x="1389485" y="73610"/>
                </a:lnTo>
                <a:lnTo>
                  <a:pt x="1389362" y="71909"/>
                </a:lnTo>
                <a:lnTo>
                  <a:pt x="1389203" y="70243"/>
                </a:lnTo>
                <a:lnTo>
                  <a:pt x="1389008" y="68613"/>
                </a:lnTo>
                <a:lnTo>
                  <a:pt x="1388779" y="67018"/>
                </a:lnTo>
                <a:lnTo>
                  <a:pt x="1388514" y="65459"/>
                </a:lnTo>
                <a:lnTo>
                  <a:pt x="1388213" y="63935"/>
                </a:lnTo>
                <a:lnTo>
                  <a:pt x="1387878" y="62447"/>
                </a:lnTo>
                <a:lnTo>
                  <a:pt x="1387506" y="60994"/>
                </a:lnTo>
                <a:lnTo>
                  <a:pt x="1387100" y="59577"/>
                </a:lnTo>
                <a:lnTo>
                  <a:pt x="1386658" y="58195"/>
                </a:lnTo>
                <a:lnTo>
                  <a:pt x="1386181" y="56849"/>
                </a:lnTo>
                <a:lnTo>
                  <a:pt x="1385669" y="55538"/>
                </a:lnTo>
                <a:lnTo>
                  <a:pt x="1385121" y="54263"/>
                </a:lnTo>
                <a:lnTo>
                  <a:pt x="1384538" y="53023"/>
                </a:lnTo>
                <a:lnTo>
                  <a:pt x="1383920" y="51819"/>
                </a:lnTo>
                <a:lnTo>
                  <a:pt x="1383266" y="50650"/>
                </a:lnTo>
                <a:lnTo>
                  <a:pt x="1382577" y="49516"/>
                </a:lnTo>
                <a:lnTo>
                  <a:pt x="1381852" y="48419"/>
                </a:lnTo>
                <a:lnTo>
                  <a:pt x="1381092" y="47356"/>
                </a:lnTo>
                <a:lnTo>
                  <a:pt x="1380297" y="46330"/>
                </a:lnTo>
                <a:lnTo>
                  <a:pt x="1379467" y="45338"/>
                </a:lnTo>
                <a:lnTo>
                  <a:pt x="1378605" y="44385"/>
                </a:lnTo>
                <a:lnTo>
                  <a:pt x="1377716" y="43472"/>
                </a:lnTo>
                <a:lnTo>
                  <a:pt x="1376800" y="42600"/>
                </a:lnTo>
                <a:lnTo>
                  <a:pt x="1375857" y="41768"/>
                </a:lnTo>
                <a:lnTo>
                  <a:pt x="1374886" y="40977"/>
                </a:lnTo>
                <a:lnTo>
                  <a:pt x="1373888" y="40226"/>
                </a:lnTo>
                <a:lnTo>
                  <a:pt x="1372863" y="39516"/>
                </a:lnTo>
                <a:lnTo>
                  <a:pt x="1371810" y="38847"/>
                </a:lnTo>
                <a:lnTo>
                  <a:pt x="1370731" y="38218"/>
                </a:lnTo>
                <a:lnTo>
                  <a:pt x="1369624" y="37629"/>
                </a:lnTo>
                <a:lnTo>
                  <a:pt x="1368490" y="37082"/>
                </a:lnTo>
                <a:lnTo>
                  <a:pt x="1367329" y="36575"/>
                </a:lnTo>
                <a:lnTo>
                  <a:pt x="1366140" y="36108"/>
                </a:lnTo>
                <a:lnTo>
                  <a:pt x="1364924" y="35682"/>
                </a:lnTo>
                <a:lnTo>
                  <a:pt x="1363681" y="35296"/>
                </a:lnTo>
                <a:lnTo>
                  <a:pt x="1362411" y="34952"/>
                </a:lnTo>
                <a:lnTo>
                  <a:pt x="1361113" y="34647"/>
                </a:lnTo>
                <a:lnTo>
                  <a:pt x="1359789" y="34384"/>
                </a:lnTo>
                <a:lnTo>
                  <a:pt x="1358437" y="34160"/>
                </a:lnTo>
                <a:lnTo>
                  <a:pt x="1357058" y="33978"/>
                </a:lnTo>
                <a:lnTo>
                  <a:pt x="1355651" y="33836"/>
                </a:lnTo>
                <a:lnTo>
                  <a:pt x="1354218" y="33734"/>
                </a:lnTo>
                <a:lnTo>
                  <a:pt x="1352757" y="33674"/>
                </a:lnTo>
                <a:lnTo>
                  <a:pt x="1351269" y="33653"/>
                </a:lnTo>
                <a:lnTo>
                  <a:pt x="1350156" y="33664"/>
                </a:lnTo>
                <a:lnTo>
                  <a:pt x="1349059" y="33696"/>
                </a:lnTo>
                <a:lnTo>
                  <a:pt x="1347978" y="33751"/>
                </a:lnTo>
                <a:lnTo>
                  <a:pt x="1346912" y="33826"/>
                </a:lnTo>
                <a:lnTo>
                  <a:pt x="1345863" y="33923"/>
                </a:lnTo>
                <a:lnTo>
                  <a:pt x="1344829" y="34042"/>
                </a:lnTo>
                <a:lnTo>
                  <a:pt x="1343811" y="34183"/>
                </a:lnTo>
                <a:lnTo>
                  <a:pt x="1342808" y="34345"/>
                </a:lnTo>
                <a:lnTo>
                  <a:pt x="1341821" y="34529"/>
                </a:lnTo>
                <a:lnTo>
                  <a:pt x="1340850" y="34734"/>
                </a:lnTo>
                <a:lnTo>
                  <a:pt x="1339895" y="34961"/>
                </a:lnTo>
                <a:lnTo>
                  <a:pt x="1338955" y="35210"/>
                </a:lnTo>
                <a:lnTo>
                  <a:pt x="1338031" y="35480"/>
                </a:lnTo>
                <a:lnTo>
                  <a:pt x="1337123" y="35772"/>
                </a:lnTo>
                <a:lnTo>
                  <a:pt x="1336231" y="36085"/>
                </a:lnTo>
                <a:lnTo>
                  <a:pt x="1335354" y="36420"/>
                </a:lnTo>
                <a:lnTo>
                  <a:pt x="1334493" y="36777"/>
                </a:lnTo>
                <a:lnTo>
                  <a:pt x="1333648" y="37155"/>
                </a:lnTo>
                <a:lnTo>
                  <a:pt x="1332818" y="37555"/>
                </a:lnTo>
                <a:lnTo>
                  <a:pt x="1332004" y="37976"/>
                </a:lnTo>
                <a:lnTo>
                  <a:pt x="1331206" y="38419"/>
                </a:lnTo>
                <a:lnTo>
                  <a:pt x="1330424" y="38884"/>
                </a:lnTo>
                <a:lnTo>
                  <a:pt x="1329657" y="39371"/>
                </a:lnTo>
                <a:lnTo>
                  <a:pt x="1328906" y="39879"/>
                </a:lnTo>
                <a:lnTo>
                  <a:pt x="1328171" y="40406"/>
                </a:lnTo>
                <a:lnTo>
                  <a:pt x="1327451" y="40950"/>
                </a:lnTo>
                <a:lnTo>
                  <a:pt x="1326747" y="41510"/>
                </a:lnTo>
                <a:lnTo>
                  <a:pt x="1326059" y="42087"/>
                </a:lnTo>
                <a:lnTo>
                  <a:pt x="1325387" y="42681"/>
                </a:lnTo>
                <a:lnTo>
                  <a:pt x="1324730" y="43292"/>
                </a:lnTo>
                <a:lnTo>
                  <a:pt x="1324090" y="43920"/>
                </a:lnTo>
                <a:lnTo>
                  <a:pt x="1323464" y="44564"/>
                </a:lnTo>
                <a:lnTo>
                  <a:pt x="1322855" y="45225"/>
                </a:lnTo>
                <a:lnTo>
                  <a:pt x="1322261" y="45903"/>
                </a:lnTo>
                <a:lnTo>
                  <a:pt x="1321683" y="46597"/>
                </a:lnTo>
                <a:lnTo>
                  <a:pt x="1321121" y="47308"/>
                </a:lnTo>
                <a:lnTo>
                  <a:pt x="1320575" y="48036"/>
                </a:lnTo>
                <a:lnTo>
                  <a:pt x="1320044" y="48781"/>
                </a:lnTo>
                <a:lnTo>
                  <a:pt x="1319529" y="49542"/>
                </a:lnTo>
                <a:lnTo>
                  <a:pt x="1319029" y="50320"/>
                </a:lnTo>
                <a:lnTo>
                  <a:pt x="1318546" y="51115"/>
                </a:lnTo>
                <a:lnTo>
                  <a:pt x="1318078" y="51926"/>
                </a:lnTo>
                <a:lnTo>
                  <a:pt x="1317626" y="52754"/>
                </a:lnTo>
                <a:lnTo>
                  <a:pt x="1317189" y="53599"/>
                </a:lnTo>
                <a:lnTo>
                  <a:pt x="1316768" y="54461"/>
                </a:lnTo>
                <a:lnTo>
                  <a:pt x="1316363" y="55339"/>
                </a:lnTo>
                <a:lnTo>
                  <a:pt x="1315974" y="56234"/>
                </a:lnTo>
                <a:lnTo>
                  <a:pt x="1315600" y="57146"/>
                </a:lnTo>
                <a:lnTo>
                  <a:pt x="1315242" y="58072"/>
                </a:lnTo>
                <a:lnTo>
                  <a:pt x="1314900" y="59011"/>
                </a:lnTo>
                <a:lnTo>
                  <a:pt x="1314572" y="59961"/>
                </a:lnTo>
                <a:lnTo>
                  <a:pt x="1314260" y="60923"/>
                </a:lnTo>
                <a:lnTo>
                  <a:pt x="1313962" y="61897"/>
                </a:lnTo>
                <a:lnTo>
                  <a:pt x="1313680" y="62883"/>
                </a:lnTo>
                <a:lnTo>
                  <a:pt x="1313414" y="63881"/>
                </a:lnTo>
                <a:lnTo>
                  <a:pt x="1313162" y="64891"/>
                </a:lnTo>
                <a:lnTo>
                  <a:pt x="1312926" y="65913"/>
                </a:lnTo>
                <a:lnTo>
                  <a:pt x="1312705" y="66947"/>
                </a:lnTo>
                <a:lnTo>
                  <a:pt x="1312500" y="67993"/>
                </a:lnTo>
                <a:lnTo>
                  <a:pt x="1312309" y="69051"/>
                </a:lnTo>
                <a:lnTo>
                  <a:pt x="1312134" y="70121"/>
                </a:lnTo>
                <a:lnTo>
                  <a:pt x="1311974" y="71203"/>
                </a:lnTo>
                <a:lnTo>
                  <a:pt x="1311829" y="72297"/>
                </a:lnTo>
                <a:lnTo>
                  <a:pt x="1311700" y="73403"/>
                </a:lnTo>
                <a:lnTo>
                  <a:pt x="1311585" y="74521"/>
                </a:lnTo>
                <a:lnTo>
                  <a:pt x="1311486" y="75651"/>
                </a:lnTo>
                <a:lnTo>
                  <a:pt x="1311402" y="76792"/>
                </a:lnTo>
                <a:lnTo>
                  <a:pt x="1311334" y="77946"/>
                </a:lnTo>
                <a:lnTo>
                  <a:pt x="1311281" y="79112"/>
                </a:lnTo>
                <a:lnTo>
                  <a:pt x="1311242" y="80290"/>
                </a:lnTo>
                <a:lnTo>
                  <a:pt x="1311220" y="81480"/>
                </a:lnTo>
                <a:lnTo>
                  <a:pt x="1311212" y="82681"/>
                </a:lnTo>
                <a:lnTo>
                  <a:pt x="1311220" y="83836"/>
                </a:lnTo>
                <a:lnTo>
                  <a:pt x="1311243" y="84981"/>
                </a:lnTo>
                <a:lnTo>
                  <a:pt x="1311283" y="86116"/>
                </a:lnTo>
                <a:lnTo>
                  <a:pt x="1311338" y="87241"/>
                </a:lnTo>
                <a:lnTo>
                  <a:pt x="1311409" y="88357"/>
                </a:lnTo>
                <a:lnTo>
                  <a:pt x="1311495" y="89464"/>
                </a:lnTo>
                <a:lnTo>
                  <a:pt x="1311597" y="90560"/>
                </a:lnTo>
                <a:lnTo>
                  <a:pt x="1311715" y="91647"/>
                </a:lnTo>
                <a:lnTo>
                  <a:pt x="1311849" y="92725"/>
                </a:lnTo>
                <a:lnTo>
                  <a:pt x="1311998" y="93793"/>
                </a:lnTo>
                <a:lnTo>
                  <a:pt x="1312163" y="94851"/>
                </a:lnTo>
                <a:lnTo>
                  <a:pt x="1312344" y="95899"/>
                </a:lnTo>
                <a:lnTo>
                  <a:pt x="1312541" y="96938"/>
                </a:lnTo>
                <a:lnTo>
                  <a:pt x="1312753" y="97968"/>
                </a:lnTo>
                <a:lnTo>
                  <a:pt x="1312981" y="98987"/>
                </a:lnTo>
                <a:lnTo>
                  <a:pt x="1313225" y="99997"/>
                </a:lnTo>
                <a:lnTo>
                  <a:pt x="1313484" y="100998"/>
                </a:lnTo>
                <a:lnTo>
                  <a:pt x="1313759" y="101989"/>
                </a:lnTo>
                <a:lnTo>
                  <a:pt x="1314050" y="102970"/>
                </a:lnTo>
                <a:lnTo>
                  <a:pt x="1314357" y="103941"/>
                </a:lnTo>
                <a:lnTo>
                  <a:pt x="1314679" y="104903"/>
                </a:lnTo>
                <a:lnTo>
                  <a:pt x="1315017" y="105856"/>
                </a:lnTo>
                <a:lnTo>
                  <a:pt x="1315371" y="106798"/>
                </a:lnTo>
                <a:lnTo>
                  <a:pt x="1315740" y="107731"/>
                </a:lnTo>
                <a:lnTo>
                  <a:pt x="1316126" y="108651"/>
                </a:lnTo>
                <a:lnTo>
                  <a:pt x="1316528" y="109555"/>
                </a:lnTo>
                <a:lnTo>
                  <a:pt x="1316946" y="110443"/>
                </a:lnTo>
                <a:lnTo>
                  <a:pt x="1317381" y="111315"/>
                </a:lnTo>
                <a:lnTo>
                  <a:pt x="1317832" y="112170"/>
                </a:lnTo>
                <a:lnTo>
                  <a:pt x="1318299" y="113009"/>
                </a:lnTo>
                <a:lnTo>
                  <a:pt x="1318783" y="113832"/>
                </a:lnTo>
                <a:lnTo>
                  <a:pt x="1319283" y="114639"/>
                </a:lnTo>
                <a:lnTo>
                  <a:pt x="1319800" y="115429"/>
                </a:lnTo>
                <a:lnTo>
                  <a:pt x="1320333" y="116203"/>
                </a:lnTo>
                <a:lnTo>
                  <a:pt x="1320882" y="116961"/>
                </a:lnTo>
                <a:lnTo>
                  <a:pt x="1321448" y="117703"/>
                </a:lnTo>
                <a:lnTo>
                  <a:pt x="1322030" y="118429"/>
                </a:lnTo>
                <a:lnTo>
                  <a:pt x="1322628" y="119138"/>
                </a:lnTo>
                <a:lnTo>
                  <a:pt x="1323243" y="119831"/>
                </a:lnTo>
                <a:lnTo>
                  <a:pt x="1323874" y="120508"/>
                </a:lnTo>
                <a:lnTo>
                  <a:pt x="1324522" y="121169"/>
                </a:lnTo>
                <a:lnTo>
                  <a:pt x="1325186" y="121814"/>
                </a:lnTo>
                <a:lnTo>
                  <a:pt x="1325866" y="122442"/>
                </a:lnTo>
                <a:lnTo>
                  <a:pt x="1326563" y="123054"/>
                </a:lnTo>
                <a:lnTo>
                  <a:pt x="1327276" y="123650"/>
                </a:lnTo>
                <a:lnTo>
                  <a:pt x="1328005" y="124230"/>
                </a:lnTo>
                <a:lnTo>
                  <a:pt x="1328751" y="124793"/>
                </a:lnTo>
                <a:lnTo>
                  <a:pt x="1329513" y="125341"/>
                </a:lnTo>
                <a:lnTo>
                  <a:pt x="1330292" y="125869"/>
                </a:lnTo>
                <a:lnTo>
                  <a:pt x="1331088" y="126374"/>
                </a:lnTo>
                <a:lnTo>
                  <a:pt x="1331901" y="126857"/>
                </a:lnTo>
                <a:lnTo>
                  <a:pt x="1332732" y="127317"/>
                </a:lnTo>
                <a:lnTo>
                  <a:pt x="1333579" y="127755"/>
                </a:lnTo>
                <a:lnTo>
                  <a:pt x="1334444" y="128170"/>
                </a:lnTo>
                <a:lnTo>
                  <a:pt x="1335326" y="128563"/>
                </a:lnTo>
                <a:lnTo>
                  <a:pt x="1336225" y="128934"/>
                </a:lnTo>
                <a:lnTo>
                  <a:pt x="1337142" y="129282"/>
                </a:lnTo>
                <a:lnTo>
                  <a:pt x="1338075" y="129608"/>
                </a:lnTo>
                <a:lnTo>
                  <a:pt x="1339026" y="129911"/>
                </a:lnTo>
                <a:lnTo>
                  <a:pt x="1339994" y="130192"/>
                </a:lnTo>
                <a:lnTo>
                  <a:pt x="1340979" y="130450"/>
                </a:lnTo>
                <a:lnTo>
                  <a:pt x="1341981" y="130686"/>
                </a:lnTo>
                <a:lnTo>
                  <a:pt x="1343001" y="130899"/>
                </a:lnTo>
                <a:lnTo>
                  <a:pt x="1344037" y="131090"/>
                </a:lnTo>
                <a:lnTo>
                  <a:pt x="1345091" y="131258"/>
                </a:lnTo>
                <a:lnTo>
                  <a:pt x="1346162" y="131404"/>
                </a:lnTo>
                <a:lnTo>
                  <a:pt x="1347250" y="131528"/>
                </a:lnTo>
                <a:lnTo>
                  <a:pt x="1348356" y="131629"/>
                </a:lnTo>
                <a:lnTo>
                  <a:pt x="1349478" y="131707"/>
                </a:lnTo>
                <a:lnTo>
                  <a:pt x="1350618" y="131764"/>
                </a:lnTo>
                <a:lnTo>
                  <a:pt x="1351775" y="131797"/>
                </a:lnTo>
                <a:lnTo>
                  <a:pt x="1352949" y="131809"/>
                </a:lnTo>
                <a:lnTo>
                  <a:pt x="1353878" y="131802"/>
                </a:lnTo>
                <a:lnTo>
                  <a:pt x="1354795" y="131781"/>
                </a:lnTo>
                <a:lnTo>
                  <a:pt x="1355702" y="131747"/>
                </a:lnTo>
                <a:lnTo>
                  <a:pt x="1356599" y="131699"/>
                </a:lnTo>
                <a:lnTo>
                  <a:pt x="1357484" y="131638"/>
                </a:lnTo>
                <a:close/>
                <a:moveTo>
                  <a:pt x="1327676" y="68382"/>
                </a:moveTo>
                <a:lnTo>
                  <a:pt x="1327864" y="67357"/>
                </a:lnTo>
                <a:lnTo>
                  <a:pt x="1328070" y="66355"/>
                </a:lnTo>
                <a:lnTo>
                  <a:pt x="1328294" y="65376"/>
                </a:lnTo>
                <a:lnTo>
                  <a:pt x="1328535" y="64420"/>
                </a:lnTo>
                <a:lnTo>
                  <a:pt x="1328793" y="63487"/>
                </a:lnTo>
                <a:lnTo>
                  <a:pt x="1329068" y="62576"/>
                </a:lnTo>
                <a:lnTo>
                  <a:pt x="1329361" y="61689"/>
                </a:lnTo>
                <a:lnTo>
                  <a:pt x="1329671" y="60824"/>
                </a:lnTo>
                <a:lnTo>
                  <a:pt x="1329999" y="59983"/>
                </a:lnTo>
                <a:lnTo>
                  <a:pt x="1330344" y="59164"/>
                </a:lnTo>
                <a:lnTo>
                  <a:pt x="1330706" y="58369"/>
                </a:lnTo>
                <a:lnTo>
                  <a:pt x="1331086" y="57596"/>
                </a:lnTo>
                <a:lnTo>
                  <a:pt x="1331482" y="56846"/>
                </a:lnTo>
                <a:lnTo>
                  <a:pt x="1331897" y="56119"/>
                </a:lnTo>
                <a:lnTo>
                  <a:pt x="1332328" y="55415"/>
                </a:lnTo>
                <a:lnTo>
                  <a:pt x="1332777" y="54734"/>
                </a:lnTo>
                <a:lnTo>
                  <a:pt x="1333244" y="54076"/>
                </a:lnTo>
                <a:lnTo>
                  <a:pt x="1333727" y="53441"/>
                </a:lnTo>
                <a:lnTo>
                  <a:pt x="1334228" y="52829"/>
                </a:lnTo>
                <a:lnTo>
                  <a:pt x="1334746" y="52240"/>
                </a:lnTo>
                <a:lnTo>
                  <a:pt x="1335281" y="51677"/>
                </a:lnTo>
                <a:lnTo>
                  <a:pt x="1335832" y="51139"/>
                </a:lnTo>
                <a:lnTo>
                  <a:pt x="1336400" y="50626"/>
                </a:lnTo>
                <a:lnTo>
                  <a:pt x="1336985" y="50137"/>
                </a:lnTo>
                <a:lnTo>
                  <a:pt x="1337587" y="49674"/>
                </a:lnTo>
                <a:lnTo>
                  <a:pt x="1338205" y="49236"/>
                </a:lnTo>
                <a:lnTo>
                  <a:pt x="1338840" y="48823"/>
                </a:lnTo>
                <a:lnTo>
                  <a:pt x="1339491" y="48435"/>
                </a:lnTo>
                <a:lnTo>
                  <a:pt x="1340160" y="48072"/>
                </a:lnTo>
                <a:lnTo>
                  <a:pt x="1340845" y="47734"/>
                </a:lnTo>
                <a:lnTo>
                  <a:pt x="1341546" y="47421"/>
                </a:lnTo>
                <a:lnTo>
                  <a:pt x="1342265" y="47133"/>
                </a:lnTo>
                <a:lnTo>
                  <a:pt x="1343000" y="46871"/>
                </a:lnTo>
                <a:lnTo>
                  <a:pt x="1343751" y="46633"/>
                </a:lnTo>
                <a:lnTo>
                  <a:pt x="1344520" y="46420"/>
                </a:lnTo>
                <a:lnTo>
                  <a:pt x="1345305" y="46232"/>
                </a:lnTo>
                <a:lnTo>
                  <a:pt x="1346107" y="46069"/>
                </a:lnTo>
                <a:lnTo>
                  <a:pt x="1346925" y="45932"/>
                </a:lnTo>
                <a:lnTo>
                  <a:pt x="1347761" y="45819"/>
                </a:lnTo>
                <a:lnTo>
                  <a:pt x="1348613" y="45731"/>
                </a:lnTo>
                <a:lnTo>
                  <a:pt x="1349481" y="45669"/>
                </a:lnTo>
                <a:lnTo>
                  <a:pt x="1350367" y="45631"/>
                </a:lnTo>
                <a:lnTo>
                  <a:pt x="1351269" y="45619"/>
                </a:lnTo>
                <a:lnTo>
                  <a:pt x="1352155" y="45631"/>
                </a:lnTo>
                <a:lnTo>
                  <a:pt x="1353025" y="45669"/>
                </a:lnTo>
                <a:lnTo>
                  <a:pt x="1353879" y="45732"/>
                </a:lnTo>
                <a:lnTo>
                  <a:pt x="1354716" y="45820"/>
                </a:lnTo>
                <a:lnTo>
                  <a:pt x="1355536" y="45934"/>
                </a:lnTo>
                <a:lnTo>
                  <a:pt x="1356340" y="46073"/>
                </a:lnTo>
                <a:lnTo>
                  <a:pt x="1357127" y="46236"/>
                </a:lnTo>
                <a:lnTo>
                  <a:pt x="1357898" y="46425"/>
                </a:lnTo>
                <a:lnTo>
                  <a:pt x="1358652" y="46640"/>
                </a:lnTo>
                <a:lnTo>
                  <a:pt x="1359390" y="46879"/>
                </a:lnTo>
                <a:lnTo>
                  <a:pt x="1360111" y="47144"/>
                </a:lnTo>
                <a:lnTo>
                  <a:pt x="1360816" y="47434"/>
                </a:lnTo>
                <a:lnTo>
                  <a:pt x="1361504" y="47749"/>
                </a:lnTo>
                <a:lnTo>
                  <a:pt x="1362176" y="48089"/>
                </a:lnTo>
                <a:lnTo>
                  <a:pt x="1362831" y="48455"/>
                </a:lnTo>
                <a:lnTo>
                  <a:pt x="1363469" y="48845"/>
                </a:lnTo>
                <a:lnTo>
                  <a:pt x="1364091" y="49261"/>
                </a:lnTo>
                <a:lnTo>
                  <a:pt x="1364697" y="49702"/>
                </a:lnTo>
                <a:lnTo>
                  <a:pt x="1365286" y="50169"/>
                </a:lnTo>
                <a:lnTo>
                  <a:pt x="1365858" y="50660"/>
                </a:lnTo>
                <a:lnTo>
                  <a:pt x="1366414" y="51177"/>
                </a:lnTo>
                <a:lnTo>
                  <a:pt x="1366953" y="51719"/>
                </a:lnTo>
                <a:lnTo>
                  <a:pt x="1367476" y="52286"/>
                </a:lnTo>
                <a:lnTo>
                  <a:pt x="1367982" y="52878"/>
                </a:lnTo>
                <a:lnTo>
                  <a:pt x="1368470" y="53494"/>
                </a:lnTo>
                <a:lnTo>
                  <a:pt x="1368939" y="54133"/>
                </a:lnTo>
                <a:lnTo>
                  <a:pt x="1369387" y="54794"/>
                </a:lnTo>
                <a:lnTo>
                  <a:pt x="1369816" y="55477"/>
                </a:lnTo>
                <a:lnTo>
                  <a:pt x="1370225" y="56183"/>
                </a:lnTo>
                <a:lnTo>
                  <a:pt x="1370614" y="56911"/>
                </a:lnTo>
                <a:lnTo>
                  <a:pt x="1370984" y="57662"/>
                </a:lnTo>
                <a:lnTo>
                  <a:pt x="1371333" y="58435"/>
                </a:lnTo>
                <a:lnTo>
                  <a:pt x="1371663" y="59230"/>
                </a:lnTo>
                <a:lnTo>
                  <a:pt x="1371973" y="60048"/>
                </a:lnTo>
                <a:lnTo>
                  <a:pt x="1372263" y="60888"/>
                </a:lnTo>
                <a:lnTo>
                  <a:pt x="1372534" y="61751"/>
                </a:lnTo>
                <a:lnTo>
                  <a:pt x="1372785" y="62636"/>
                </a:lnTo>
                <a:lnTo>
                  <a:pt x="1373016" y="63543"/>
                </a:lnTo>
                <a:lnTo>
                  <a:pt x="1373227" y="64473"/>
                </a:lnTo>
                <a:lnTo>
                  <a:pt x="1373418" y="65426"/>
                </a:lnTo>
                <a:lnTo>
                  <a:pt x="1373590" y="66400"/>
                </a:lnTo>
                <a:lnTo>
                  <a:pt x="1373742" y="67397"/>
                </a:lnTo>
                <a:lnTo>
                  <a:pt x="1373874" y="68417"/>
                </a:lnTo>
                <a:lnTo>
                  <a:pt x="1373986" y="69459"/>
                </a:lnTo>
                <a:lnTo>
                  <a:pt x="1374079" y="70523"/>
                </a:lnTo>
                <a:lnTo>
                  <a:pt x="1374152" y="71610"/>
                </a:lnTo>
                <a:lnTo>
                  <a:pt x="1374205" y="72719"/>
                </a:lnTo>
                <a:lnTo>
                  <a:pt x="1374238" y="73850"/>
                </a:lnTo>
                <a:lnTo>
                  <a:pt x="1326992" y="73850"/>
                </a:lnTo>
                <a:lnTo>
                  <a:pt x="1327094" y="72711"/>
                </a:lnTo>
                <a:lnTo>
                  <a:pt x="1327213" y="71594"/>
                </a:lnTo>
                <a:lnTo>
                  <a:pt x="1327350" y="70500"/>
                </a:lnTo>
                <a:lnTo>
                  <a:pt x="1327504" y="69430"/>
                </a:lnTo>
                <a:lnTo>
                  <a:pt x="1327676" y="68382"/>
                </a:lnTo>
                <a:close/>
                <a:moveTo>
                  <a:pt x="1522631" y="131697"/>
                </a:moveTo>
                <a:lnTo>
                  <a:pt x="1523463" y="131634"/>
                </a:lnTo>
                <a:lnTo>
                  <a:pt x="1524287" y="131557"/>
                </a:lnTo>
                <a:lnTo>
                  <a:pt x="1525101" y="131467"/>
                </a:lnTo>
                <a:lnTo>
                  <a:pt x="1525907" y="131362"/>
                </a:lnTo>
                <a:lnTo>
                  <a:pt x="1526704" y="131243"/>
                </a:lnTo>
                <a:lnTo>
                  <a:pt x="1527492" y="131111"/>
                </a:lnTo>
                <a:lnTo>
                  <a:pt x="1528272" y="130964"/>
                </a:lnTo>
                <a:lnTo>
                  <a:pt x="1529043" y="130804"/>
                </a:lnTo>
                <a:lnTo>
                  <a:pt x="1529805" y="130629"/>
                </a:lnTo>
                <a:lnTo>
                  <a:pt x="1530558" y="130441"/>
                </a:lnTo>
                <a:lnTo>
                  <a:pt x="1531303" y="130238"/>
                </a:lnTo>
                <a:lnTo>
                  <a:pt x="1532038" y="130022"/>
                </a:lnTo>
                <a:lnTo>
                  <a:pt x="1532766" y="129792"/>
                </a:lnTo>
                <a:lnTo>
                  <a:pt x="1533484" y="129547"/>
                </a:lnTo>
                <a:lnTo>
                  <a:pt x="1534193" y="129289"/>
                </a:lnTo>
                <a:lnTo>
                  <a:pt x="1534894" y="129017"/>
                </a:lnTo>
                <a:lnTo>
                  <a:pt x="1535586" y="128731"/>
                </a:lnTo>
                <a:lnTo>
                  <a:pt x="1536269" y="128431"/>
                </a:lnTo>
                <a:lnTo>
                  <a:pt x="1536944" y="128117"/>
                </a:lnTo>
                <a:lnTo>
                  <a:pt x="1537610" y="127789"/>
                </a:lnTo>
                <a:lnTo>
                  <a:pt x="1538268" y="127449"/>
                </a:lnTo>
                <a:lnTo>
                  <a:pt x="1538919" y="127099"/>
                </a:lnTo>
                <a:lnTo>
                  <a:pt x="1539563" y="126739"/>
                </a:lnTo>
                <a:lnTo>
                  <a:pt x="1540201" y="126368"/>
                </a:lnTo>
                <a:lnTo>
                  <a:pt x="1540831" y="125988"/>
                </a:lnTo>
                <a:lnTo>
                  <a:pt x="1541455" y="125598"/>
                </a:lnTo>
                <a:lnTo>
                  <a:pt x="1542073" y="125198"/>
                </a:lnTo>
                <a:lnTo>
                  <a:pt x="1542683" y="124787"/>
                </a:lnTo>
                <a:lnTo>
                  <a:pt x="1543286" y="124367"/>
                </a:lnTo>
                <a:lnTo>
                  <a:pt x="1543883" y="123936"/>
                </a:lnTo>
                <a:lnTo>
                  <a:pt x="1544473" y="123495"/>
                </a:lnTo>
                <a:lnTo>
                  <a:pt x="1545056" y="123045"/>
                </a:lnTo>
                <a:lnTo>
                  <a:pt x="1545632" y="122584"/>
                </a:lnTo>
                <a:lnTo>
                  <a:pt x="1546202" y="122113"/>
                </a:lnTo>
                <a:lnTo>
                  <a:pt x="1546765" y="121632"/>
                </a:lnTo>
                <a:lnTo>
                  <a:pt x="1547320" y="121141"/>
                </a:lnTo>
                <a:lnTo>
                  <a:pt x="1547869" y="120640"/>
                </a:lnTo>
                <a:lnTo>
                  <a:pt x="1548412" y="120129"/>
                </a:lnTo>
                <a:lnTo>
                  <a:pt x="1548947" y="119608"/>
                </a:lnTo>
                <a:lnTo>
                  <a:pt x="1549476" y="119077"/>
                </a:lnTo>
                <a:lnTo>
                  <a:pt x="1549998" y="118536"/>
                </a:lnTo>
                <a:lnTo>
                  <a:pt x="1550513" y="117984"/>
                </a:lnTo>
                <a:lnTo>
                  <a:pt x="1551021" y="117423"/>
                </a:lnTo>
                <a:lnTo>
                  <a:pt x="1551522" y="116852"/>
                </a:lnTo>
                <a:lnTo>
                  <a:pt x="1552082" y="130126"/>
                </a:lnTo>
                <a:lnTo>
                  <a:pt x="1566462" y="130126"/>
                </a:lnTo>
                <a:lnTo>
                  <a:pt x="1566462" y="66751"/>
                </a:lnTo>
                <a:lnTo>
                  <a:pt x="1566457" y="65906"/>
                </a:lnTo>
                <a:lnTo>
                  <a:pt x="1566442" y="65074"/>
                </a:lnTo>
                <a:lnTo>
                  <a:pt x="1566418" y="64255"/>
                </a:lnTo>
                <a:lnTo>
                  <a:pt x="1566384" y="63448"/>
                </a:lnTo>
                <a:lnTo>
                  <a:pt x="1566340" y="62655"/>
                </a:lnTo>
                <a:lnTo>
                  <a:pt x="1566287" y="61875"/>
                </a:lnTo>
                <a:lnTo>
                  <a:pt x="1566223" y="61108"/>
                </a:lnTo>
                <a:lnTo>
                  <a:pt x="1566150" y="60354"/>
                </a:lnTo>
                <a:lnTo>
                  <a:pt x="1566068" y="59612"/>
                </a:lnTo>
                <a:lnTo>
                  <a:pt x="1565975" y="58884"/>
                </a:lnTo>
                <a:lnTo>
                  <a:pt x="1565873" y="58169"/>
                </a:lnTo>
                <a:lnTo>
                  <a:pt x="1565761" y="57467"/>
                </a:lnTo>
                <a:lnTo>
                  <a:pt x="1565640" y="56778"/>
                </a:lnTo>
                <a:lnTo>
                  <a:pt x="1565508" y="56102"/>
                </a:lnTo>
                <a:lnTo>
                  <a:pt x="1565367" y="55439"/>
                </a:lnTo>
                <a:lnTo>
                  <a:pt x="1565217" y="54788"/>
                </a:lnTo>
                <a:lnTo>
                  <a:pt x="1565056" y="54151"/>
                </a:lnTo>
                <a:lnTo>
                  <a:pt x="1564886" y="53527"/>
                </a:lnTo>
                <a:lnTo>
                  <a:pt x="1564706" y="52916"/>
                </a:lnTo>
                <a:lnTo>
                  <a:pt x="1564516" y="52318"/>
                </a:lnTo>
                <a:lnTo>
                  <a:pt x="1564317" y="51733"/>
                </a:lnTo>
                <a:lnTo>
                  <a:pt x="1564108" y="51161"/>
                </a:lnTo>
                <a:lnTo>
                  <a:pt x="1563889" y="50602"/>
                </a:lnTo>
                <a:lnTo>
                  <a:pt x="1563660" y="50056"/>
                </a:lnTo>
                <a:lnTo>
                  <a:pt x="1563423" y="49522"/>
                </a:lnTo>
                <a:lnTo>
                  <a:pt x="1563179" y="48997"/>
                </a:lnTo>
                <a:lnTo>
                  <a:pt x="1562928" y="48483"/>
                </a:lnTo>
                <a:lnTo>
                  <a:pt x="1562670" y="47978"/>
                </a:lnTo>
                <a:lnTo>
                  <a:pt x="1562404" y="47484"/>
                </a:lnTo>
                <a:lnTo>
                  <a:pt x="1562131" y="46999"/>
                </a:lnTo>
                <a:lnTo>
                  <a:pt x="1561852" y="46524"/>
                </a:lnTo>
                <a:lnTo>
                  <a:pt x="1561565" y="46060"/>
                </a:lnTo>
                <a:lnTo>
                  <a:pt x="1561271" y="45605"/>
                </a:lnTo>
                <a:lnTo>
                  <a:pt x="1560970" y="45160"/>
                </a:lnTo>
                <a:lnTo>
                  <a:pt x="1560661" y="44725"/>
                </a:lnTo>
                <a:lnTo>
                  <a:pt x="1560346" y="44301"/>
                </a:lnTo>
                <a:lnTo>
                  <a:pt x="1560023" y="43886"/>
                </a:lnTo>
                <a:lnTo>
                  <a:pt x="1559693" y="43481"/>
                </a:lnTo>
                <a:lnTo>
                  <a:pt x="1559357" y="43086"/>
                </a:lnTo>
                <a:lnTo>
                  <a:pt x="1559013" y="42701"/>
                </a:lnTo>
                <a:lnTo>
                  <a:pt x="1558661" y="42326"/>
                </a:lnTo>
                <a:lnTo>
                  <a:pt x="1558303" y="41961"/>
                </a:lnTo>
                <a:lnTo>
                  <a:pt x="1557938" y="41606"/>
                </a:lnTo>
                <a:lnTo>
                  <a:pt x="1557565" y="41261"/>
                </a:lnTo>
                <a:lnTo>
                  <a:pt x="1557186" y="40926"/>
                </a:lnTo>
                <a:lnTo>
                  <a:pt x="1556799" y="40601"/>
                </a:lnTo>
                <a:lnTo>
                  <a:pt x="1556405" y="40286"/>
                </a:lnTo>
                <a:lnTo>
                  <a:pt x="1556004" y="39981"/>
                </a:lnTo>
                <a:lnTo>
                  <a:pt x="1555597" y="39684"/>
                </a:lnTo>
                <a:lnTo>
                  <a:pt x="1555186" y="39396"/>
                </a:lnTo>
                <a:lnTo>
                  <a:pt x="1554771" y="39115"/>
                </a:lnTo>
                <a:lnTo>
                  <a:pt x="1554352" y="38842"/>
                </a:lnTo>
                <a:lnTo>
                  <a:pt x="1553928" y="38577"/>
                </a:lnTo>
                <a:lnTo>
                  <a:pt x="1553500" y="38320"/>
                </a:lnTo>
                <a:lnTo>
                  <a:pt x="1553068" y="38070"/>
                </a:lnTo>
                <a:lnTo>
                  <a:pt x="1552632" y="37828"/>
                </a:lnTo>
                <a:lnTo>
                  <a:pt x="1552192" y="37594"/>
                </a:lnTo>
                <a:lnTo>
                  <a:pt x="1551747" y="37368"/>
                </a:lnTo>
                <a:lnTo>
                  <a:pt x="1551298" y="37150"/>
                </a:lnTo>
                <a:lnTo>
                  <a:pt x="1550845" y="36939"/>
                </a:lnTo>
                <a:lnTo>
                  <a:pt x="1550388" y="36736"/>
                </a:lnTo>
                <a:lnTo>
                  <a:pt x="1549926" y="36541"/>
                </a:lnTo>
                <a:lnTo>
                  <a:pt x="1549461" y="36354"/>
                </a:lnTo>
                <a:lnTo>
                  <a:pt x="1548991" y="36174"/>
                </a:lnTo>
                <a:lnTo>
                  <a:pt x="1548517" y="36002"/>
                </a:lnTo>
                <a:lnTo>
                  <a:pt x="1548038" y="35838"/>
                </a:lnTo>
                <a:lnTo>
                  <a:pt x="1547556" y="35682"/>
                </a:lnTo>
                <a:lnTo>
                  <a:pt x="1547069" y="35534"/>
                </a:lnTo>
                <a:lnTo>
                  <a:pt x="1546578" y="35393"/>
                </a:lnTo>
                <a:lnTo>
                  <a:pt x="1546083" y="35260"/>
                </a:lnTo>
                <a:lnTo>
                  <a:pt x="1545583" y="35135"/>
                </a:lnTo>
                <a:lnTo>
                  <a:pt x="1545079" y="35017"/>
                </a:lnTo>
                <a:lnTo>
                  <a:pt x="1544573" y="34906"/>
                </a:lnTo>
                <a:lnTo>
                  <a:pt x="1544065" y="34800"/>
                </a:lnTo>
                <a:lnTo>
                  <a:pt x="1543555" y="34698"/>
                </a:lnTo>
                <a:lnTo>
                  <a:pt x="1543043" y="34601"/>
                </a:lnTo>
                <a:lnTo>
                  <a:pt x="1542530" y="34508"/>
                </a:lnTo>
                <a:lnTo>
                  <a:pt x="1542016" y="34421"/>
                </a:lnTo>
                <a:lnTo>
                  <a:pt x="1541499" y="34338"/>
                </a:lnTo>
                <a:lnTo>
                  <a:pt x="1540981" y="34260"/>
                </a:lnTo>
                <a:lnTo>
                  <a:pt x="1540462" y="34186"/>
                </a:lnTo>
                <a:lnTo>
                  <a:pt x="1539941" y="34117"/>
                </a:lnTo>
                <a:lnTo>
                  <a:pt x="1539418" y="34054"/>
                </a:lnTo>
                <a:lnTo>
                  <a:pt x="1538894" y="33994"/>
                </a:lnTo>
                <a:lnTo>
                  <a:pt x="1538368" y="33940"/>
                </a:lnTo>
                <a:lnTo>
                  <a:pt x="1537840" y="33890"/>
                </a:lnTo>
                <a:lnTo>
                  <a:pt x="1537311" y="33845"/>
                </a:lnTo>
                <a:lnTo>
                  <a:pt x="1536780" y="33805"/>
                </a:lnTo>
                <a:lnTo>
                  <a:pt x="1536247" y="33769"/>
                </a:lnTo>
                <a:lnTo>
                  <a:pt x="1535713" y="33739"/>
                </a:lnTo>
                <a:lnTo>
                  <a:pt x="1535177" y="33712"/>
                </a:lnTo>
                <a:lnTo>
                  <a:pt x="1534640" y="33691"/>
                </a:lnTo>
                <a:lnTo>
                  <a:pt x="1534101" y="33675"/>
                </a:lnTo>
                <a:lnTo>
                  <a:pt x="1533560" y="33663"/>
                </a:lnTo>
                <a:lnTo>
                  <a:pt x="1533018" y="33656"/>
                </a:lnTo>
                <a:lnTo>
                  <a:pt x="1532474" y="33653"/>
                </a:lnTo>
                <a:lnTo>
                  <a:pt x="1531614" y="33659"/>
                </a:lnTo>
                <a:lnTo>
                  <a:pt x="1530762" y="33676"/>
                </a:lnTo>
                <a:lnTo>
                  <a:pt x="1529918" y="33704"/>
                </a:lnTo>
                <a:lnTo>
                  <a:pt x="1529082" y="33744"/>
                </a:lnTo>
                <a:lnTo>
                  <a:pt x="1528253" y="33795"/>
                </a:lnTo>
                <a:lnTo>
                  <a:pt x="1527432" y="33857"/>
                </a:lnTo>
                <a:lnTo>
                  <a:pt x="1526619" y="33931"/>
                </a:lnTo>
                <a:lnTo>
                  <a:pt x="1525814" y="34015"/>
                </a:lnTo>
                <a:lnTo>
                  <a:pt x="1525016" y="34112"/>
                </a:lnTo>
                <a:lnTo>
                  <a:pt x="1524226" y="34219"/>
                </a:lnTo>
                <a:lnTo>
                  <a:pt x="1523444" y="34338"/>
                </a:lnTo>
                <a:lnTo>
                  <a:pt x="1522670" y="34468"/>
                </a:lnTo>
                <a:lnTo>
                  <a:pt x="1521904" y="34610"/>
                </a:lnTo>
                <a:lnTo>
                  <a:pt x="1521145" y="34763"/>
                </a:lnTo>
                <a:lnTo>
                  <a:pt x="1520394" y="34927"/>
                </a:lnTo>
                <a:lnTo>
                  <a:pt x="1519651" y="35102"/>
                </a:lnTo>
                <a:lnTo>
                  <a:pt x="1518916" y="35289"/>
                </a:lnTo>
                <a:lnTo>
                  <a:pt x="1518188" y="35487"/>
                </a:lnTo>
                <a:lnTo>
                  <a:pt x="1517469" y="35697"/>
                </a:lnTo>
                <a:lnTo>
                  <a:pt x="1516757" y="35917"/>
                </a:lnTo>
                <a:lnTo>
                  <a:pt x="1516052" y="36149"/>
                </a:lnTo>
                <a:lnTo>
                  <a:pt x="1515356" y="36393"/>
                </a:lnTo>
                <a:lnTo>
                  <a:pt x="1514667" y="36647"/>
                </a:lnTo>
                <a:lnTo>
                  <a:pt x="1513987" y="36913"/>
                </a:lnTo>
                <a:lnTo>
                  <a:pt x="1513316" y="37192"/>
                </a:lnTo>
                <a:lnTo>
                  <a:pt x="1512657" y="37483"/>
                </a:lnTo>
                <a:lnTo>
                  <a:pt x="1512010" y="37789"/>
                </a:lnTo>
                <a:lnTo>
                  <a:pt x="1511376" y="38107"/>
                </a:lnTo>
                <a:lnTo>
                  <a:pt x="1510754" y="38440"/>
                </a:lnTo>
                <a:lnTo>
                  <a:pt x="1510144" y="38785"/>
                </a:lnTo>
                <a:lnTo>
                  <a:pt x="1509546" y="39145"/>
                </a:lnTo>
                <a:lnTo>
                  <a:pt x="1508960" y="39518"/>
                </a:lnTo>
                <a:lnTo>
                  <a:pt x="1508386" y="39904"/>
                </a:lnTo>
                <a:lnTo>
                  <a:pt x="1507825" y="40304"/>
                </a:lnTo>
                <a:lnTo>
                  <a:pt x="1507276" y="40717"/>
                </a:lnTo>
                <a:lnTo>
                  <a:pt x="1506739" y="41144"/>
                </a:lnTo>
                <a:lnTo>
                  <a:pt x="1506214" y="41585"/>
                </a:lnTo>
                <a:lnTo>
                  <a:pt x="1505701" y="42039"/>
                </a:lnTo>
                <a:lnTo>
                  <a:pt x="1505200" y="42506"/>
                </a:lnTo>
                <a:lnTo>
                  <a:pt x="1504712" y="42987"/>
                </a:lnTo>
                <a:lnTo>
                  <a:pt x="1504235" y="43482"/>
                </a:lnTo>
                <a:lnTo>
                  <a:pt x="1503771" y="43990"/>
                </a:lnTo>
                <a:lnTo>
                  <a:pt x="1503319" y="44511"/>
                </a:lnTo>
                <a:lnTo>
                  <a:pt x="1502879" y="45046"/>
                </a:lnTo>
                <a:lnTo>
                  <a:pt x="1502451" y="45595"/>
                </a:lnTo>
                <a:lnTo>
                  <a:pt x="1502036" y="46157"/>
                </a:lnTo>
                <a:lnTo>
                  <a:pt x="1501632" y="46733"/>
                </a:lnTo>
                <a:lnTo>
                  <a:pt x="1501241" y="47322"/>
                </a:lnTo>
                <a:lnTo>
                  <a:pt x="1500864" y="47925"/>
                </a:lnTo>
                <a:lnTo>
                  <a:pt x="1500503" y="48543"/>
                </a:lnTo>
                <a:lnTo>
                  <a:pt x="1500158" y="49177"/>
                </a:lnTo>
                <a:lnTo>
                  <a:pt x="1499829" y="49825"/>
                </a:lnTo>
                <a:lnTo>
                  <a:pt x="1499516" y="50488"/>
                </a:lnTo>
                <a:lnTo>
                  <a:pt x="1499219" y="51167"/>
                </a:lnTo>
                <a:lnTo>
                  <a:pt x="1498938" y="51860"/>
                </a:lnTo>
                <a:lnTo>
                  <a:pt x="1498674" y="52569"/>
                </a:lnTo>
                <a:lnTo>
                  <a:pt x="1498425" y="53292"/>
                </a:lnTo>
                <a:lnTo>
                  <a:pt x="1498192" y="54031"/>
                </a:lnTo>
                <a:lnTo>
                  <a:pt x="1497975" y="54785"/>
                </a:lnTo>
                <a:lnTo>
                  <a:pt x="1497775" y="55553"/>
                </a:lnTo>
                <a:lnTo>
                  <a:pt x="1497590" y="56337"/>
                </a:lnTo>
                <a:lnTo>
                  <a:pt x="1497422" y="57136"/>
                </a:lnTo>
                <a:lnTo>
                  <a:pt x="1497269" y="57950"/>
                </a:lnTo>
                <a:lnTo>
                  <a:pt x="1497133" y="58779"/>
                </a:lnTo>
                <a:lnTo>
                  <a:pt x="1497013" y="59623"/>
                </a:lnTo>
                <a:lnTo>
                  <a:pt x="1496908" y="60481"/>
                </a:lnTo>
                <a:lnTo>
                  <a:pt x="1496820" y="61355"/>
                </a:lnTo>
                <a:lnTo>
                  <a:pt x="1496748" y="62244"/>
                </a:lnTo>
                <a:lnTo>
                  <a:pt x="1496692" y="63149"/>
                </a:lnTo>
                <a:lnTo>
                  <a:pt x="1496651" y="64068"/>
                </a:lnTo>
                <a:lnTo>
                  <a:pt x="1496627" y="65002"/>
                </a:lnTo>
                <a:lnTo>
                  <a:pt x="1496619" y="65951"/>
                </a:lnTo>
                <a:lnTo>
                  <a:pt x="1511746" y="65951"/>
                </a:lnTo>
                <a:lnTo>
                  <a:pt x="1511756" y="65057"/>
                </a:lnTo>
                <a:lnTo>
                  <a:pt x="1511787" y="64184"/>
                </a:lnTo>
                <a:lnTo>
                  <a:pt x="1511839" y="63331"/>
                </a:lnTo>
                <a:lnTo>
                  <a:pt x="1511912" y="62499"/>
                </a:lnTo>
                <a:lnTo>
                  <a:pt x="1512005" y="61687"/>
                </a:lnTo>
                <a:lnTo>
                  <a:pt x="1512119" y="60896"/>
                </a:lnTo>
                <a:lnTo>
                  <a:pt x="1512254" y="60126"/>
                </a:lnTo>
                <a:lnTo>
                  <a:pt x="1512410" y="59376"/>
                </a:lnTo>
                <a:lnTo>
                  <a:pt x="1512586" y="58646"/>
                </a:lnTo>
                <a:lnTo>
                  <a:pt x="1512783" y="57938"/>
                </a:lnTo>
                <a:lnTo>
                  <a:pt x="1513001" y="57249"/>
                </a:lnTo>
                <a:lnTo>
                  <a:pt x="1513240" y="56582"/>
                </a:lnTo>
                <a:lnTo>
                  <a:pt x="1513499" y="55935"/>
                </a:lnTo>
                <a:lnTo>
                  <a:pt x="1513779" y="55308"/>
                </a:lnTo>
                <a:lnTo>
                  <a:pt x="1514080" y="54702"/>
                </a:lnTo>
                <a:lnTo>
                  <a:pt x="1514402" y="54117"/>
                </a:lnTo>
                <a:lnTo>
                  <a:pt x="1514744" y="53552"/>
                </a:lnTo>
                <a:lnTo>
                  <a:pt x="1515107" y="53007"/>
                </a:lnTo>
                <a:lnTo>
                  <a:pt x="1515491" y="52484"/>
                </a:lnTo>
                <a:lnTo>
                  <a:pt x="1515895" y="51980"/>
                </a:lnTo>
                <a:lnTo>
                  <a:pt x="1516321" y="51498"/>
                </a:lnTo>
                <a:lnTo>
                  <a:pt x="1516767" y="51036"/>
                </a:lnTo>
                <a:lnTo>
                  <a:pt x="1517234" y="50594"/>
                </a:lnTo>
                <a:lnTo>
                  <a:pt x="1517721" y="50173"/>
                </a:lnTo>
                <a:lnTo>
                  <a:pt x="1518224" y="49771"/>
                </a:lnTo>
                <a:lnTo>
                  <a:pt x="1518737" y="49386"/>
                </a:lnTo>
                <a:lnTo>
                  <a:pt x="1519259" y="49018"/>
                </a:lnTo>
                <a:lnTo>
                  <a:pt x="1519791" y="48667"/>
                </a:lnTo>
                <a:lnTo>
                  <a:pt x="1520333" y="48334"/>
                </a:lnTo>
                <a:lnTo>
                  <a:pt x="1520884" y="48017"/>
                </a:lnTo>
                <a:lnTo>
                  <a:pt x="1521446" y="47718"/>
                </a:lnTo>
                <a:lnTo>
                  <a:pt x="1522017" y="47435"/>
                </a:lnTo>
                <a:lnTo>
                  <a:pt x="1522597" y="47170"/>
                </a:lnTo>
                <a:lnTo>
                  <a:pt x="1523188" y="46922"/>
                </a:lnTo>
                <a:lnTo>
                  <a:pt x="1523788" y="46691"/>
                </a:lnTo>
                <a:lnTo>
                  <a:pt x="1524398" y="46477"/>
                </a:lnTo>
                <a:lnTo>
                  <a:pt x="1525017" y="46280"/>
                </a:lnTo>
                <a:lnTo>
                  <a:pt x="1525646" y="46101"/>
                </a:lnTo>
                <a:lnTo>
                  <a:pt x="1526285" y="45938"/>
                </a:lnTo>
                <a:lnTo>
                  <a:pt x="1526934" y="45793"/>
                </a:lnTo>
                <a:lnTo>
                  <a:pt x="1527593" y="45664"/>
                </a:lnTo>
                <a:lnTo>
                  <a:pt x="1528261" y="45553"/>
                </a:lnTo>
                <a:lnTo>
                  <a:pt x="1528939" y="45459"/>
                </a:lnTo>
                <a:lnTo>
                  <a:pt x="1529626" y="45382"/>
                </a:lnTo>
                <a:lnTo>
                  <a:pt x="1530324" y="45322"/>
                </a:lnTo>
                <a:lnTo>
                  <a:pt x="1531031" y="45279"/>
                </a:lnTo>
                <a:lnTo>
                  <a:pt x="1531748" y="45253"/>
                </a:lnTo>
                <a:lnTo>
                  <a:pt x="1532474" y="45245"/>
                </a:lnTo>
                <a:lnTo>
                  <a:pt x="1533139" y="45253"/>
                </a:lnTo>
                <a:lnTo>
                  <a:pt x="1533794" y="45277"/>
                </a:lnTo>
                <a:lnTo>
                  <a:pt x="1534439" y="45318"/>
                </a:lnTo>
                <a:lnTo>
                  <a:pt x="1535076" y="45374"/>
                </a:lnTo>
                <a:lnTo>
                  <a:pt x="1535703" y="45447"/>
                </a:lnTo>
                <a:lnTo>
                  <a:pt x="1536320" y="45536"/>
                </a:lnTo>
                <a:lnTo>
                  <a:pt x="1536928" y="45642"/>
                </a:lnTo>
                <a:lnTo>
                  <a:pt x="1537527" y="45763"/>
                </a:lnTo>
                <a:lnTo>
                  <a:pt x="1538116" y="45901"/>
                </a:lnTo>
                <a:lnTo>
                  <a:pt x="1538696" y="46054"/>
                </a:lnTo>
                <a:lnTo>
                  <a:pt x="1539266" y="46224"/>
                </a:lnTo>
                <a:lnTo>
                  <a:pt x="1539827" y="46411"/>
                </a:lnTo>
                <a:lnTo>
                  <a:pt x="1540379" y="46613"/>
                </a:lnTo>
                <a:lnTo>
                  <a:pt x="1540921" y="46831"/>
                </a:lnTo>
                <a:lnTo>
                  <a:pt x="1541454" y="47066"/>
                </a:lnTo>
                <a:lnTo>
                  <a:pt x="1541977" y="47317"/>
                </a:lnTo>
                <a:lnTo>
                  <a:pt x="1542491" y="47584"/>
                </a:lnTo>
                <a:lnTo>
                  <a:pt x="1542996" y="47868"/>
                </a:lnTo>
                <a:lnTo>
                  <a:pt x="1543491" y="48167"/>
                </a:lnTo>
                <a:lnTo>
                  <a:pt x="1543977" y="48483"/>
                </a:lnTo>
                <a:lnTo>
                  <a:pt x="1544454" y="48815"/>
                </a:lnTo>
                <a:lnTo>
                  <a:pt x="1544921" y="49163"/>
                </a:lnTo>
                <a:lnTo>
                  <a:pt x="1545378" y="49527"/>
                </a:lnTo>
                <a:lnTo>
                  <a:pt x="1545826" y="49907"/>
                </a:lnTo>
                <a:lnTo>
                  <a:pt x="1546261" y="50309"/>
                </a:lnTo>
                <a:lnTo>
                  <a:pt x="1546676" y="50739"/>
                </a:lnTo>
                <a:lnTo>
                  <a:pt x="1547074" y="51196"/>
                </a:lnTo>
                <a:lnTo>
                  <a:pt x="1547453" y="51680"/>
                </a:lnTo>
                <a:lnTo>
                  <a:pt x="1547813" y="52192"/>
                </a:lnTo>
                <a:lnTo>
                  <a:pt x="1548155" y="52731"/>
                </a:lnTo>
                <a:lnTo>
                  <a:pt x="1548478" y="53297"/>
                </a:lnTo>
                <a:lnTo>
                  <a:pt x="1548783" y="53890"/>
                </a:lnTo>
                <a:lnTo>
                  <a:pt x="1549070" y="54511"/>
                </a:lnTo>
                <a:lnTo>
                  <a:pt x="1549338" y="55159"/>
                </a:lnTo>
                <a:lnTo>
                  <a:pt x="1549587" y="55835"/>
                </a:lnTo>
                <a:lnTo>
                  <a:pt x="1549818" y="56538"/>
                </a:lnTo>
                <a:lnTo>
                  <a:pt x="1550031" y="57268"/>
                </a:lnTo>
                <a:lnTo>
                  <a:pt x="1550225" y="58026"/>
                </a:lnTo>
                <a:lnTo>
                  <a:pt x="1550400" y="58811"/>
                </a:lnTo>
                <a:lnTo>
                  <a:pt x="1550557" y="59623"/>
                </a:lnTo>
                <a:lnTo>
                  <a:pt x="1550696" y="60462"/>
                </a:lnTo>
                <a:lnTo>
                  <a:pt x="1550816" y="61329"/>
                </a:lnTo>
                <a:lnTo>
                  <a:pt x="1550918" y="62224"/>
                </a:lnTo>
                <a:lnTo>
                  <a:pt x="1551001" y="63145"/>
                </a:lnTo>
                <a:lnTo>
                  <a:pt x="1551065" y="64094"/>
                </a:lnTo>
                <a:lnTo>
                  <a:pt x="1551112" y="65070"/>
                </a:lnTo>
                <a:lnTo>
                  <a:pt x="1551139" y="66074"/>
                </a:lnTo>
                <a:lnTo>
                  <a:pt x="1551149" y="67105"/>
                </a:lnTo>
                <a:lnTo>
                  <a:pt x="1551149" y="74224"/>
                </a:lnTo>
                <a:lnTo>
                  <a:pt x="1549678" y="74244"/>
                </a:lnTo>
                <a:lnTo>
                  <a:pt x="1548223" y="74271"/>
                </a:lnTo>
                <a:lnTo>
                  <a:pt x="1546783" y="74306"/>
                </a:lnTo>
                <a:lnTo>
                  <a:pt x="1545360" y="74347"/>
                </a:lnTo>
                <a:lnTo>
                  <a:pt x="1543951" y="74397"/>
                </a:lnTo>
                <a:lnTo>
                  <a:pt x="1542558" y="74453"/>
                </a:lnTo>
                <a:lnTo>
                  <a:pt x="1541181" y="74517"/>
                </a:lnTo>
                <a:lnTo>
                  <a:pt x="1539819" y="74589"/>
                </a:lnTo>
                <a:lnTo>
                  <a:pt x="1538473" y="74668"/>
                </a:lnTo>
                <a:lnTo>
                  <a:pt x="1537143" y="74754"/>
                </a:lnTo>
                <a:lnTo>
                  <a:pt x="1535828" y="74848"/>
                </a:lnTo>
                <a:lnTo>
                  <a:pt x="1534528" y="74949"/>
                </a:lnTo>
                <a:lnTo>
                  <a:pt x="1533245" y="75057"/>
                </a:lnTo>
                <a:lnTo>
                  <a:pt x="1531976" y="75173"/>
                </a:lnTo>
                <a:lnTo>
                  <a:pt x="1530723" y="75296"/>
                </a:lnTo>
                <a:lnTo>
                  <a:pt x="1529486" y="75426"/>
                </a:lnTo>
                <a:lnTo>
                  <a:pt x="1528265" y="75564"/>
                </a:lnTo>
                <a:lnTo>
                  <a:pt x="1527059" y="75710"/>
                </a:lnTo>
                <a:lnTo>
                  <a:pt x="1525868" y="75862"/>
                </a:lnTo>
                <a:lnTo>
                  <a:pt x="1524693" y="76022"/>
                </a:lnTo>
                <a:lnTo>
                  <a:pt x="1523534" y="76190"/>
                </a:lnTo>
                <a:lnTo>
                  <a:pt x="1522390" y="76365"/>
                </a:lnTo>
                <a:lnTo>
                  <a:pt x="1521262" y="76547"/>
                </a:lnTo>
                <a:lnTo>
                  <a:pt x="1520149" y="76736"/>
                </a:lnTo>
                <a:lnTo>
                  <a:pt x="1519055" y="76937"/>
                </a:lnTo>
                <a:lnTo>
                  <a:pt x="1517981" y="77153"/>
                </a:lnTo>
                <a:lnTo>
                  <a:pt x="1516928" y="77383"/>
                </a:lnTo>
                <a:lnTo>
                  <a:pt x="1515897" y="77628"/>
                </a:lnTo>
                <a:lnTo>
                  <a:pt x="1514886" y="77887"/>
                </a:lnTo>
                <a:lnTo>
                  <a:pt x="1513896" y="78162"/>
                </a:lnTo>
                <a:lnTo>
                  <a:pt x="1512927" y="78451"/>
                </a:lnTo>
                <a:lnTo>
                  <a:pt x="1511979" y="78755"/>
                </a:lnTo>
                <a:lnTo>
                  <a:pt x="1511052" y="79074"/>
                </a:lnTo>
                <a:lnTo>
                  <a:pt x="1510146" y="79407"/>
                </a:lnTo>
                <a:lnTo>
                  <a:pt x="1509260" y="79756"/>
                </a:lnTo>
                <a:lnTo>
                  <a:pt x="1508396" y="80119"/>
                </a:lnTo>
                <a:lnTo>
                  <a:pt x="1507552" y="80496"/>
                </a:lnTo>
                <a:lnTo>
                  <a:pt x="1506730" y="80889"/>
                </a:lnTo>
                <a:lnTo>
                  <a:pt x="1505928" y="81296"/>
                </a:lnTo>
                <a:lnTo>
                  <a:pt x="1505147" y="81718"/>
                </a:lnTo>
                <a:lnTo>
                  <a:pt x="1504387" y="82155"/>
                </a:lnTo>
                <a:lnTo>
                  <a:pt x="1503649" y="82607"/>
                </a:lnTo>
                <a:lnTo>
                  <a:pt x="1502930" y="83073"/>
                </a:lnTo>
                <a:lnTo>
                  <a:pt x="1502233" y="83554"/>
                </a:lnTo>
                <a:lnTo>
                  <a:pt x="1501557" y="84050"/>
                </a:lnTo>
                <a:lnTo>
                  <a:pt x="1500902" y="84560"/>
                </a:lnTo>
                <a:lnTo>
                  <a:pt x="1500267" y="85086"/>
                </a:lnTo>
                <a:lnTo>
                  <a:pt x="1499654" y="85626"/>
                </a:lnTo>
                <a:lnTo>
                  <a:pt x="1499063" y="86184"/>
                </a:lnTo>
                <a:lnTo>
                  <a:pt x="1498498" y="86764"/>
                </a:lnTo>
                <a:lnTo>
                  <a:pt x="1497958" y="87365"/>
                </a:lnTo>
                <a:lnTo>
                  <a:pt x="1497443" y="87988"/>
                </a:lnTo>
                <a:lnTo>
                  <a:pt x="1496953" y="88632"/>
                </a:lnTo>
                <a:lnTo>
                  <a:pt x="1496488" y="89297"/>
                </a:lnTo>
                <a:lnTo>
                  <a:pt x="1496048" y="89984"/>
                </a:lnTo>
                <a:lnTo>
                  <a:pt x="1495634" y="90693"/>
                </a:lnTo>
                <a:lnTo>
                  <a:pt x="1495244" y="91423"/>
                </a:lnTo>
                <a:lnTo>
                  <a:pt x="1494880" y="92174"/>
                </a:lnTo>
                <a:lnTo>
                  <a:pt x="1494541" y="92947"/>
                </a:lnTo>
                <a:lnTo>
                  <a:pt x="1494227" y="93741"/>
                </a:lnTo>
                <a:lnTo>
                  <a:pt x="1493938" y="94557"/>
                </a:lnTo>
                <a:lnTo>
                  <a:pt x="1493674" y="95394"/>
                </a:lnTo>
                <a:lnTo>
                  <a:pt x="1493435" y="96253"/>
                </a:lnTo>
                <a:lnTo>
                  <a:pt x="1493222" y="97133"/>
                </a:lnTo>
                <a:lnTo>
                  <a:pt x="1493033" y="98035"/>
                </a:lnTo>
                <a:lnTo>
                  <a:pt x="1492870" y="98958"/>
                </a:lnTo>
                <a:lnTo>
                  <a:pt x="1492732" y="99902"/>
                </a:lnTo>
                <a:lnTo>
                  <a:pt x="1492619" y="100869"/>
                </a:lnTo>
                <a:lnTo>
                  <a:pt x="1492531" y="101856"/>
                </a:lnTo>
                <a:lnTo>
                  <a:pt x="1492468" y="102865"/>
                </a:lnTo>
                <a:lnTo>
                  <a:pt x="1492430" y="103895"/>
                </a:lnTo>
                <a:lnTo>
                  <a:pt x="1492418" y="104947"/>
                </a:lnTo>
                <a:lnTo>
                  <a:pt x="1492424" y="105683"/>
                </a:lnTo>
                <a:lnTo>
                  <a:pt x="1492443" y="106409"/>
                </a:lnTo>
                <a:lnTo>
                  <a:pt x="1492475" y="107124"/>
                </a:lnTo>
                <a:lnTo>
                  <a:pt x="1492519" y="107830"/>
                </a:lnTo>
                <a:lnTo>
                  <a:pt x="1492576" y="108525"/>
                </a:lnTo>
                <a:lnTo>
                  <a:pt x="1492645" y="109211"/>
                </a:lnTo>
                <a:lnTo>
                  <a:pt x="1492727" y="109886"/>
                </a:lnTo>
                <a:lnTo>
                  <a:pt x="1492822" y="110552"/>
                </a:lnTo>
                <a:lnTo>
                  <a:pt x="1492930" y="111207"/>
                </a:lnTo>
                <a:lnTo>
                  <a:pt x="1493050" y="111852"/>
                </a:lnTo>
                <a:lnTo>
                  <a:pt x="1493183" y="112487"/>
                </a:lnTo>
                <a:lnTo>
                  <a:pt x="1493328" y="113112"/>
                </a:lnTo>
                <a:lnTo>
                  <a:pt x="1493486" y="113727"/>
                </a:lnTo>
                <a:lnTo>
                  <a:pt x="1493657" y="114332"/>
                </a:lnTo>
                <a:lnTo>
                  <a:pt x="1493840" y="114927"/>
                </a:lnTo>
                <a:lnTo>
                  <a:pt x="1494036" y="115512"/>
                </a:lnTo>
                <a:lnTo>
                  <a:pt x="1494245" y="116087"/>
                </a:lnTo>
                <a:lnTo>
                  <a:pt x="1494466" y="116651"/>
                </a:lnTo>
                <a:lnTo>
                  <a:pt x="1494700" y="117206"/>
                </a:lnTo>
                <a:lnTo>
                  <a:pt x="1494946" y="117751"/>
                </a:lnTo>
                <a:lnTo>
                  <a:pt x="1495206" y="118285"/>
                </a:lnTo>
                <a:lnTo>
                  <a:pt x="1495477" y="118810"/>
                </a:lnTo>
                <a:lnTo>
                  <a:pt x="1495762" y="119324"/>
                </a:lnTo>
                <a:lnTo>
                  <a:pt x="1496059" y="119828"/>
                </a:lnTo>
                <a:lnTo>
                  <a:pt x="1496367" y="120322"/>
                </a:lnTo>
                <a:lnTo>
                  <a:pt x="1496683" y="120806"/>
                </a:lnTo>
                <a:lnTo>
                  <a:pt x="1497007" y="121279"/>
                </a:lnTo>
                <a:lnTo>
                  <a:pt x="1497340" y="121741"/>
                </a:lnTo>
                <a:lnTo>
                  <a:pt x="1497682" y="122194"/>
                </a:lnTo>
                <a:lnTo>
                  <a:pt x="1498032" y="122636"/>
                </a:lnTo>
                <a:lnTo>
                  <a:pt x="1498390" y="123067"/>
                </a:lnTo>
                <a:lnTo>
                  <a:pt x="1498757" y="123488"/>
                </a:lnTo>
                <a:lnTo>
                  <a:pt x="1499132" y="123899"/>
                </a:lnTo>
                <a:lnTo>
                  <a:pt x="1499515" y="124300"/>
                </a:lnTo>
                <a:lnTo>
                  <a:pt x="1499907" y="124690"/>
                </a:lnTo>
                <a:lnTo>
                  <a:pt x="1500308" y="125069"/>
                </a:lnTo>
                <a:lnTo>
                  <a:pt x="1500716" y="125438"/>
                </a:lnTo>
                <a:lnTo>
                  <a:pt x="1501134" y="125797"/>
                </a:lnTo>
                <a:lnTo>
                  <a:pt x="1501559" y="126146"/>
                </a:lnTo>
                <a:lnTo>
                  <a:pt x="1501993" y="126484"/>
                </a:lnTo>
                <a:lnTo>
                  <a:pt x="1502436" y="126811"/>
                </a:lnTo>
                <a:lnTo>
                  <a:pt x="1502887" y="127129"/>
                </a:lnTo>
                <a:lnTo>
                  <a:pt x="1503346" y="127436"/>
                </a:lnTo>
                <a:lnTo>
                  <a:pt x="1503814" y="127732"/>
                </a:lnTo>
                <a:lnTo>
                  <a:pt x="1504290" y="128018"/>
                </a:lnTo>
                <a:lnTo>
                  <a:pt x="1504775" y="128294"/>
                </a:lnTo>
                <a:lnTo>
                  <a:pt x="1505268" y="128559"/>
                </a:lnTo>
                <a:lnTo>
                  <a:pt x="1505770" y="128814"/>
                </a:lnTo>
                <a:lnTo>
                  <a:pt x="1506278" y="129059"/>
                </a:lnTo>
                <a:lnTo>
                  <a:pt x="1506790" y="129292"/>
                </a:lnTo>
                <a:lnTo>
                  <a:pt x="1507308" y="129516"/>
                </a:lnTo>
                <a:lnTo>
                  <a:pt x="1507829" y="129729"/>
                </a:lnTo>
                <a:lnTo>
                  <a:pt x="1508355" y="129932"/>
                </a:lnTo>
                <a:lnTo>
                  <a:pt x="1508886" y="130124"/>
                </a:lnTo>
                <a:lnTo>
                  <a:pt x="1509421" y="130306"/>
                </a:lnTo>
                <a:lnTo>
                  <a:pt x="1509961" y="130478"/>
                </a:lnTo>
                <a:lnTo>
                  <a:pt x="1510506" y="130639"/>
                </a:lnTo>
                <a:lnTo>
                  <a:pt x="1511054" y="130790"/>
                </a:lnTo>
                <a:lnTo>
                  <a:pt x="1511608" y="130930"/>
                </a:lnTo>
                <a:lnTo>
                  <a:pt x="1512166" y="131060"/>
                </a:lnTo>
                <a:lnTo>
                  <a:pt x="1512728" y="131180"/>
                </a:lnTo>
                <a:lnTo>
                  <a:pt x="1513295" y="131289"/>
                </a:lnTo>
                <a:lnTo>
                  <a:pt x="1513867" y="131387"/>
                </a:lnTo>
                <a:lnTo>
                  <a:pt x="1514443" y="131476"/>
                </a:lnTo>
                <a:lnTo>
                  <a:pt x="1515024" y="131554"/>
                </a:lnTo>
                <a:lnTo>
                  <a:pt x="1515609" y="131621"/>
                </a:lnTo>
                <a:lnTo>
                  <a:pt x="1516199" y="131679"/>
                </a:lnTo>
                <a:lnTo>
                  <a:pt x="1516793" y="131725"/>
                </a:lnTo>
                <a:lnTo>
                  <a:pt x="1517392" y="131762"/>
                </a:lnTo>
                <a:lnTo>
                  <a:pt x="1517995" y="131788"/>
                </a:lnTo>
                <a:lnTo>
                  <a:pt x="1518603" y="131803"/>
                </a:lnTo>
                <a:lnTo>
                  <a:pt x="1519215" y="131809"/>
                </a:lnTo>
                <a:lnTo>
                  <a:pt x="1520082" y="131802"/>
                </a:lnTo>
                <a:lnTo>
                  <a:pt x="1520941" y="131781"/>
                </a:lnTo>
                <a:lnTo>
                  <a:pt x="1521790" y="131746"/>
                </a:lnTo>
                <a:lnTo>
                  <a:pt x="1522631" y="131697"/>
                </a:lnTo>
                <a:close/>
                <a:moveTo>
                  <a:pt x="1520878" y="119727"/>
                </a:moveTo>
                <a:lnTo>
                  <a:pt x="1520300" y="119661"/>
                </a:lnTo>
                <a:lnTo>
                  <a:pt x="1519735" y="119581"/>
                </a:lnTo>
                <a:lnTo>
                  <a:pt x="1519183" y="119487"/>
                </a:lnTo>
                <a:lnTo>
                  <a:pt x="1518645" y="119377"/>
                </a:lnTo>
                <a:lnTo>
                  <a:pt x="1518120" y="119254"/>
                </a:lnTo>
                <a:lnTo>
                  <a:pt x="1517608" y="119116"/>
                </a:lnTo>
                <a:lnTo>
                  <a:pt x="1517109" y="118963"/>
                </a:lnTo>
                <a:lnTo>
                  <a:pt x="1516624" y="118796"/>
                </a:lnTo>
                <a:lnTo>
                  <a:pt x="1516152" y="118614"/>
                </a:lnTo>
                <a:lnTo>
                  <a:pt x="1515694" y="118417"/>
                </a:lnTo>
                <a:lnTo>
                  <a:pt x="1515249" y="118207"/>
                </a:lnTo>
                <a:lnTo>
                  <a:pt x="1514817" y="117981"/>
                </a:lnTo>
                <a:lnTo>
                  <a:pt x="1514398" y="117741"/>
                </a:lnTo>
                <a:lnTo>
                  <a:pt x="1513992" y="117487"/>
                </a:lnTo>
                <a:lnTo>
                  <a:pt x="1513600" y="117217"/>
                </a:lnTo>
                <a:lnTo>
                  <a:pt x="1513221" y="116934"/>
                </a:lnTo>
                <a:lnTo>
                  <a:pt x="1512856" y="116636"/>
                </a:lnTo>
                <a:lnTo>
                  <a:pt x="1512504" y="116323"/>
                </a:lnTo>
                <a:lnTo>
                  <a:pt x="1512165" y="115996"/>
                </a:lnTo>
                <a:lnTo>
                  <a:pt x="1511839" y="115654"/>
                </a:lnTo>
                <a:lnTo>
                  <a:pt x="1511527" y="115299"/>
                </a:lnTo>
                <a:lnTo>
                  <a:pt x="1511228" y="114935"/>
                </a:lnTo>
                <a:lnTo>
                  <a:pt x="1510942" y="114560"/>
                </a:lnTo>
                <a:lnTo>
                  <a:pt x="1510669" y="114176"/>
                </a:lnTo>
                <a:lnTo>
                  <a:pt x="1510410" y="113781"/>
                </a:lnTo>
                <a:lnTo>
                  <a:pt x="1510164" y="113376"/>
                </a:lnTo>
                <a:lnTo>
                  <a:pt x="1509932" y="112961"/>
                </a:lnTo>
                <a:lnTo>
                  <a:pt x="1509712" y="112536"/>
                </a:lnTo>
                <a:lnTo>
                  <a:pt x="1509506" y="112101"/>
                </a:lnTo>
                <a:lnTo>
                  <a:pt x="1509313" y="111655"/>
                </a:lnTo>
                <a:lnTo>
                  <a:pt x="1509134" y="111200"/>
                </a:lnTo>
                <a:lnTo>
                  <a:pt x="1508968" y="110734"/>
                </a:lnTo>
                <a:lnTo>
                  <a:pt x="1508815" y="110259"/>
                </a:lnTo>
                <a:lnTo>
                  <a:pt x="1508675" y="109773"/>
                </a:lnTo>
                <a:lnTo>
                  <a:pt x="1508549" y="109277"/>
                </a:lnTo>
                <a:lnTo>
                  <a:pt x="1508436" y="108771"/>
                </a:lnTo>
                <a:lnTo>
                  <a:pt x="1508336" y="108255"/>
                </a:lnTo>
                <a:lnTo>
                  <a:pt x="1508250" y="107729"/>
                </a:lnTo>
                <a:lnTo>
                  <a:pt x="1508177" y="107193"/>
                </a:lnTo>
                <a:lnTo>
                  <a:pt x="1508117" y="106647"/>
                </a:lnTo>
                <a:lnTo>
                  <a:pt x="1508071" y="106090"/>
                </a:lnTo>
                <a:lnTo>
                  <a:pt x="1508037" y="105524"/>
                </a:lnTo>
                <a:lnTo>
                  <a:pt x="1508017" y="104947"/>
                </a:lnTo>
                <a:lnTo>
                  <a:pt x="1508011" y="104360"/>
                </a:lnTo>
                <a:lnTo>
                  <a:pt x="1508028" y="103475"/>
                </a:lnTo>
                <a:lnTo>
                  <a:pt x="1508080" y="102611"/>
                </a:lnTo>
                <a:lnTo>
                  <a:pt x="1508167" y="101767"/>
                </a:lnTo>
                <a:lnTo>
                  <a:pt x="1508288" y="100945"/>
                </a:lnTo>
                <a:lnTo>
                  <a:pt x="1508444" y="100144"/>
                </a:lnTo>
                <a:lnTo>
                  <a:pt x="1508635" y="99364"/>
                </a:lnTo>
                <a:lnTo>
                  <a:pt x="1508861" y="98605"/>
                </a:lnTo>
                <a:lnTo>
                  <a:pt x="1509121" y="97867"/>
                </a:lnTo>
                <a:lnTo>
                  <a:pt x="1509416" y="97151"/>
                </a:lnTo>
                <a:lnTo>
                  <a:pt x="1509745" y="96455"/>
                </a:lnTo>
                <a:lnTo>
                  <a:pt x="1510109" y="95780"/>
                </a:lnTo>
                <a:lnTo>
                  <a:pt x="1510508" y="95127"/>
                </a:lnTo>
                <a:lnTo>
                  <a:pt x="1510942" y="94494"/>
                </a:lnTo>
                <a:lnTo>
                  <a:pt x="1511410" y="93883"/>
                </a:lnTo>
                <a:lnTo>
                  <a:pt x="1511913" y="93292"/>
                </a:lnTo>
                <a:lnTo>
                  <a:pt x="1512451" y="92723"/>
                </a:lnTo>
                <a:lnTo>
                  <a:pt x="1513023" y="92175"/>
                </a:lnTo>
                <a:lnTo>
                  <a:pt x="1513631" y="91648"/>
                </a:lnTo>
                <a:lnTo>
                  <a:pt x="1514272" y="91141"/>
                </a:lnTo>
                <a:lnTo>
                  <a:pt x="1514949" y="90656"/>
                </a:lnTo>
                <a:lnTo>
                  <a:pt x="1515660" y="90192"/>
                </a:lnTo>
                <a:lnTo>
                  <a:pt x="1516406" y="89750"/>
                </a:lnTo>
                <a:lnTo>
                  <a:pt x="1517186" y="89328"/>
                </a:lnTo>
                <a:lnTo>
                  <a:pt x="1518002" y="88927"/>
                </a:lnTo>
                <a:lnTo>
                  <a:pt x="1518857" y="88544"/>
                </a:lnTo>
                <a:lnTo>
                  <a:pt x="1519757" y="88176"/>
                </a:lnTo>
                <a:lnTo>
                  <a:pt x="1520703" y="87824"/>
                </a:lnTo>
                <a:lnTo>
                  <a:pt x="1521695" y="87487"/>
                </a:lnTo>
                <a:lnTo>
                  <a:pt x="1522732" y="87165"/>
                </a:lnTo>
                <a:lnTo>
                  <a:pt x="1523814" y="86858"/>
                </a:lnTo>
                <a:lnTo>
                  <a:pt x="1524942" y="86567"/>
                </a:lnTo>
                <a:lnTo>
                  <a:pt x="1526115" y="86291"/>
                </a:lnTo>
                <a:lnTo>
                  <a:pt x="1527333" y="86030"/>
                </a:lnTo>
                <a:lnTo>
                  <a:pt x="1528597" y="85784"/>
                </a:lnTo>
                <a:lnTo>
                  <a:pt x="1529906" y="85554"/>
                </a:lnTo>
                <a:lnTo>
                  <a:pt x="1531260" y="85339"/>
                </a:lnTo>
                <a:lnTo>
                  <a:pt x="1532660" y="85139"/>
                </a:lnTo>
                <a:lnTo>
                  <a:pt x="1534106" y="84954"/>
                </a:lnTo>
                <a:lnTo>
                  <a:pt x="1535596" y="84785"/>
                </a:lnTo>
                <a:lnTo>
                  <a:pt x="1537132" y="84631"/>
                </a:lnTo>
                <a:lnTo>
                  <a:pt x="1538714" y="84492"/>
                </a:lnTo>
                <a:lnTo>
                  <a:pt x="1540341" y="84368"/>
                </a:lnTo>
                <a:lnTo>
                  <a:pt x="1542013" y="84260"/>
                </a:lnTo>
                <a:lnTo>
                  <a:pt x="1543731" y="84166"/>
                </a:lnTo>
                <a:lnTo>
                  <a:pt x="1545494" y="84089"/>
                </a:lnTo>
                <a:lnTo>
                  <a:pt x="1547302" y="84026"/>
                </a:lnTo>
                <a:lnTo>
                  <a:pt x="1549156" y="83978"/>
                </a:lnTo>
                <a:lnTo>
                  <a:pt x="1551055" y="83946"/>
                </a:lnTo>
                <a:lnTo>
                  <a:pt x="1551055" y="103966"/>
                </a:lnTo>
                <a:lnTo>
                  <a:pt x="1550647" y="104553"/>
                </a:lnTo>
                <a:lnTo>
                  <a:pt x="1550231" y="105131"/>
                </a:lnTo>
                <a:lnTo>
                  <a:pt x="1549808" y="105699"/>
                </a:lnTo>
                <a:lnTo>
                  <a:pt x="1549377" y="106258"/>
                </a:lnTo>
                <a:lnTo>
                  <a:pt x="1548939" y="106807"/>
                </a:lnTo>
                <a:lnTo>
                  <a:pt x="1548493" y="107347"/>
                </a:lnTo>
                <a:lnTo>
                  <a:pt x="1548040" y="107878"/>
                </a:lnTo>
                <a:lnTo>
                  <a:pt x="1547580" y="108399"/>
                </a:lnTo>
                <a:lnTo>
                  <a:pt x="1547112" y="108910"/>
                </a:lnTo>
                <a:lnTo>
                  <a:pt x="1546636" y="109413"/>
                </a:lnTo>
                <a:lnTo>
                  <a:pt x="1546153" y="109905"/>
                </a:lnTo>
                <a:lnTo>
                  <a:pt x="1545663" y="110389"/>
                </a:lnTo>
                <a:lnTo>
                  <a:pt x="1545165" y="110863"/>
                </a:lnTo>
                <a:lnTo>
                  <a:pt x="1544660" y="111328"/>
                </a:lnTo>
                <a:lnTo>
                  <a:pt x="1544147" y="111783"/>
                </a:lnTo>
                <a:lnTo>
                  <a:pt x="1543627" y="112228"/>
                </a:lnTo>
                <a:lnTo>
                  <a:pt x="1543099" y="112665"/>
                </a:lnTo>
                <a:lnTo>
                  <a:pt x="1542564" y="113092"/>
                </a:lnTo>
                <a:lnTo>
                  <a:pt x="1542022" y="113509"/>
                </a:lnTo>
                <a:lnTo>
                  <a:pt x="1541472" y="113917"/>
                </a:lnTo>
                <a:lnTo>
                  <a:pt x="1540914" y="114316"/>
                </a:lnTo>
                <a:lnTo>
                  <a:pt x="1540349" y="114705"/>
                </a:lnTo>
                <a:lnTo>
                  <a:pt x="1539777" y="115085"/>
                </a:lnTo>
                <a:lnTo>
                  <a:pt x="1539197" y="115455"/>
                </a:lnTo>
                <a:lnTo>
                  <a:pt x="1538610" y="115813"/>
                </a:lnTo>
                <a:lnTo>
                  <a:pt x="1538017" y="116156"/>
                </a:lnTo>
                <a:lnTo>
                  <a:pt x="1537417" y="116484"/>
                </a:lnTo>
                <a:lnTo>
                  <a:pt x="1536811" y="116796"/>
                </a:lnTo>
                <a:lnTo>
                  <a:pt x="1536198" y="117093"/>
                </a:lnTo>
                <a:lnTo>
                  <a:pt x="1535579" y="117375"/>
                </a:lnTo>
                <a:lnTo>
                  <a:pt x="1534953" y="117641"/>
                </a:lnTo>
                <a:lnTo>
                  <a:pt x="1534321" y="117893"/>
                </a:lnTo>
                <a:lnTo>
                  <a:pt x="1533682" y="118129"/>
                </a:lnTo>
                <a:lnTo>
                  <a:pt x="1533037" y="118350"/>
                </a:lnTo>
                <a:lnTo>
                  <a:pt x="1532385" y="118556"/>
                </a:lnTo>
                <a:lnTo>
                  <a:pt x="1531727" y="118746"/>
                </a:lnTo>
                <a:lnTo>
                  <a:pt x="1531063" y="118921"/>
                </a:lnTo>
                <a:lnTo>
                  <a:pt x="1530391" y="119081"/>
                </a:lnTo>
                <a:lnTo>
                  <a:pt x="1529714" y="119226"/>
                </a:lnTo>
                <a:lnTo>
                  <a:pt x="1529030" y="119355"/>
                </a:lnTo>
                <a:lnTo>
                  <a:pt x="1528339" y="119470"/>
                </a:lnTo>
                <a:lnTo>
                  <a:pt x="1527642" y="119569"/>
                </a:lnTo>
                <a:lnTo>
                  <a:pt x="1526939" y="119653"/>
                </a:lnTo>
                <a:lnTo>
                  <a:pt x="1526229" y="119721"/>
                </a:lnTo>
                <a:lnTo>
                  <a:pt x="1525512" y="119774"/>
                </a:lnTo>
                <a:lnTo>
                  <a:pt x="1524789" y="119812"/>
                </a:lnTo>
                <a:lnTo>
                  <a:pt x="1524060" y="119835"/>
                </a:lnTo>
                <a:lnTo>
                  <a:pt x="1523324" y="119843"/>
                </a:lnTo>
                <a:lnTo>
                  <a:pt x="1522692" y="119836"/>
                </a:lnTo>
                <a:lnTo>
                  <a:pt x="1522074" y="119814"/>
                </a:lnTo>
                <a:lnTo>
                  <a:pt x="1521469" y="119777"/>
                </a:lnTo>
                <a:lnTo>
                  <a:pt x="1520878" y="119727"/>
                </a:lnTo>
                <a:close/>
                <a:moveTo>
                  <a:pt x="1290596" y="130126"/>
                </a:moveTo>
                <a:lnTo>
                  <a:pt x="1290596" y="35336"/>
                </a:lnTo>
                <a:lnTo>
                  <a:pt x="1275003" y="35336"/>
                </a:lnTo>
                <a:lnTo>
                  <a:pt x="1275003" y="130126"/>
                </a:lnTo>
                <a:lnTo>
                  <a:pt x="1290596" y="130126"/>
                </a:lnTo>
                <a:close/>
                <a:moveTo>
                  <a:pt x="1416727" y="35336"/>
                </a:moveTo>
                <a:lnTo>
                  <a:pt x="1400293" y="35336"/>
                </a:lnTo>
                <a:lnTo>
                  <a:pt x="1433627" y="130126"/>
                </a:lnTo>
                <a:lnTo>
                  <a:pt x="1450807" y="130126"/>
                </a:lnTo>
                <a:lnTo>
                  <a:pt x="1483768" y="35336"/>
                </a:lnTo>
                <a:lnTo>
                  <a:pt x="1467895" y="35336"/>
                </a:lnTo>
                <a:lnTo>
                  <a:pt x="1442217" y="114164"/>
                </a:lnTo>
                <a:lnTo>
                  <a:pt x="1416727" y="35336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6dbfe453a24539"/>
          <a:stretch xmlns:a="http://schemas.openxmlformats.org/drawingml/2006/main"/>
        </p:blipFill>
        <p:spPr>
          <a:xfrm xmlns:a="http://schemas.openxmlformats.org/drawingml/2006/main">
            <a:off x="2530455" y="1135739"/>
            <a:ext cx="288478" cy="288478"/>
          </a:xfrm>
          <a:prstGeom xmlns:a="http://schemas.openxmlformats.org/drawingml/2006/main" prst="rect">
            <a:avLst/>
          </a:prstGeom>
        </p:spPr>
      </p:pic>
      <p:sp>
        <p:nvSpPr>
          <p:cNvPr id="74" name="Text Key">
            <a:extLst xmlns:a="http://schemas.openxmlformats.org/drawingml/2006/main">
              <a:ext uri="{FF2B5EF4-FFF2-40B4-BE49-F238E27FC236}">
                <a16:creationId xmlns:a16="http://schemas.microsoft.com/office/drawing/2014/main" id="{D806FC51-3297-4F73-AB10-8438F3C4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99" y="916430"/>
            <a:ext cx="218725" cy="136536"/>
          </a:xfrm>
          <a:custGeom xmlns:a="http://schemas.openxmlformats.org/drawingml/2006/main">
            <a:pathLst>
              <a:path w="218725" h="136536">
                <a:moveTo>
                  <a:pt x="0" y="107851"/>
                </a:moveTo>
                <a:lnTo>
                  <a:pt x="0" y="0"/>
                </a:lnTo>
                <a:lnTo>
                  <a:pt x="14406" y="0"/>
                </a:lnTo>
                <a:lnTo>
                  <a:pt x="14406" y="51842"/>
                </a:lnTo>
                <a:lnTo>
                  <a:pt x="58664" y="0"/>
                </a:lnTo>
                <a:lnTo>
                  <a:pt x="75151" y="0"/>
                </a:lnTo>
                <a:lnTo>
                  <a:pt x="30173" y="51682"/>
                </a:lnTo>
                <a:lnTo>
                  <a:pt x="78833" y="107851"/>
                </a:lnTo>
                <a:lnTo>
                  <a:pt x="62106" y="107851"/>
                </a:lnTo>
                <a:lnTo>
                  <a:pt x="14406" y="52483"/>
                </a:lnTo>
                <a:lnTo>
                  <a:pt x="14406" y="107851"/>
                </a:lnTo>
                <a:lnTo>
                  <a:pt x="0" y="107851"/>
                </a:lnTo>
                <a:close/>
                <a:moveTo>
                  <a:pt x="114299" y="109293"/>
                </a:moveTo>
                <a:cubicBezTo>
                  <a:pt x="106189" y="109293"/>
                  <a:pt x="99493" y="107445"/>
                  <a:pt x="94210" y="103749"/>
                </a:cubicBezTo>
                <a:cubicBezTo>
                  <a:pt x="88928" y="100052"/>
                  <a:pt x="84993" y="95020"/>
                  <a:pt x="82406" y="88655"/>
                </a:cubicBezTo>
                <a:cubicBezTo>
                  <a:pt x="79818" y="82290"/>
                  <a:pt x="78524" y="75133"/>
                  <a:pt x="78524" y="67184"/>
                </a:cubicBezTo>
                <a:cubicBezTo>
                  <a:pt x="78524" y="58902"/>
                  <a:pt x="79778" y="51607"/>
                  <a:pt x="82286" y="45297"/>
                </a:cubicBezTo>
                <a:cubicBezTo>
                  <a:pt x="84793" y="38987"/>
                  <a:pt x="88595" y="34053"/>
                  <a:pt x="93690" y="30496"/>
                </a:cubicBezTo>
                <a:cubicBezTo>
                  <a:pt x="98786" y="26938"/>
                  <a:pt x="105175" y="25160"/>
                  <a:pt x="112858" y="25160"/>
                </a:cubicBezTo>
                <a:cubicBezTo>
                  <a:pt x="123156" y="25160"/>
                  <a:pt x="131212" y="28498"/>
                  <a:pt x="137028" y="35176"/>
                </a:cubicBezTo>
                <a:cubicBezTo>
                  <a:pt x="142844" y="41851"/>
                  <a:pt x="145752" y="51448"/>
                  <a:pt x="145752" y="63966"/>
                </a:cubicBezTo>
                <a:cubicBezTo>
                  <a:pt x="145752" y="64801"/>
                  <a:pt x="145738" y="65788"/>
                  <a:pt x="145712" y="66928"/>
                </a:cubicBezTo>
                <a:cubicBezTo>
                  <a:pt x="145685" y="68069"/>
                  <a:pt x="145618" y="68889"/>
                  <a:pt x="145512" y="69390"/>
                </a:cubicBezTo>
                <a:lnTo>
                  <a:pt x="91970" y="69390"/>
                </a:lnTo>
                <a:cubicBezTo>
                  <a:pt x="92023" y="74740"/>
                  <a:pt x="92797" y="79654"/>
                  <a:pt x="94290" y="84131"/>
                </a:cubicBezTo>
                <a:cubicBezTo>
                  <a:pt x="95784" y="88608"/>
                  <a:pt x="98172" y="92198"/>
                  <a:pt x="101453" y="94903"/>
                </a:cubicBezTo>
                <a:cubicBezTo>
                  <a:pt x="104735" y="97605"/>
                  <a:pt x="109017" y="98957"/>
                  <a:pt x="114299" y="98957"/>
                </a:cubicBezTo>
                <a:cubicBezTo>
                  <a:pt x="120008" y="98957"/>
                  <a:pt x="124450" y="97463"/>
                  <a:pt x="127624" y="94477"/>
                </a:cubicBezTo>
                <a:cubicBezTo>
                  <a:pt x="130799" y="91491"/>
                  <a:pt x="132466" y="87182"/>
                  <a:pt x="132626" y="81552"/>
                </a:cubicBezTo>
                <a:lnTo>
                  <a:pt x="145832" y="81552"/>
                </a:lnTo>
                <a:cubicBezTo>
                  <a:pt x="145672" y="87272"/>
                  <a:pt x="144298" y="92202"/>
                  <a:pt x="141710" y="96340"/>
                </a:cubicBezTo>
                <a:cubicBezTo>
                  <a:pt x="139122" y="100476"/>
                  <a:pt x="135508" y="103670"/>
                  <a:pt x="130866" y="105920"/>
                </a:cubicBezTo>
                <a:cubicBezTo>
                  <a:pt x="126224" y="108169"/>
                  <a:pt x="120701" y="109293"/>
                  <a:pt x="114299" y="109293"/>
                </a:cubicBezTo>
                <a:moveTo>
                  <a:pt x="92050" y="59614"/>
                </a:moveTo>
                <a:lnTo>
                  <a:pt x="132546" y="59614"/>
                </a:lnTo>
                <a:cubicBezTo>
                  <a:pt x="132386" y="51779"/>
                  <a:pt x="130599" y="45787"/>
                  <a:pt x="127184" y="41638"/>
                </a:cubicBezTo>
                <a:cubicBezTo>
                  <a:pt x="123769" y="37490"/>
                  <a:pt x="118994" y="35416"/>
                  <a:pt x="112858" y="35416"/>
                </a:cubicBezTo>
                <a:cubicBezTo>
                  <a:pt x="106616" y="35416"/>
                  <a:pt x="101747" y="37476"/>
                  <a:pt x="98252" y="41596"/>
                </a:cubicBezTo>
                <a:cubicBezTo>
                  <a:pt x="94757" y="45716"/>
                  <a:pt x="92690" y="51722"/>
                  <a:pt x="92050" y="59614"/>
                </a:cubicBezTo>
                <a:close/>
                <a:moveTo>
                  <a:pt x="154299" y="136536"/>
                </a:moveTo>
                <a:lnTo>
                  <a:pt x="154299" y="125479"/>
                </a:lnTo>
                <a:lnTo>
                  <a:pt x="160941" y="125479"/>
                </a:lnTo>
                <a:cubicBezTo>
                  <a:pt x="164196" y="125479"/>
                  <a:pt x="166810" y="124648"/>
                  <a:pt x="168785" y="122987"/>
                </a:cubicBezTo>
                <a:cubicBezTo>
                  <a:pt x="170759" y="121328"/>
                  <a:pt x="172519" y="118601"/>
                  <a:pt x="174067" y="114807"/>
                </a:cubicBezTo>
                <a:lnTo>
                  <a:pt x="177028" y="107851"/>
                </a:lnTo>
                <a:lnTo>
                  <a:pt x="147176" y="26602"/>
                </a:lnTo>
                <a:lnTo>
                  <a:pt x="161261" y="26602"/>
                </a:lnTo>
                <a:lnTo>
                  <a:pt x="184071" y="93085"/>
                </a:lnTo>
                <a:lnTo>
                  <a:pt x="205120" y="26602"/>
                </a:lnTo>
                <a:lnTo>
                  <a:pt x="218725" y="26602"/>
                </a:lnTo>
                <a:lnTo>
                  <a:pt x="190714" y="106809"/>
                </a:lnTo>
                <a:lnTo>
                  <a:pt x="187192" y="116196"/>
                </a:lnTo>
                <a:cubicBezTo>
                  <a:pt x="185325" y="121301"/>
                  <a:pt x="183311" y="125336"/>
                  <a:pt x="181150" y="128300"/>
                </a:cubicBezTo>
                <a:cubicBezTo>
                  <a:pt x="178989" y="131265"/>
                  <a:pt x="176414" y="133379"/>
                  <a:pt x="173426" y="134641"/>
                </a:cubicBezTo>
                <a:cubicBezTo>
                  <a:pt x="170439" y="135904"/>
                  <a:pt x="166730" y="136536"/>
                  <a:pt x="162302" y="136536"/>
                </a:cubicBezTo>
                <a:lnTo>
                  <a:pt x="154299" y="1365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words">
            <a:extLst xmlns:a="http://schemas.openxmlformats.org/drawingml/2006/main">
              <a:ext uri="{FF2B5EF4-FFF2-40B4-BE49-F238E27FC236}">
                <a16:creationId xmlns:a16="http://schemas.microsoft.com/office/drawing/2014/main" id="{3DD59013-583F-486C-90A0-E1B63D10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331" y="916430"/>
            <a:ext cx="379791" cy="109293"/>
          </a:xfrm>
          <a:custGeom xmlns:a="http://schemas.openxmlformats.org/drawingml/2006/main">
            <a:pathLst>
              <a:path w="379791" h="109293">
                <a:moveTo>
                  <a:pt x="24970" y="107851"/>
                </a:moveTo>
                <a:lnTo>
                  <a:pt x="0" y="26602"/>
                </a:lnTo>
                <a:lnTo>
                  <a:pt x="13926" y="26602"/>
                </a:lnTo>
                <a:lnTo>
                  <a:pt x="32413" y="92168"/>
                </a:lnTo>
                <a:lnTo>
                  <a:pt x="51141" y="26602"/>
                </a:lnTo>
                <a:lnTo>
                  <a:pt x="65947" y="26602"/>
                </a:lnTo>
                <a:lnTo>
                  <a:pt x="84915" y="92086"/>
                </a:lnTo>
                <a:lnTo>
                  <a:pt x="103243" y="26602"/>
                </a:lnTo>
                <a:lnTo>
                  <a:pt x="116368" y="26602"/>
                </a:lnTo>
                <a:lnTo>
                  <a:pt x="91478" y="107851"/>
                </a:lnTo>
                <a:lnTo>
                  <a:pt x="77312" y="107851"/>
                </a:lnTo>
                <a:lnTo>
                  <a:pt x="58264" y="41701"/>
                </a:lnTo>
                <a:lnTo>
                  <a:pt x="39136" y="107851"/>
                </a:lnTo>
                <a:lnTo>
                  <a:pt x="24970" y="107851"/>
                </a:lnTo>
                <a:close/>
                <a:moveTo>
                  <a:pt x="149122" y="109293"/>
                </a:moveTo>
                <a:cubicBezTo>
                  <a:pt x="141812" y="109293"/>
                  <a:pt x="135569" y="107624"/>
                  <a:pt x="130394" y="104285"/>
                </a:cubicBezTo>
                <a:cubicBezTo>
                  <a:pt x="125218" y="100946"/>
                  <a:pt x="121257" y="96147"/>
                  <a:pt x="118509" y="89887"/>
                </a:cubicBezTo>
                <a:cubicBezTo>
                  <a:pt x="115761" y="83627"/>
                  <a:pt x="114387" y="76157"/>
                  <a:pt x="114387" y="67477"/>
                </a:cubicBezTo>
                <a:cubicBezTo>
                  <a:pt x="114387" y="58685"/>
                  <a:pt x="115761" y="51131"/>
                  <a:pt x="118509" y="44816"/>
                </a:cubicBezTo>
                <a:cubicBezTo>
                  <a:pt x="121257" y="38501"/>
                  <a:pt x="125218" y="33647"/>
                  <a:pt x="130394" y="30253"/>
                </a:cubicBezTo>
                <a:cubicBezTo>
                  <a:pt x="135569" y="26857"/>
                  <a:pt x="141812" y="25160"/>
                  <a:pt x="149122" y="25160"/>
                </a:cubicBezTo>
                <a:cubicBezTo>
                  <a:pt x="156591" y="25160"/>
                  <a:pt x="162994" y="26857"/>
                  <a:pt x="168330" y="30253"/>
                </a:cubicBezTo>
                <a:cubicBezTo>
                  <a:pt x="173665" y="33647"/>
                  <a:pt x="177747" y="38501"/>
                  <a:pt x="180575" y="44816"/>
                </a:cubicBezTo>
                <a:cubicBezTo>
                  <a:pt x="183402" y="51131"/>
                  <a:pt x="184816" y="58685"/>
                  <a:pt x="184816" y="67477"/>
                </a:cubicBezTo>
                <a:cubicBezTo>
                  <a:pt x="184816" y="76157"/>
                  <a:pt x="183402" y="83627"/>
                  <a:pt x="180575" y="89887"/>
                </a:cubicBezTo>
                <a:cubicBezTo>
                  <a:pt x="177747" y="96147"/>
                  <a:pt x="173665" y="100946"/>
                  <a:pt x="168330" y="104285"/>
                </a:cubicBezTo>
                <a:cubicBezTo>
                  <a:pt x="162994" y="107624"/>
                  <a:pt x="156591" y="109293"/>
                  <a:pt x="149122" y="109293"/>
                </a:cubicBezTo>
                <a:moveTo>
                  <a:pt x="149122" y="98716"/>
                </a:moveTo>
                <a:cubicBezTo>
                  <a:pt x="154510" y="98716"/>
                  <a:pt x="158792" y="97362"/>
                  <a:pt x="161967" y="94652"/>
                </a:cubicBezTo>
                <a:cubicBezTo>
                  <a:pt x="165142" y="91943"/>
                  <a:pt x="167436" y="88246"/>
                  <a:pt x="168850" y="83562"/>
                </a:cubicBezTo>
                <a:cubicBezTo>
                  <a:pt x="170264" y="78876"/>
                  <a:pt x="170971" y="73514"/>
                  <a:pt x="170971" y="67474"/>
                </a:cubicBezTo>
                <a:cubicBezTo>
                  <a:pt x="170971" y="61435"/>
                  <a:pt x="170264" y="56045"/>
                  <a:pt x="168850" y="51304"/>
                </a:cubicBezTo>
                <a:cubicBezTo>
                  <a:pt x="167436" y="46561"/>
                  <a:pt x="165142" y="42821"/>
                  <a:pt x="161967" y="40083"/>
                </a:cubicBezTo>
                <a:cubicBezTo>
                  <a:pt x="158792" y="37346"/>
                  <a:pt x="154510" y="35977"/>
                  <a:pt x="149122" y="35977"/>
                </a:cubicBezTo>
                <a:cubicBezTo>
                  <a:pt x="144053" y="35977"/>
                  <a:pt x="139971" y="37346"/>
                  <a:pt x="136877" y="40083"/>
                </a:cubicBezTo>
                <a:cubicBezTo>
                  <a:pt x="133782" y="42821"/>
                  <a:pt x="131554" y="46561"/>
                  <a:pt x="130194" y="51304"/>
                </a:cubicBezTo>
                <a:cubicBezTo>
                  <a:pt x="128833" y="56045"/>
                  <a:pt x="128153" y="61463"/>
                  <a:pt x="128153" y="67559"/>
                </a:cubicBezTo>
                <a:cubicBezTo>
                  <a:pt x="128153" y="73542"/>
                  <a:pt x="128833" y="78876"/>
                  <a:pt x="130194" y="83562"/>
                </a:cubicBezTo>
                <a:cubicBezTo>
                  <a:pt x="131554" y="88246"/>
                  <a:pt x="133782" y="91943"/>
                  <a:pt x="136877" y="94652"/>
                </a:cubicBezTo>
                <a:cubicBezTo>
                  <a:pt x="139971" y="97362"/>
                  <a:pt x="144053" y="98716"/>
                  <a:pt x="149122" y="98716"/>
                </a:cubicBezTo>
                <a:close/>
                <a:moveTo>
                  <a:pt x="196546" y="107851"/>
                </a:moveTo>
                <a:lnTo>
                  <a:pt x="196546" y="26602"/>
                </a:lnTo>
                <a:lnTo>
                  <a:pt x="209111" y="26602"/>
                </a:lnTo>
                <a:lnTo>
                  <a:pt x="209591" y="39342"/>
                </a:lnTo>
                <a:cubicBezTo>
                  <a:pt x="211832" y="35336"/>
                  <a:pt x="214900" y="31971"/>
                  <a:pt x="218795" y="29246"/>
                </a:cubicBezTo>
                <a:cubicBezTo>
                  <a:pt x="222690" y="26522"/>
                  <a:pt x="227732" y="25160"/>
                  <a:pt x="233921" y="25160"/>
                </a:cubicBezTo>
                <a:lnTo>
                  <a:pt x="235522" y="25160"/>
                </a:lnTo>
                <a:lnTo>
                  <a:pt x="235522" y="37419"/>
                </a:lnTo>
                <a:lnTo>
                  <a:pt x="233681" y="37419"/>
                </a:lnTo>
                <a:cubicBezTo>
                  <a:pt x="229786" y="37419"/>
                  <a:pt x="226372" y="37955"/>
                  <a:pt x="223437" y="39027"/>
                </a:cubicBezTo>
                <a:cubicBezTo>
                  <a:pt x="220502" y="40097"/>
                  <a:pt x="217955" y="41577"/>
                  <a:pt x="215794" y="43466"/>
                </a:cubicBezTo>
                <a:cubicBezTo>
                  <a:pt x="213633" y="45354"/>
                  <a:pt x="211672" y="47538"/>
                  <a:pt x="209911" y="50017"/>
                </a:cubicBezTo>
                <a:lnTo>
                  <a:pt x="209911" y="107851"/>
                </a:lnTo>
                <a:lnTo>
                  <a:pt x="196546" y="107851"/>
                </a:lnTo>
                <a:close/>
                <a:moveTo>
                  <a:pt x="268660" y="109293"/>
                </a:moveTo>
                <a:cubicBezTo>
                  <a:pt x="262577" y="109293"/>
                  <a:pt x="257295" y="107725"/>
                  <a:pt x="252813" y="104588"/>
                </a:cubicBezTo>
                <a:cubicBezTo>
                  <a:pt x="248332" y="101450"/>
                  <a:pt x="244863" y="96798"/>
                  <a:pt x="242409" y="90633"/>
                </a:cubicBezTo>
                <a:cubicBezTo>
                  <a:pt x="239955" y="84469"/>
                  <a:pt x="238728" y="76833"/>
                  <a:pt x="238728" y="67727"/>
                </a:cubicBezTo>
                <a:cubicBezTo>
                  <a:pt x="238728" y="58341"/>
                  <a:pt x="239981" y="50497"/>
                  <a:pt x="242489" y="44195"/>
                </a:cubicBezTo>
                <a:cubicBezTo>
                  <a:pt x="244997" y="37892"/>
                  <a:pt x="248572" y="33143"/>
                  <a:pt x="253214" y="29950"/>
                </a:cubicBezTo>
                <a:cubicBezTo>
                  <a:pt x="257856" y="26756"/>
                  <a:pt x="263324" y="25160"/>
                  <a:pt x="269620" y="25160"/>
                </a:cubicBezTo>
                <a:cubicBezTo>
                  <a:pt x="275276" y="25160"/>
                  <a:pt x="280038" y="26362"/>
                  <a:pt x="283906" y="28766"/>
                </a:cubicBezTo>
                <a:cubicBezTo>
                  <a:pt x="287775" y="31169"/>
                  <a:pt x="290909" y="34428"/>
                  <a:pt x="293310" y="38541"/>
                </a:cubicBezTo>
                <a:lnTo>
                  <a:pt x="293310" y="0"/>
                </a:lnTo>
                <a:lnTo>
                  <a:pt x="306356" y="0"/>
                </a:lnTo>
                <a:lnTo>
                  <a:pt x="306356" y="107851"/>
                </a:lnTo>
                <a:lnTo>
                  <a:pt x="294031" y="107851"/>
                </a:lnTo>
                <a:lnTo>
                  <a:pt x="293150" y="96072"/>
                </a:lnTo>
                <a:cubicBezTo>
                  <a:pt x="290642" y="100025"/>
                  <a:pt x="287361" y="103217"/>
                  <a:pt x="283306" y="105647"/>
                </a:cubicBezTo>
                <a:cubicBezTo>
                  <a:pt x="279251" y="108078"/>
                  <a:pt x="274369" y="109293"/>
                  <a:pt x="268660" y="109293"/>
                </a:cubicBezTo>
                <a:moveTo>
                  <a:pt x="270981" y="98316"/>
                </a:moveTo>
                <a:cubicBezTo>
                  <a:pt x="276370" y="98316"/>
                  <a:pt x="280865" y="96852"/>
                  <a:pt x="284467" y="93924"/>
                </a:cubicBezTo>
                <a:cubicBezTo>
                  <a:pt x="288068" y="90994"/>
                  <a:pt x="290883" y="87502"/>
                  <a:pt x="292910" y="83447"/>
                </a:cubicBezTo>
                <a:lnTo>
                  <a:pt x="292910" y="51514"/>
                </a:lnTo>
                <a:cubicBezTo>
                  <a:pt x="290936" y="46952"/>
                  <a:pt x="288228" y="43248"/>
                  <a:pt x="284787" y="40404"/>
                </a:cubicBezTo>
                <a:cubicBezTo>
                  <a:pt x="281345" y="37559"/>
                  <a:pt x="277090" y="36137"/>
                  <a:pt x="272021" y="36137"/>
                </a:cubicBezTo>
                <a:cubicBezTo>
                  <a:pt x="265512" y="36137"/>
                  <a:pt x="260630" y="38855"/>
                  <a:pt x="257375" y="44290"/>
                </a:cubicBezTo>
                <a:cubicBezTo>
                  <a:pt x="254121" y="49725"/>
                  <a:pt x="252493" y="57512"/>
                  <a:pt x="252493" y="67650"/>
                </a:cubicBezTo>
                <a:cubicBezTo>
                  <a:pt x="252493" y="77562"/>
                  <a:pt x="254054" y="85151"/>
                  <a:pt x="257175" y="90418"/>
                </a:cubicBezTo>
                <a:cubicBezTo>
                  <a:pt x="260297" y="95683"/>
                  <a:pt x="264898" y="98316"/>
                  <a:pt x="270981" y="98316"/>
                </a:cubicBezTo>
                <a:close/>
                <a:moveTo>
                  <a:pt x="348898" y="109293"/>
                </a:moveTo>
                <a:cubicBezTo>
                  <a:pt x="344469" y="109293"/>
                  <a:pt x="340294" y="108802"/>
                  <a:pt x="336373" y="107821"/>
                </a:cubicBezTo>
                <a:cubicBezTo>
                  <a:pt x="332451" y="106839"/>
                  <a:pt x="328996" y="105255"/>
                  <a:pt x="326008" y="103068"/>
                </a:cubicBezTo>
                <a:cubicBezTo>
                  <a:pt x="323021" y="100880"/>
                  <a:pt x="320686" y="98047"/>
                  <a:pt x="319006" y="94570"/>
                </a:cubicBezTo>
                <a:cubicBezTo>
                  <a:pt x="317325" y="91092"/>
                  <a:pt x="316485" y="86857"/>
                  <a:pt x="316485" y="81865"/>
                </a:cubicBezTo>
                <a:lnTo>
                  <a:pt x="329370" y="81865"/>
                </a:lnTo>
                <a:cubicBezTo>
                  <a:pt x="329370" y="88330"/>
                  <a:pt x="331264" y="92862"/>
                  <a:pt x="335052" y="95461"/>
                </a:cubicBezTo>
                <a:cubicBezTo>
                  <a:pt x="338840" y="98058"/>
                  <a:pt x="343562" y="99357"/>
                  <a:pt x="349218" y="99357"/>
                </a:cubicBezTo>
                <a:cubicBezTo>
                  <a:pt x="354287" y="99357"/>
                  <a:pt x="358462" y="98323"/>
                  <a:pt x="361743" y="96255"/>
                </a:cubicBezTo>
                <a:cubicBezTo>
                  <a:pt x="365025" y="94187"/>
                  <a:pt x="366665" y="90792"/>
                  <a:pt x="366665" y="86071"/>
                </a:cubicBezTo>
                <a:cubicBezTo>
                  <a:pt x="366665" y="82033"/>
                  <a:pt x="365185" y="79061"/>
                  <a:pt x="362223" y="77155"/>
                </a:cubicBezTo>
                <a:cubicBezTo>
                  <a:pt x="359262" y="75247"/>
                  <a:pt x="354020" y="73311"/>
                  <a:pt x="346497" y="71348"/>
                </a:cubicBezTo>
                <a:cubicBezTo>
                  <a:pt x="340414" y="69834"/>
                  <a:pt x="335319" y="68081"/>
                  <a:pt x="331211" y="66090"/>
                </a:cubicBezTo>
                <a:cubicBezTo>
                  <a:pt x="327102" y="64098"/>
                  <a:pt x="324008" y="61574"/>
                  <a:pt x="321927" y="58518"/>
                </a:cubicBezTo>
                <a:cubicBezTo>
                  <a:pt x="319846" y="55461"/>
                  <a:pt x="318806" y="51605"/>
                  <a:pt x="318806" y="46949"/>
                </a:cubicBezTo>
                <a:cubicBezTo>
                  <a:pt x="318806" y="43360"/>
                  <a:pt x="319539" y="40206"/>
                  <a:pt x="321006" y="37487"/>
                </a:cubicBezTo>
                <a:cubicBezTo>
                  <a:pt x="322474" y="34766"/>
                  <a:pt x="324528" y="32494"/>
                  <a:pt x="327169" y="30671"/>
                </a:cubicBezTo>
                <a:cubicBezTo>
                  <a:pt x="329810" y="28848"/>
                  <a:pt x="332905" y="27474"/>
                  <a:pt x="336453" y="26550"/>
                </a:cubicBezTo>
                <a:cubicBezTo>
                  <a:pt x="340001" y="25623"/>
                  <a:pt x="343856" y="25160"/>
                  <a:pt x="348018" y="25160"/>
                </a:cubicBezTo>
                <a:cubicBezTo>
                  <a:pt x="352126" y="25160"/>
                  <a:pt x="355981" y="25665"/>
                  <a:pt x="359582" y="26675"/>
                </a:cubicBezTo>
                <a:cubicBezTo>
                  <a:pt x="363184" y="27685"/>
                  <a:pt x="366372" y="29241"/>
                  <a:pt x="369146" y="31345"/>
                </a:cubicBezTo>
                <a:cubicBezTo>
                  <a:pt x="371921" y="33448"/>
                  <a:pt x="374095" y="36168"/>
                  <a:pt x="375669" y="39505"/>
                </a:cubicBezTo>
                <a:cubicBezTo>
                  <a:pt x="377243" y="42842"/>
                  <a:pt x="378030" y="46810"/>
                  <a:pt x="378030" y="51409"/>
                </a:cubicBezTo>
                <a:lnTo>
                  <a:pt x="365065" y="51409"/>
                </a:lnTo>
                <a:cubicBezTo>
                  <a:pt x="365065" y="45561"/>
                  <a:pt x="363424" y="41407"/>
                  <a:pt x="360143" y="38947"/>
                </a:cubicBezTo>
                <a:cubicBezTo>
                  <a:pt x="356861" y="36486"/>
                  <a:pt x="352820" y="35256"/>
                  <a:pt x="348018" y="35256"/>
                </a:cubicBezTo>
                <a:cubicBezTo>
                  <a:pt x="343216" y="35256"/>
                  <a:pt x="339321" y="36166"/>
                  <a:pt x="336333" y="37988"/>
                </a:cubicBezTo>
                <a:cubicBezTo>
                  <a:pt x="333345" y="39807"/>
                  <a:pt x="331851" y="42654"/>
                  <a:pt x="331851" y="46529"/>
                </a:cubicBezTo>
                <a:cubicBezTo>
                  <a:pt x="331851" y="48715"/>
                  <a:pt x="332518" y="50567"/>
                  <a:pt x="333852" y="52082"/>
                </a:cubicBezTo>
                <a:cubicBezTo>
                  <a:pt x="335186" y="53596"/>
                  <a:pt x="337427" y="54957"/>
                  <a:pt x="340575" y="56164"/>
                </a:cubicBezTo>
                <a:cubicBezTo>
                  <a:pt x="343722" y="57369"/>
                  <a:pt x="347938" y="58644"/>
                  <a:pt x="353220" y="59990"/>
                </a:cubicBezTo>
                <a:cubicBezTo>
                  <a:pt x="359089" y="61449"/>
                  <a:pt x="363984" y="63188"/>
                  <a:pt x="367906" y="65208"/>
                </a:cubicBezTo>
                <a:cubicBezTo>
                  <a:pt x="371827" y="67226"/>
                  <a:pt x="374789" y="69835"/>
                  <a:pt x="376790" y="73033"/>
                </a:cubicBezTo>
                <a:cubicBezTo>
                  <a:pt x="378790" y="76230"/>
                  <a:pt x="379791" y="80352"/>
                  <a:pt x="379791" y="85400"/>
                </a:cubicBezTo>
                <a:cubicBezTo>
                  <a:pt x="379791" y="89550"/>
                  <a:pt x="379017" y="93140"/>
                  <a:pt x="377470" y="96170"/>
                </a:cubicBezTo>
                <a:cubicBezTo>
                  <a:pt x="375923" y="99198"/>
                  <a:pt x="373748" y="101679"/>
                  <a:pt x="370947" y="103614"/>
                </a:cubicBezTo>
                <a:cubicBezTo>
                  <a:pt x="368146" y="105549"/>
                  <a:pt x="364865" y="106978"/>
                  <a:pt x="361103" y="107903"/>
                </a:cubicBezTo>
                <a:cubicBezTo>
                  <a:pt x="357341" y="108830"/>
                  <a:pt x="353273" y="109293"/>
                  <a:pt x="348898" y="1092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6780582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2026-09-05T08:54:39.0970000Z</dcterms:created>
  <dcterms:modified xsi:type="dcterms:W3CDTF">2026-09-05T08:54:39.0970000Z</dcterms:modified>
</coreProperties>
</file>